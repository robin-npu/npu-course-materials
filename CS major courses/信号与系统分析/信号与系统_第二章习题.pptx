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664" r:id="rId3"/>
    <p:sldId id="1593" r:id="rId4"/>
    <p:sldId id="519" r:id="rId5"/>
    <p:sldId id="3670" r:id="rId6"/>
    <p:sldId id="3672" r:id="rId7"/>
  </p:sldIdLst>
  <p:sldSz cx="9144000" cy="6858000" type="screen4x3"/>
  <p:notesSz cx="6797675" cy="9926955"/>
  <p:custDataLst>
    <p:tags r:id="rId13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2" userDrawn="1">
          <p15:clr>
            <a:srgbClr val="A4A3A4"/>
          </p15:clr>
        </p15:guide>
        <p15:guide id="2" pos="29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FFFF"/>
    <a:srgbClr val="006600"/>
    <a:srgbClr val="FF3300"/>
    <a:srgbClr val="99CCFF"/>
    <a:srgbClr val="CCCCFF"/>
    <a:srgbClr val="FFCCCC"/>
    <a:srgbClr val="FFFFCC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3891"/>
    <p:restoredTop sz="94660"/>
  </p:normalViewPr>
  <p:slideViewPr>
    <p:cSldViewPr showGuides="1">
      <p:cViewPr varScale="1">
        <p:scale>
          <a:sx n="65" d="100"/>
          <a:sy n="65" d="100"/>
        </p:scale>
        <p:origin x="1506" y="72"/>
      </p:cViewPr>
      <p:guideLst>
        <p:guide orient="horz" pos="2072"/>
        <p:guide pos="293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731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9.wmf"/><Relationship Id="rId8" Type="http://schemas.openxmlformats.org/officeDocument/2006/relationships/image" Target="../media/image8.wmf"/><Relationship Id="rId7" Type="http://schemas.openxmlformats.org/officeDocument/2006/relationships/image" Target="../media/image7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8" Type="http://schemas.openxmlformats.org/officeDocument/2006/relationships/image" Target="../media/image18.wmf"/><Relationship Id="rId17" Type="http://schemas.openxmlformats.org/officeDocument/2006/relationships/image" Target="../media/image17.wmf"/><Relationship Id="rId16" Type="http://schemas.openxmlformats.org/officeDocument/2006/relationships/image" Target="../media/image16.wmf"/><Relationship Id="rId15" Type="http://schemas.openxmlformats.org/officeDocument/2006/relationships/image" Target="../media/image15.wmf"/><Relationship Id="rId14" Type="http://schemas.openxmlformats.org/officeDocument/2006/relationships/image" Target="../media/image14.wmf"/><Relationship Id="rId13" Type="http://schemas.openxmlformats.org/officeDocument/2006/relationships/image" Target="../media/image13.wmf"/><Relationship Id="rId12" Type="http://schemas.openxmlformats.org/officeDocument/2006/relationships/image" Target="../media/image12.wmf"/><Relationship Id="rId11" Type="http://schemas.openxmlformats.org/officeDocument/2006/relationships/image" Target="../media/image11.wmf"/><Relationship Id="rId10" Type="http://schemas.openxmlformats.org/officeDocument/2006/relationships/image" Target="../media/image10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.wmf"/><Relationship Id="rId8" Type="http://schemas.openxmlformats.org/officeDocument/2006/relationships/image" Target="../media/image23.wmf"/><Relationship Id="rId7" Type="http://schemas.openxmlformats.org/officeDocument/2006/relationships/image" Target="../media/image12.wmf"/><Relationship Id="rId6" Type="http://schemas.openxmlformats.org/officeDocument/2006/relationships/image" Target="../media/image22.wmf"/><Relationship Id="rId5" Type="http://schemas.openxmlformats.org/officeDocument/2006/relationships/image" Target="../media/image8.wmf"/><Relationship Id="rId4" Type="http://schemas.openxmlformats.org/officeDocument/2006/relationships/image" Target="../media/image21.wmf"/><Relationship Id="rId3" Type="http://schemas.openxmlformats.org/officeDocument/2006/relationships/image" Target="../media/image20.wmf"/><Relationship Id="rId2" Type="http://schemas.openxmlformats.org/officeDocument/2006/relationships/image" Target="../media/image5.wmf"/><Relationship Id="rId16" Type="http://schemas.openxmlformats.org/officeDocument/2006/relationships/image" Target="../media/image31.wmf"/><Relationship Id="rId15" Type="http://schemas.openxmlformats.org/officeDocument/2006/relationships/image" Target="../media/image30.wmf"/><Relationship Id="rId14" Type="http://schemas.openxmlformats.org/officeDocument/2006/relationships/image" Target="../media/image29.wmf"/><Relationship Id="rId13" Type="http://schemas.openxmlformats.org/officeDocument/2006/relationships/image" Target="../media/image28.wmf"/><Relationship Id="rId12" Type="http://schemas.openxmlformats.org/officeDocument/2006/relationships/image" Target="../media/image27.wmf"/><Relationship Id="rId11" Type="http://schemas.openxmlformats.org/officeDocument/2006/relationships/image" Target="../media/image26.wmf"/><Relationship Id="rId10" Type="http://schemas.openxmlformats.org/officeDocument/2006/relationships/image" Target="../media/image25.wmf"/><Relationship Id="rId1" Type="http://schemas.openxmlformats.org/officeDocument/2006/relationships/image" Target="../media/image19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40.wmf"/><Relationship Id="rId8" Type="http://schemas.openxmlformats.org/officeDocument/2006/relationships/image" Target="../media/image39.wmf"/><Relationship Id="rId7" Type="http://schemas.openxmlformats.org/officeDocument/2006/relationships/image" Target="../media/image38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7" Type="http://schemas.openxmlformats.org/officeDocument/2006/relationships/image" Target="../media/image48.wmf"/><Relationship Id="rId16" Type="http://schemas.openxmlformats.org/officeDocument/2006/relationships/image" Target="../media/image47.wmf"/><Relationship Id="rId15" Type="http://schemas.openxmlformats.org/officeDocument/2006/relationships/image" Target="../media/image46.wmf"/><Relationship Id="rId14" Type="http://schemas.openxmlformats.org/officeDocument/2006/relationships/image" Target="../media/image45.wmf"/><Relationship Id="rId13" Type="http://schemas.openxmlformats.org/officeDocument/2006/relationships/image" Target="../media/image44.wmf"/><Relationship Id="rId12" Type="http://schemas.openxmlformats.org/officeDocument/2006/relationships/image" Target="../media/image43.wmf"/><Relationship Id="rId11" Type="http://schemas.openxmlformats.org/officeDocument/2006/relationships/image" Target="../media/image42.wmf"/><Relationship Id="rId10" Type="http://schemas.openxmlformats.org/officeDocument/2006/relationships/image" Target="../media/image41.wmf"/><Relationship Id="rId1" Type="http://schemas.openxmlformats.org/officeDocument/2006/relationships/image" Target="../media/image3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163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noProof="1" dirty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CC371B3-8408-4C4F-91E5-78B9024477A6}" type="slidenum">
              <a:rPr kumimoji="0" lang="en-US" altLang="zh-CN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Tx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Tx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Tx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noProof="1"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BC7F30D-BCB7-481B-90B1-54F8285189F8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3200400" cy="6858000"/>
          </a:xfrm>
          <a:prstGeom prst="rect">
            <a:avLst/>
          </a:prstGeom>
          <a:gradFill rotWithShape="0">
            <a:gsLst>
              <a:gs pos="0">
                <a:srgbClr val="FFEBFA"/>
              </a:gs>
              <a:gs pos="30000">
                <a:srgbClr val="C4D6EB"/>
              </a:gs>
              <a:gs pos="60001">
                <a:srgbClr val="85C2FF"/>
              </a:gs>
              <a:gs pos="100000">
                <a:srgbClr val="5E9E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57400" y="457200"/>
            <a:ext cx="6400800" cy="4495800"/>
          </a:xfrm>
          <a:gradFill rotWithShape="0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rect">
              <a:fillToRect r="100000" b="100000"/>
            </a:path>
          </a:gradFill>
        </p:spPr>
        <p:txBody>
          <a:bodyPr/>
          <a:lstStyle>
            <a:lvl1pPr algn="l">
              <a:defRPr sz="7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5105400"/>
            <a:ext cx="6400800" cy="7620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" name="灯片编号占位符 1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7938FF1-0D11-4C78-A8D4-94171A4D9272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ardvark Cafe" pitchFamily="2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ardvark Cafe" pitchFamily="2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F19E5AC-BE11-4A4E-BE5D-0DAE8FA63087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ardvark Cafe" pitchFamily="2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F19E5AC-BE11-4A4E-BE5D-0DAE8FA63087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ardvark Cafe" pitchFamily="2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981200" y="1524000"/>
            <a:ext cx="32004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34000" y="1524000"/>
            <a:ext cx="32004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F19E5AC-BE11-4A4E-BE5D-0DAE8FA63087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ardvark Cafe" pitchFamily="2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F19E5AC-BE11-4A4E-BE5D-0DAE8FA63087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ardvark Cafe" pitchFamily="2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F19E5AC-BE11-4A4E-BE5D-0DAE8FA63087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ardvark Cafe" pitchFamily="2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F19E5AC-BE11-4A4E-BE5D-0DAE8FA63087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ardvark Cafe" pitchFamily="2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F19E5AC-BE11-4A4E-BE5D-0DAE8FA63087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ardvark Cafe" pitchFamily="2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F19E5AC-BE11-4A4E-BE5D-0DAE8FA63087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ardvark Cafe" pitchFamily="2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F19E5AC-BE11-4A4E-BE5D-0DAE8FA63087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ardvark Cafe" pitchFamily="2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28600"/>
            <a:ext cx="1733550" cy="5943600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981200" y="228600"/>
            <a:ext cx="5048250" cy="5943600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F19E5AC-BE11-4A4E-BE5D-0DAE8FA63087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ardvark Cafe" pitchFamily="2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6934200" cy="11430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981200" y="1524000"/>
            <a:ext cx="3200400" cy="46482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334000" y="1524000"/>
            <a:ext cx="3200400" cy="22479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334000" y="3924300"/>
            <a:ext cx="3200400" cy="22479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F19E5AC-BE11-4A4E-BE5D-0DAE8FA63087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ardvark Cafe" pitchFamily="2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6934200" cy="11430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981200" y="1524000"/>
            <a:ext cx="3200400" cy="46482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334000" y="1524000"/>
            <a:ext cx="3200400" cy="22479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334000" y="3924300"/>
            <a:ext cx="3200400" cy="22479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F19E5AC-BE11-4A4E-BE5D-0DAE8FA63087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ardvark Cafe" pitchFamily="2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6934200" cy="11430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981200" y="1524000"/>
            <a:ext cx="3200400" cy="46482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34000" y="1524000"/>
            <a:ext cx="3200400" cy="46482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F19E5AC-BE11-4A4E-BE5D-0DAE8FA63087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ardvark Cafe" pitchFamily="2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981200" y="228600"/>
            <a:ext cx="6934200" cy="11430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981200" y="1524000"/>
            <a:ext cx="3200400" cy="22479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334000" y="1524000"/>
            <a:ext cx="3200400" cy="22479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1981200" y="3924300"/>
            <a:ext cx="3200400" cy="22479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334000" y="3924300"/>
            <a:ext cx="3200400" cy="22479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F19E5AC-BE11-4A4E-BE5D-0DAE8FA63087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ardvark Cafe" pitchFamily="2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981200" y="228600"/>
            <a:ext cx="6934200" cy="59436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F19E5AC-BE11-4A4E-BE5D-0DAE8FA63087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ardvark Cafe" pitchFamily="2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981200" y="228600"/>
            <a:ext cx="69342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1" smtClean="0"/>
              <a:t>单击此处编辑母版标题样式</a:t>
            </a:r>
            <a:endParaRPr lang="zh-CN" altLang="en-US" noProof="1" smtClean="0"/>
          </a:p>
        </p:txBody>
      </p:sp>
      <p:sp>
        <p:nvSpPr>
          <p:cNvPr id="1027" name="Rectangle 4"/>
          <p:cNvSpPr>
            <a:spLocks noGrp="1"/>
          </p:cNvSpPr>
          <p:nvPr>
            <p:ph type="body"/>
          </p:nvPr>
        </p:nvSpPr>
        <p:spPr>
          <a:xfrm>
            <a:off x="1981200" y="1524000"/>
            <a:ext cx="6553200" cy="4648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noProof="1" dirty="0">
                <a:latin typeface="Aardvark Cafe" pitchFamily="2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F19E5AC-BE11-4A4E-BE5D-0DAE8FA63087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ardvark Cafe" pitchFamily="2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33C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33CC"/>
          </a:solidFill>
          <a:effectLst>
            <a:outerShdw blurRad="38100" dist="38100" dir="2700000" algn="tl">
              <a:srgbClr val="C0C0C0"/>
            </a:outerShdw>
          </a:effectLst>
          <a:latin typeface="楷体_GB2312" pitchFamily="49" charset="-122"/>
          <a:ea typeface="楷体_GB2312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33CC"/>
          </a:solidFill>
          <a:effectLst>
            <a:outerShdw blurRad="38100" dist="38100" dir="2700000" algn="tl">
              <a:srgbClr val="C0C0C0"/>
            </a:outerShdw>
          </a:effectLst>
          <a:latin typeface="楷体_GB2312" pitchFamily="49" charset="-122"/>
          <a:ea typeface="楷体_GB2312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33CC"/>
          </a:solidFill>
          <a:effectLst>
            <a:outerShdw blurRad="38100" dist="38100" dir="2700000" algn="tl">
              <a:srgbClr val="C0C0C0"/>
            </a:outerShdw>
          </a:effectLst>
          <a:latin typeface="楷体_GB2312" pitchFamily="49" charset="-122"/>
          <a:ea typeface="楷体_GB2312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33CC"/>
          </a:solidFill>
          <a:effectLst>
            <a:outerShdw blurRad="38100" dist="38100" dir="2700000" algn="tl">
              <a:srgbClr val="C0C0C0"/>
            </a:outerShdw>
          </a:effectLst>
          <a:latin typeface="楷体_GB2312" pitchFamily="49" charset="-122"/>
          <a:ea typeface="楷体_GB2312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0033CC"/>
          </a:solidFill>
          <a:effectLst>
            <a:outerShdw blurRad="38100" dist="38100" dir="2700000" algn="tl">
              <a:srgbClr val="C0C0C0"/>
            </a:outerShdw>
          </a:effectLst>
          <a:latin typeface="楷体_GB2312" pitchFamily="49" charset="-122"/>
          <a:ea typeface="楷体_GB2312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0033CC"/>
          </a:solidFill>
          <a:effectLst>
            <a:outerShdw blurRad="38100" dist="38100" dir="2700000" algn="tl">
              <a:srgbClr val="C0C0C0"/>
            </a:outerShdw>
          </a:effectLst>
          <a:latin typeface="楷体_GB2312" pitchFamily="49" charset="-122"/>
          <a:ea typeface="楷体_GB2312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0033CC"/>
          </a:solidFill>
          <a:effectLst>
            <a:outerShdw blurRad="38100" dist="38100" dir="2700000" algn="tl">
              <a:srgbClr val="C0C0C0"/>
            </a:outerShdw>
          </a:effectLst>
          <a:latin typeface="楷体_GB2312" pitchFamily="49" charset="-122"/>
          <a:ea typeface="楷体_GB2312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0033CC"/>
          </a:solidFill>
          <a:effectLst>
            <a:outerShdw blurRad="38100" dist="38100" dir="2700000" algn="tl">
              <a:srgbClr val="C0C0C0"/>
            </a:outerShdw>
          </a:effectLst>
          <a:latin typeface="楷体_GB2312" pitchFamily="49" charset="-122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8" Type="http://schemas.openxmlformats.org/officeDocument/2006/relationships/vmlDrawing" Target="../drawings/vmlDrawing1.vml"/><Relationship Id="rId37" Type="http://schemas.openxmlformats.org/officeDocument/2006/relationships/slideLayout" Target="../slideLayouts/slideLayout12.xml"/><Relationship Id="rId36" Type="http://schemas.openxmlformats.org/officeDocument/2006/relationships/image" Target="../media/image18.wmf"/><Relationship Id="rId35" Type="http://schemas.openxmlformats.org/officeDocument/2006/relationships/oleObject" Target="../embeddings/oleObject18.bin"/><Relationship Id="rId34" Type="http://schemas.openxmlformats.org/officeDocument/2006/relationships/image" Target="../media/image17.wmf"/><Relationship Id="rId33" Type="http://schemas.openxmlformats.org/officeDocument/2006/relationships/oleObject" Target="../embeddings/oleObject17.bin"/><Relationship Id="rId32" Type="http://schemas.openxmlformats.org/officeDocument/2006/relationships/image" Target="../media/image16.wmf"/><Relationship Id="rId31" Type="http://schemas.openxmlformats.org/officeDocument/2006/relationships/oleObject" Target="../embeddings/oleObject16.bin"/><Relationship Id="rId30" Type="http://schemas.openxmlformats.org/officeDocument/2006/relationships/image" Target="../media/image15.wmf"/><Relationship Id="rId3" Type="http://schemas.openxmlformats.org/officeDocument/2006/relationships/oleObject" Target="../embeddings/oleObject2.bin"/><Relationship Id="rId29" Type="http://schemas.openxmlformats.org/officeDocument/2006/relationships/oleObject" Target="../embeddings/oleObject15.bin"/><Relationship Id="rId28" Type="http://schemas.openxmlformats.org/officeDocument/2006/relationships/image" Target="../media/image14.wmf"/><Relationship Id="rId27" Type="http://schemas.openxmlformats.org/officeDocument/2006/relationships/oleObject" Target="../embeddings/oleObject14.bin"/><Relationship Id="rId26" Type="http://schemas.openxmlformats.org/officeDocument/2006/relationships/image" Target="../media/image13.wmf"/><Relationship Id="rId25" Type="http://schemas.openxmlformats.org/officeDocument/2006/relationships/oleObject" Target="../embeddings/oleObject13.bin"/><Relationship Id="rId24" Type="http://schemas.openxmlformats.org/officeDocument/2006/relationships/image" Target="../media/image12.wmf"/><Relationship Id="rId23" Type="http://schemas.openxmlformats.org/officeDocument/2006/relationships/oleObject" Target="../embeddings/oleObject12.bin"/><Relationship Id="rId22" Type="http://schemas.openxmlformats.org/officeDocument/2006/relationships/image" Target="../media/image11.wmf"/><Relationship Id="rId21" Type="http://schemas.openxmlformats.org/officeDocument/2006/relationships/oleObject" Target="../embeddings/oleObject11.bin"/><Relationship Id="rId20" Type="http://schemas.openxmlformats.org/officeDocument/2006/relationships/image" Target="../media/image10.wmf"/><Relationship Id="rId2" Type="http://schemas.openxmlformats.org/officeDocument/2006/relationships/image" Target="../media/image1.wmf"/><Relationship Id="rId19" Type="http://schemas.openxmlformats.org/officeDocument/2006/relationships/oleObject" Target="../embeddings/oleObject10.bin"/><Relationship Id="rId18" Type="http://schemas.openxmlformats.org/officeDocument/2006/relationships/image" Target="../media/image9.wmf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8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7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6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.bin"/><Relationship Id="rId8" Type="http://schemas.openxmlformats.org/officeDocument/2006/relationships/image" Target="../media/image21.wmf"/><Relationship Id="rId7" Type="http://schemas.openxmlformats.org/officeDocument/2006/relationships/oleObject" Target="../embeddings/oleObject22.bin"/><Relationship Id="rId6" Type="http://schemas.openxmlformats.org/officeDocument/2006/relationships/image" Target="../media/image20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5.wmf"/><Relationship Id="rId34" Type="http://schemas.openxmlformats.org/officeDocument/2006/relationships/vmlDrawing" Target="../drawings/vmlDrawing2.vml"/><Relationship Id="rId33" Type="http://schemas.openxmlformats.org/officeDocument/2006/relationships/slideLayout" Target="../slideLayouts/slideLayout12.xml"/><Relationship Id="rId32" Type="http://schemas.openxmlformats.org/officeDocument/2006/relationships/image" Target="../media/image31.wmf"/><Relationship Id="rId31" Type="http://schemas.openxmlformats.org/officeDocument/2006/relationships/oleObject" Target="../embeddings/oleObject34.bin"/><Relationship Id="rId30" Type="http://schemas.openxmlformats.org/officeDocument/2006/relationships/image" Target="../media/image30.wmf"/><Relationship Id="rId3" Type="http://schemas.openxmlformats.org/officeDocument/2006/relationships/oleObject" Target="../embeddings/oleObject20.bin"/><Relationship Id="rId29" Type="http://schemas.openxmlformats.org/officeDocument/2006/relationships/oleObject" Target="../embeddings/oleObject33.bin"/><Relationship Id="rId28" Type="http://schemas.openxmlformats.org/officeDocument/2006/relationships/image" Target="../media/image29.wmf"/><Relationship Id="rId27" Type="http://schemas.openxmlformats.org/officeDocument/2006/relationships/oleObject" Target="../embeddings/oleObject32.bin"/><Relationship Id="rId26" Type="http://schemas.openxmlformats.org/officeDocument/2006/relationships/image" Target="../media/image28.wmf"/><Relationship Id="rId25" Type="http://schemas.openxmlformats.org/officeDocument/2006/relationships/oleObject" Target="../embeddings/oleObject31.bin"/><Relationship Id="rId24" Type="http://schemas.openxmlformats.org/officeDocument/2006/relationships/image" Target="../media/image27.wmf"/><Relationship Id="rId23" Type="http://schemas.openxmlformats.org/officeDocument/2006/relationships/oleObject" Target="../embeddings/oleObject30.bin"/><Relationship Id="rId22" Type="http://schemas.openxmlformats.org/officeDocument/2006/relationships/image" Target="../media/image26.wmf"/><Relationship Id="rId21" Type="http://schemas.openxmlformats.org/officeDocument/2006/relationships/oleObject" Target="../embeddings/oleObject29.bin"/><Relationship Id="rId20" Type="http://schemas.openxmlformats.org/officeDocument/2006/relationships/image" Target="../media/image25.wmf"/><Relationship Id="rId2" Type="http://schemas.openxmlformats.org/officeDocument/2006/relationships/image" Target="../media/image19.wmf"/><Relationship Id="rId19" Type="http://schemas.openxmlformats.org/officeDocument/2006/relationships/oleObject" Target="../embeddings/oleObject28.bin"/><Relationship Id="rId18" Type="http://schemas.openxmlformats.org/officeDocument/2006/relationships/image" Target="../media/image24.wmf"/><Relationship Id="rId17" Type="http://schemas.openxmlformats.org/officeDocument/2006/relationships/oleObject" Target="../embeddings/oleObject27.bin"/><Relationship Id="rId16" Type="http://schemas.openxmlformats.org/officeDocument/2006/relationships/image" Target="../media/image23.wmf"/><Relationship Id="rId15" Type="http://schemas.openxmlformats.org/officeDocument/2006/relationships/oleObject" Target="../embeddings/oleObject26.bin"/><Relationship Id="rId14" Type="http://schemas.openxmlformats.org/officeDocument/2006/relationships/image" Target="../media/image12.wmf"/><Relationship Id="rId13" Type="http://schemas.openxmlformats.org/officeDocument/2006/relationships/oleObject" Target="../embeddings/oleObject25.bin"/><Relationship Id="rId12" Type="http://schemas.openxmlformats.org/officeDocument/2006/relationships/image" Target="../media/image22.wmf"/><Relationship Id="rId11" Type="http://schemas.openxmlformats.org/officeDocument/2006/relationships/oleObject" Target="../embeddings/oleObject24.bin"/><Relationship Id="rId10" Type="http://schemas.openxmlformats.org/officeDocument/2006/relationships/image" Target="../media/image8.wmf"/><Relationship Id="rId1" Type="http://schemas.openxmlformats.org/officeDocument/2006/relationships/oleObject" Target="../embeddings/oleObject19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.bin"/><Relationship Id="rId8" Type="http://schemas.openxmlformats.org/officeDocument/2006/relationships/image" Target="../media/image35.wmf"/><Relationship Id="rId7" Type="http://schemas.openxmlformats.org/officeDocument/2006/relationships/oleObject" Target="../embeddings/oleObject38.bin"/><Relationship Id="rId6" Type="http://schemas.openxmlformats.org/officeDocument/2006/relationships/image" Target="../media/image34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3.wmf"/><Relationship Id="rId36" Type="http://schemas.openxmlformats.org/officeDocument/2006/relationships/vmlDrawing" Target="../drawings/vmlDrawing3.vml"/><Relationship Id="rId35" Type="http://schemas.openxmlformats.org/officeDocument/2006/relationships/slideLayout" Target="../slideLayouts/slideLayout12.xml"/><Relationship Id="rId34" Type="http://schemas.openxmlformats.org/officeDocument/2006/relationships/image" Target="../media/image48.wmf"/><Relationship Id="rId33" Type="http://schemas.openxmlformats.org/officeDocument/2006/relationships/oleObject" Target="../embeddings/oleObject51.bin"/><Relationship Id="rId32" Type="http://schemas.openxmlformats.org/officeDocument/2006/relationships/image" Target="../media/image47.wmf"/><Relationship Id="rId31" Type="http://schemas.openxmlformats.org/officeDocument/2006/relationships/oleObject" Target="../embeddings/oleObject50.bin"/><Relationship Id="rId30" Type="http://schemas.openxmlformats.org/officeDocument/2006/relationships/image" Target="../media/image46.wmf"/><Relationship Id="rId3" Type="http://schemas.openxmlformats.org/officeDocument/2006/relationships/oleObject" Target="../embeddings/oleObject36.bin"/><Relationship Id="rId29" Type="http://schemas.openxmlformats.org/officeDocument/2006/relationships/oleObject" Target="../embeddings/oleObject49.bin"/><Relationship Id="rId28" Type="http://schemas.openxmlformats.org/officeDocument/2006/relationships/image" Target="../media/image45.wmf"/><Relationship Id="rId27" Type="http://schemas.openxmlformats.org/officeDocument/2006/relationships/oleObject" Target="../embeddings/oleObject48.bin"/><Relationship Id="rId26" Type="http://schemas.openxmlformats.org/officeDocument/2006/relationships/image" Target="../media/image44.wmf"/><Relationship Id="rId25" Type="http://schemas.openxmlformats.org/officeDocument/2006/relationships/oleObject" Target="../embeddings/oleObject47.bin"/><Relationship Id="rId24" Type="http://schemas.openxmlformats.org/officeDocument/2006/relationships/image" Target="../media/image43.wmf"/><Relationship Id="rId23" Type="http://schemas.openxmlformats.org/officeDocument/2006/relationships/oleObject" Target="../embeddings/oleObject46.bin"/><Relationship Id="rId22" Type="http://schemas.openxmlformats.org/officeDocument/2006/relationships/image" Target="../media/image42.wmf"/><Relationship Id="rId21" Type="http://schemas.openxmlformats.org/officeDocument/2006/relationships/oleObject" Target="../embeddings/oleObject45.bin"/><Relationship Id="rId20" Type="http://schemas.openxmlformats.org/officeDocument/2006/relationships/image" Target="../media/image41.wmf"/><Relationship Id="rId2" Type="http://schemas.openxmlformats.org/officeDocument/2006/relationships/image" Target="../media/image32.wmf"/><Relationship Id="rId19" Type="http://schemas.openxmlformats.org/officeDocument/2006/relationships/oleObject" Target="../embeddings/oleObject44.bin"/><Relationship Id="rId18" Type="http://schemas.openxmlformats.org/officeDocument/2006/relationships/image" Target="../media/image40.wmf"/><Relationship Id="rId17" Type="http://schemas.openxmlformats.org/officeDocument/2006/relationships/oleObject" Target="../embeddings/oleObject43.bin"/><Relationship Id="rId16" Type="http://schemas.openxmlformats.org/officeDocument/2006/relationships/image" Target="../media/image39.wmf"/><Relationship Id="rId15" Type="http://schemas.openxmlformats.org/officeDocument/2006/relationships/oleObject" Target="../embeddings/oleObject42.bin"/><Relationship Id="rId14" Type="http://schemas.openxmlformats.org/officeDocument/2006/relationships/image" Target="../media/image38.wmf"/><Relationship Id="rId13" Type="http://schemas.openxmlformats.org/officeDocument/2006/relationships/oleObject" Target="../embeddings/oleObject41.bin"/><Relationship Id="rId12" Type="http://schemas.openxmlformats.org/officeDocument/2006/relationships/image" Target="../media/image37.wmf"/><Relationship Id="rId11" Type="http://schemas.openxmlformats.org/officeDocument/2006/relationships/oleObject" Target="../embeddings/oleObject40.bin"/><Relationship Id="rId10" Type="http://schemas.openxmlformats.org/officeDocument/2006/relationships/image" Target="../media/image36.wmf"/><Relationship Id="rId1" Type="http://schemas.openxmlformats.org/officeDocument/2006/relationships/oleObject" Target="../embeddings/oleObject35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6130" name="Rectangle 5"/>
          <p:cNvSpPr/>
          <p:nvPr/>
        </p:nvSpPr>
        <p:spPr>
          <a:xfrm>
            <a:off x="179388" y="620713"/>
            <a:ext cx="4679950" cy="57626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§2.9 </a:t>
            </a:r>
            <a:r>
              <a:rPr lang="zh-CN" altLang="en-US" sz="240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线性系统响应的时域求解</a:t>
            </a:r>
            <a:endParaRPr lang="zh-CN" altLang="en-US" sz="2400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76131" name="Text Box 6"/>
          <p:cNvSpPr txBox="1"/>
          <p:nvPr/>
        </p:nvSpPr>
        <p:spPr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30622" tIns="65311" rIns="130622" bIns="6531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130683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lang="zh-CN" altLang="en-US" sz="28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71744" y="593084"/>
            <a:ext cx="1796416" cy="460375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/>
          <a:p>
            <a:pPr marR="0" defTabSz="914400" eaLnBrk="1" hangingPunct="1"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b="1" kern="1200" cap="none" spc="0" normalizeH="0" baseline="0" noProof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补充例题</a:t>
            </a:r>
            <a:r>
              <a:rPr kumimoji="0" lang="en-US" altLang="zh-CN" b="1" kern="1200" cap="none" spc="0" normalizeH="0" baseline="0" noProof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b="1" kern="1200" cap="none" spc="0" normalizeH="0" baseline="0" noProof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：</a:t>
            </a:r>
            <a:endParaRPr kumimoji="0" lang="zh-CN" altLang="en-US" b="1" kern="1200" cap="none" spc="0" normalizeH="0" baseline="0" noProof="1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79388" y="1196975"/>
            <a:ext cx="8523288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6134" name="组合 3"/>
          <p:cNvGrpSpPr/>
          <p:nvPr/>
        </p:nvGrpSpPr>
        <p:grpSpPr>
          <a:xfrm>
            <a:off x="282575" y="1096963"/>
            <a:ext cx="6991350" cy="1316037"/>
            <a:chOff x="1286" y="2611"/>
            <a:chExt cx="11218" cy="2354"/>
          </a:xfrm>
        </p:grpSpPr>
        <p:graphicFrame>
          <p:nvGraphicFramePr>
            <p:cNvPr id="176154" name="对象 15"/>
            <p:cNvGraphicFramePr>
              <a:graphicFrameLocks noChangeAspect="1"/>
            </p:cNvGraphicFramePr>
            <p:nvPr/>
          </p:nvGraphicFramePr>
          <p:xfrm>
            <a:off x="1340" y="3501"/>
            <a:ext cx="5865" cy="1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75" name="" r:id="rId1" imgW="1955800" imgH="457200" progId="Equation.KSEE3">
                    <p:embed/>
                  </p:oleObj>
                </mc:Choice>
                <mc:Fallback>
                  <p:oleObj name="" r:id="rId1" imgW="1955800" imgH="457200" progId="Equation.KSEE3">
                    <p:embed/>
                    <p:pic>
                      <p:nvPicPr>
                        <p:cNvPr id="0" name="图片 387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340" y="3501"/>
                          <a:ext cx="5865" cy="14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6155" name="对象 15"/>
            <p:cNvGraphicFramePr>
              <a:graphicFrameLocks noChangeAspect="1"/>
            </p:cNvGraphicFramePr>
            <p:nvPr/>
          </p:nvGraphicFramePr>
          <p:xfrm>
            <a:off x="1286" y="2611"/>
            <a:ext cx="11218" cy="1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76" name="" r:id="rId3" imgW="3848100" imgH="419100" progId="Equation.3">
                    <p:embed/>
                  </p:oleObj>
                </mc:Choice>
                <mc:Fallback>
                  <p:oleObj name="" r:id="rId3" imgW="3848100" imgH="419100" progId="Equation.3">
                    <p:embed/>
                    <p:pic>
                      <p:nvPicPr>
                        <p:cNvPr id="0" name="图片 387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86" y="2611"/>
                          <a:ext cx="11218" cy="13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15"/>
          <p:cNvGraphicFramePr>
            <a:graphicFrameLocks noChangeAspect="1"/>
          </p:cNvGraphicFramePr>
          <p:nvPr/>
        </p:nvGraphicFramePr>
        <p:xfrm>
          <a:off x="3913188" y="2571750"/>
          <a:ext cx="4070350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77" name="" r:id="rId5" imgW="2336800" imgH="419100" progId="Equation.3">
                  <p:embed/>
                </p:oleObj>
              </mc:Choice>
              <mc:Fallback>
                <p:oleObj name="" r:id="rId5" imgW="2336800" imgH="419100" progId="Equation.3">
                  <p:embed/>
                  <p:pic>
                    <p:nvPicPr>
                      <p:cNvPr id="0" name="图片 387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13188" y="2571750"/>
                        <a:ext cx="4070350" cy="725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36" name="对象 15"/>
          <p:cNvGraphicFramePr>
            <a:graphicFrameLocks noChangeAspect="1"/>
          </p:cNvGraphicFramePr>
          <p:nvPr/>
        </p:nvGraphicFramePr>
        <p:xfrm>
          <a:off x="396875" y="2719388"/>
          <a:ext cx="3306763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78" name="" r:id="rId7" imgW="1612900" imgH="203200" progId="Equation.3">
                  <p:embed/>
                </p:oleObj>
              </mc:Choice>
              <mc:Fallback>
                <p:oleObj name="" r:id="rId7" imgW="1612900" imgH="203200" progId="Equation.3">
                  <p:embed/>
                  <p:pic>
                    <p:nvPicPr>
                      <p:cNvPr id="0" name="图片 387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6875" y="2719388"/>
                        <a:ext cx="3306763" cy="412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直接连接符 13"/>
          <p:cNvCxnSpPr/>
          <p:nvPr/>
        </p:nvCxnSpPr>
        <p:spPr>
          <a:xfrm>
            <a:off x="201613" y="2533650"/>
            <a:ext cx="8523288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对象 15"/>
          <p:cNvGraphicFramePr>
            <a:graphicFrameLocks noChangeAspect="1"/>
          </p:cNvGraphicFramePr>
          <p:nvPr/>
        </p:nvGraphicFramePr>
        <p:xfrm>
          <a:off x="619125" y="3794125"/>
          <a:ext cx="248285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82" name="" r:id="rId9" imgW="1397000" imgH="203200" progId="Equation.3">
                  <p:embed/>
                </p:oleObj>
              </mc:Choice>
              <mc:Fallback>
                <p:oleObj name="" r:id="rId9" imgW="1397000" imgH="203200" progId="Equation.3">
                  <p:embed/>
                  <p:pic>
                    <p:nvPicPr>
                      <p:cNvPr id="0" name="图片 388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19125" y="3794125"/>
                        <a:ext cx="2482850" cy="358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39" name="对象 15"/>
          <p:cNvGraphicFramePr>
            <a:graphicFrameLocks noChangeAspect="1"/>
          </p:cNvGraphicFramePr>
          <p:nvPr/>
        </p:nvGraphicFramePr>
        <p:xfrm>
          <a:off x="142875" y="3414713"/>
          <a:ext cx="2528888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86" name="" r:id="rId11" imgW="1346200" imgH="203200" progId="Equation.3">
                  <p:embed/>
                </p:oleObj>
              </mc:Choice>
              <mc:Fallback>
                <p:oleObj name="" r:id="rId11" imgW="1346200" imgH="203200" progId="Equation.3">
                  <p:embed/>
                  <p:pic>
                    <p:nvPicPr>
                      <p:cNvPr id="0" name="图片 388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2875" y="3414713"/>
                        <a:ext cx="2528888" cy="379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5"/>
          <p:cNvGraphicFramePr>
            <a:graphicFrameLocks noChangeAspect="1"/>
          </p:cNvGraphicFramePr>
          <p:nvPr/>
        </p:nvGraphicFramePr>
        <p:xfrm>
          <a:off x="3551238" y="3673475"/>
          <a:ext cx="4111625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79" name="" r:id="rId13" imgW="2005965" imgH="228600" progId="Equation.3">
                  <p:embed/>
                </p:oleObj>
              </mc:Choice>
              <mc:Fallback>
                <p:oleObj name="" r:id="rId13" imgW="2005965" imgH="228600" progId="Equation.3">
                  <p:embed/>
                  <p:pic>
                    <p:nvPicPr>
                      <p:cNvPr id="0" name="图片 387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551238" y="3673475"/>
                        <a:ext cx="4111625" cy="465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15"/>
          <p:cNvGraphicFramePr>
            <a:graphicFrameLocks noChangeAspect="1"/>
          </p:cNvGraphicFramePr>
          <p:nvPr/>
        </p:nvGraphicFramePr>
        <p:xfrm>
          <a:off x="569913" y="4194175"/>
          <a:ext cx="3775075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80" name="" r:id="rId15" imgW="2082800" imgH="228600" progId="Equation.3">
                  <p:embed/>
                </p:oleObj>
              </mc:Choice>
              <mc:Fallback>
                <p:oleObj name="" r:id="rId15" imgW="2082800" imgH="228600" progId="Equation.3">
                  <p:embed/>
                  <p:pic>
                    <p:nvPicPr>
                      <p:cNvPr id="0" name="图片 387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69913" y="4194175"/>
                        <a:ext cx="3775075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15"/>
          <p:cNvGraphicFramePr>
            <a:graphicFrameLocks noChangeAspect="1"/>
          </p:cNvGraphicFramePr>
          <p:nvPr/>
        </p:nvGraphicFramePr>
        <p:xfrm>
          <a:off x="4554538" y="4140200"/>
          <a:ext cx="2370137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81" name="" r:id="rId17" imgW="1155700" imgH="228600" progId="Equation.3">
                  <p:embed/>
                </p:oleObj>
              </mc:Choice>
              <mc:Fallback>
                <p:oleObj name="" r:id="rId17" imgW="1155700" imgH="228600" progId="Equation.3">
                  <p:embed/>
                  <p:pic>
                    <p:nvPicPr>
                      <p:cNvPr id="0" name="图片 388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554538" y="4140200"/>
                        <a:ext cx="2370137" cy="465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" name="直接连接符 24"/>
          <p:cNvCxnSpPr/>
          <p:nvPr/>
        </p:nvCxnSpPr>
        <p:spPr>
          <a:xfrm>
            <a:off x="201613" y="3286125"/>
            <a:ext cx="8523288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对象 15"/>
          <p:cNvGraphicFramePr>
            <a:graphicFrameLocks noChangeAspect="1"/>
          </p:cNvGraphicFramePr>
          <p:nvPr/>
        </p:nvGraphicFramePr>
        <p:xfrm>
          <a:off x="569913" y="4633913"/>
          <a:ext cx="349885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83" name="" r:id="rId19" imgW="1930400" imgH="228600" progId="Equation.3">
                  <p:embed/>
                </p:oleObj>
              </mc:Choice>
              <mc:Fallback>
                <p:oleObj name="" r:id="rId19" imgW="1930400" imgH="228600" progId="Equation.3">
                  <p:embed/>
                  <p:pic>
                    <p:nvPicPr>
                      <p:cNvPr id="0" name="图片 388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69913" y="4633913"/>
                        <a:ext cx="3498850" cy="411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15"/>
          <p:cNvGraphicFramePr>
            <a:graphicFrameLocks noChangeAspect="1"/>
          </p:cNvGraphicFramePr>
          <p:nvPr/>
        </p:nvGraphicFramePr>
        <p:xfrm>
          <a:off x="4249738" y="4578350"/>
          <a:ext cx="252571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84" name="" r:id="rId21" imgW="1231265" imgH="228600" progId="Equation.3">
                  <p:embed/>
                </p:oleObj>
              </mc:Choice>
              <mc:Fallback>
                <p:oleObj name="" r:id="rId21" imgW="1231265" imgH="228600" progId="Equation.3">
                  <p:embed/>
                  <p:pic>
                    <p:nvPicPr>
                      <p:cNvPr id="0" name="图片 3883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249738" y="4578350"/>
                        <a:ext cx="2525712" cy="466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46" name="对象 15"/>
          <p:cNvGraphicFramePr>
            <a:graphicFrameLocks noChangeAspect="1"/>
          </p:cNvGraphicFramePr>
          <p:nvPr/>
        </p:nvGraphicFramePr>
        <p:xfrm>
          <a:off x="153988" y="5260975"/>
          <a:ext cx="2576512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85" name="" r:id="rId23" imgW="1371600" imgH="203200" progId="Equation.3">
                  <p:embed/>
                </p:oleObj>
              </mc:Choice>
              <mc:Fallback>
                <p:oleObj name="" r:id="rId23" imgW="1371600" imgH="203200" progId="Equation.3">
                  <p:embed/>
                  <p:pic>
                    <p:nvPicPr>
                      <p:cNvPr id="0" name="图片 3884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3988" y="5260975"/>
                        <a:ext cx="2576512" cy="377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2" name="直接连接符 31"/>
          <p:cNvCxnSpPr/>
          <p:nvPr/>
        </p:nvCxnSpPr>
        <p:spPr>
          <a:xfrm>
            <a:off x="282575" y="5116513"/>
            <a:ext cx="8523288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对象 32"/>
          <p:cNvGraphicFramePr/>
          <p:nvPr/>
        </p:nvGraphicFramePr>
        <p:xfrm>
          <a:off x="5772150" y="5102225"/>
          <a:ext cx="2625725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87" name="" r:id="rId25" imgW="1752600" imgH="419100" progId="Equation.KSEE3">
                  <p:embed/>
                </p:oleObj>
              </mc:Choice>
              <mc:Fallback>
                <p:oleObj name="" r:id="rId25" imgW="1752600" imgH="419100" progId="Equation.KSEE3">
                  <p:embed/>
                  <p:pic>
                    <p:nvPicPr>
                      <p:cNvPr id="0" name="图片 3886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772150" y="5102225"/>
                        <a:ext cx="2625725" cy="692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15"/>
          <p:cNvGraphicFramePr>
            <a:graphicFrameLocks noChangeAspect="1"/>
          </p:cNvGraphicFramePr>
          <p:nvPr/>
        </p:nvGraphicFramePr>
        <p:xfrm>
          <a:off x="2778125" y="5253355"/>
          <a:ext cx="27336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88" name="" r:id="rId27" imgW="1536700" imgH="215900" progId="Equation.3">
                  <p:embed/>
                </p:oleObj>
              </mc:Choice>
              <mc:Fallback>
                <p:oleObj name="" r:id="rId27" imgW="1536700" imgH="215900" progId="Equation.3">
                  <p:embed/>
                  <p:pic>
                    <p:nvPicPr>
                      <p:cNvPr id="0" name="图片 3887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778125" y="5253355"/>
                        <a:ext cx="2733675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/>
          <p:nvPr/>
        </p:nvGraphicFramePr>
        <p:xfrm>
          <a:off x="2778125" y="5638800"/>
          <a:ext cx="24987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7" name="" r:id="rId29" imgW="1587500" imgH="419100" progId="Equation.KSEE3">
                  <p:embed/>
                </p:oleObj>
              </mc:Choice>
              <mc:Fallback>
                <p:oleObj name="" r:id="rId29" imgW="1587500" imgH="419100" progId="Equation.KSEE3">
                  <p:embed/>
                  <p:pic>
                    <p:nvPicPr>
                      <p:cNvPr id="0" name="图片 3906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778125" y="5638800"/>
                        <a:ext cx="2498725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15"/>
          <p:cNvGraphicFramePr>
            <a:graphicFrameLocks noChangeAspect="1"/>
          </p:cNvGraphicFramePr>
          <p:nvPr/>
        </p:nvGraphicFramePr>
        <p:xfrm>
          <a:off x="331788" y="6323013"/>
          <a:ext cx="2619375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3" name="" r:id="rId31" imgW="1473200" imgH="228600" progId="Equation.3">
                  <p:embed/>
                </p:oleObj>
              </mc:Choice>
              <mc:Fallback>
                <p:oleObj name="" r:id="rId31" imgW="1473200" imgH="228600" progId="Equation.3">
                  <p:embed/>
                  <p:pic>
                    <p:nvPicPr>
                      <p:cNvPr id="0" name="图片 3902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31788" y="6323013"/>
                        <a:ext cx="2619375" cy="404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/>
          <p:cNvGraphicFramePr/>
          <p:nvPr/>
        </p:nvGraphicFramePr>
        <p:xfrm>
          <a:off x="3113088" y="6323013"/>
          <a:ext cx="3984625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0" name="" r:id="rId33" imgW="2451100" imgH="228600" progId="Equation.KSEE3">
                  <p:embed/>
                </p:oleObj>
              </mc:Choice>
              <mc:Fallback>
                <p:oleObj name="" r:id="rId33" imgW="2451100" imgH="228600" progId="Equation.KSEE3">
                  <p:embed/>
                  <p:pic>
                    <p:nvPicPr>
                      <p:cNvPr id="0" name="图片 3889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3113088" y="6323013"/>
                        <a:ext cx="3984625" cy="404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/>
          <p:nvPr/>
        </p:nvGraphicFramePr>
        <p:xfrm>
          <a:off x="5435600" y="5794375"/>
          <a:ext cx="2084388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2" name="" r:id="rId35" imgW="1643380" imgH="360680" progId="Equation.KSEE3">
                  <p:embed/>
                </p:oleObj>
              </mc:Choice>
              <mc:Fallback>
                <p:oleObj name="" r:id="rId35" imgW="1643380" imgH="360680" progId="Equation.KSEE3">
                  <p:embed/>
                  <p:pic>
                    <p:nvPicPr>
                      <p:cNvPr id="0" name="图片 3901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5435600" y="5794375"/>
                        <a:ext cx="2084388" cy="352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7154" name="Rectangle 5"/>
          <p:cNvSpPr/>
          <p:nvPr/>
        </p:nvSpPr>
        <p:spPr>
          <a:xfrm>
            <a:off x="179388" y="620713"/>
            <a:ext cx="4679950" cy="57626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§2.9 </a:t>
            </a:r>
            <a:r>
              <a:rPr lang="zh-CN" altLang="en-US" sz="240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线性系统响应的时域求解</a:t>
            </a:r>
            <a:endParaRPr lang="zh-CN" altLang="en-US" sz="2400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77155" name="Text Box 6"/>
          <p:cNvSpPr txBox="1"/>
          <p:nvPr/>
        </p:nvSpPr>
        <p:spPr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30622" tIns="65311" rIns="130622" bIns="6531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130683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lang="zh-CN" altLang="en-US" sz="28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77156" name="Object 4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87655" y="1196975"/>
          <a:ext cx="7075805" cy="753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6" name="" r:id="rId1" imgW="4533900" imgH="482600" progId="Equation.3">
                  <p:embed/>
                </p:oleObj>
              </mc:Choice>
              <mc:Fallback>
                <p:oleObj name="" r:id="rId1" imgW="4533900" imgH="482600" progId="Equation.3">
                  <p:embed/>
                  <p:pic>
                    <p:nvPicPr>
                      <p:cNvPr id="0" name="图片 3905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287655" y="1196975"/>
                        <a:ext cx="7075805" cy="75311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144133" y="593071"/>
            <a:ext cx="1796403" cy="460375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/>
          <a:p>
            <a:pPr marR="0" defTabSz="914400" eaLnBrk="1" hangingPunct="1"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b="1" kern="1200" cap="none" spc="0" normalizeH="0" baseline="0" noProof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补充例题</a:t>
            </a:r>
            <a:r>
              <a:rPr kumimoji="0" lang="en-US" altLang="zh-CN" b="1" kern="1200" cap="none" spc="0" normalizeH="0" baseline="0" noProof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b="1" kern="1200" cap="none" spc="0" normalizeH="0" baseline="0" noProof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：</a:t>
            </a:r>
            <a:endParaRPr kumimoji="0" lang="zh-CN" altLang="en-US" b="1" kern="1200" cap="none" spc="0" normalizeH="0" baseline="0" noProof="1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79388" y="1196975"/>
            <a:ext cx="8523288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/>
        </p:nvCxnSpPr>
        <p:spPr>
          <a:xfrm>
            <a:off x="179388" y="2000250"/>
            <a:ext cx="8523288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对象 15"/>
          <p:cNvGraphicFramePr>
            <a:graphicFrameLocks noChangeAspect="1"/>
          </p:cNvGraphicFramePr>
          <p:nvPr/>
        </p:nvGraphicFramePr>
        <p:xfrm>
          <a:off x="2700020" y="2192020"/>
          <a:ext cx="2078990" cy="300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5" name="" r:id="rId3" imgW="1397000" imgH="203200" progId="Equation.3">
                  <p:embed/>
                </p:oleObj>
              </mc:Choice>
              <mc:Fallback>
                <p:oleObj name="" r:id="rId3" imgW="1397000" imgH="203200" progId="Equation.3">
                  <p:embed/>
                  <p:pic>
                    <p:nvPicPr>
                      <p:cNvPr id="0" name="图片 389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00020" y="2192020"/>
                        <a:ext cx="2078990" cy="3003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61" name="对象 15"/>
          <p:cNvGraphicFramePr>
            <a:graphicFrameLocks noChangeAspect="1"/>
          </p:cNvGraphicFramePr>
          <p:nvPr/>
        </p:nvGraphicFramePr>
        <p:xfrm>
          <a:off x="179705" y="2195830"/>
          <a:ext cx="2240915" cy="290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" name="" r:id="rId5" imgW="1548765" imgH="203200" progId="Equation.3">
                  <p:embed/>
                </p:oleObj>
              </mc:Choice>
              <mc:Fallback>
                <p:oleObj name="" r:id="rId5" imgW="1548765" imgH="203200" progId="Equation.3">
                  <p:embed/>
                  <p:pic>
                    <p:nvPicPr>
                      <p:cNvPr id="0" name="图片 389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9705" y="2195830"/>
                        <a:ext cx="2240915" cy="2908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5"/>
          <p:cNvGraphicFramePr>
            <a:graphicFrameLocks noChangeAspect="1"/>
          </p:cNvGraphicFramePr>
          <p:nvPr/>
        </p:nvGraphicFramePr>
        <p:xfrm>
          <a:off x="4860290" y="2138045"/>
          <a:ext cx="3144520" cy="354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9" name="" r:id="rId7" imgW="2019300" imgH="228600" progId="Equation.3">
                  <p:embed/>
                </p:oleObj>
              </mc:Choice>
              <mc:Fallback>
                <p:oleObj name="" r:id="rId7" imgW="2019300" imgH="228600" progId="Equation.3">
                  <p:embed/>
                  <p:pic>
                    <p:nvPicPr>
                      <p:cNvPr id="0" name="图片 389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60290" y="2138045"/>
                        <a:ext cx="3144520" cy="3543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15"/>
          <p:cNvGraphicFramePr>
            <a:graphicFrameLocks noChangeAspect="1"/>
          </p:cNvGraphicFramePr>
          <p:nvPr/>
        </p:nvGraphicFramePr>
        <p:xfrm>
          <a:off x="500380" y="2654300"/>
          <a:ext cx="290893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8" name="" r:id="rId9" imgW="2082800" imgH="228600" progId="Equation.3">
                  <p:embed/>
                </p:oleObj>
              </mc:Choice>
              <mc:Fallback>
                <p:oleObj name="" r:id="rId9" imgW="2082800" imgH="228600" progId="Equation.3">
                  <p:embed/>
                  <p:pic>
                    <p:nvPicPr>
                      <p:cNvPr id="0" name="图片 389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0380" y="2654300"/>
                        <a:ext cx="2908935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15"/>
          <p:cNvGraphicFramePr>
            <a:graphicFrameLocks noChangeAspect="1"/>
          </p:cNvGraphicFramePr>
          <p:nvPr/>
        </p:nvGraphicFramePr>
        <p:xfrm>
          <a:off x="3636010" y="2580005"/>
          <a:ext cx="1989455" cy="379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" name="" r:id="rId11" imgW="1193800" imgH="228600" progId="Equation.3">
                  <p:embed/>
                </p:oleObj>
              </mc:Choice>
              <mc:Fallback>
                <p:oleObj name="" r:id="rId11" imgW="1193800" imgH="228600" progId="Equation.3">
                  <p:embed/>
                  <p:pic>
                    <p:nvPicPr>
                      <p:cNvPr id="0" name="图片 389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636010" y="2580005"/>
                        <a:ext cx="1989455" cy="3790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65" name="对象 15"/>
          <p:cNvGraphicFramePr>
            <a:graphicFrameLocks noChangeAspect="1"/>
          </p:cNvGraphicFramePr>
          <p:nvPr/>
        </p:nvGraphicFramePr>
        <p:xfrm>
          <a:off x="395605" y="3150235"/>
          <a:ext cx="1873885" cy="274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" name="" r:id="rId13" imgW="1371600" imgH="203200" progId="Equation.3">
                  <p:embed/>
                </p:oleObj>
              </mc:Choice>
              <mc:Fallback>
                <p:oleObj name="" r:id="rId13" imgW="1371600" imgH="203200" progId="Equation.3">
                  <p:embed/>
                  <p:pic>
                    <p:nvPicPr>
                      <p:cNvPr id="0" name="图片 389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95605" y="3150235"/>
                        <a:ext cx="1873885" cy="2749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2" name="直接连接符 31"/>
          <p:cNvCxnSpPr/>
          <p:nvPr/>
        </p:nvCxnSpPr>
        <p:spPr>
          <a:xfrm>
            <a:off x="287338" y="3046413"/>
            <a:ext cx="8523288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对象 32"/>
          <p:cNvGraphicFramePr/>
          <p:nvPr/>
        </p:nvGraphicFramePr>
        <p:xfrm>
          <a:off x="3175000" y="3062605"/>
          <a:ext cx="2299970" cy="588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4" name="" r:id="rId15" imgW="1752600" imgH="419100" progId="Equation.KSEE3">
                  <p:embed/>
                </p:oleObj>
              </mc:Choice>
              <mc:Fallback>
                <p:oleObj name="" r:id="rId15" imgW="1752600" imgH="419100" progId="Equation.KSEE3">
                  <p:embed/>
                  <p:pic>
                    <p:nvPicPr>
                      <p:cNvPr id="0" name="图片 389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75000" y="3062605"/>
                        <a:ext cx="2299970" cy="5880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15"/>
          <p:cNvGraphicFramePr>
            <a:graphicFrameLocks noChangeAspect="1"/>
          </p:cNvGraphicFramePr>
          <p:nvPr/>
        </p:nvGraphicFramePr>
        <p:xfrm>
          <a:off x="2546985" y="3152458"/>
          <a:ext cx="589915" cy="302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" name="" r:id="rId17" imgW="393700" imgH="203200" progId="Equation.3">
                  <p:embed/>
                </p:oleObj>
              </mc:Choice>
              <mc:Fallback>
                <p:oleObj name="" r:id="rId17" imgW="393700" imgH="203200" progId="Equation.3">
                  <p:embed/>
                  <p:pic>
                    <p:nvPicPr>
                      <p:cNvPr id="0" name="图片 389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546985" y="3152458"/>
                        <a:ext cx="589915" cy="3022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/>
          <p:nvPr/>
        </p:nvGraphicFramePr>
        <p:xfrm>
          <a:off x="2934653" y="3741420"/>
          <a:ext cx="2540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" name="" r:id="rId19" imgW="1612900" imgH="419100" progId="Equation.KSEE3">
                  <p:embed/>
                </p:oleObj>
              </mc:Choice>
              <mc:Fallback>
                <p:oleObj name="" r:id="rId19" imgW="1612900" imgH="419100" progId="Equation.KSEE3">
                  <p:embed/>
                  <p:pic>
                    <p:nvPicPr>
                      <p:cNvPr id="0" name="图片 3896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934653" y="3741420"/>
                        <a:ext cx="2540000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15"/>
          <p:cNvGraphicFramePr>
            <a:graphicFrameLocks noChangeAspect="1"/>
          </p:cNvGraphicFramePr>
          <p:nvPr/>
        </p:nvGraphicFramePr>
        <p:xfrm>
          <a:off x="1662430" y="4725035"/>
          <a:ext cx="704215" cy="370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5" name="" r:id="rId21" imgW="431800" imgH="228600" progId="Equation.3">
                  <p:embed/>
                </p:oleObj>
              </mc:Choice>
              <mc:Fallback>
                <p:oleObj name="" r:id="rId21" imgW="431800" imgH="228600" progId="Equation.3">
                  <p:embed/>
                  <p:pic>
                    <p:nvPicPr>
                      <p:cNvPr id="0" name="图片 3904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662430" y="4725035"/>
                        <a:ext cx="704215" cy="3708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/>
          <p:cNvGraphicFramePr/>
          <p:nvPr/>
        </p:nvGraphicFramePr>
        <p:xfrm>
          <a:off x="2484120" y="4695825"/>
          <a:ext cx="3860800" cy="369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0" name="" r:id="rId23" imgW="2374265" imgH="228600" progId="Equation.KSEE3">
                  <p:embed/>
                </p:oleObj>
              </mc:Choice>
              <mc:Fallback>
                <p:oleObj name="" r:id="rId23" imgW="2374265" imgH="228600" progId="Equation.KSEE3">
                  <p:embed/>
                  <p:pic>
                    <p:nvPicPr>
                      <p:cNvPr id="0" name="图片 3899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484120" y="4695825"/>
                        <a:ext cx="3860800" cy="3695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/>
          <p:nvPr/>
        </p:nvGraphicFramePr>
        <p:xfrm>
          <a:off x="5625148" y="3852545"/>
          <a:ext cx="147002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1" name="" r:id="rId25" imgW="1066800" imgH="228600" progId="Equation.KSEE3">
                  <p:embed/>
                </p:oleObj>
              </mc:Choice>
              <mc:Fallback>
                <p:oleObj name="" r:id="rId25" imgW="1066800" imgH="228600" progId="Equation.KSEE3">
                  <p:embed/>
                  <p:pic>
                    <p:nvPicPr>
                      <p:cNvPr id="0" name="图片 3900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625148" y="3852545"/>
                        <a:ext cx="1470025" cy="387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/>
          <p:nvPr/>
        </p:nvGraphicFramePr>
        <p:xfrm>
          <a:off x="3491865" y="5229225"/>
          <a:ext cx="326771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4" name="" r:id="rId27" imgW="2019300" imgH="393700" progId="Equation.KSEE3">
                  <p:embed/>
                </p:oleObj>
              </mc:Choice>
              <mc:Fallback>
                <p:oleObj name="" r:id="rId27" imgW="2019300" imgH="393700" progId="Equation.KSEE3">
                  <p:embed/>
                  <p:pic>
                    <p:nvPicPr>
                      <p:cNvPr id="0" name="图片 3903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491865" y="5229225"/>
                        <a:ext cx="3267710" cy="581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/>
          <p:nvPr/>
        </p:nvGraphicFramePr>
        <p:xfrm>
          <a:off x="395605" y="6148705"/>
          <a:ext cx="1598295" cy="354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89" name="" r:id="rId29" imgW="901700" imgH="215900" progId="Equation.KSEE3">
                  <p:embed/>
                </p:oleObj>
              </mc:Choice>
              <mc:Fallback>
                <p:oleObj name="" r:id="rId29" imgW="901700" imgH="215900" progId="Equation.KSEE3">
                  <p:embed/>
                  <p:pic>
                    <p:nvPicPr>
                      <p:cNvPr id="0" name="图片 3888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95605" y="6148705"/>
                        <a:ext cx="1598295" cy="3543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/>
          <p:nvPr/>
        </p:nvGraphicFramePr>
        <p:xfrm>
          <a:off x="2844165" y="6092190"/>
          <a:ext cx="407098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0" name="" r:id="rId31" imgW="2895600" imgH="393700" progId="Equation.KSEE3">
                  <p:embed/>
                </p:oleObj>
              </mc:Choice>
              <mc:Fallback>
                <p:oleObj name="" r:id="rId31" imgW="2895600" imgH="393700" progId="Equation.KSEE3">
                  <p:embed/>
                  <p:pic>
                    <p:nvPicPr>
                      <p:cNvPr id="0" name="图片 3909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844165" y="6092190"/>
                        <a:ext cx="4070985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连接符 6"/>
          <p:cNvCxnSpPr/>
          <p:nvPr/>
        </p:nvCxnSpPr>
        <p:spPr>
          <a:xfrm>
            <a:off x="287338" y="4574540"/>
            <a:ext cx="8523288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07633" y="5948363"/>
            <a:ext cx="8523288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78178" name="Object 4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79388" y="1293813"/>
          <a:ext cx="6994525" cy="1296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1" name="" r:id="rId1" imgW="3898900" imgH="723900" progId="Equation.3">
                  <p:embed/>
                </p:oleObj>
              </mc:Choice>
              <mc:Fallback>
                <p:oleObj name="" r:id="rId1" imgW="3898900" imgH="723900" progId="Equation.3">
                  <p:embed/>
                  <p:pic>
                    <p:nvPicPr>
                      <p:cNvPr id="0" name="图片 3910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179388" y="1293813"/>
                        <a:ext cx="6994525" cy="129698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179" name="Rectangle 5"/>
          <p:cNvSpPr/>
          <p:nvPr/>
        </p:nvSpPr>
        <p:spPr>
          <a:xfrm>
            <a:off x="179388" y="620713"/>
            <a:ext cx="4679950" cy="57626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§2.9 </a:t>
            </a:r>
            <a:r>
              <a:rPr lang="zh-CN" altLang="en-US" sz="240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线性系统响应的时域求解</a:t>
            </a:r>
            <a:endParaRPr lang="zh-CN" altLang="en-US" sz="2400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78180" name="Text Box 6"/>
          <p:cNvSpPr txBox="1"/>
          <p:nvPr/>
        </p:nvSpPr>
        <p:spPr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30622" tIns="65311" rIns="130622" bIns="6531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130683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lang="zh-CN" altLang="en-US" sz="28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87924" y="593084"/>
            <a:ext cx="1796416" cy="460375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/>
          <a:p>
            <a:pPr marR="0" defTabSz="914400" eaLnBrk="1" hangingPunct="1"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b="1" kern="1200" cap="none" spc="0" normalizeH="0" baseline="0" noProof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补充例题</a:t>
            </a:r>
            <a:r>
              <a:rPr kumimoji="0" lang="en-US" altLang="zh-CN" b="1" kern="1200" cap="none" spc="0" normalizeH="0" baseline="0" noProof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b="1" kern="1200" cap="none" spc="0" normalizeH="0" baseline="0" noProof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：</a:t>
            </a:r>
            <a:endParaRPr kumimoji="0" lang="zh-CN" altLang="en-US" b="1" kern="1200" cap="none" spc="0" normalizeH="0" baseline="0" noProof="1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79388" y="1196975"/>
            <a:ext cx="8523288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/>
        </p:nvCxnSpPr>
        <p:spPr>
          <a:xfrm>
            <a:off x="179388" y="2590800"/>
            <a:ext cx="8523288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对象 15"/>
          <p:cNvGraphicFramePr>
            <a:graphicFrameLocks noChangeAspect="1"/>
          </p:cNvGraphicFramePr>
          <p:nvPr/>
        </p:nvGraphicFramePr>
        <p:xfrm>
          <a:off x="179388" y="2717800"/>
          <a:ext cx="36988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3" name="" r:id="rId3" imgW="1968500" imgH="228600" progId="Equation.3">
                  <p:embed/>
                </p:oleObj>
              </mc:Choice>
              <mc:Fallback>
                <p:oleObj name="" r:id="rId3" imgW="1968500" imgH="228600" progId="Equation.3">
                  <p:embed/>
                  <p:pic>
                    <p:nvPicPr>
                      <p:cNvPr id="0" name="图片 391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9388" y="2717800"/>
                        <a:ext cx="3698875" cy="425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15"/>
          <p:cNvGraphicFramePr>
            <a:graphicFrameLocks noChangeAspect="1"/>
          </p:cNvGraphicFramePr>
          <p:nvPr/>
        </p:nvGraphicFramePr>
        <p:xfrm>
          <a:off x="4060825" y="2717800"/>
          <a:ext cx="102393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9" name="" r:id="rId5" imgW="545465" imgH="228600" progId="Equation.3">
                  <p:embed/>
                </p:oleObj>
              </mc:Choice>
              <mc:Fallback>
                <p:oleObj name="" r:id="rId5" imgW="545465" imgH="228600" progId="Equation.3">
                  <p:embed/>
                  <p:pic>
                    <p:nvPicPr>
                      <p:cNvPr id="0" name="图片 391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60825" y="2717800"/>
                        <a:ext cx="1023938" cy="425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15"/>
          <p:cNvGraphicFramePr>
            <a:graphicFrameLocks noChangeAspect="1"/>
          </p:cNvGraphicFramePr>
          <p:nvPr/>
        </p:nvGraphicFramePr>
        <p:xfrm>
          <a:off x="5610225" y="2763838"/>
          <a:ext cx="739775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8" name="" r:id="rId7" imgW="393700" imgH="203200" progId="Equation.3">
                  <p:embed/>
                </p:oleObj>
              </mc:Choice>
              <mc:Fallback>
                <p:oleObj name="" r:id="rId7" imgW="393700" imgH="203200" progId="Equation.3">
                  <p:embed/>
                  <p:pic>
                    <p:nvPicPr>
                      <p:cNvPr id="0" name="图片 392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10225" y="2763838"/>
                        <a:ext cx="739775" cy="379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15"/>
          <p:cNvGraphicFramePr>
            <a:graphicFrameLocks noChangeAspect="1"/>
          </p:cNvGraphicFramePr>
          <p:nvPr/>
        </p:nvGraphicFramePr>
        <p:xfrm>
          <a:off x="6592888" y="2740025"/>
          <a:ext cx="174148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8" name="" r:id="rId9" imgW="927100" imgH="228600" progId="Equation.3">
                  <p:embed/>
                </p:oleObj>
              </mc:Choice>
              <mc:Fallback>
                <p:oleObj name="" r:id="rId9" imgW="927100" imgH="228600" progId="Equation.3">
                  <p:embed/>
                  <p:pic>
                    <p:nvPicPr>
                      <p:cNvPr id="0" name="图片 390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592888" y="2740025"/>
                        <a:ext cx="1741487" cy="425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5"/>
          <p:cNvGraphicFramePr>
            <a:graphicFrameLocks noChangeAspect="1"/>
          </p:cNvGraphicFramePr>
          <p:nvPr/>
        </p:nvGraphicFramePr>
        <p:xfrm>
          <a:off x="179388" y="3289300"/>
          <a:ext cx="931862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9" name="" r:id="rId11" imgW="495300" imgH="228600" progId="Equation.3">
                  <p:embed/>
                </p:oleObj>
              </mc:Choice>
              <mc:Fallback>
                <p:oleObj name="" r:id="rId11" imgW="495300" imgH="228600" progId="Equation.3">
                  <p:embed/>
                  <p:pic>
                    <p:nvPicPr>
                      <p:cNvPr id="0" name="图片 390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9388" y="3289300"/>
                        <a:ext cx="931862" cy="427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5"/>
          <p:cNvGraphicFramePr>
            <a:graphicFrameLocks noChangeAspect="1"/>
          </p:cNvGraphicFramePr>
          <p:nvPr/>
        </p:nvGraphicFramePr>
        <p:xfrm>
          <a:off x="1111250" y="3052763"/>
          <a:ext cx="2579688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0" name="" r:id="rId13" imgW="1371600" imgH="482600" progId="Equation.3">
                  <p:embed/>
                </p:oleObj>
              </mc:Choice>
              <mc:Fallback>
                <p:oleObj name="" r:id="rId13" imgW="1371600" imgH="482600" progId="Equation.3">
                  <p:embed/>
                  <p:pic>
                    <p:nvPicPr>
                      <p:cNvPr id="0" name="图片 391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11250" y="3052763"/>
                        <a:ext cx="2579688" cy="900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5"/>
          <p:cNvGraphicFramePr>
            <a:graphicFrameLocks noChangeAspect="1"/>
          </p:cNvGraphicFramePr>
          <p:nvPr/>
        </p:nvGraphicFramePr>
        <p:xfrm>
          <a:off x="3878263" y="3289300"/>
          <a:ext cx="2625725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2" name="" r:id="rId15" imgW="1397000" imgH="228600" progId="Equation.3">
                  <p:embed/>
                </p:oleObj>
              </mc:Choice>
              <mc:Fallback>
                <p:oleObj name="" r:id="rId15" imgW="1397000" imgH="228600" progId="Equation.3">
                  <p:embed/>
                  <p:pic>
                    <p:nvPicPr>
                      <p:cNvPr id="0" name="图片 391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878263" y="3289300"/>
                        <a:ext cx="2625725" cy="427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/>
          <p:nvPr/>
        </p:nvGraphicFramePr>
        <p:xfrm>
          <a:off x="471488" y="3952875"/>
          <a:ext cx="2417762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4" name="" r:id="rId17" imgW="1041400" imgH="228600" progId="Equation.KSEE3">
                  <p:embed/>
                </p:oleObj>
              </mc:Choice>
              <mc:Fallback>
                <p:oleObj name="" r:id="rId17" imgW="1041400" imgH="228600" progId="Equation.KSEE3">
                  <p:embed/>
                  <p:pic>
                    <p:nvPicPr>
                      <p:cNvPr id="0" name="图片 3913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71488" y="3952875"/>
                        <a:ext cx="2417762" cy="461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/>
          <p:nvPr/>
        </p:nvGraphicFramePr>
        <p:xfrm>
          <a:off x="527050" y="4414838"/>
          <a:ext cx="3003550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1" name="" r:id="rId19" imgW="1257300" imgH="241300" progId="Equation.KSEE3">
                  <p:embed/>
                </p:oleObj>
              </mc:Choice>
              <mc:Fallback>
                <p:oleObj name="" r:id="rId19" imgW="1257300" imgH="241300" progId="Equation.KSEE3">
                  <p:embed/>
                  <p:pic>
                    <p:nvPicPr>
                      <p:cNvPr id="0" name="图片 3920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27050" y="4414838"/>
                        <a:ext cx="3003550" cy="493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15"/>
          <p:cNvGraphicFramePr>
            <a:graphicFrameLocks noChangeAspect="1"/>
          </p:cNvGraphicFramePr>
          <p:nvPr/>
        </p:nvGraphicFramePr>
        <p:xfrm>
          <a:off x="3990975" y="4414838"/>
          <a:ext cx="2266950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5" name="" r:id="rId21" imgW="1206500" imgH="228600" progId="Equation.3">
                  <p:embed/>
                </p:oleObj>
              </mc:Choice>
              <mc:Fallback>
                <p:oleObj name="" r:id="rId21" imgW="1206500" imgH="228600" progId="Equation.3">
                  <p:embed/>
                  <p:pic>
                    <p:nvPicPr>
                      <p:cNvPr id="0" name="图片 3914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990975" y="4414838"/>
                        <a:ext cx="2266950" cy="427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/>
          <p:nvPr/>
        </p:nvGraphicFramePr>
        <p:xfrm>
          <a:off x="622300" y="5073650"/>
          <a:ext cx="379412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6" name="" r:id="rId23" imgW="2222500" imgH="241300" progId="Equation.KSEE3">
                  <p:embed/>
                </p:oleObj>
              </mc:Choice>
              <mc:Fallback>
                <p:oleObj name="" r:id="rId23" imgW="2222500" imgH="241300" progId="Equation.KSEE3">
                  <p:embed/>
                  <p:pic>
                    <p:nvPicPr>
                      <p:cNvPr id="0" name="图片 3915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22300" y="5073650"/>
                        <a:ext cx="3794125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15"/>
          <p:cNvGraphicFramePr>
            <a:graphicFrameLocks noChangeAspect="1"/>
          </p:cNvGraphicFramePr>
          <p:nvPr/>
        </p:nvGraphicFramePr>
        <p:xfrm>
          <a:off x="4562475" y="5073650"/>
          <a:ext cx="403225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2" name="" r:id="rId25" imgW="2145665" imgH="228600" progId="Equation.3">
                  <p:embed/>
                </p:oleObj>
              </mc:Choice>
              <mc:Fallback>
                <p:oleObj name="" r:id="rId25" imgW="2145665" imgH="228600" progId="Equation.3">
                  <p:embed/>
                  <p:pic>
                    <p:nvPicPr>
                      <p:cNvPr id="0" name="图片 3921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562475" y="5073650"/>
                        <a:ext cx="4032250" cy="425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15"/>
          <p:cNvGraphicFramePr>
            <a:graphicFrameLocks noChangeAspect="1"/>
          </p:cNvGraphicFramePr>
          <p:nvPr/>
        </p:nvGraphicFramePr>
        <p:xfrm>
          <a:off x="6186488" y="5603875"/>
          <a:ext cx="214788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7" name="" r:id="rId27" imgW="1143000" imgH="228600" progId="Equation.3">
                  <p:embed/>
                </p:oleObj>
              </mc:Choice>
              <mc:Fallback>
                <p:oleObj name="" r:id="rId27" imgW="1143000" imgH="228600" progId="Equation.3">
                  <p:embed/>
                  <p:pic>
                    <p:nvPicPr>
                      <p:cNvPr id="0" name="图片 3936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186488" y="5603875"/>
                        <a:ext cx="2147887" cy="425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/>
          <p:nvPr/>
        </p:nvGraphicFramePr>
        <p:xfrm>
          <a:off x="387350" y="6165850"/>
          <a:ext cx="314325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0" name="" r:id="rId29" imgW="1841500" imgH="228600" progId="Equation.KSEE3">
                  <p:embed/>
                </p:oleObj>
              </mc:Choice>
              <mc:Fallback>
                <p:oleObj name="" r:id="rId29" imgW="1841500" imgH="228600" progId="Equation.KSEE3">
                  <p:embed/>
                  <p:pic>
                    <p:nvPicPr>
                      <p:cNvPr id="0" name="图片 3929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87350" y="6165850"/>
                        <a:ext cx="314325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15"/>
          <p:cNvGraphicFramePr>
            <a:graphicFrameLocks noChangeAspect="1"/>
          </p:cNvGraphicFramePr>
          <p:nvPr/>
        </p:nvGraphicFramePr>
        <p:xfrm>
          <a:off x="3533775" y="6165850"/>
          <a:ext cx="207645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6" name="" r:id="rId31" imgW="1104900" imgH="228600" progId="Equation.3">
                  <p:embed/>
                </p:oleObj>
              </mc:Choice>
              <mc:Fallback>
                <p:oleObj name="" r:id="rId31" imgW="1104900" imgH="228600" progId="Equation.3">
                  <p:embed/>
                  <p:pic>
                    <p:nvPicPr>
                      <p:cNvPr id="0" name="图片 3935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533775" y="6165850"/>
                        <a:ext cx="2076450" cy="427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7" name="直接连接符 36"/>
          <p:cNvCxnSpPr/>
          <p:nvPr/>
        </p:nvCxnSpPr>
        <p:spPr>
          <a:xfrm>
            <a:off x="179388" y="3952875"/>
            <a:ext cx="8523288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179388" y="4908550"/>
            <a:ext cx="8523288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对象 38"/>
          <p:cNvGraphicFramePr/>
          <p:nvPr/>
        </p:nvGraphicFramePr>
        <p:xfrm>
          <a:off x="2889250" y="3952875"/>
          <a:ext cx="44513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4" name="" r:id="rId33" imgW="2032000" imgH="228600" progId="Equation.KSEE3">
                  <p:embed/>
                </p:oleObj>
              </mc:Choice>
              <mc:Fallback>
                <p:oleObj name="" r:id="rId33" imgW="2032000" imgH="228600" progId="Equation.KSEE3">
                  <p:embed/>
                  <p:pic>
                    <p:nvPicPr>
                      <p:cNvPr id="0" name="图片 3933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889250" y="3952875"/>
                        <a:ext cx="4451350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1" name="直接连接符 40"/>
          <p:cNvCxnSpPr/>
          <p:nvPr/>
        </p:nvCxnSpPr>
        <p:spPr>
          <a:xfrm>
            <a:off x="179388" y="6029325"/>
            <a:ext cx="8523288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3234" name="Picture 2" descr="bac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7988" y="6421438"/>
            <a:ext cx="1116012" cy="4365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3235" name="Text Box 3"/>
          <p:cNvSpPr txBox="1"/>
          <p:nvPr/>
        </p:nvSpPr>
        <p:spPr>
          <a:xfrm>
            <a:off x="0" y="0"/>
            <a:ext cx="9144000" cy="45910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35" tIns="45718" rIns="91435" bIns="4571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1800" dirty="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 </a:t>
            </a:r>
            <a:r>
              <a:rPr lang="zh-CN" altLang="en-US" sz="24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             </a:t>
            </a:r>
            <a:r>
              <a:rPr lang="zh-CN" altLang="en-US" sz="24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第一章和第二章习题 </a:t>
            </a:r>
            <a:r>
              <a:rPr lang="zh-CN" altLang="en-US" sz="24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           </a:t>
            </a:r>
            <a:endParaRPr lang="zh-CN" altLang="en-US" sz="24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" name="图片 1" descr="/private/var/folders/mb/m32lqyz96bvb6yns6b3mj1880000gn/T/com.kingsoft.wpsoffice.mac/photoedit2/20230328083604/temp.pngte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1124903"/>
            <a:ext cx="8688705" cy="2132965"/>
          </a:xfrm>
          <a:prstGeom prst="rect">
            <a:avLst/>
          </a:prstGeom>
        </p:spPr>
      </p:pic>
      <p:sp>
        <p:nvSpPr>
          <p:cNvPr id="178179" name="Rectangle 5"/>
          <p:cNvSpPr/>
          <p:nvPr/>
        </p:nvSpPr>
        <p:spPr>
          <a:xfrm>
            <a:off x="179388" y="620713"/>
            <a:ext cx="4679950" cy="57626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§2.9 </a:t>
            </a:r>
            <a:r>
              <a:rPr lang="zh-CN" altLang="en-US" sz="240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线性系统响应的时域求解</a:t>
            </a:r>
            <a:endParaRPr lang="zh-CN" altLang="en-US" sz="2400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87924" y="593084"/>
            <a:ext cx="1796416" cy="460375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/>
          <a:p>
            <a:pPr marR="0" defTabSz="914400" eaLnBrk="1" hangingPunct="1"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b="1" kern="1200" cap="none" spc="0" normalizeH="0" baseline="0" noProof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补充例题</a:t>
            </a:r>
            <a:r>
              <a:rPr kumimoji="0" lang="en-US" altLang="zh-CN" b="1" kern="1200" cap="none" spc="0" normalizeH="0" baseline="0" noProof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b="1" kern="1200" cap="none" spc="0" normalizeH="0" baseline="0" noProof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：</a:t>
            </a:r>
            <a:endParaRPr kumimoji="0" lang="zh-CN" altLang="en-US" b="1" kern="1200" cap="none" spc="0" normalizeH="0" baseline="0" noProof="1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0" name="直接连接符 9"/>
          <p:cNvCxnSpPr/>
          <p:nvPr/>
        </p:nvCxnSpPr>
        <p:spPr>
          <a:xfrm>
            <a:off x="730568" y="3275330"/>
            <a:ext cx="7681913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820" y="188595"/>
            <a:ext cx="7850505" cy="30797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3429000"/>
            <a:ext cx="7195820" cy="1448435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828040" y="4940935"/>
            <a:ext cx="7753985" cy="1506220"/>
            <a:chOff x="1304" y="7781"/>
            <a:chExt cx="12211" cy="2372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1417" y="7781"/>
              <a:ext cx="12098" cy="0"/>
            </a:xfrm>
            <a:prstGeom prst="line">
              <a:avLst/>
            </a:prstGeom>
            <a:ln w="28575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04" y="8121"/>
              <a:ext cx="11120" cy="2033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COMMONDATA" val="eyJoZGlkIjoiM2JjOTFiZTAxZjg5NmY4YTBjOTliNWU2M2MwZjRmMjIifQ=="/>
  <p:tag name="commondata" val="eyJoZGlkIjoiOWE3MDY5OGZmYmFiZGJjYWU1NDk4ODczMDA2M2I3N2QifQ=="/>
</p:tagLst>
</file>

<file path=ppt/theme/theme1.xml><?xml version="1.0" encoding="utf-8"?>
<a:theme xmlns:a="http://schemas.openxmlformats.org/drawingml/2006/main" name="Baby Blues">
  <a:themeElements>
    <a:clrScheme name="Baby Blues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aby Blues">
      <a:majorFont>
        <a:latin typeface="楷体_GB2312"/>
        <a:ea typeface="楷体_GB2312"/>
        <a:cs typeface=""/>
      </a:majorFont>
      <a:minorFont>
        <a:latin typeface="华文中宋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Baby Blues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by Blues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by Blues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by Blues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by Blue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by Blue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by Blue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Baby Blues</Template>
  <TotalTime>0</TotalTime>
  <Words>236</Words>
  <Application>WPS 演示</Application>
  <PresentationFormat/>
  <Paragraphs>24</Paragraphs>
  <Slides>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51</vt:i4>
      </vt:variant>
      <vt:variant>
        <vt:lpstr>幻灯片标题</vt:lpstr>
      </vt:variant>
      <vt:variant>
        <vt:i4>5</vt:i4>
      </vt:variant>
    </vt:vector>
  </HeadingPairs>
  <TitlesOfParts>
    <vt:vector size="94" baseType="lpstr">
      <vt:lpstr>Arial</vt:lpstr>
      <vt:lpstr>宋体</vt:lpstr>
      <vt:lpstr>Wingdings</vt:lpstr>
      <vt:lpstr>Times New Roman</vt:lpstr>
      <vt:lpstr>Aardvark Cafe</vt:lpstr>
      <vt:lpstr>Segoe Print</vt:lpstr>
      <vt:lpstr>楷体_GB2312</vt:lpstr>
      <vt:lpstr>新宋体</vt:lpstr>
      <vt:lpstr>隶书</vt:lpstr>
      <vt:lpstr>黑体</vt:lpstr>
      <vt:lpstr>华文中宋</vt:lpstr>
      <vt:lpstr>微软雅黑</vt:lpstr>
      <vt:lpstr>Arial Unicode MS</vt:lpstr>
      <vt:lpstr>Calibri</vt:lpstr>
      <vt:lpstr>Symbol</vt:lpstr>
      <vt:lpstr>华文新魏</vt:lpstr>
      <vt:lpstr>Verdana</vt:lpstr>
      <vt:lpstr>Wingdings</vt:lpstr>
      <vt:lpstr>DejaVu Math TeX Gyre</vt:lpstr>
      <vt:lpstr>ˎ̥</vt:lpstr>
      <vt:lpstr>UniversalMath1 BT</vt:lpstr>
      <vt:lpstr>华文行楷</vt:lpstr>
      <vt:lpstr>Monotype Sorts</vt:lpstr>
      <vt:lpstr>华文琥珀</vt:lpstr>
      <vt:lpstr>Cambria Math</vt:lpstr>
      <vt:lpstr>MS Mincho</vt:lpstr>
      <vt:lpstr>Monotype Sorts</vt:lpstr>
      <vt:lpstr>Symbol</vt:lpstr>
      <vt:lpstr>UniversalMath1 BT</vt:lpstr>
      <vt:lpstr>ˎ̥</vt:lpstr>
      <vt:lpstr>楷体_GB2312</vt:lpstr>
      <vt:lpstr>Candara Light</vt:lpstr>
      <vt:lpstr>方正楷体_GB2312</vt:lpstr>
      <vt:lpstr>Myanmar Text</vt:lpstr>
      <vt:lpstr>Melanie BT Std Roman</vt:lpstr>
      <vt:lpstr>Toots Regular</vt:lpstr>
      <vt:lpstr>Ms.Luce</vt:lpstr>
      <vt:lpstr>Baby Blues</vt:lpstr>
      <vt:lpstr>Equation.KSEE3</vt:lpstr>
      <vt:lpstr>Equation.3</vt:lpstr>
      <vt:lpstr>Equation.3</vt:lpstr>
      <vt:lpstr>Equation.3</vt:lpstr>
      <vt:lpstr>Equation.KSEE3</vt:lpstr>
      <vt:lpstr>Equation.3</vt:lpstr>
      <vt:lpstr>Equation.KSEE3</vt:lpstr>
      <vt:lpstr>Equation.3</vt:lpstr>
      <vt:lpstr>Equation.KSEE3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Equation.KSEE3</vt:lpstr>
      <vt:lpstr>Equation.3</vt:lpstr>
      <vt:lpstr>Equation.KSEE3</vt:lpstr>
      <vt:lpstr>Equation.3</vt:lpstr>
      <vt:lpstr>Equation.3</vt:lpstr>
      <vt:lpstr>Equation.KSEE3</vt:lpstr>
      <vt:lpstr>Equation.KSEE3</vt:lpstr>
      <vt:lpstr>Equation.KSEE3</vt:lpstr>
      <vt:lpstr>Equation.KSEE3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Equation.KSEE3</vt:lpstr>
      <vt:lpstr>Equation.KSEE3</vt:lpstr>
      <vt:lpstr>Equation.3</vt:lpstr>
      <vt:lpstr>Equation.KSEE3</vt:lpstr>
      <vt:lpstr>Equation.3</vt:lpstr>
      <vt:lpstr>Equation.3</vt:lpstr>
      <vt:lpstr>Equation.KSEE3</vt:lpstr>
      <vt:lpstr>Equation.3</vt:lpstr>
      <vt:lpstr>Equation.3</vt:lpstr>
      <vt:lpstr>Equation.KSEE3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陆艳洪</dc:creator>
  <cp:lastModifiedBy>lenovo</cp:lastModifiedBy>
  <cp:revision>442</cp:revision>
  <dcterms:created xsi:type="dcterms:W3CDTF">2024-03-12T15:40:00Z</dcterms:created>
  <dcterms:modified xsi:type="dcterms:W3CDTF">2026-03-25T00:37:53Z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46074A3649BB4C3FA2F4FFE6C5958266_13</vt:lpwstr>
  </property>
</Properties>
</file>