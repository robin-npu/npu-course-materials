
<file path=[Content_Types].xml><?xml version="1.0" encoding="utf-8"?>
<Types xmlns="http://schemas.openxmlformats.org/package/2006/content-types">
  <Default Extension="vml" ContentType="application/vnd.openxmlformats-officedocument.vmlDrawing"/>
  <Default Extension="bin" ContentType="application/vnd.openxmlformats-officedocument.oleObject"/>
  <Default Extension="wav" ContentType="audio/x-wav"/>
  <Default Extension="jpeg" ContentType="image/jpeg"/>
  <Default Extension="JPG" ContentType="image/.jpg"/>
  <Default Extension="wmf" ContentType="image/x-wmf"/>
  <Default Extension="png" ContentType="image/png"/>
  <Default Extension="emf" ContentType="image/x-emf"/>
  <Default Extension="m4a" ContentType="audio/mp4"/>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3"/>
  </p:notesMasterIdLst>
  <p:sldIdLst>
    <p:sldId id="408" r:id="rId3"/>
    <p:sldId id="449" r:id="rId4"/>
    <p:sldId id="450" r:id="rId5"/>
    <p:sldId id="451" r:id="rId6"/>
    <p:sldId id="452" r:id="rId7"/>
    <p:sldId id="453" r:id="rId8"/>
    <p:sldId id="454" r:id="rId9"/>
    <p:sldId id="263" r:id="rId10"/>
    <p:sldId id="455" r:id="rId11"/>
    <p:sldId id="261" r:id="rId12"/>
    <p:sldId id="457" r:id="rId13"/>
    <p:sldId id="265" r:id="rId14"/>
    <p:sldId id="266" r:id="rId15"/>
    <p:sldId id="350" r:id="rId16"/>
    <p:sldId id="352" r:id="rId17"/>
    <p:sldId id="353" r:id="rId18"/>
    <p:sldId id="448" r:id="rId19"/>
    <p:sldId id="356" r:id="rId20"/>
    <p:sldId id="753" r:id="rId21"/>
    <p:sldId id="754" r:id="rId22"/>
    <p:sldId id="458" r:id="rId23"/>
    <p:sldId id="358" r:id="rId24"/>
    <p:sldId id="359" r:id="rId25"/>
    <p:sldId id="459" r:id="rId26"/>
    <p:sldId id="360" r:id="rId27"/>
    <p:sldId id="361" r:id="rId28"/>
    <p:sldId id="362" r:id="rId29"/>
    <p:sldId id="363" r:id="rId30"/>
    <p:sldId id="273" r:id="rId31"/>
    <p:sldId id="364" r:id="rId32"/>
    <p:sldId id="365" r:id="rId33"/>
    <p:sldId id="366" r:id="rId34"/>
    <p:sldId id="367" r:id="rId35"/>
    <p:sldId id="368" r:id="rId36"/>
    <p:sldId id="369" r:id="rId37"/>
    <p:sldId id="370" r:id="rId38"/>
    <p:sldId id="371" r:id="rId39"/>
    <p:sldId id="626" r:id="rId40"/>
    <p:sldId id="627" r:id="rId41"/>
    <p:sldId id="628" r:id="rId42"/>
    <p:sldId id="372" r:id="rId43"/>
    <p:sldId id="277" r:id="rId44"/>
    <p:sldId id="279" r:id="rId45"/>
    <p:sldId id="374" r:id="rId46"/>
    <p:sldId id="460" r:id="rId47"/>
    <p:sldId id="375" r:id="rId48"/>
    <p:sldId id="377" r:id="rId49"/>
    <p:sldId id="378" r:id="rId50"/>
    <p:sldId id="379" r:id="rId51"/>
    <p:sldId id="380" r:id="rId52"/>
    <p:sldId id="383" r:id="rId54"/>
    <p:sldId id="384" r:id="rId55"/>
    <p:sldId id="385" r:id="rId56"/>
    <p:sldId id="386" r:id="rId57"/>
    <p:sldId id="387" r:id="rId58"/>
    <p:sldId id="393" r:id="rId59"/>
    <p:sldId id="461" r:id="rId60"/>
    <p:sldId id="391" r:id="rId61"/>
    <p:sldId id="392" r:id="rId62"/>
    <p:sldId id="287" r:id="rId63"/>
    <p:sldId id="746" r:id="rId64"/>
    <p:sldId id="747" r:id="rId65"/>
    <p:sldId id="748" r:id="rId66"/>
    <p:sldId id="749" r:id="rId67"/>
    <p:sldId id="750" r:id="rId68"/>
    <p:sldId id="396" r:id="rId69"/>
    <p:sldId id="397" r:id="rId70"/>
    <p:sldId id="498" r:id="rId71"/>
    <p:sldId id="466" r:id="rId72"/>
    <p:sldId id="398" r:id="rId73"/>
    <p:sldId id="744" r:id="rId74"/>
    <p:sldId id="745" r:id="rId75"/>
    <p:sldId id="467" r:id="rId76"/>
    <p:sldId id="399" r:id="rId77"/>
    <p:sldId id="400" r:id="rId78"/>
    <p:sldId id="502" r:id="rId79"/>
    <p:sldId id="401" r:id="rId80"/>
    <p:sldId id="469" r:id="rId81"/>
    <p:sldId id="402" r:id="rId82"/>
    <p:sldId id="403" r:id="rId83"/>
    <p:sldId id="404" r:id="rId84"/>
    <p:sldId id="405" r:id="rId85"/>
    <p:sldId id="406" r:id="rId86"/>
    <p:sldId id="635" r:id="rId87"/>
    <p:sldId id="636" r:id="rId88"/>
    <p:sldId id="752" r:id="rId89"/>
    <p:sldId id="413" r:id="rId90"/>
    <p:sldId id="414" r:id="rId91"/>
    <p:sldId id="415" r:id="rId92"/>
    <p:sldId id="416" r:id="rId93"/>
    <p:sldId id="417" r:id="rId94"/>
    <p:sldId id="418" r:id="rId95"/>
    <p:sldId id="419" r:id="rId96"/>
    <p:sldId id="420" r:id="rId97"/>
    <p:sldId id="421" r:id="rId98"/>
    <p:sldId id="470" r:id="rId99"/>
    <p:sldId id="422" r:id="rId100"/>
    <p:sldId id="423" r:id="rId101"/>
    <p:sldId id="425" r:id="rId102"/>
    <p:sldId id="471" r:id="rId103"/>
    <p:sldId id="429" r:id="rId104"/>
    <p:sldId id="472" r:id="rId105"/>
    <p:sldId id="431" r:id="rId106"/>
    <p:sldId id="432" r:id="rId107"/>
    <p:sldId id="433" r:id="rId108"/>
    <p:sldId id="507" r:id="rId109"/>
    <p:sldId id="435" r:id="rId110"/>
    <p:sldId id="436" r:id="rId111"/>
    <p:sldId id="437" r:id="rId112"/>
    <p:sldId id="508" r:id="rId113"/>
    <p:sldId id="509" r:id="rId114"/>
    <p:sldId id="637" r:id="rId115"/>
    <p:sldId id="639" r:id="rId116"/>
    <p:sldId id="640" r:id="rId117"/>
    <p:sldId id="641" r:id="rId118"/>
    <p:sldId id="510" r:id="rId119"/>
    <p:sldId id="440" r:id="rId120"/>
    <p:sldId id="441" r:id="rId121"/>
    <p:sldId id="442" r:id="rId122"/>
    <p:sldId id="443" r:id="rId123"/>
    <p:sldId id="445" r:id="rId124"/>
    <p:sldId id="446" r:id="rId125"/>
    <p:sldId id="447" r:id="rId126"/>
    <p:sldId id="590" r:id="rId127"/>
    <p:sldId id="582" r:id="rId128"/>
    <p:sldId id="592" r:id="rId129"/>
    <p:sldId id="589" r:id="rId130"/>
    <p:sldId id="593" r:id="rId131"/>
    <p:sldId id="594" r:id="rId132"/>
    <p:sldId id="595" r:id="rId133"/>
    <p:sldId id="596" r:id="rId134"/>
    <p:sldId id="499" r:id="rId135"/>
    <p:sldId id="598" r:id="rId136"/>
    <p:sldId id="511" r:id="rId137"/>
    <p:sldId id="599" r:id="rId138"/>
    <p:sldId id="532" r:id="rId139"/>
    <p:sldId id="600" r:id="rId140"/>
    <p:sldId id="534" r:id="rId141"/>
    <p:sldId id="601" r:id="rId142"/>
    <p:sldId id="515" r:id="rId143"/>
    <p:sldId id="602" r:id="rId144"/>
    <p:sldId id="537" r:id="rId145"/>
    <p:sldId id="538" r:id="rId146"/>
    <p:sldId id="539" r:id="rId147"/>
    <p:sldId id="540" r:id="rId148"/>
    <p:sldId id="603" r:id="rId149"/>
    <p:sldId id="541" r:id="rId150"/>
    <p:sldId id="604" r:id="rId151"/>
    <p:sldId id="605" r:id="rId152"/>
    <p:sldId id="606" r:id="rId153"/>
    <p:sldId id="552" r:id="rId154"/>
  </p:sldIdLst>
  <p:sldSz cx="9144000" cy="6858000" type="screen4x3"/>
  <p:notesSz cx="6858000" cy="9144000"/>
  <p:defaultTextStyle>
    <a:defPPr>
      <a:defRPr lang="zh-CN"/>
    </a:defPPr>
    <a:lvl1pPr algn="l" rtl="0" eaLnBrk="0" fontAlgn="base" hangingPunct="0">
      <a:spcBef>
        <a:spcPct val="0"/>
      </a:spcBef>
      <a:spcAft>
        <a:spcPct val="0"/>
      </a:spcAft>
      <a:defRPr b="1"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b="1"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b="1"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b="1"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b="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b="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b="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b="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b="1" kern="12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02" userDrawn="1">
          <p15:clr>
            <a:srgbClr val="A4A3A4"/>
          </p15:clr>
        </p15:guide>
        <p15:guide id="2" pos="3052"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正军 翟" initials="正军" lastIdx="2"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browse/>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006600"/>
    <a:srgbClr val="FF0000"/>
    <a:srgbClr val="C0C0C0"/>
    <a:srgbClr val="008000"/>
    <a:srgbClr val="009900"/>
    <a:srgbClr val="00CC00"/>
    <a:srgbClr val="FFCC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8802" autoAdjust="0"/>
    <p:restoredTop sz="99453" autoAdjust="0"/>
  </p:normalViewPr>
  <p:slideViewPr>
    <p:cSldViewPr showGuides="1">
      <p:cViewPr>
        <p:scale>
          <a:sx n="112" d="100"/>
          <a:sy n="112" d="100"/>
        </p:scale>
        <p:origin x="102" y="39"/>
      </p:cViewPr>
      <p:guideLst>
        <p:guide orient="horz" pos="2102"/>
        <p:guide pos="3052"/>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99" Type="http://schemas.openxmlformats.org/officeDocument/2006/relationships/slide" Target="slides/slide96.xml"/><Relationship Id="rId98" Type="http://schemas.openxmlformats.org/officeDocument/2006/relationships/slide" Target="slides/slide95.xml"/><Relationship Id="rId97" Type="http://schemas.openxmlformats.org/officeDocument/2006/relationships/slide" Target="slides/slide94.xml"/><Relationship Id="rId96" Type="http://schemas.openxmlformats.org/officeDocument/2006/relationships/slide" Target="slides/slide93.xml"/><Relationship Id="rId95" Type="http://schemas.openxmlformats.org/officeDocument/2006/relationships/slide" Target="slides/slide92.xml"/><Relationship Id="rId94" Type="http://schemas.openxmlformats.org/officeDocument/2006/relationships/slide" Target="slides/slide91.xml"/><Relationship Id="rId93" Type="http://schemas.openxmlformats.org/officeDocument/2006/relationships/slide" Target="slides/slide90.xml"/><Relationship Id="rId92" Type="http://schemas.openxmlformats.org/officeDocument/2006/relationships/slide" Target="slides/slide89.xml"/><Relationship Id="rId91" Type="http://schemas.openxmlformats.org/officeDocument/2006/relationships/slide" Target="slides/slide88.xml"/><Relationship Id="rId90" Type="http://schemas.openxmlformats.org/officeDocument/2006/relationships/slide" Target="slides/slide87.xml"/><Relationship Id="rId9" Type="http://schemas.openxmlformats.org/officeDocument/2006/relationships/slide" Target="slides/slide7.xml"/><Relationship Id="rId89" Type="http://schemas.openxmlformats.org/officeDocument/2006/relationships/slide" Target="slides/slide86.xml"/><Relationship Id="rId88" Type="http://schemas.openxmlformats.org/officeDocument/2006/relationships/slide" Target="slides/slide85.xml"/><Relationship Id="rId87" Type="http://schemas.openxmlformats.org/officeDocument/2006/relationships/slide" Target="slides/slide84.xml"/><Relationship Id="rId86" Type="http://schemas.openxmlformats.org/officeDocument/2006/relationships/slide" Target="slides/slide83.xml"/><Relationship Id="rId85" Type="http://schemas.openxmlformats.org/officeDocument/2006/relationships/slide" Target="slides/slide82.xml"/><Relationship Id="rId84" Type="http://schemas.openxmlformats.org/officeDocument/2006/relationships/slide" Target="slides/slide81.xml"/><Relationship Id="rId83" Type="http://schemas.openxmlformats.org/officeDocument/2006/relationships/slide" Target="slides/slide80.xml"/><Relationship Id="rId82" Type="http://schemas.openxmlformats.org/officeDocument/2006/relationships/slide" Target="slides/slide79.xml"/><Relationship Id="rId81" Type="http://schemas.openxmlformats.org/officeDocument/2006/relationships/slide" Target="slides/slide78.xml"/><Relationship Id="rId80" Type="http://schemas.openxmlformats.org/officeDocument/2006/relationships/slide" Target="slides/slide77.xml"/><Relationship Id="rId8" Type="http://schemas.openxmlformats.org/officeDocument/2006/relationships/slide" Target="slides/slide6.xml"/><Relationship Id="rId79" Type="http://schemas.openxmlformats.org/officeDocument/2006/relationships/slide" Target="slides/slide76.xml"/><Relationship Id="rId78" Type="http://schemas.openxmlformats.org/officeDocument/2006/relationships/slide" Target="slides/slide75.xml"/><Relationship Id="rId77" Type="http://schemas.openxmlformats.org/officeDocument/2006/relationships/slide" Target="slides/slide74.xml"/><Relationship Id="rId76" Type="http://schemas.openxmlformats.org/officeDocument/2006/relationships/slide" Target="slides/slide73.xml"/><Relationship Id="rId75" Type="http://schemas.openxmlformats.org/officeDocument/2006/relationships/slide" Target="slides/slide72.xml"/><Relationship Id="rId74" Type="http://schemas.openxmlformats.org/officeDocument/2006/relationships/slide" Target="slides/slide71.xml"/><Relationship Id="rId73" Type="http://schemas.openxmlformats.org/officeDocument/2006/relationships/slide" Target="slides/slide70.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slide" Target="slides/slide5.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4.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notesMaster" Target="notesMasters/notesMaster1.xml"/><Relationship Id="rId52" Type="http://schemas.openxmlformats.org/officeDocument/2006/relationships/slide" Target="slides/slide50.xml"/><Relationship Id="rId51" Type="http://schemas.openxmlformats.org/officeDocument/2006/relationships/slide" Target="slides/slide49.xml"/><Relationship Id="rId50" Type="http://schemas.openxmlformats.org/officeDocument/2006/relationships/slide" Target="slides/slide48.xml"/><Relationship Id="rId5" Type="http://schemas.openxmlformats.org/officeDocument/2006/relationships/slide" Target="slides/slide3.xml"/><Relationship Id="rId49" Type="http://schemas.openxmlformats.org/officeDocument/2006/relationships/slide" Target="slides/slide47.xml"/><Relationship Id="rId48" Type="http://schemas.openxmlformats.org/officeDocument/2006/relationships/slide" Target="slides/slide46.xml"/><Relationship Id="rId47" Type="http://schemas.openxmlformats.org/officeDocument/2006/relationships/slide" Target="slides/slide45.xml"/><Relationship Id="rId46" Type="http://schemas.openxmlformats.org/officeDocument/2006/relationships/slide" Target="slides/slide44.xml"/><Relationship Id="rId45" Type="http://schemas.openxmlformats.org/officeDocument/2006/relationships/slide" Target="slides/slide43.xml"/><Relationship Id="rId44" Type="http://schemas.openxmlformats.org/officeDocument/2006/relationships/slide" Target="slides/slide42.xml"/><Relationship Id="rId43" Type="http://schemas.openxmlformats.org/officeDocument/2006/relationships/slide" Target="slides/slide41.xml"/><Relationship Id="rId42" Type="http://schemas.openxmlformats.org/officeDocument/2006/relationships/slide" Target="slides/slide40.xml"/><Relationship Id="rId41" Type="http://schemas.openxmlformats.org/officeDocument/2006/relationships/slide" Target="slides/slide39.xml"/><Relationship Id="rId40" Type="http://schemas.openxmlformats.org/officeDocument/2006/relationships/slide" Target="slides/slide38.xml"/><Relationship Id="rId4" Type="http://schemas.openxmlformats.org/officeDocument/2006/relationships/slide" Target="slides/slide2.xml"/><Relationship Id="rId39" Type="http://schemas.openxmlformats.org/officeDocument/2006/relationships/slide" Target="slides/slide37.xml"/><Relationship Id="rId38" Type="http://schemas.openxmlformats.org/officeDocument/2006/relationships/slide" Target="slides/slide36.xml"/><Relationship Id="rId37" Type="http://schemas.openxmlformats.org/officeDocument/2006/relationships/slide" Target="slides/slide35.xml"/><Relationship Id="rId36" Type="http://schemas.openxmlformats.org/officeDocument/2006/relationships/slide" Target="slides/slide34.xml"/><Relationship Id="rId35" Type="http://schemas.openxmlformats.org/officeDocument/2006/relationships/slide" Target="slides/slide33.xml"/><Relationship Id="rId34" Type="http://schemas.openxmlformats.org/officeDocument/2006/relationships/slide" Target="slides/slide32.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8" Type="http://schemas.openxmlformats.org/officeDocument/2006/relationships/commentAuthors" Target="commentAuthors.xml"/><Relationship Id="rId157" Type="http://schemas.openxmlformats.org/officeDocument/2006/relationships/tableStyles" Target="tableStyles.xml"/><Relationship Id="rId156" Type="http://schemas.openxmlformats.org/officeDocument/2006/relationships/viewProps" Target="viewProps.xml"/><Relationship Id="rId155" Type="http://schemas.openxmlformats.org/officeDocument/2006/relationships/presProps" Target="presProps.xml"/><Relationship Id="rId154" Type="http://schemas.openxmlformats.org/officeDocument/2006/relationships/slide" Target="slides/slide151.xml"/><Relationship Id="rId153" Type="http://schemas.openxmlformats.org/officeDocument/2006/relationships/slide" Target="slides/slide150.xml"/><Relationship Id="rId152" Type="http://schemas.openxmlformats.org/officeDocument/2006/relationships/slide" Target="slides/slide149.xml"/><Relationship Id="rId151" Type="http://schemas.openxmlformats.org/officeDocument/2006/relationships/slide" Target="slides/slide148.xml"/><Relationship Id="rId150" Type="http://schemas.openxmlformats.org/officeDocument/2006/relationships/slide" Target="slides/slide147.xml"/><Relationship Id="rId15" Type="http://schemas.openxmlformats.org/officeDocument/2006/relationships/slide" Target="slides/slide13.xml"/><Relationship Id="rId149" Type="http://schemas.openxmlformats.org/officeDocument/2006/relationships/slide" Target="slides/slide146.xml"/><Relationship Id="rId148" Type="http://schemas.openxmlformats.org/officeDocument/2006/relationships/slide" Target="slides/slide145.xml"/><Relationship Id="rId147" Type="http://schemas.openxmlformats.org/officeDocument/2006/relationships/slide" Target="slides/slide144.xml"/><Relationship Id="rId146" Type="http://schemas.openxmlformats.org/officeDocument/2006/relationships/slide" Target="slides/slide143.xml"/><Relationship Id="rId145" Type="http://schemas.openxmlformats.org/officeDocument/2006/relationships/slide" Target="slides/slide142.xml"/><Relationship Id="rId144" Type="http://schemas.openxmlformats.org/officeDocument/2006/relationships/slide" Target="slides/slide141.xml"/><Relationship Id="rId143" Type="http://schemas.openxmlformats.org/officeDocument/2006/relationships/slide" Target="slides/slide140.xml"/><Relationship Id="rId142" Type="http://schemas.openxmlformats.org/officeDocument/2006/relationships/slide" Target="slides/slide139.xml"/><Relationship Id="rId141" Type="http://schemas.openxmlformats.org/officeDocument/2006/relationships/slide" Target="slides/slide138.xml"/><Relationship Id="rId140" Type="http://schemas.openxmlformats.org/officeDocument/2006/relationships/slide" Target="slides/slide137.xml"/><Relationship Id="rId14" Type="http://schemas.openxmlformats.org/officeDocument/2006/relationships/slide" Target="slides/slide12.xml"/><Relationship Id="rId139" Type="http://schemas.openxmlformats.org/officeDocument/2006/relationships/slide" Target="slides/slide136.xml"/><Relationship Id="rId138" Type="http://schemas.openxmlformats.org/officeDocument/2006/relationships/slide" Target="slides/slide135.xml"/><Relationship Id="rId137" Type="http://schemas.openxmlformats.org/officeDocument/2006/relationships/slide" Target="slides/slide134.xml"/><Relationship Id="rId136" Type="http://schemas.openxmlformats.org/officeDocument/2006/relationships/slide" Target="slides/slide133.xml"/><Relationship Id="rId135" Type="http://schemas.openxmlformats.org/officeDocument/2006/relationships/slide" Target="slides/slide132.xml"/><Relationship Id="rId134" Type="http://schemas.openxmlformats.org/officeDocument/2006/relationships/slide" Target="slides/slide131.xml"/><Relationship Id="rId133" Type="http://schemas.openxmlformats.org/officeDocument/2006/relationships/slide" Target="slides/slide130.xml"/><Relationship Id="rId132" Type="http://schemas.openxmlformats.org/officeDocument/2006/relationships/slide" Target="slides/slide129.xml"/><Relationship Id="rId131" Type="http://schemas.openxmlformats.org/officeDocument/2006/relationships/slide" Target="slides/slide128.xml"/><Relationship Id="rId130" Type="http://schemas.openxmlformats.org/officeDocument/2006/relationships/slide" Target="slides/slide127.xml"/><Relationship Id="rId13" Type="http://schemas.openxmlformats.org/officeDocument/2006/relationships/slide" Target="slides/slide11.xml"/><Relationship Id="rId129" Type="http://schemas.openxmlformats.org/officeDocument/2006/relationships/slide" Target="slides/slide126.xml"/><Relationship Id="rId128" Type="http://schemas.openxmlformats.org/officeDocument/2006/relationships/slide" Target="slides/slide125.xml"/><Relationship Id="rId127" Type="http://schemas.openxmlformats.org/officeDocument/2006/relationships/slide" Target="slides/slide124.xml"/><Relationship Id="rId126" Type="http://schemas.openxmlformats.org/officeDocument/2006/relationships/slide" Target="slides/slide123.xml"/><Relationship Id="rId125" Type="http://schemas.openxmlformats.org/officeDocument/2006/relationships/slide" Target="slides/slide122.xml"/><Relationship Id="rId124" Type="http://schemas.openxmlformats.org/officeDocument/2006/relationships/slide" Target="slides/slide121.xml"/><Relationship Id="rId123" Type="http://schemas.openxmlformats.org/officeDocument/2006/relationships/slide" Target="slides/slide120.xml"/><Relationship Id="rId122" Type="http://schemas.openxmlformats.org/officeDocument/2006/relationships/slide" Target="slides/slide119.xml"/><Relationship Id="rId121" Type="http://schemas.openxmlformats.org/officeDocument/2006/relationships/slide" Target="slides/slide118.xml"/><Relationship Id="rId120" Type="http://schemas.openxmlformats.org/officeDocument/2006/relationships/slide" Target="slides/slide117.xml"/><Relationship Id="rId12" Type="http://schemas.openxmlformats.org/officeDocument/2006/relationships/slide" Target="slides/slide10.xml"/><Relationship Id="rId119" Type="http://schemas.openxmlformats.org/officeDocument/2006/relationships/slide" Target="slides/slide116.xml"/><Relationship Id="rId118" Type="http://schemas.openxmlformats.org/officeDocument/2006/relationships/slide" Target="slides/slide115.xml"/><Relationship Id="rId117" Type="http://schemas.openxmlformats.org/officeDocument/2006/relationships/slide" Target="slides/slide114.xml"/><Relationship Id="rId116" Type="http://schemas.openxmlformats.org/officeDocument/2006/relationships/slide" Target="slides/slide113.xml"/><Relationship Id="rId115" Type="http://schemas.openxmlformats.org/officeDocument/2006/relationships/slide" Target="slides/slide112.xml"/><Relationship Id="rId114" Type="http://schemas.openxmlformats.org/officeDocument/2006/relationships/slide" Target="slides/slide111.xml"/><Relationship Id="rId113" Type="http://schemas.openxmlformats.org/officeDocument/2006/relationships/slide" Target="slides/slide110.xml"/><Relationship Id="rId112" Type="http://schemas.openxmlformats.org/officeDocument/2006/relationships/slide" Target="slides/slide109.xml"/><Relationship Id="rId111" Type="http://schemas.openxmlformats.org/officeDocument/2006/relationships/slide" Target="slides/slide108.xml"/><Relationship Id="rId110" Type="http://schemas.openxmlformats.org/officeDocument/2006/relationships/slide" Target="slides/slide107.xml"/><Relationship Id="rId11" Type="http://schemas.openxmlformats.org/officeDocument/2006/relationships/slide" Target="slides/slide9.xml"/><Relationship Id="rId109" Type="http://schemas.openxmlformats.org/officeDocument/2006/relationships/slide" Target="slides/slide106.xml"/><Relationship Id="rId108" Type="http://schemas.openxmlformats.org/officeDocument/2006/relationships/slide" Target="slides/slide105.xml"/><Relationship Id="rId107" Type="http://schemas.openxmlformats.org/officeDocument/2006/relationships/slide" Target="slides/slide104.xml"/><Relationship Id="rId106" Type="http://schemas.openxmlformats.org/officeDocument/2006/relationships/slide" Target="slides/slide103.xml"/><Relationship Id="rId105" Type="http://schemas.openxmlformats.org/officeDocument/2006/relationships/slide" Target="slides/slide102.xml"/><Relationship Id="rId104" Type="http://schemas.openxmlformats.org/officeDocument/2006/relationships/slide" Target="slides/slide101.xml"/><Relationship Id="rId103" Type="http://schemas.openxmlformats.org/officeDocument/2006/relationships/slide" Target="slides/slide100.xml"/><Relationship Id="rId102" Type="http://schemas.openxmlformats.org/officeDocument/2006/relationships/slide" Target="slides/slide99.xml"/><Relationship Id="rId101" Type="http://schemas.openxmlformats.org/officeDocument/2006/relationships/slide" Target="slides/slide98.xml"/><Relationship Id="rId100" Type="http://schemas.openxmlformats.org/officeDocument/2006/relationships/slide" Target="slides/slide97.xml"/><Relationship Id="rId10" Type="http://schemas.openxmlformats.org/officeDocument/2006/relationships/slide" Target="slides/slide8.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3.wmf"/></Relationships>
</file>

<file path=ppt/drawings/_rels/vmlDrawing2.vml.rels><?xml version="1.0" encoding="UTF-8" standalone="yes"?>
<Relationships xmlns="http://schemas.openxmlformats.org/package/2006/relationships"><Relationship Id="rId4" Type="http://schemas.openxmlformats.org/officeDocument/2006/relationships/image" Target="../media/image10.wmf"/><Relationship Id="rId3" Type="http://schemas.openxmlformats.org/officeDocument/2006/relationships/image" Target="../media/image9.wmf"/><Relationship Id="rId2" Type="http://schemas.openxmlformats.org/officeDocument/2006/relationships/image" Target="../media/image8.wmf"/><Relationship Id="rId1" Type="http://schemas.openxmlformats.org/officeDocument/2006/relationships/image" Target="../media/image7.wmf"/></Relationships>
</file>

<file path=ppt/drawings/_rels/vmlDrawing3.vml.rels><?xml version="1.0" encoding="UTF-8" standalone="yes"?>
<Relationships xmlns="http://schemas.openxmlformats.org/package/2006/relationships"><Relationship Id="rId7" Type="http://schemas.openxmlformats.org/officeDocument/2006/relationships/image" Target="../media/image17.wmf"/><Relationship Id="rId6" Type="http://schemas.openxmlformats.org/officeDocument/2006/relationships/image" Target="../media/image16.wmf"/><Relationship Id="rId5" Type="http://schemas.openxmlformats.org/officeDocument/2006/relationships/image" Target="../media/image15.wmf"/><Relationship Id="rId4" Type="http://schemas.openxmlformats.org/officeDocument/2006/relationships/image" Target="../media/image14.wmf"/><Relationship Id="rId3" Type="http://schemas.openxmlformats.org/officeDocument/2006/relationships/image" Target="../media/image13.wmf"/><Relationship Id="rId2" Type="http://schemas.openxmlformats.org/officeDocument/2006/relationships/image" Target="../media/image12.wmf"/><Relationship Id="rId1" Type="http://schemas.openxmlformats.org/officeDocument/2006/relationships/image" Target="../media/image11.wmf"/></Relationships>
</file>

<file path=ppt/drawings/_rels/vmlDrawing4.vml.rels><?xml version="1.0" encoding="UTF-8" standalone="yes"?>
<Relationships xmlns="http://schemas.openxmlformats.org/package/2006/relationships"><Relationship Id="rId2" Type="http://schemas.openxmlformats.org/officeDocument/2006/relationships/image" Target="../media/image19.wmf"/><Relationship Id="rId1" Type="http://schemas.openxmlformats.org/officeDocument/2006/relationships/image" Target="../media/image18.wmf"/></Relationships>
</file>

<file path=ppt/drawings/_rels/vmlDrawing5.vml.rels><?xml version="1.0" encoding="UTF-8" standalone="yes"?>
<Relationships xmlns="http://schemas.openxmlformats.org/package/2006/relationships"><Relationship Id="rId2" Type="http://schemas.openxmlformats.org/officeDocument/2006/relationships/image" Target="../media/image21.wmf"/><Relationship Id="rId1" Type="http://schemas.openxmlformats.org/officeDocument/2006/relationships/image" Target="../media/image20.wmf"/></Relationships>
</file>

<file path=ppt/drawings/_rels/vmlDrawing6.vml.rels><?xml version="1.0" encoding="UTF-8" standalone="yes"?>
<Relationships xmlns="http://schemas.openxmlformats.org/package/2006/relationships"><Relationship Id="rId9" Type="http://schemas.openxmlformats.org/officeDocument/2006/relationships/image" Target="../media/image36.wmf"/><Relationship Id="rId8" Type="http://schemas.openxmlformats.org/officeDocument/2006/relationships/image" Target="../media/image35.wmf"/><Relationship Id="rId7" Type="http://schemas.openxmlformats.org/officeDocument/2006/relationships/image" Target="../media/image34.wmf"/><Relationship Id="rId6" Type="http://schemas.openxmlformats.org/officeDocument/2006/relationships/image" Target="../media/image33.wmf"/><Relationship Id="rId5" Type="http://schemas.openxmlformats.org/officeDocument/2006/relationships/image" Target="../media/image32.wmf"/><Relationship Id="rId4" Type="http://schemas.openxmlformats.org/officeDocument/2006/relationships/image" Target="../media/image31.wmf"/><Relationship Id="rId3" Type="http://schemas.openxmlformats.org/officeDocument/2006/relationships/image" Target="../media/image30.wmf"/><Relationship Id="rId2" Type="http://schemas.openxmlformats.org/officeDocument/2006/relationships/image" Target="../media/image29.wmf"/><Relationship Id="rId11" Type="http://schemas.openxmlformats.org/officeDocument/2006/relationships/image" Target="../media/image38.emf"/><Relationship Id="rId10" Type="http://schemas.openxmlformats.org/officeDocument/2006/relationships/image" Target="../media/image37.wmf"/><Relationship Id="rId1" Type="http://schemas.openxmlformats.org/officeDocument/2006/relationships/image" Target="../media/image28.wmf"/></Relationships>
</file>

<file path=ppt/drawings/_rels/vmlDrawing7.vml.rels><?xml version="1.0" encoding="UTF-8" standalone="yes"?>
<Relationships xmlns="http://schemas.openxmlformats.org/package/2006/relationships"><Relationship Id="rId5" Type="http://schemas.openxmlformats.org/officeDocument/2006/relationships/image" Target="../media/image35.wmf"/><Relationship Id="rId4" Type="http://schemas.openxmlformats.org/officeDocument/2006/relationships/image" Target="../media/image42.wmf"/><Relationship Id="rId3" Type="http://schemas.openxmlformats.org/officeDocument/2006/relationships/image" Target="../media/image41.wmf"/><Relationship Id="rId2" Type="http://schemas.openxmlformats.org/officeDocument/2006/relationships/image" Target="../media/image40.wmf"/><Relationship Id="rId1" Type="http://schemas.openxmlformats.org/officeDocument/2006/relationships/image" Target="../media/image39.wmf"/></Relationships>
</file>

<file path=ppt/drawings/_rels/vmlDrawing8.vml.rels><?xml version="1.0" encoding="UTF-8" standalone="yes"?>
<Relationships xmlns="http://schemas.openxmlformats.org/package/2006/relationships"><Relationship Id="rId2" Type="http://schemas.openxmlformats.org/officeDocument/2006/relationships/image" Target="../media/image44.wmf"/><Relationship Id="rId1" Type="http://schemas.openxmlformats.org/officeDocument/2006/relationships/image" Target="../media/image43.wmf"/></Relationships>
</file>

<file path=ppt/drawings/_rels/vmlDrawing9.vml.rels><?xml version="1.0" encoding="UTF-8" standalone="yes"?>
<Relationships xmlns="http://schemas.openxmlformats.org/package/2006/relationships"><Relationship Id="rId2" Type="http://schemas.openxmlformats.org/officeDocument/2006/relationships/image" Target="../media/image46.emf"/><Relationship Id="rId1" Type="http://schemas.openxmlformats.org/officeDocument/2006/relationships/image" Target="../media/image45.wmf"/></Relationships>
</file>

<file path=ppt/drawings/_rels/vmlDrawing10.vml.rels><?xml version="1.0" encoding="UTF-8" standalone="yes"?>
<Relationships xmlns="http://schemas.openxmlformats.org/package/2006/relationships"><Relationship Id="rId2" Type="http://schemas.openxmlformats.org/officeDocument/2006/relationships/image" Target="../media/image43.wmf"/><Relationship Id="rId1" Type="http://schemas.openxmlformats.org/officeDocument/2006/relationships/image" Target="../media/image39.wmf"/></Relationships>
</file>

<file path=ppt/drawings/_rels/vmlDrawing11.vml.rels><?xml version="1.0" encoding="UTF-8" standalone="yes"?>
<Relationships xmlns="http://schemas.openxmlformats.org/package/2006/relationships"><Relationship Id="rId3" Type="http://schemas.openxmlformats.org/officeDocument/2006/relationships/image" Target="../media/image58.emf"/><Relationship Id="rId2" Type="http://schemas.openxmlformats.org/officeDocument/2006/relationships/image" Target="../media/image57.wmf"/><Relationship Id="rId1" Type="http://schemas.openxmlformats.org/officeDocument/2006/relationships/image" Target="../media/image56.wmf"/></Relationships>
</file>

<file path=ppt/drawings/_rels/vmlDrawing12.vml.rels><?xml version="1.0" encoding="UTF-8" standalone="yes"?>
<Relationships xmlns="http://schemas.openxmlformats.org/package/2006/relationships"><Relationship Id="rId3" Type="http://schemas.openxmlformats.org/officeDocument/2006/relationships/image" Target="../media/image61.wmf"/><Relationship Id="rId2" Type="http://schemas.openxmlformats.org/officeDocument/2006/relationships/image" Target="../media/image60.wmf"/><Relationship Id="rId1" Type="http://schemas.openxmlformats.org/officeDocument/2006/relationships/image" Target="../media/image59.wmf"/></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62.wmf"/></Relationships>
</file>

<file path=ppt/drawings/_rels/vmlDrawing14.vml.rels><?xml version="1.0" encoding="UTF-8" standalone="yes"?>
<Relationships xmlns="http://schemas.openxmlformats.org/package/2006/relationships"><Relationship Id="rId6" Type="http://schemas.openxmlformats.org/officeDocument/2006/relationships/image" Target="../media/image67.wmf"/><Relationship Id="rId5" Type="http://schemas.openxmlformats.org/officeDocument/2006/relationships/image" Target="../media/image66.wmf"/><Relationship Id="rId4" Type="http://schemas.openxmlformats.org/officeDocument/2006/relationships/image" Target="../media/image61.wmf"/><Relationship Id="rId3" Type="http://schemas.openxmlformats.org/officeDocument/2006/relationships/image" Target="../media/image65.wmf"/><Relationship Id="rId2" Type="http://schemas.openxmlformats.org/officeDocument/2006/relationships/image" Target="../media/image64.wmf"/><Relationship Id="rId1" Type="http://schemas.openxmlformats.org/officeDocument/2006/relationships/image" Target="../media/image63.wmf"/></Relationships>
</file>

<file path=ppt/drawings/_rels/vmlDrawing15.vml.rels><?xml version="1.0" encoding="UTF-8" standalone="yes"?>
<Relationships xmlns="http://schemas.openxmlformats.org/package/2006/relationships"><Relationship Id="rId1" Type="http://schemas.openxmlformats.org/officeDocument/2006/relationships/image" Target="../media/image68.emf"/></Relationships>
</file>

<file path=ppt/drawings/_rels/vmlDrawing16.vml.rels><?xml version="1.0" encoding="UTF-8" standalone="yes"?>
<Relationships xmlns="http://schemas.openxmlformats.org/package/2006/relationships"><Relationship Id="rId1" Type="http://schemas.openxmlformats.org/officeDocument/2006/relationships/image" Target="../media/image69.emf"/></Relationships>
</file>

<file path=ppt/drawings/_rels/vmlDrawing17.vml.rels><?xml version="1.0" encoding="UTF-8" standalone="yes"?>
<Relationships xmlns="http://schemas.openxmlformats.org/package/2006/relationships"><Relationship Id="rId1" Type="http://schemas.openxmlformats.org/officeDocument/2006/relationships/image" Target="../media/image70.emf"/></Relationships>
</file>

<file path=ppt/drawings/_rels/vmlDrawing18.vml.rels><?xml version="1.0" encoding="UTF-8" standalone="yes"?>
<Relationships xmlns="http://schemas.openxmlformats.org/package/2006/relationships"><Relationship Id="rId8" Type="http://schemas.openxmlformats.org/officeDocument/2006/relationships/image" Target="../media/image78.emf"/><Relationship Id="rId7" Type="http://schemas.openxmlformats.org/officeDocument/2006/relationships/image" Target="../media/image77.emf"/><Relationship Id="rId6" Type="http://schemas.openxmlformats.org/officeDocument/2006/relationships/image" Target="../media/image76.wmf"/><Relationship Id="rId5" Type="http://schemas.openxmlformats.org/officeDocument/2006/relationships/image" Target="../media/image75.wmf"/><Relationship Id="rId4" Type="http://schemas.openxmlformats.org/officeDocument/2006/relationships/image" Target="../media/image74.emf"/><Relationship Id="rId3" Type="http://schemas.openxmlformats.org/officeDocument/2006/relationships/image" Target="../media/image73.wmf"/><Relationship Id="rId2" Type="http://schemas.openxmlformats.org/officeDocument/2006/relationships/image" Target="../media/image72.wmf"/><Relationship Id="rId1" Type="http://schemas.openxmlformats.org/officeDocument/2006/relationships/image" Target="../media/image71.wmf"/></Relationships>
</file>

<file path=ppt/drawings/_rels/vmlDrawing19.vml.rels><?xml version="1.0" encoding="UTF-8" standalone="yes"?>
<Relationships xmlns="http://schemas.openxmlformats.org/package/2006/relationships"><Relationship Id="rId5" Type="http://schemas.openxmlformats.org/officeDocument/2006/relationships/image" Target="../media/image83.wmf"/><Relationship Id="rId4" Type="http://schemas.openxmlformats.org/officeDocument/2006/relationships/image" Target="../media/image82.wmf"/><Relationship Id="rId3" Type="http://schemas.openxmlformats.org/officeDocument/2006/relationships/image" Target="../media/image81.wmf"/><Relationship Id="rId2" Type="http://schemas.openxmlformats.org/officeDocument/2006/relationships/image" Target="../media/image80.wmf"/><Relationship Id="rId1" Type="http://schemas.openxmlformats.org/officeDocument/2006/relationships/image" Target="../media/image79.wmf"/></Relationships>
</file>

<file path=ppt/drawings/_rels/vmlDrawing20.vml.rels><?xml version="1.0" encoding="UTF-8" standalone="yes"?>
<Relationships xmlns="http://schemas.openxmlformats.org/package/2006/relationships"><Relationship Id="rId6" Type="http://schemas.openxmlformats.org/officeDocument/2006/relationships/image" Target="../media/image91.wmf"/><Relationship Id="rId5" Type="http://schemas.openxmlformats.org/officeDocument/2006/relationships/image" Target="../media/image90.wmf"/><Relationship Id="rId4" Type="http://schemas.openxmlformats.org/officeDocument/2006/relationships/image" Target="../media/image89.wmf"/><Relationship Id="rId3" Type="http://schemas.openxmlformats.org/officeDocument/2006/relationships/image" Target="../media/image88.wmf"/><Relationship Id="rId2" Type="http://schemas.openxmlformats.org/officeDocument/2006/relationships/image" Target="../media/image87.wmf"/><Relationship Id="rId1" Type="http://schemas.openxmlformats.org/officeDocument/2006/relationships/image" Target="../media/image86.wmf"/></Relationships>
</file>

<file path=ppt/drawings/_rels/vmlDrawing21.vml.rels><?xml version="1.0" encoding="UTF-8" standalone="yes"?>
<Relationships xmlns="http://schemas.openxmlformats.org/package/2006/relationships"><Relationship Id="rId4" Type="http://schemas.openxmlformats.org/officeDocument/2006/relationships/image" Target="../media/image95.wmf"/><Relationship Id="rId3" Type="http://schemas.openxmlformats.org/officeDocument/2006/relationships/image" Target="../media/image94.wmf"/><Relationship Id="rId2" Type="http://schemas.openxmlformats.org/officeDocument/2006/relationships/image" Target="../media/image93.wmf"/><Relationship Id="rId1" Type="http://schemas.openxmlformats.org/officeDocument/2006/relationships/image" Target="../media/image86.wmf"/></Relationships>
</file>

<file path=ppt/drawings/_rels/vmlDrawing22.vml.rels><?xml version="1.0" encoding="UTF-8" standalone="yes"?>
<Relationships xmlns="http://schemas.openxmlformats.org/package/2006/relationships"><Relationship Id="rId3" Type="http://schemas.openxmlformats.org/officeDocument/2006/relationships/image" Target="../media/image98.wmf"/><Relationship Id="rId2" Type="http://schemas.openxmlformats.org/officeDocument/2006/relationships/image" Target="../media/image97.wmf"/><Relationship Id="rId1" Type="http://schemas.openxmlformats.org/officeDocument/2006/relationships/image" Target="../media/image86.wmf"/></Relationships>
</file>

<file path=ppt/drawings/_rels/vmlDrawing23.vml.rels><?xml version="1.0" encoding="UTF-8" standalone="yes"?>
<Relationships xmlns="http://schemas.openxmlformats.org/package/2006/relationships"><Relationship Id="rId2" Type="http://schemas.openxmlformats.org/officeDocument/2006/relationships/image" Target="../media/image100.wmf"/><Relationship Id="rId1" Type="http://schemas.openxmlformats.org/officeDocument/2006/relationships/image" Target="../media/image86.wmf"/></Relationships>
</file>

<file path=ppt/drawings/_rels/vmlDrawing24.vml.rels><?xml version="1.0" encoding="UTF-8" standalone="yes"?>
<Relationships xmlns="http://schemas.openxmlformats.org/package/2006/relationships"><Relationship Id="rId2" Type="http://schemas.openxmlformats.org/officeDocument/2006/relationships/image" Target="../media/image102.wmf"/><Relationship Id="rId1" Type="http://schemas.openxmlformats.org/officeDocument/2006/relationships/image" Target="../media/image86.wmf"/></Relationships>
</file>

<file path=ppt/drawings/_rels/vmlDrawing25.vml.rels><?xml version="1.0" encoding="UTF-8" standalone="yes"?>
<Relationships xmlns="http://schemas.openxmlformats.org/package/2006/relationships"><Relationship Id="rId2" Type="http://schemas.openxmlformats.org/officeDocument/2006/relationships/image" Target="../media/image104.wmf"/><Relationship Id="rId1" Type="http://schemas.openxmlformats.org/officeDocument/2006/relationships/image" Target="../media/image86.wmf"/></Relationships>
</file>

<file path=ppt/drawings/_rels/vmlDrawing26.vml.rels><?xml version="1.0" encoding="UTF-8" standalone="yes"?>
<Relationships xmlns="http://schemas.openxmlformats.org/package/2006/relationships"><Relationship Id="rId5" Type="http://schemas.openxmlformats.org/officeDocument/2006/relationships/image" Target="../media/image110.wmf"/><Relationship Id="rId4" Type="http://schemas.openxmlformats.org/officeDocument/2006/relationships/image" Target="../media/image109.wmf"/><Relationship Id="rId3" Type="http://schemas.openxmlformats.org/officeDocument/2006/relationships/image" Target="../media/image108.wmf"/><Relationship Id="rId2" Type="http://schemas.openxmlformats.org/officeDocument/2006/relationships/image" Target="../media/image107.wmf"/><Relationship Id="rId1" Type="http://schemas.openxmlformats.org/officeDocument/2006/relationships/image" Target="../media/image106.wmf"/></Relationships>
</file>

<file path=ppt/drawings/_rels/vmlDrawing27.vml.rels><?xml version="1.0" encoding="UTF-8" standalone="yes"?>
<Relationships xmlns="http://schemas.openxmlformats.org/package/2006/relationships"><Relationship Id="rId2" Type="http://schemas.openxmlformats.org/officeDocument/2006/relationships/image" Target="../media/image113.wmf"/><Relationship Id="rId1" Type="http://schemas.openxmlformats.org/officeDocument/2006/relationships/image" Target="../media/image112.wmf"/></Relationships>
</file>

<file path=ppt/drawings/_rels/vmlDrawing28.vml.rels><?xml version="1.0" encoding="UTF-8" standalone="yes"?>
<Relationships xmlns="http://schemas.openxmlformats.org/package/2006/relationships"><Relationship Id="rId5" Type="http://schemas.openxmlformats.org/officeDocument/2006/relationships/image" Target="../media/image123.wmf"/><Relationship Id="rId4" Type="http://schemas.openxmlformats.org/officeDocument/2006/relationships/image" Target="../media/image121.wmf"/><Relationship Id="rId3" Type="http://schemas.openxmlformats.org/officeDocument/2006/relationships/image" Target="../media/image119.wmf"/><Relationship Id="rId2" Type="http://schemas.openxmlformats.org/officeDocument/2006/relationships/image" Target="../media/image117.wmf"/><Relationship Id="rId1" Type="http://schemas.openxmlformats.org/officeDocument/2006/relationships/image" Target="../media/image80.wmf"/></Relationships>
</file>

<file path=ppt/drawings/_rels/vmlDrawing29.vml.rels><?xml version="1.0" encoding="UTF-8" standalone="yes"?>
<Relationships xmlns="http://schemas.openxmlformats.org/package/2006/relationships"><Relationship Id="rId3" Type="http://schemas.openxmlformats.org/officeDocument/2006/relationships/image" Target="../media/image130.wmf"/><Relationship Id="rId2" Type="http://schemas.openxmlformats.org/officeDocument/2006/relationships/image" Target="../media/image128.wmf"/><Relationship Id="rId1" Type="http://schemas.openxmlformats.org/officeDocument/2006/relationships/image" Target="../media/image126.wmf"/></Relationships>
</file>

<file path=ppt/drawings/_rels/vmlDrawing30.vml.rels><?xml version="1.0" encoding="UTF-8" standalone="yes"?>
<Relationships xmlns="http://schemas.openxmlformats.org/package/2006/relationships"><Relationship Id="rId1" Type="http://schemas.openxmlformats.org/officeDocument/2006/relationships/image" Target="../media/image134.wmf"/></Relationships>
</file>

<file path=ppt/drawings/_rels/vmlDrawing31.vml.rels><?xml version="1.0" encoding="UTF-8" standalone="yes"?>
<Relationships xmlns="http://schemas.openxmlformats.org/package/2006/relationships"><Relationship Id="rId7" Type="http://schemas.openxmlformats.org/officeDocument/2006/relationships/image" Target="../media/image141.wmf"/><Relationship Id="rId6" Type="http://schemas.openxmlformats.org/officeDocument/2006/relationships/image" Target="../media/image140.wmf"/><Relationship Id="rId5" Type="http://schemas.openxmlformats.org/officeDocument/2006/relationships/image" Target="../media/image139.wmf"/><Relationship Id="rId4" Type="http://schemas.openxmlformats.org/officeDocument/2006/relationships/image" Target="../media/image138.wmf"/><Relationship Id="rId3" Type="http://schemas.openxmlformats.org/officeDocument/2006/relationships/image" Target="../media/image137.wmf"/><Relationship Id="rId2" Type="http://schemas.openxmlformats.org/officeDocument/2006/relationships/image" Target="../media/image136.wmf"/><Relationship Id="rId1" Type="http://schemas.openxmlformats.org/officeDocument/2006/relationships/image" Target="../media/image135.wmf"/></Relationships>
</file>

<file path=ppt/drawings/_rels/vmlDrawing32.vml.rels><?xml version="1.0" encoding="UTF-8" standalone="yes"?>
<Relationships xmlns="http://schemas.openxmlformats.org/package/2006/relationships"><Relationship Id="rId6" Type="http://schemas.openxmlformats.org/officeDocument/2006/relationships/image" Target="../media/image147.wmf"/><Relationship Id="rId5" Type="http://schemas.openxmlformats.org/officeDocument/2006/relationships/image" Target="../media/image146.wmf"/><Relationship Id="rId4" Type="http://schemas.openxmlformats.org/officeDocument/2006/relationships/image" Target="../media/image145.wmf"/><Relationship Id="rId3" Type="http://schemas.openxmlformats.org/officeDocument/2006/relationships/image" Target="../media/image144.wmf"/><Relationship Id="rId2" Type="http://schemas.openxmlformats.org/officeDocument/2006/relationships/image" Target="../media/image143.wmf"/><Relationship Id="rId1" Type="http://schemas.openxmlformats.org/officeDocument/2006/relationships/image" Target="../media/image142.wmf"/></Relationships>
</file>

<file path=ppt/drawings/_rels/vmlDrawing33.vml.rels><?xml version="1.0" encoding="UTF-8" standalone="yes"?>
<Relationships xmlns="http://schemas.openxmlformats.org/package/2006/relationships"><Relationship Id="rId3" Type="http://schemas.openxmlformats.org/officeDocument/2006/relationships/image" Target="../media/image149.wmf"/><Relationship Id="rId2" Type="http://schemas.openxmlformats.org/officeDocument/2006/relationships/image" Target="../media/image143.wmf"/><Relationship Id="rId1" Type="http://schemas.openxmlformats.org/officeDocument/2006/relationships/image" Target="../media/image148.wmf"/></Relationships>
</file>

<file path=ppt/drawings/_rels/vmlDrawing34.vml.rels><?xml version="1.0" encoding="UTF-8" standalone="yes"?>
<Relationships xmlns="http://schemas.openxmlformats.org/package/2006/relationships"><Relationship Id="rId5" Type="http://schemas.openxmlformats.org/officeDocument/2006/relationships/image" Target="../media/image154.wmf"/><Relationship Id="rId4" Type="http://schemas.openxmlformats.org/officeDocument/2006/relationships/image" Target="../media/image153.wmf"/><Relationship Id="rId3" Type="http://schemas.openxmlformats.org/officeDocument/2006/relationships/image" Target="../media/image152.wmf"/><Relationship Id="rId2" Type="http://schemas.openxmlformats.org/officeDocument/2006/relationships/image" Target="../media/image151.wmf"/><Relationship Id="rId1" Type="http://schemas.openxmlformats.org/officeDocument/2006/relationships/image" Target="../media/image150.wmf"/></Relationships>
</file>

<file path=ppt/drawings/_rels/vmlDrawing35.vml.rels><?xml version="1.0" encoding="UTF-8" standalone="yes"?>
<Relationships xmlns="http://schemas.openxmlformats.org/package/2006/relationships"><Relationship Id="rId1" Type="http://schemas.openxmlformats.org/officeDocument/2006/relationships/image" Target="../media/image155.wmf"/></Relationships>
</file>

<file path=ppt/drawings/_rels/vmlDrawing36.vml.rels><?xml version="1.0" encoding="UTF-8" standalone="yes"?>
<Relationships xmlns="http://schemas.openxmlformats.org/package/2006/relationships"><Relationship Id="rId9" Type="http://schemas.openxmlformats.org/officeDocument/2006/relationships/image" Target="../media/image164.wmf"/><Relationship Id="rId8" Type="http://schemas.openxmlformats.org/officeDocument/2006/relationships/image" Target="../media/image163.wmf"/><Relationship Id="rId7" Type="http://schemas.openxmlformats.org/officeDocument/2006/relationships/image" Target="../media/image162.wmf"/><Relationship Id="rId6" Type="http://schemas.openxmlformats.org/officeDocument/2006/relationships/image" Target="../media/image161.wmf"/><Relationship Id="rId5" Type="http://schemas.openxmlformats.org/officeDocument/2006/relationships/image" Target="../media/image160.wmf"/><Relationship Id="rId4" Type="http://schemas.openxmlformats.org/officeDocument/2006/relationships/image" Target="../media/image159.wmf"/><Relationship Id="rId3" Type="http://schemas.openxmlformats.org/officeDocument/2006/relationships/image" Target="../media/image158.wmf"/><Relationship Id="rId2" Type="http://schemas.openxmlformats.org/officeDocument/2006/relationships/image" Target="../media/image157.wmf"/><Relationship Id="rId1" Type="http://schemas.openxmlformats.org/officeDocument/2006/relationships/image" Target="../media/image156.wmf"/></Relationships>
</file>

<file path=ppt/drawings/_rels/vmlDrawing37.vml.rels><?xml version="1.0" encoding="UTF-8" standalone="yes"?>
<Relationships xmlns="http://schemas.openxmlformats.org/package/2006/relationships"><Relationship Id="rId8" Type="http://schemas.openxmlformats.org/officeDocument/2006/relationships/image" Target="../media/image172.wmf"/><Relationship Id="rId7" Type="http://schemas.openxmlformats.org/officeDocument/2006/relationships/image" Target="../media/image171.wmf"/><Relationship Id="rId6" Type="http://schemas.openxmlformats.org/officeDocument/2006/relationships/image" Target="../media/image170.wmf"/><Relationship Id="rId5" Type="http://schemas.openxmlformats.org/officeDocument/2006/relationships/image" Target="../media/image169.wmf"/><Relationship Id="rId4" Type="http://schemas.openxmlformats.org/officeDocument/2006/relationships/image" Target="../media/image168.wmf"/><Relationship Id="rId3" Type="http://schemas.openxmlformats.org/officeDocument/2006/relationships/image" Target="../media/image167.wmf"/><Relationship Id="rId2" Type="http://schemas.openxmlformats.org/officeDocument/2006/relationships/image" Target="../media/image166.wmf"/><Relationship Id="rId1" Type="http://schemas.openxmlformats.org/officeDocument/2006/relationships/image" Target="../media/image165.wmf"/></Relationships>
</file>

<file path=ppt/drawings/_rels/vmlDrawing38.vml.rels><?xml version="1.0" encoding="UTF-8" standalone="yes"?>
<Relationships xmlns="http://schemas.openxmlformats.org/package/2006/relationships"><Relationship Id="rId9" Type="http://schemas.openxmlformats.org/officeDocument/2006/relationships/image" Target="../media/image181.wmf"/><Relationship Id="rId8" Type="http://schemas.openxmlformats.org/officeDocument/2006/relationships/image" Target="../media/image180.wmf"/><Relationship Id="rId7" Type="http://schemas.openxmlformats.org/officeDocument/2006/relationships/image" Target="../media/image179.wmf"/><Relationship Id="rId6" Type="http://schemas.openxmlformats.org/officeDocument/2006/relationships/image" Target="../media/image178.wmf"/><Relationship Id="rId5" Type="http://schemas.openxmlformats.org/officeDocument/2006/relationships/image" Target="../media/image177.wmf"/><Relationship Id="rId4" Type="http://schemas.openxmlformats.org/officeDocument/2006/relationships/image" Target="../media/image176.wmf"/><Relationship Id="rId3" Type="http://schemas.openxmlformats.org/officeDocument/2006/relationships/image" Target="../media/image175.wmf"/><Relationship Id="rId2" Type="http://schemas.openxmlformats.org/officeDocument/2006/relationships/image" Target="../media/image174.wmf"/><Relationship Id="rId12" Type="http://schemas.openxmlformats.org/officeDocument/2006/relationships/image" Target="../media/image184.wmf"/><Relationship Id="rId11" Type="http://schemas.openxmlformats.org/officeDocument/2006/relationships/image" Target="../media/image183.wmf"/><Relationship Id="rId10" Type="http://schemas.openxmlformats.org/officeDocument/2006/relationships/image" Target="../media/image182.wmf"/><Relationship Id="rId1" Type="http://schemas.openxmlformats.org/officeDocument/2006/relationships/image" Target="../media/image173.emf"/></Relationships>
</file>

<file path=ppt/drawings/_rels/vmlDrawing39.vml.rels><?xml version="1.0" encoding="UTF-8" standalone="yes"?>
<Relationships xmlns="http://schemas.openxmlformats.org/package/2006/relationships"><Relationship Id="rId2" Type="http://schemas.openxmlformats.org/officeDocument/2006/relationships/image" Target="../media/image186.wmf"/><Relationship Id="rId1" Type="http://schemas.openxmlformats.org/officeDocument/2006/relationships/image" Target="../media/image185.wmf"/></Relationships>
</file>

<file path=ppt/drawings/_rels/vmlDrawing40.vml.rels><?xml version="1.0" encoding="UTF-8" standalone="yes"?>
<Relationships xmlns="http://schemas.openxmlformats.org/package/2006/relationships"><Relationship Id="rId9" Type="http://schemas.openxmlformats.org/officeDocument/2006/relationships/image" Target="../media/image195.wmf"/><Relationship Id="rId8" Type="http://schemas.openxmlformats.org/officeDocument/2006/relationships/image" Target="../media/image194.wmf"/><Relationship Id="rId7" Type="http://schemas.openxmlformats.org/officeDocument/2006/relationships/image" Target="../media/image193.wmf"/><Relationship Id="rId6" Type="http://schemas.openxmlformats.org/officeDocument/2006/relationships/image" Target="../media/image192.wmf"/><Relationship Id="rId5" Type="http://schemas.openxmlformats.org/officeDocument/2006/relationships/image" Target="../media/image191.wmf"/><Relationship Id="rId4" Type="http://schemas.openxmlformats.org/officeDocument/2006/relationships/image" Target="../media/image190.wmf"/><Relationship Id="rId3" Type="http://schemas.openxmlformats.org/officeDocument/2006/relationships/image" Target="../media/image189.wmf"/><Relationship Id="rId2" Type="http://schemas.openxmlformats.org/officeDocument/2006/relationships/image" Target="../media/image188.wmf"/><Relationship Id="rId11" Type="http://schemas.openxmlformats.org/officeDocument/2006/relationships/image" Target="../media/image197.wmf"/><Relationship Id="rId10" Type="http://schemas.openxmlformats.org/officeDocument/2006/relationships/image" Target="../media/image196.wmf"/><Relationship Id="rId1" Type="http://schemas.openxmlformats.org/officeDocument/2006/relationships/image" Target="../media/image187.wmf"/></Relationships>
</file>

<file path=ppt/drawings/_rels/vmlDrawing41.vml.rels><?xml version="1.0" encoding="UTF-8" standalone="yes"?>
<Relationships xmlns="http://schemas.openxmlformats.org/package/2006/relationships"><Relationship Id="rId3" Type="http://schemas.openxmlformats.org/officeDocument/2006/relationships/image" Target="../media/image200.wmf"/><Relationship Id="rId2" Type="http://schemas.openxmlformats.org/officeDocument/2006/relationships/image" Target="../media/image199.wmf"/><Relationship Id="rId1" Type="http://schemas.openxmlformats.org/officeDocument/2006/relationships/image" Target="../media/image198.wmf"/></Relationships>
</file>

<file path=ppt/drawings/_rels/vmlDrawing42.vml.rels><?xml version="1.0" encoding="UTF-8" standalone="yes"?>
<Relationships xmlns="http://schemas.openxmlformats.org/package/2006/relationships"><Relationship Id="rId8" Type="http://schemas.openxmlformats.org/officeDocument/2006/relationships/image" Target="../media/image197.wmf"/><Relationship Id="rId7" Type="http://schemas.openxmlformats.org/officeDocument/2006/relationships/image" Target="../media/image207.wmf"/><Relationship Id="rId6" Type="http://schemas.openxmlformats.org/officeDocument/2006/relationships/image" Target="../media/image206.wmf"/><Relationship Id="rId5" Type="http://schemas.openxmlformats.org/officeDocument/2006/relationships/image" Target="../media/image205.wmf"/><Relationship Id="rId4" Type="http://schemas.openxmlformats.org/officeDocument/2006/relationships/image" Target="../media/image204.wmf"/><Relationship Id="rId3" Type="http://schemas.openxmlformats.org/officeDocument/2006/relationships/image" Target="../media/image203.wmf"/><Relationship Id="rId2" Type="http://schemas.openxmlformats.org/officeDocument/2006/relationships/image" Target="../media/image202.wmf"/><Relationship Id="rId1" Type="http://schemas.openxmlformats.org/officeDocument/2006/relationships/image" Target="../media/image201.wmf"/></Relationships>
</file>

<file path=ppt/drawings/_rels/vmlDrawing43.vml.rels><?xml version="1.0" encoding="UTF-8" standalone="yes"?>
<Relationships xmlns="http://schemas.openxmlformats.org/package/2006/relationships"><Relationship Id="rId4" Type="http://schemas.openxmlformats.org/officeDocument/2006/relationships/image" Target="../media/image211.wmf"/><Relationship Id="rId3" Type="http://schemas.openxmlformats.org/officeDocument/2006/relationships/image" Target="../media/image210.wmf"/><Relationship Id="rId2" Type="http://schemas.openxmlformats.org/officeDocument/2006/relationships/image" Target="../media/image209.wmf"/><Relationship Id="rId1" Type="http://schemas.openxmlformats.org/officeDocument/2006/relationships/image" Target="../media/image208.wmf"/></Relationships>
</file>

<file path=ppt/drawings/_rels/vmlDrawing44.vml.rels><?xml version="1.0" encoding="UTF-8" standalone="yes"?>
<Relationships xmlns="http://schemas.openxmlformats.org/package/2006/relationships"><Relationship Id="rId2" Type="http://schemas.openxmlformats.org/officeDocument/2006/relationships/image" Target="../media/image213.wmf"/><Relationship Id="rId1" Type="http://schemas.openxmlformats.org/officeDocument/2006/relationships/image" Target="../media/image212.wmf"/></Relationships>
</file>

<file path=ppt/drawings/_rels/vmlDrawing45.vml.rels><?xml version="1.0" encoding="UTF-8" standalone="yes"?>
<Relationships xmlns="http://schemas.openxmlformats.org/package/2006/relationships"><Relationship Id="rId1" Type="http://schemas.openxmlformats.org/officeDocument/2006/relationships/image" Target="../media/image214.wmf"/></Relationships>
</file>

<file path=ppt/drawings/_rels/vmlDrawing46.vml.rels><?xml version="1.0" encoding="UTF-8" standalone="yes"?>
<Relationships xmlns="http://schemas.openxmlformats.org/package/2006/relationships"><Relationship Id="rId9" Type="http://schemas.openxmlformats.org/officeDocument/2006/relationships/image" Target="../media/image223.wmf"/><Relationship Id="rId8" Type="http://schemas.openxmlformats.org/officeDocument/2006/relationships/image" Target="../media/image222.wmf"/><Relationship Id="rId7" Type="http://schemas.openxmlformats.org/officeDocument/2006/relationships/image" Target="../media/image221.wmf"/><Relationship Id="rId6" Type="http://schemas.openxmlformats.org/officeDocument/2006/relationships/image" Target="../media/image220.wmf"/><Relationship Id="rId5" Type="http://schemas.openxmlformats.org/officeDocument/2006/relationships/image" Target="../media/image219.wmf"/><Relationship Id="rId4" Type="http://schemas.openxmlformats.org/officeDocument/2006/relationships/image" Target="../media/image218.wmf"/><Relationship Id="rId3" Type="http://schemas.openxmlformats.org/officeDocument/2006/relationships/image" Target="../media/image217.wmf"/><Relationship Id="rId2" Type="http://schemas.openxmlformats.org/officeDocument/2006/relationships/image" Target="../media/image216.wmf"/><Relationship Id="rId11" Type="http://schemas.openxmlformats.org/officeDocument/2006/relationships/image" Target="../media/image225.wmf"/><Relationship Id="rId10" Type="http://schemas.openxmlformats.org/officeDocument/2006/relationships/image" Target="../media/image224.wmf"/><Relationship Id="rId1" Type="http://schemas.openxmlformats.org/officeDocument/2006/relationships/image" Target="../media/image215.wmf"/></Relationships>
</file>

<file path=ppt/drawings/_rels/vmlDrawing47.vml.rels><?xml version="1.0" encoding="UTF-8" standalone="yes"?>
<Relationships xmlns="http://schemas.openxmlformats.org/package/2006/relationships"><Relationship Id="rId9" Type="http://schemas.openxmlformats.org/officeDocument/2006/relationships/image" Target="../media/image234.wmf"/><Relationship Id="rId8" Type="http://schemas.openxmlformats.org/officeDocument/2006/relationships/image" Target="../media/image233.wmf"/><Relationship Id="rId7" Type="http://schemas.openxmlformats.org/officeDocument/2006/relationships/image" Target="../media/image232.wmf"/><Relationship Id="rId6" Type="http://schemas.openxmlformats.org/officeDocument/2006/relationships/image" Target="../media/image231.wmf"/><Relationship Id="rId5" Type="http://schemas.openxmlformats.org/officeDocument/2006/relationships/image" Target="../media/image230.emf"/><Relationship Id="rId4" Type="http://schemas.openxmlformats.org/officeDocument/2006/relationships/image" Target="../media/image229.emf"/><Relationship Id="rId3" Type="http://schemas.openxmlformats.org/officeDocument/2006/relationships/image" Target="../media/image228.wmf"/><Relationship Id="rId2" Type="http://schemas.openxmlformats.org/officeDocument/2006/relationships/image" Target="../media/image227.wmf"/><Relationship Id="rId11" Type="http://schemas.openxmlformats.org/officeDocument/2006/relationships/image" Target="../media/image236.wmf"/><Relationship Id="rId10" Type="http://schemas.openxmlformats.org/officeDocument/2006/relationships/image" Target="../media/image235.wmf"/><Relationship Id="rId1" Type="http://schemas.openxmlformats.org/officeDocument/2006/relationships/image" Target="../media/image226.wmf"/></Relationships>
</file>

<file path=ppt/drawings/_rels/vmlDrawing48.vml.rels><?xml version="1.0" encoding="UTF-8" standalone="yes"?>
<Relationships xmlns="http://schemas.openxmlformats.org/package/2006/relationships"><Relationship Id="rId9" Type="http://schemas.openxmlformats.org/officeDocument/2006/relationships/image" Target="../media/image244.wmf"/><Relationship Id="rId8" Type="http://schemas.openxmlformats.org/officeDocument/2006/relationships/image" Target="../media/image235.wmf"/><Relationship Id="rId7" Type="http://schemas.openxmlformats.org/officeDocument/2006/relationships/image" Target="../media/image243.wmf"/><Relationship Id="rId6" Type="http://schemas.openxmlformats.org/officeDocument/2006/relationships/image" Target="../media/image242.wmf"/><Relationship Id="rId5" Type="http://schemas.openxmlformats.org/officeDocument/2006/relationships/image" Target="../media/image241.wmf"/><Relationship Id="rId4" Type="http://schemas.openxmlformats.org/officeDocument/2006/relationships/image" Target="../media/image240.wmf"/><Relationship Id="rId3" Type="http://schemas.openxmlformats.org/officeDocument/2006/relationships/image" Target="../media/image239.wmf"/><Relationship Id="rId2" Type="http://schemas.openxmlformats.org/officeDocument/2006/relationships/image" Target="../media/image238.wmf"/><Relationship Id="rId12" Type="http://schemas.openxmlformats.org/officeDocument/2006/relationships/image" Target="../media/image247.wmf"/><Relationship Id="rId11" Type="http://schemas.openxmlformats.org/officeDocument/2006/relationships/image" Target="../media/image246.wmf"/><Relationship Id="rId10" Type="http://schemas.openxmlformats.org/officeDocument/2006/relationships/image" Target="../media/image245.wmf"/><Relationship Id="rId1" Type="http://schemas.openxmlformats.org/officeDocument/2006/relationships/image" Target="../media/image237.wmf"/></Relationships>
</file>

<file path=ppt/drawings/_rels/vmlDrawing49.vml.rels><?xml version="1.0" encoding="UTF-8" standalone="yes"?>
<Relationships xmlns="http://schemas.openxmlformats.org/package/2006/relationships"><Relationship Id="rId1" Type="http://schemas.openxmlformats.org/officeDocument/2006/relationships/image" Target="../media/image249.wmf"/></Relationships>
</file>

<file path=ppt/drawings/_rels/vmlDrawing50.vml.rels><?xml version="1.0" encoding="UTF-8" standalone="yes"?>
<Relationships xmlns="http://schemas.openxmlformats.org/package/2006/relationships"><Relationship Id="rId1" Type="http://schemas.openxmlformats.org/officeDocument/2006/relationships/image" Target="../media/image252.wmf"/></Relationships>
</file>

<file path=ppt/drawings/_rels/vmlDrawing51.vml.rels><?xml version="1.0" encoding="UTF-8" standalone="yes"?>
<Relationships xmlns="http://schemas.openxmlformats.org/package/2006/relationships"><Relationship Id="rId2" Type="http://schemas.openxmlformats.org/officeDocument/2006/relationships/image" Target="../media/image214.wmf"/><Relationship Id="rId1" Type="http://schemas.openxmlformats.org/officeDocument/2006/relationships/image" Target="../media/image213.wmf"/></Relationships>
</file>

<file path=ppt/drawings/_rels/vmlDrawing52.vml.rels><?xml version="1.0" encoding="UTF-8" standalone="yes"?>
<Relationships xmlns="http://schemas.openxmlformats.org/package/2006/relationships"><Relationship Id="rId9" Type="http://schemas.openxmlformats.org/officeDocument/2006/relationships/image" Target="../media/image264.wmf"/><Relationship Id="rId8" Type="http://schemas.openxmlformats.org/officeDocument/2006/relationships/image" Target="../media/image263.wmf"/><Relationship Id="rId7" Type="http://schemas.openxmlformats.org/officeDocument/2006/relationships/image" Target="../media/image262.emf"/><Relationship Id="rId6" Type="http://schemas.openxmlformats.org/officeDocument/2006/relationships/image" Target="../media/image261.emf"/><Relationship Id="rId5" Type="http://schemas.openxmlformats.org/officeDocument/2006/relationships/image" Target="../media/image260.wmf"/><Relationship Id="rId4" Type="http://schemas.openxmlformats.org/officeDocument/2006/relationships/image" Target="../media/image259.wmf"/><Relationship Id="rId3" Type="http://schemas.openxmlformats.org/officeDocument/2006/relationships/image" Target="../media/image258.wmf"/><Relationship Id="rId2" Type="http://schemas.openxmlformats.org/officeDocument/2006/relationships/image" Target="../media/image257.wmf"/><Relationship Id="rId11" Type="http://schemas.openxmlformats.org/officeDocument/2006/relationships/image" Target="../media/image266.wmf"/><Relationship Id="rId10" Type="http://schemas.openxmlformats.org/officeDocument/2006/relationships/image" Target="../media/image265.emf"/><Relationship Id="rId1" Type="http://schemas.openxmlformats.org/officeDocument/2006/relationships/image" Target="../media/image256.wmf"/></Relationships>
</file>

<file path=ppt/drawings/_rels/vmlDrawing53.vml.rels><?xml version="1.0" encoding="UTF-8" standalone="yes"?>
<Relationships xmlns="http://schemas.openxmlformats.org/package/2006/relationships"><Relationship Id="rId6" Type="http://schemas.openxmlformats.org/officeDocument/2006/relationships/image" Target="../media/image272.wmf"/><Relationship Id="rId5" Type="http://schemas.openxmlformats.org/officeDocument/2006/relationships/image" Target="../media/image271.wmf"/><Relationship Id="rId4" Type="http://schemas.openxmlformats.org/officeDocument/2006/relationships/image" Target="../media/image270.wmf"/><Relationship Id="rId3" Type="http://schemas.openxmlformats.org/officeDocument/2006/relationships/image" Target="../media/image269.wmf"/><Relationship Id="rId2" Type="http://schemas.openxmlformats.org/officeDocument/2006/relationships/image" Target="../media/image268.emf"/><Relationship Id="rId1" Type="http://schemas.openxmlformats.org/officeDocument/2006/relationships/image" Target="../media/image267.emf"/></Relationships>
</file>

<file path=ppt/drawings/_rels/vmlDrawing54.vml.rels><?xml version="1.0" encoding="UTF-8" standalone="yes"?>
<Relationships xmlns="http://schemas.openxmlformats.org/package/2006/relationships"><Relationship Id="rId9" Type="http://schemas.openxmlformats.org/officeDocument/2006/relationships/image" Target="../media/image281.wmf"/><Relationship Id="rId8" Type="http://schemas.openxmlformats.org/officeDocument/2006/relationships/image" Target="../media/image280.wmf"/><Relationship Id="rId7" Type="http://schemas.openxmlformats.org/officeDocument/2006/relationships/image" Target="../media/image279.emf"/><Relationship Id="rId6" Type="http://schemas.openxmlformats.org/officeDocument/2006/relationships/image" Target="../media/image278.emf"/><Relationship Id="rId5" Type="http://schemas.openxmlformats.org/officeDocument/2006/relationships/image" Target="../media/image277.wmf"/><Relationship Id="rId4" Type="http://schemas.openxmlformats.org/officeDocument/2006/relationships/image" Target="../media/image276.wmf"/><Relationship Id="rId3" Type="http://schemas.openxmlformats.org/officeDocument/2006/relationships/image" Target="../media/image275.wmf"/><Relationship Id="rId2" Type="http://schemas.openxmlformats.org/officeDocument/2006/relationships/image" Target="../media/image274.wmf"/><Relationship Id="rId11" Type="http://schemas.openxmlformats.org/officeDocument/2006/relationships/image" Target="../media/image283.wmf"/><Relationship Id="rId10" Type="http://schemas.openxmlformats.org/officeDocument/2006/relationships/image" Target="../media/image282.wmf"/><Relationship Id="rId1" Type="http://schemas.openxmlformats.org/officeDocument/2006/relationships/image" Target="../media/image273.wmf"/></Relationships>
</file>

<file path=ppt/drawings/_rels/vmlDrawing55.vml.rels><?xml version="1.0" encoding="UTF-8" standalone="yes"?>
<Relationships xmlns="http://schemas.openxmlformats.org/package/2006/relationships"><Relationship Id="rId9" Type="http://schemas.openxmlformats.org/officeDocument/2006/relationships/image" Target="../media/image292.png"/><Relationship Id="rId8" Type="http://schemas.openxmlformats.org/officeDocument/2006/relationships/image" Target="../media/image291.wmf"/><Relationship Id="rId7" Type="http://schemas.openxmlformats.org/officeDocument/2006/relationships/image" Target="../media/image290.wmf"/><Relationship Id="rId6" Type="http://schemas.openxmlformats.org/officeDocument/2006/relationships/image" Target="../media/image289.png"/><Relationship Id="rId5" Type="http://schemas.openxmlformats.org/officeDocument/2006/relationships/image" Target="../media/image288.png"/><Relationship Id="rId4" Type="http://schemas.openxmlformats.org/officeDocument/2006/relationships/image" Target="../media/image287.wmf"/><Relationship Id="rId3" Type="http://schemas.openxmlformats.org/officeDocument/2006/relationships/image" Target="../media/image286.wmf"/><Relationship Id="rId2" Type="http://schemas.openxmlformats.org/officeDocument/2006/relationships/image" Target="../media/image285.wmf"/><Relationship Id="rId1" Type="http://schemas.openxmlformats.org/officeDocument/2006/relationships/image" Target="../media/image284.wmf"/></Relationships>
</file>

<file path=ppt/drawings/_rels/vmlDrawing56.vml.rels><?xml version="1.0" encoding="UTF-8" standalone="yes"?>
<Relationships xmlns="http://schemas.openxmlformats.org/package/2006/relationships"><Relationship Id="rId9" Type="http://schemas.openxmlformats.org/officeDocument/2006/relationships/image" Target="../media/image301.emf"/><Relationship Id="rId8" Type="http://schemas.openxmlformats.org/officeDocument/2006/relationships/image" Target="../media/image300.wmf"/><Relationship Id="rId7" Type="http://schemas.openxmlformats.org/officeDocument/2006/relationships/image" Target="../media/image299.wmf"/><Relationship Id="rId6" Type="http://schemas.openxmlformats.org/officeDocument/2006/relationships/image" Target="../media/image298.wmf"/><Relationship Id="rId5" Type="http://schemas.openxmlformats.org/officeDocument/2006/relationships/image" Target="../media/image297.wmf"/><Relationship Id="rId4" Type="http://schemas.openxmlformats.org/officeDocument/2006/relationships/image" Target="../media/image296.wmf"/><Relationship Id="rId3" Type="http://schemas.openxmlformats.org/officeDocument/2006/relationships/image" Target="../media/image295.emf"/><Relationship Id="rId2" Type="http://schemas.openxmlformats.org/officeDocument/2006/relationships/image" Target="../media/image294.wmf"/><Relationship Id="rId11" Type="http://schemas.openxmlformats.org/officeDocument/2006/relationships/image" Target="../media/image303.wmf"/><Relationship Id="rId10" Type="http://schemas.openxmlformats.org/officeDocument/2006/relationships/image" Target="../media/image302.wmf"/><Relationship Id="rId1" Type="http://schemas.openxmlformats.org/officeDocument/2006/relationships/image" Target="../media/image293.png"/></Relationships>
</file>

<file path=ppt/drawings/_rels/vmlDrawing57.vml.rels><?xml version="1.0" encoding="UTF-8" standalone="yes"?>
<Relationships xmlns="http://schemas.openxmlformats.org/package/2006/relationships"><Relationship Id="rId6" Type="http://schemas.openxmlformats.org/officeDocument/2006/relationships/image" Target="../media/image310.wmf"/><Relationship Id="rId5" Type="http://schemas.openxmlformats.org/officeDocument/2006/relationships/image" Target="../media/image309.emf"/><Relationship Id="rId4" Type="http://schemas.openxmlformats.org/officeDocument/2006/relationships/image" Target="../media/image308.wmf"/><Relationship Id="rId3" Type="http://schemas.openxmlformats.org/officeDocument/2006/relationships/image" Target="../media/image307.wmf"/><Relationship Id="rId2" Type="http://schemas.openxmlformats.org/officeDocument/2006/relationships/image" Target="../media/image305.wmf"/><Relationship Id="rId1" Type="http://schemas.openxmlformats.org/officeDocument/2006/relationships/image" Target="../media/image304.wmf"/></Relationships>
</file>

<file path=ppt/drawings/_rels/vmlDrawing58.vml.rels><?xml version="1.0" encoding="UTF-8" standalone="yes"?>
<Relationships xmlns="http://schemas.openxmlformats.org/package/2006/relationships"><Relationship Id="rId6" Type="http://schemas.openxmlformats.org/officeDocument/2006/relationships/image" Target="../media/image321.wmf"/><Relationship Id="rId5" Type="http://schemas.openxmlformats.org/officeDocument/2006/relationships/image" Target="../media/image319.wmf"/><Relationship Id="rId4" Type="http://schemas.openxmlformats.org/officeDocument/2006/relationships/image" Target="../media/image318.wmf"/><Relationship Id="rId3" Type="http://schemas.openxmlformats.org/officeDocument/2006/relationships/image" Target="../media/image317.wmf"/><Relationship Id="rId2" Type="http://schemas.openxmlformats.org/officeDocument/2006/relationships/image" Target="../media/image315.wmf"/><Relationship Id="rId1" Type="http://schemas.openxmlformats.org/officeDocument/2006/relationships/image" Target="../media/image314.wmf"/></Relationships>
</file>

<file path=ppt/drawings/_rels/vmlDrawing59.vml.rels><?xml version="1.0" encoding="UTF-8" standalone="yes"?>
<Relationships xmlns="http://schemas.openxmlformats.org/package/2006/relationships"><Relationship Id="rId9" Type="http://schemas.openxmlformats.org/officeDocument/2006/relationships/image" Target="../media/image281.wmf"/><Relationship Id="rId8" Type="http://schemas.openxmlformats.org/officeDocument/2006/relationships/image" Target="../media/image280.wmf"/><Relationship Id="rId7" Type="http://schemas.openxmlformats.org/officeDocument/2006/relationships/image" Target="../media/image329.wmf"/><Relationship Id="rId6" Type="http://schemas.openxmlformats.org/officeDocument/2006/relationships/image" Target="../media/image328.wmf"/><Relationship Id="rId5" Type="http://schemas.openxmlformats.org/officeDocument/2006/relationships/image" Target="../media/image327.wmf"/><Relationship Id="rId4" Type="http://schemas.openxmlformats.org/officeDocument/2006/relationships/image" Target="../media/image326.emf"/><Relationship Id="rId3" Type="http://schemas.openxmlformats.org/officeDocument/2006/relationships/image" Target="../media/image325.wmf"/><Relationship Id="rId2" Type="http://schemas.openxmlformats.org/officeDocument/2006/relationships/image" Target="../media/image324.wmf"/><Relationship Id="rId1" Type="http://schemas.openxmlformats.org/officeDocument/2006/relationships/image" Target="../media/image323.wmf"/></Relationships>
</file>

<file path=ppt/drawings/_rels/vmlDrawing60.vml.rels><?xml version="1.0" encoding="UTF-8" standalone="yes"?>
<Relationships xmlns="http://schemas.openxmlformats.org/package/2006/relationships"><Relationship Id="rId8" Type="http://schemas.openxmlformats.org/officeDocument/2006/relationships/image" Target="../media/image337.wmf"/><Relationship Id="rId7" Type="http://schemas.openxmlformats.org/officeDocument/2006/relationships/image" Target="../media/image336.emf"/><Relationship Id="rId6" Type="http://schemas.openxmlformats.org/officeDocument/2006/relationships/image" Target="../media/image335.emf"/><Relationship Id="rId5" Type="http://schemas.openxmlformats.org/officeDocument/2006/relationships/image" Target="../media/image334.emf"/><Relationship Id="rId4" Type="http://schemas.openxmlformats.org/officeDocument/2006/relationships/image" Target="../media/image333.emf"/><Relationship Id="rId3" Type="http://schemas.openxmlformats.org/officeDocument/2006/relationships/image" Target="../media/image332.wmf"/><Relationship Id="rId2" Type="http://schemas.openxmlformats.org/officeDocument/2006/relationships/image" Target="../media/image331.emf"/><Relationship Id="rId1" Type="http://schemas.openxmlformats.org/officeDocument/2006/relationships/image" Target="../media/image330.emf"/></Relationships>
</file>

<file path=ppt/drawings/_rels/vmlDrawing61.vml.rels><?xml version="1.0" encoding="UTF-8" standalone="yes"?>
<Relationships xmlns="http://schemas.openxmlformats.org/package/2006/relationships"><Relationship Id="rId3" Type="http://schemas.openxmlformats.org/officeDocument/2006/relationships/image" Target="../media/image341.emf"/><Relationship Id="rId2" Type="http://schemas.openxmlformats.org/officeDocument/2006/relationships/image" Target="../media/image340.emf"/><Relationship Id="rId1" Type="http://schemas.openxmlformats.org/officeDocument/2006/relationships/image" Target="../media/image338.emf"/></Relationships>
</file>

<file path=ppt/drawings/_rels/vmlDrawing62.vml.rels><?xml version="1.0" encoding="UTF-8" standalone="yes"?>
<Relationships xmlns="http://schemas.openxmlformats.org/package/2006/relationships"><Relationship Id="rId9" Type="http://schemas.openxmlformats.org/officeDocument/2006/relationships/image" Target="../media/image352.wmf"/><Relationship Id="rId8" Type="http://schemas.openxmlformats.org/officeDocument/2006/relationships/image" Target="../media/image351.emf"/><Relationship Id="rId7" Type="http://schemas.openxmlformats.org/officeDocument/2006/relationships/image" Target="../media/image350.emf"/><Relationship Id="rId6" Type="http://schemas.openxmlformats.org/officeDocument/2006/relationships/image" Target="../media/image349.emf"/><Relationship Id="rId5" Type="http://schemas.openxmlformats.org/officeDocument/2006/relationships/image" Target="../media/image348.png"/><Relationship Id="rId4" Type="http://schemas.openxmlformats.org/officeDocument/2006/relationships/image" Target="../media/image347.png"/><Relationship Id="rId3" Type="http://schemas.openxmlformats.org/officeDocument/2006/relationships/image" Target="../media/image346.png"/><Relationship Id="rId2" Type="http://schemas.openxmlformats.org/officeDocument/2006/relationships/image" Target="../media/image344.emf"/><Relationship Id="rId11" Type="http://schemas.openxmlformats.org/officeDocument/2006/relationships/image" Target="../media/image355.wmf"/><Relationship Id="rId10" Type="http://schemas.openxmlformats.org/officeDocument/2006/relationships/image" Target="../media/image353.emf"/><Relationship Id="rId1" Type="http://schemas.openxmlformats.org/officeDocument/2006/relationships/image" Target="../media/image343.emf"/></Relationships>
</file>

<file path=ppt/drawings/_rels/vmlDrawing63.vml.rels><?xml version="1.0" encoding="UTF-8" standalone="yes"?>
<Relationships xmlns="http://schemas.openxmlformats.org/package/2006/relationships"><Relationship Id="rId2" Type="http://schemas.openxmlformats.org/officeDocument/2006/relationships/image" Target="../media/image357.emf"/><Relationship Id="rId1" Type="http://schemas.openxmlformats.org/officeDocument/2006/relationships/image" Target="../media/image356.emf"/></Relationships>
</file>

<file path=ppt/drawings/_rels/vmlDrawing64.vml.rels><?xml version="1.0" encoding="UTF-8" standalone="yes"?>
<Relationships xmlns="http://schemas.openxmlformats.org/package/2006/relationships"><Relationship Id="rId8" Type="http://schemas.openxmlformats.org/officeDocument/2006/relationships/image" Target="../media/image365.emf"/><Relationship Id="rId7" Type="http://schemas.openxmlformats.org/officeDocument/2006/relationships/image" Target="../media/image364.emf"/><Relationship Id="rId6" Type="http://schemas.openxmlformats.org/officeDocument/2006/relationships/image" Target="../media/image363.emf"/><Relationship Id="rId5" Type="http://schemas.openxmlformats.org/officeDocument/2006/relationships/image" Target="../media/image362.emf"/><Relationship Id="rId4" Type="http://schemas.openxmlformats.org/officeDocument/2006/relationships/image" Target="../media/image361.emf"/><Relationship Id="rId3" Type="http://schemas.openxmlformats.org/officeDocument/2006/relationships/image" Target="../media/image360.emf"/><Relationship Id="rId2" Type="http://schemas.openxmlformats.org/officeDocument/2006/relationships/image" Target="../media/image359.emf"/><Relationship Id="rId1" Type="http://schemas.openxmlformats.org/officeDocument/2006/relationships/image" Target="../media/image358.emf"/></Relationships>
</file>

<file path=ppt/drawings/_rels/vmlDrawing65.vml.rels><?xml version="1.0" encoding="UTF-8" standalone="yes"?>
<Relationships xmlns="http://schemas.openxmlformats.org/package/2006/relationships"><Relationship Id="rId5" Type="http://schemas.openxmlformats.org/officeDocument/2006/relationships/image" Target="../media/image368.wmf"/><Relationship Id="rId4" Type="http://schemas.openxmlformats.org/officeDocument/2006/relationships/image" Target="../media/image367.wmf"/><Relationship Id="rId3" Type="http://schemas.openxmlformats.org/officeDocument/2006/relationships/image" Target="../media/image366.wmf"/><Relationship Id="rId2" Type="http://schemas.openxmlformats.org/officeDocument/2006/relationships/image" Target="../media/image257.wmf"/><Relationship Id="rId1" Type="http://schemas.openxmlformats.org/officeDocument/2006/relationships/image" Target="../media/image256.wmf"/></Relationships>
</file>

<file path=ppt/drawings/_rels/vmlDrawing66.vml.rels><?xml version="1.0" encoding="UTF-8" standalone="yes"?>
<Relationships xmlns="http://schemas.openxmlformats.org/package/2006/relationships"><Relationship Id="rId4" Type="http://schemas.openxmlformats.org/officeDocument/2006/relationships/image" Target="../media/image372.emf"/><Relationship Id="rId3" Type="http://schemas.openxmlformats.org/officeDocument/2006/relationships/image" Target="../media/image371.emf"/><Relationship Id="rId2" Type="http://schemas.openxmlformats.org/officeDocument/2006/relationships/image" Target="../media/image370.emf"/><Relationship Id="rId1" Type="http://schemas.openxmlformats.org/officeDocument/2006/relationships/image" Target="../media/image369.emf"/></Relationships>
</file>

<file path=ppt/drawings/_rels/vmlDrawing67.vml.rels><?xml version="1.0" encoding="UTF-8" standalone="yes"?>
<Relationships xmlns="http://schemas.openxmlformats.org/package/2006/relationships"><Relationship Id="rId9" Type="http://schemas.openxmlformats.org/officeDocument/2006/relationships/image" Target="../media/image381.png"/><Relationship Id="rId8" Type="http://schemas.openxmlformats.org/officeDocument/2006/relationships/image" Target="../media/image380.png"/><Relationship Id="rId7" Type="http://schemas.openxmlformats.org/officeDocument/2006/relationships/image" Target="../media/image379.png"/><Relationship Id="rId6" Type="http://schemas.openxmlformats.org/officeDocument/2006/relationships/image" Target="../media/image378.png"/><Relationship Id="rId5" Type="http://schemas.openxmlformats.org/officeDocument/2006/relationships/image" Target="../media/image377.emf"/><Relationship Id="rId4" Type="http://schemas.openxmlformats.org/officeDocument/2006/relationships/image" Target="../media/image376.emf"/><Relationship Id="rId3" Type="http://schemas.openxmlformats.org/officeDocument/2006/relationships/image" Target="../media/image375.emf"/><Relationship Id="rId2" Type="http://schemas.openxmlformats.org/officeDocument/2006/relationships/image" Target="../media/image374.emf"/><Relationship Id="rId11" Type="http://schemas.openxmlformats.org/officeDocument/2006/relationships/image" Target="../media/image383.png"/><Relationship Id="rId10" Type="http://schemas.openxmlformats.org/officeDocument/2006/relationships/image" Target="../media/image382.png"/><Relationship Id="rId1" Type="http://schemas.openxmlformats.org/officeDocument/2006/relationships/image" Target="../media/image373.emf"/></Relationships>
</file>

<file path=ppt/drawings/_rels/vmlDrawing68.vml.rels><?xml version="1.0" encoding="UTF-8" standalone="yes"?>
<Relationships xmlns="http://schemas.openxmlformats.org/package/2006/relationships"><Relationship Id="rId6" Type="http://schemas.openxmlformats.org/officeDocument/2006/relationships/image" Target="../media/image389.emf"/><Relationship Id="rId5" Type="http://schemas.openxmlformats.org/officeDocument/2006/relationships/image" Target="../media/image388.emf"/><Relationship Id="rId4" Type="http://schemas.openxmlformats.org/officeDocument/2006/relationships/image" Target="../media/image387.emf"/><Relationship Id="rId3" Type="http://schemas.openxmlformats.org/officeDocument/2006/relationships/image" Target="../media/image386.emf"/><Relationship Id="rId2" Type="http://schemas.openxmlformats.org/officeDocument/2006/relationships/image" Target="../media/image385.emf"/><Relationship Id="rId1" Type="http://schemas.openxmlformats.org/officeDocument/2006/relationships/image" Target="../media/image384.wmf"/></Relationships>
</file>

<file path=ppt/drawings/_rels/vmlDrawing69.vml.rels><?xml version="1.0" encoding="UTF-8" standalone="yes"?>
<Relationships xmlns="http://schemas.openxmlformats.org/package/2006/relationships"><Relationship Id="rId3" Type="http://schemas.openxmlformats.org/officeDocument/2006/relationships/image" Target="../media/image393.emf"/><Relationship Id="rId2" Type="http://schemas.openxmlformats.org/officeDocument/2006/relationships/image" Target="../media/image392.emf"/><Relationship Id="rId1" Type="http://schemas.openxmlformats.org/officeDocument/2006/relationships/image" Target="../media/image391.emf"/></Relationships>
</file>

<file path=ppt/drawings/_rels/vmlDrawing70.vml.rels><?xml version="1.0" encoding="UTF-8" standalone="yes"?>
<Relationships xmlns="http://schemas.openxmlformats.org/package/2006/relationships"><Relationship Id="rId3" Type="http://schemas.openxmlformats.org/officeDocument/2006/relationships/image" Target="../media/image330.emf"/><Relationship Id="rId2" Type="http://schemas.openxmlformats.org/officeDocument/2006/relationships/image" Target="../media/image268.emf"/><Relationship Id="rId1" Type="http://schemas.openxmlformats.org/officeDocument/2006/relationships/image" Target="../media/image395.wmf"/></Relationships>
</file>

<file path=ppt/drawings/_rels/vmlDrawing71.vml.rels><?xml version="1.0" encoding="UTF-8" standalone="yes"?>
<Relationships xmlns="http://schemas.openxmlformats.org/package/2006/relationships"><Relationship Id="rId5" Type="http://schemas.openxmlformats.org/officeDocument/2006/relationships/image" Target="../media/image367.wmf"/><Relationship Id="rId4" Type="http://schemas.openxmlformats.org/officeDocument/2006/relationships/image" Target="../media/image366.wmf"/><Relationship Id="rId3" Type="http://schemas.openxmlformats.org/officeDocument/2006/relationships/image" Target="../media/image357.emf"/><Relationship Id="rId2" Type="http://schemas.openxmlformats.org/officeDocument/2006/relationships/image" Target="../media/image356.emf"/><Relationship Id="rId1" Type="http://schemas.openxmlformats.org/officeDocument/2006/relationships/image" Target="../media/image341.emf"/></Relationships>
</file>

<file path=ppt/drawings/_rels/vmlDrawing72.vml.rels><?xml version="1.0" encoding="UTF-8" standalone="yes"?>
<Relationships xmlns="http://schemas.openxmlformats.org/package/2006/relationships"><Relationship Id="rId3" Type="http://schemas.openxmlformats.org/officeDocument/2006/relationships/image" Target="../media/image372.emf"/><Relationship Id="rId2" Type="http://schemas.openxmlformats.org/officeDocument/2006/relationships/image" Target="../media/image371.emf"/><Relationship Id="rId1" Type="http://schemas.openxmlformats.org/officeDocument/2006/relationships/image" Target="../media/image369.emf"/></Relationships>
</file>

<file path=ppt/drawings/_rels/vmlDrawing73.vml.rels><?xml version="1.0" encoding="UTF-8" standalone="yes"?>
<Relationships xmlns="http://schemas.openxmlformats.org/package/2006/relationships"><Relationship Id="rId6" Type="http://schemas.openxmlformats.org/officeDocument/2006/relationships/image" Target="../media/image405.wmf"/><Relationship Id="rId5" Type="http://schemas.openxmlformats.org/officeDocument/2006/relationships/image" Target="../media/image404.wmf"/><Relationship Id="rId4" Type="http://schemas.openxmlformats.org/officeDocument/2006/relationships/image" Target="../media/image403.wmf"/><Relationship Id="rId3" Type="http://schemas.openxmlformats.org/officeDocument/2006/relationships/image" Target="../media/image402.wmf"/><Relationship Id="rId2" Type="http://schemas.openxmlformats.org/officeDocument/2006/relationships/image" Target="../media/image400.wmf"/><Relationship Id="rId1" Type="http://schemas.openxmlformats.org/officeDocument/2006/relationships/image" Target="../media/image399.wmf"/></Relationships>
</file>

<file path=ppt/drawings/_rels/vmlDrawing74.vml.rels><?xml version="1.0" encoding="UTF-8" standalone="yes"?>
<Relationships xmlns="http://schemas.openxmlformats.org/package/2006/relationships"><Relationship Id="rId8" Type="http://schemas.openxmlformats.org/officeDocument/2006/relationships/image" Target="../media/image414.wmf"/><Relationship Id="rId7" Type="http://schemas.openxmlformats.org/officeDocument/2006/relationships/image" Target="../media/image413.wmf"/><Relationship Id="rId6" Type="http://schemas.openxmlformats.org/officeDocument/2006/relationships/image" Target="../media/image412.wmf"/><Relationship Id="rId5" Type="http://schemas.openxmlformats.org/officeDocument/2006/relationships/image" Target="../media/image411.wmf"/><Relationship Id="rId4" Type="http://schemas.openxmlformats.org/officeDocument/2006/relationships/image" Target="../media/image410.wmf"/><Relationship Id="rId3" Type="http://schemas.openxmlformats.org/officeDocument/2006/relationships/image" Target="../media/image409.wmf"/><Relationship Id="rId2" Type="http://schemas.openxmlformats.org/officeDocument/2006/relationships/image" Target="../media/image408.wmf"/><Relationship Id="rId1" Type="http://schemas.openxmlformats.org/officeDocument/2006/relationships/image" Target="../media/image407.wmf"/></Relationships>
</file>

<file path=ppt/drawings/_rels/vmlDrawing75.vml.rels><?xml version="1.0" encoding="UTF-8" standalone="yes"?>
<Relationships xmlns="http://schemas.openxmlformats.org/package/2006/relationships"><Relationship Id="rId8" Type="http://schemas.openxmlformats.org/officeDocument/2006/relationships/image" Target="../media/image422.wmf"/><Relationship Id="rId7" Type="http://schemas.openxmlformats.org/officeDocument/2006/relationships/image" Target="../media/image421.wmf"/><Relationship Id="rId6" Type="http://schemas.openxmlformats.org/officeDocument/2006/relationships/image" Target="../media/image420.wmf"/><Relationship Id="rId5" Type="http://schemas.openxmlformats.org/officeDocument/2006/relationships/image" Target="../media/image419.wmf"/><Relationship Id="rId4" Type="http://schemas.openxmlformats.org/officeDocument/2006/relationships/image" Target="../media/image418.wmf"/><Relationship Id="rId3" Type="http://schemas.openxmlformats.org/officeDocument/2006/relationships/image" Target="../media/image417.wmf"/><Relationship Id="rId2" Type="http://schemas.openxmlformats.org/officeDocument/2006/relationships/image" Target="../media/image416.wmf"/><Relationship Id="rId1" Type="http://schemas.openxmlformats.org/officeDocument/2006/relationships/image" Target="../media/image415.wmf"/></Relationships>
</file>

<file path=ppt/drawings/_rels/vmlDrawing76.vml.rels><?xml version="1.0" encoding="UTF-8" standalone="yes"?>
<Relationships xmlns="http://schemas.openxmlformats.org/package/2006/relationships"><Relationship Id="rId2" Type="http://schemas.openxmlformats.org/officeDocument/2006/relationships/image" Target="../media/image424.wmf"/><Relationship Id="rId1" Type="http://schemas.openxmlformats.org/officeDocument/2006/relationships/image" Target="../media/image423.wmf"/></Relationships>
</file>

<file path=ppt/drawings/_rels/vmlDrawing77.vml.rels><?xml version="1.0" encoding="UTF-8" standalone="yes"?>
<Relationships xmlns="http://schemas.openxmlformats.org/package/2006/relationships"><Relationship Id="rId3" Type="http://schemas.openxmlformats.org/officeDocument/2006/relationships/image" Target="../media/image426.wmf"/><Relationship Id="rId2" Type="http://schemas.openxmlformats.org/officeDocument/2006/relationships/image" Target="../media/image415.wmf"/><Relationship Id="rId1" Type="http://schemas.openxmlformats.org/officeDocument/2006/relationships/image" Target="../media/image403.wmf"/></Relationships>
</file>

<file path=ppt/drawings/_rels/vmlDrawing78.vml.rels><?xml version="1.0" encoding="UTF-8" standalone="yes"?>
<Relationships xmlns="http://schemas.openxmlformats.org/package/2006/relationships"><Relationship Id="rId9" Type="http://schemas.openxmlformats.org/officeDocument/2006/relationships/image" Target="../media/image436.emf"/><Relationship Id="rId8" Type="http://schemas.openxmlformats.org/officeDocument/2006/relationships/image" Target="../media/image435.wmf"/><Relationship Id="rId7" Type="http://schemas.openxmlformats.org/officeDocument/2006/relationships/image" Target="../media/image433.wmf"/><Relationship Id="rId6" Type="http://schemas.openxmlformats.org/officeDocument/2006/relationships/image" Target="../media/image432.wmf"/><Relationship Id="rId5" Type="http://schemas.openxmlformats.org/officeDocument/2006/relationships/image" Target="../media/image431.wmf"/><Relationship Id="rId4" Type="http://schemas.openxmlformats.org/officeDocument/2006/relationships/image" Target="../media/image430.wmf"/><Relationship Id="rId3" Type="http://schemas.openxmlformats.org/officeDocument/2006/relationships/image" Target="../media/image429.wmf"/><Relationship Id="rId2" Type="http://schemas.openxmlformats.org/officeDocument/2006/relationships/image" Target="../media/image428.wmf"/><Relationship Id="rId11" Type="http://schemas.openxmlformats.org/officeDocument/2006/relationships/image" Target="../media/image438.wmf"/><Relationship Id="rId10" Type="http://schemas.openxmlformats.org/officeDocument/2006/relationships/image" Target="../media/image437.wmf"/><Relationship Id="rId1" Type="http://schemas.openxmlformats.org/officeDocument/2006/relationships/image" Target="../media/image427.emf"/></Relationships>
</file>

<file path=ppt/drawings/_rels/vmlDrawing79.vml.rels><?xml version="1.0" encoding="UTF-8" standalone="yes"?>
<Relationships xmlns="http://schemas.openxmlformats.org/package/2006/relationships"><Relationship Id="rId7" Type="http://schemas.openxmlformats.org/officeDocument/2006/relationships/image" Target="../media/image445.wmf"/><Relationship Id="rId6" Type="http://schemas.openxmlformats.org/officeDocument/2006/relationships/image" Target="../media/image444.wmf"/><Relationship Id="rId5" Type="http://schemas.openxmlformats.org/officeDocument/2006/relationships/image" Target="../media/image443.wmf"/><Relationship Id="rId4" Type="http://schemas.openxmlformats.org/officeDocument/2006/relationships/image" Target="../media/image442.wmf"/><Relationship Id="rId3" Type="http://schemas.openxmlformats.org/officeDocument/2006/relationships/image" Target="../media/image441.wmf"/><Relationship Id="rId2" Type="http://schemas.openxmlformats.org/officeDocument/2006/relationships/image" Target="../media/image440.wmf"/><Relationship Id="rId1" Type="http://schemas.openxmlformats.org/officeDocument/2006/relationships/image" Target="../media/image439.wmf"/></Relationships>
</file>

<file path=ppt/drawings/_rels/vmlDrawing80.vml.rels><?xml version="1.0" encoding="UTF-8" standalone="yes"?>
<Relationships xmlns="http://schemas.openxmlformats.org/package/2006/relationships"><Relationship Id="rId9" Type="http://schemas.openxmlformats.org/officeDocument/2006/relationships/image" Target="../media/image453.wmf"/><Relationship Id="rId8" Type="http://schemas.openxmlformats.org/officeDocument/2006/relationships/image" Target="../media/image452.wmf"/><Relationship Id="rId7" Type="http://schemas.openxmlformats.org/officeDocument/2006/relationships/image" Target="../media/image451.wmf"/><Relationship Id="rId6" Type="http://schemas.openxmlformats.org/officeDocument/2006/relationships/image" Target="../media/image450.wmf"/><Relationship Id="rId5" Type="http://schemas.openxmlformats.org/officeDocument/2006/relationships/image" Target="../media/image449.wmf"/><Relationship Id="rId4" Type="http://schemas.openxmlformats.org/officeDocument/2006/relationships/image" Target="../media/image448.wmf"/><Relationship Id="rId3" Type="http://schemas.openxmlformats.org/officeDocument/2006/relationships/image" Target="../media/image447.wmf"/><Relationship Id="rId2" Type="http://schemas.openxmlformats.org/officeDocument/2006/relationships/image" Target="../media/image439.wmf"/><Relationship Id="rId11" Type="http://schemas.openxmlformats.org/officeDocument/2006/relationships/image" Target="../media/image455.wmf"/><Relationship Id="rId10" Type="http://schemas.openxmlformats.org/officeDocument/2006/relationships/image" Target="../media/image454.wmf"/><Relationship Id="rId1" Type="http://schemas.openxmlformats.org/officeDocument/2006/relationships/image" Target="../media/image446.emf"/></Relationships>
</file>

<file path=ppt/drawings/_rels/vmlDrawing81.vml.rels><?xml version="1.0" encoding="UTF-8" standalone="yes"?>
<Relationships xmlns="http://schemas.openxmlformats.org/package/2006/relationships"><Relationship Id="rId3" Type="http://schemas.openxmlformats.org/officeDocument/2006/relationships/image" Target="../media/image460.wmf"/><Relationship Id="rId2" Type="http://schemas.openxmlformats.org/officeDocument/2006/relationships/image" Target="../media/image459.wmf"/><Relationship Id="rId1" Type="http://schemas.openxmlformats.org/officeDocument/2006/relationships/image" Target="../media/image456.wmf"/></Relationships>
</file>

<file path=ppt/drawings/_rels/vmlDrawing82.vml.rels><?xml version="1.0" encoding="UTF-8" standalone="yes"?>
<Relationships xmlns="http://schemas.openxmlformats.org/package/2006/relationships"><Relationship Id="rId5" Type="http://schemas.openxmlformats.org/officeDocument/2006/relationships/image" Target="../media/image467.wmf"/><Relationship Id="rId4" Type="http://schemas.openxmlformats.org/officeDocument/2006/relationships/image" Target="../media/image466.wmf"/><Relationship Id="rId3" Type="http://schemas.openxmlformats.org/officeDocument/2006/relationships/image" Target="../media/image465.wmf"/><Relationship Id="rId2" Type="http://schemas.openxmlformats.org/officeDocument/2006/relationships/image" Target="../media/image464.wmf"/><Relationship Id="rId1" Type="http://schemas.openxmlformats.org/officeDocument/2006/relationships/image" Target="../media/image463.wmf"/></Relationships>
</file>

<file path=ppt/drawings/_rels/vmlDrawing83.vml.rels><?xml version="1.0" encoding="UTF-8" standalone="yes"?>
<Relationships xmlns="http://schemas.openxmlformats.org/package/2006/relationships"><Relationship Id="rId3" Type="http://schemas.openxmlformats.org/officeDocument/2006/relationships/image" Target="../media/image472.wmf"/><Relationship Id="rId2" Type="http://schemas.openxmlformats.org/officeDocument/2006/relationships/image" Target="../media/image470.wmf"/><Relationship Id="rId1" Type="http://schemas.openxmlformats.org/officeDocument/2006/relationships/image" Target="../media/image469.wmf"/></Relationships>
</file>

<file path=ppt/drawings/_rels/vmlDrawing84.vml.rels><?xml version="1.0" encoding="UTF-8" standalone="yes"?>
<Relationships xmlns="http://schemas.openxmlformats.org/package/2006/relationships"><Relationship Id="rId4" Type="http://schemas.openxmlformats.org/officeDocument/2006/relationships/image" Target="../media/image478.wmf"/><Relationship Id="rId3" Type="http://schemas.openxmlformats.org/officeDocument/2006/relationships/image" Target="../media/image476.wmf"/><Relationship Id="rId2" Type="http://schemas.openxmlformats.org/officeDocument/2006/relationships/image" Target="../media/image475.wmf"/><Relationship Id="rId1" Type="http://schemas.openxmlformats.org/officeDocument/2006/relationships/image" Target="../media/image474.wmf"/></Relationships>
</file>

<file path=ppt/drawings/_rels/vmlDrawing85.vml.rels><?xml version="1.0" encoding="UTF-8" standalone="yes"?>
<Relationships xmlns="http://schemas.openxmlformats.org/package/2006/relationships"><Relationship Id="rId5" Type="http://schemas.openxmlformats.org/officeDocument/2006/relationships/image" Target="../media/image484.wmf"/><Relationship Id="rId4" Type="http://schemas.openxmlformats.org/officeDocument/2006/relationships/image" Target="../media/image483.wmf"/><Relationship Id="rId3" Type="http://schemas.openxmlformats.org/officeDocument/2006/relationships/image" Target="../media/image482.wmf"/><Relationship Id="rId2" Type="http://schemas.openxmlformats.org/officeDocument/2006/relationships/image" Target="../media/image481.wmf"/><Relationship Id="rId1" Type="http://schemas.openxmlformats.org/officeDocument/2006/relationships/image" Target="../media/image480.wmf"/></Relationships>
</file>

<file path=ppt/drawings/_rels/vmlDrawing86.vml.rels><?xml version="1.0" encoding="UTF-8" standalone="yes"?>
<Relationships xmlns="http://schemas.openxmlformats.org/package/2006/relationships"><Relationship Id="rId9" Type="http://schemas.openxmlformats.org/officeDocument/2006/relationships/image" Target="../media/image493.emf"/><Relationship Id="rId8" Type="http://schemas.openxmlformats.org/officeDocument/2006/relationships/image" Target="../media/image492.emf"/><Relationship Id="rId7" Type="http://schemas.openxmlformats.org/officeDocument/2006/relationships/image" Target="../media/image491.emf"/><Relationship Id="rId6" Type="http://schemas.openxmlformats.org/officeDocument/2006/relationships/image" Target="../media/image490.png"/><Relationship Id="rId5" Type="http://schemas.openxmlformats.org/officeDocument/2006/relationships/image" Target="../media/image489.png"/><Relationship Id="rId4" Type="http://schemas.openxmlformats.org/officeDocument/2006/relationships/image" Target="../media/image488.emf"/><Relationship Id="rId3" Type="http://schemas.openxmlformats.org/officeDocument/2006/relationships/image" Target="../media/image487.emf"/><Relationship Id="rId2" Type="http://schemas.openxmlformats.org/officeDocument/2006/relationships/image" Target="../media/image486.wmf"/><Relationship Id="rId10" Type="http://schemas.openxmlformats.org/officeDocument/2006/relationships/image" Target="../media/image494.emf"/><Relationship Id="rId1" Type="http://schemas.openxmlformats.org/officeDocument/2006/relationships/image" Target="../media/image485.wmf"/></Relationships>
</file>

<file path=ppt/drawings/_rels/vmlDrawing87.vml.rels><?xml version="1.0" encoding="UTF-8" standalone="yes"?>
<Relationships xmlns="http://schemas.openxmlformats.org/package/2006/relationships"><Relationship Id="rId2" Type="http://schemas.openxmlformats.org/officeDocument/2006/relationships/image" Target="../media/image496.wmf"/><Relationship Id="rId1" Type="http://schemas.openxmlformats.org/officeDocument/2006/relationships/image" Target="../media/image495.emf"/></Relationships>
</file>

<file path=ppt/drawings/_rels/vmlDrawing88.vml.rels><?xml version="1.0" encoding="UTF-8" standalone="yes"?>
<Relationships xmlns="http://schemas.openxmlformats.org/package/2006/relationships"><Relationship Id="rId3" Type="http://schemas.openxmlformats.org/officeDocument/2006/relationships/image" Target="../media/image495.emf"/><Relationship Id="rId2" Type="http://schemas.openxmlformats.org/officeDocument/2006/relationships/image" Target="../media/image500.emf"/><Relationship Id="rId1" Type="http://schemas.openxmlformats.org/officeDocument/2006/relationships/image" Target="../media/image499.wmf"/></Relationships>
</file>

<file path=ppt/drawings/_rels/vmlDrawing89.vml.rels><?xml version="1.0" encoding="UTF-8" standalone="yes"?>
<Relationships xmlns="http://schemas.openxmlformats.org/package/2006/relationships"><Relationship Id="rId2" Type="http://schemas.openxmlformats.org/officeDocument/2006/relationships/image" Target="../media/image502.wmf"/><Relationship Id="rId1" Type="http://schemas.openxmlformats.org/officeDocument/2006/relationships/image" Target="../media/image501.wmf"/></Relationships>
</file>

<file path=ppt/drawings/_rels/vmlDrawing90.vml.rels><?xml version="1.0" encoding="UTF-8" standalone="yes"?>
<Relationships xmlns="http://schemas.openxmlformats.org/package/2006/relationships"><Relationship Id="rId8" Type="http://schemas.openxmlformats.org/officeDocument/2006/relationships/image" Target="../media/image510.wmf"/><Relationship Id="rId7" Type="http://schemas.openxmlformats.org/officeDocument/2006/relationships/image" Target="../media/image509.wmf"/><Relationship Id="rId6" Type="http://schemas.openxmlformats.org/officeDocument/2006/relationships/image" Target="../media/image508.png"/><Relationship Id="rId5" Type="http://schemas.openxmlformats.org/officeDocument/2006/relationships/image" Target="../media/image507.png"/><Relationship Id="rId4" Type="http://schemas.openxmlformats.org/officeDocument/2006/relationships/image" Target="../media/image506.wmf"/><Relationship Id="rId3" Type="http://schemas.openxmlformats.org/officeDocument/2006/relationships/image" Target="../media/image505.wmf"/><Relationship Id="rId2" Type="http://schemas.openxmlformats.org/officeDocument/2006/relationships/image" Target="../media/image504.emf"/><Relationship Id="rId1" Type="http://schemas.openxmlformats.org/officeDocument/2006/relationships/image" Target="../media/image503.emf"/></Relationships>
</file>

<file path=ppt/drawings/_rels/vmlDrawing91.vml.rels><?xml version="1.0" encoding="UTF-8" standalone="yes"?>
<Relationships xmlns="http://schemas.openxmlformats.org/package/2006/relationships"><Relationship Id="rId4" Type="http://schemas.openxmlformats.org/officeDocument/2006/relationships/image" Target="../media/image514.emf"/><Relationship Id="rId3" Type="http://schemas.openxmlformats.org/officeDocument/2006/relationships/image" Target="../media/image513.wmf"/><Relationship Id="rId2" Type="http://schemas.openxmlformats.org/officeDocument/2006/relationships/image" Target="../media/image512.png"/><Relationship Id="rId1" Type="http://schemas.openxmlformats.org/officeDocument/2006/relationships/image" Target="../media/image511.png"/></Relationships>
</file>

<file path=ppt/drawings/_rels/vmlDrawing92.vml.rels><?xml version="1.0" encoding="UTF-8" standalone="yes"?>
<Relationships xmlns="http://schemas.openxmlformats.org/package/2006/relationships"><Relationship Id="rId9" Type="http://schemas.openxmlformats.org/officeDocument/2006/relationships/image" Target="../media/image524.emf"/><Relationship Id="rId8" Type="http://schemas.openxmlformats.org/officeDocument/2006/relationships/image" Target="../media/image523.emf"/><Relationship Id="rId7" Type="http://schemas.openxmlformats.org/officeDocument/2006/relationships/image" Target="../media/image522.emf"/><Relationship Id="rId6" Type="http://schemas.openxmlformats.org/officeDocument/2006/relationships/image" Target="../media/image521.emf"/><Relationship Id="rId5" Type="http://schemas.openxmlformats.org/officeDocument/2006/relationships/image" Target="../media/image520.wmf"/><Relationship Id="rId4" Type="http://schemas.openxmlformats.org/officeDocument/2006/relationships/image" Target="../media/image519.wmf"/><Relationship Id="rId3" Type="http://schemas.openxmlformats.org/officeDocument/2006/relationships/image" Target="../media/image518.emf"/><Relationship Id="rId2" Type="http://schemas.openxmlformats.org/officeDocument/2006/relationships/image" Target="../media/image517.emf"/><Relationship Id="rId11" Type="http://schemas.openxmlformats.org/officeDocument/2006/relationships/image" Target="../media/image526.emf"/><Relationship Id="rId10" Type="http://schemas.openxmlformats.org/officeDocument/2006/relationships/image" Target="../media/image525.emf"/><Relationship Id="rId1" Type="http://schemas.openxmlformats.org/officeDocument/2006/relationships/image" Target="../media/image512.png"/></Relationships>
</file>

<file path=ppt/drawings/_rels/vmlDrawing93.vml.rels><?xml version="1.0" encoding="UTF-8" standalone="yes"?>
<Relationships xmlns="http://schemas.openxmlformats.org/package/2006/relationships"><Relationship Id="rId4" Type="http://schemas.openxmlformats.org/officeDocument/2006/relationships/image" Target="../media/image470.wmf"/><Relationship Id="rId3" Type="http://schemas.openxmlformats.org/officeDocument/2006/relationships/image" Target="../media/image466.wmf"/><Relationship Id="rId2" Type="http://schemas.openxmlformats.org/officeDocument/2006/relationships/image" Target="../media/image465.wmf"/><Relationship Id="rId1" Type="http://schemas.openxmlformats.org/officeDocument/2006/relationships/image" Target="../media/image460.wmf"/></Relationships>
</file>

<file path=ppt/drawings/_rels/vmlDrawing94.vml.rels><?xml version="1.0" encoding="UTF-8" standalone="yes"?>
<Relationships xmlns="http://schemas.openxmlformats.org/package/2006/relationships"><Relationship Id="rId8" Type="http://schemas.openxmlformats.org/officeDocument/2006/relationships/image" Target="../media/image488.emf"/><Relationship Id="rId7" Type="http://schemas.openxmlformats.org/officeDocument/2006/relationships/image" Target="../media/image487.emf"/><Relationship Id="rId6" Type="http://schemas.openxmlformats.org/officeDocument/2006/relationships/image" Target="../media/image486.wmf"/><Relationship Id="rId5" Type="http://schemas.openxmlformats.org/officeDocument/2006/relationships/image" Target="../media/image485.wmf"/><Relationship Id="rId4" Type="http://schemas.openxmlformats.org/officeDocument/2006/relationships/image" Target="../media/image482.wmf"/><Relationship Id="rId3" Type="http://schemas.openxmlformats.org/officeDocument/2006/relationships/image" Target="../media/image481.wmf"/><Relationship Id="rId2" Type="http://schemas.openxmlformats.org/officeDocument/2006/relationships/image" Target="../media/image476.wmf"/><Relationship Id="rId1" Type="http://schemas.openxmlformats.org/officeDocument/2006/relationships/image" Target="../media/image475.wmf"/></Relationships>
</file>

<file path=ppt/drawings/_rels/vmlDrawing95.vml.rels><?xml version="1.0" encoding="UTF-8" standalone="yes"?>
<Relationships xmlns="http://schemas.openxmlformats.org/package/2006/relationships"><Relationship Id="rId9" Type="http://schemas.openxmlformats.org/officeDocument/2006/relationships/image" Target="../media/image535.emf"/><Relationship Id="rId8" Type="http://schemas.openxmlformats.org/officeDocument/2006/relationships/image" Target="../media/image534.png"/><Relationship Id="rId7" Type="http://schemas.openxmlformats.org/officeDocument/2006/relationships/image" Target="../media/image533.emf"/><Relationship Id="rId6" Type="http://schemas.openxmlformats.org/officeDocument/2006/relationships/image" Target="../media/image532.emf"/><Relationship Id="rId5" Type="http://schemas.openxmlformats.org/officeDocument/2006/relationships/image" Target="../media/image531.emf"/><Relationship Id="rId4" Type="http://schemas.openxmlformats.org/officeDocument/2006/relationships/image" Target="../media/image530.emf"/><Relationship Id="rId3" Type="http://schemas.openxmlformats.org/officeDocument/2006/relationships/image" Target="../media/image529.emf"/><Relationship Id="rId2" Type="http://schemas.openxmlformats.org/officeDocument/2006/relationships/image" Target="../media/image528.emf"/><Relationship Id="rId13" Type="http://schemas.openxmlformats.org/officeDocument/2006/relationships/image" Target="../media/image539.emf"/><Relationship Id="rId12" Type="http://schemas.openxmlformats.org/officeDocument/2006/relationships/image" Target="../media/image538.wmf"/><Relationship Id="rId11" Type="http://schemas.openxmlformats.org/officeDocument/2006/relationships/image" Target="../media/image537.wmf"/><Relationship Id="rId10" Type="http://schemas.openxmlformats.org/officeDocument/2006/relationships/image" Target="../media/image536.wmf"/><Relationship Id="rId1" Type="http://schemas.openxmlformats.org/officeDocument/2006/relationships/image" Target="../media/image527.png"/></Relationships>
</file>

<file path=ppt/drawings/_rels/vmlDrawing96.vml.rels><?xml version="1.0" encoding="UTF-8" standalone="yes"?>
<Relationships xmlns="http://schemas.openxmlformats.org/package/2006/relationships"><Relationship Id="rId1" Type="http://schemas.openxmlformats.org/officeDocument/2006/relationships/image" Target="../media/image540.wmf"/></Relationships>
</file>

<file path=ppt/drawings/_rels/vmlDrawing97.vml.rels><?xml version="1.0" encoding="UTF-8" standalone="yes"?>
<Relationships xmlns="http://schemas.openxmlformats.org/package/2006/relationships"><Relationship Id="rId5" Type="http://schemas.openxmlformats.org/officeDocument/2006/relationships/image" Target="../media/image545.wmf"/><Relationship Id="rId4" Type="http://schemas.openxmlformats.org/officeDocument/2006/relationships/image" Target="../media/image544.wmf"/><Relationship Id="rId3" Type="http://schemas.openxmlformats.org/officeDocument/2006/relationships/image" Target="../media/image543.wmf"/><Relationship Id="rId2" Type="http://schemas.openxmlformats.org/officeDocument/2006/relationships/image" Target="../media/image542.wmf"/><Relationship Id="rId1" Type="http://schemas.openxmlformats.org/officeDocument/2006/relationships/image" Target="../media/image541.wmf"/></Relationships>
</file>

<file path=ppt/drawings/_rels/vmlDrawing98.vml.rels><?xml version="1.0" encoding="UTF-8" standalone="yes"?>
<Relationships xmlns="http://schemas.openxmlformats.org/package/2006/relationships"><Relationship Id="rId9" Type="http://schemas.openxmlformats.org/officeDocument/2006/relationships/image" Target="../media/image555.wmf"/><Relationship Id="rId8" Type="http://schemas.openxmlformats.org/officeDocument/2006/relationships/image" Target="../media/image554.wmf"/><Relationship Id="rId7" Type="http://schemas.openxmlformats.org/officeDocument/2006/relationships/image" Target="../media/image552.wmf"/><Relationship Id="rId6" Type="http://schemas.openxmlformats.org/officeDocument/2006/relationships/image" Target="../media/image551.wmf"/><Relationship Id="rId5" Type="http://schemas.openxmlformats.org/officeDocument/2006/relationships/image" Target="../media/image550.wmf"/><Relationship Id="rId4" Type="http://schemas.openxmlformats.org/officeDocument/2006/relationships/image" Target="../media/image549.wmf"/><Relationship Id="rId3" Type="http://schemas.openxmlformats.org/officeDocument/2006/relationships/image" Target="../media/image548.wmf"/><Relationship Id="rId2" Type="http://schemas.openxmlformats.org/officeDocument/2006/relationships/image" Target="../media/image547.wmf"/><Relationship Id="rId1" Type="http://schemas.openxmlformats.org/officeDocument/2006/relationships/image" Target="../media/image546.wmf"/></Relationships>
</file>

<file path=ppt/drawings/_rels/vmlDrawing99.vml.rels><?xml version="1.0" encoding="UTF-8" standalone="yes"?>
<Relationships xmlns="http://schemas.openxmlformats.org/package/2006/relationships"><Relationship Id="rId4" Type="http://schemas.openxmlformats.org/officeDocument/2006/relationships/image" Target="../media/image559.wmf"/><Relationship Id="rId3" Type="http://schemas.openxmlformats.org/officeDocument/2006/relationships/image" Target="../media/image558.wmf"/><Relationship Id="rId2" Type="http://schemas.openxmlformats.org/officeDocument/2006/relationships/image" Target="../media/image557.wmf"/><Relationship Id="rId1" Type="http://schemas.openxmlformats.org/officeDocument/2006/relationships/image" Target="../media/image556.wmf"/></Relationships>
</file>

<file path=ppt/drawings/_rels/vmlDrawing100.vml.rels><?xml version="1.0" encoding="UTF-8" standalone="yes"?>
<Relationships xmlns="http://schemas.openxmlformats.org/package/2006/relationships"><Relationship Id="rId1" Type="http://schemas.openxmlformats.org/officeDocument/2006/relationships/image" Target="../media/image560.emf"/></Relationships>
</file>

<file path=ppt/drawings/_rels/vmlDrawing101.vml.rels><?xml version="1.0" encoding="UTF-8" standalone="yes"?>
<Relationships xmlns="http://schemas.openxmlformats.org/package/2006/relationships"><Relationship Id="rId5" Type="http://schemas.openxmlformats.org/officeDocument/2006/relationships/image" Target="../media/image567.wmf"/><Relationship Id="rId4" Type="http://schemas.openxmlformats.org/officeDocument/2006/relationships/image" Target="../media/image566.wmf"/><Relationship Id="rId3" Type="http://schemas.openxmlformats.org/officeDocument/2006/relationships/image" Target="../media/image565.wmf"/><Relationship Id="rId2" Type="http://schemas.openxmlformats.org/officeDocument/2006/relationships/image" Target="../media/image562.wmf"/><Relationship Id="rId1" Type="http://schemas.openxmlformats.org/officeDocument/2006/relationships/image" Target="../media/image561.wmf"/></Relationships>
</file>

<file path=ppt/drawings/_rels/vmlDrawing102.vml.rels><?xml version="1.0" encoding="UTF-8" standalone="yes"?>
<Relationships xmlns="http://schemas.openxmlformats.org/package/2006/relationships"><Relationship Id="rId5" Type="http://schemas.openxmlformats.org/officeDocument/2006/relationships/image" Target="../media/image621.wmf"/><Relationship Id="rId4" Type="http://schemas.openxmlformats.org/officeDocument/2006/relationships/image" Target="../media/image43.wmf"/><Relationship Id="rId3" Type="http://schemas.openxmlformats.org/officeDocument/2006/relationships/image" Target="../media/image35.wmf"/><Relationship Id="rId2" Type="http://schemas.openxmlformats.org/officeDocument/2006/relationships/image" Target="../media/image620.wmf"/><Relationship Id="rId1" Type="http://schemas.openxmlformats.org/officeDocument/2006/relationships/image" Target="../media/image39.wmf"/></Relationships>
</file>

<file path=ppt/drawings/_rels/vmlDrawing103.vml.rels><?xml version="1.0" encoding="UTF-8" standalone="yes"?>
<Relationships xmlns="http://schemas.openxmlformats.org/package/2006/relationships"><Relationship Id="rId4" Type="http://schemas.openxmlformats.org/officeDocument/2006/relationships/image" Target="../media/image624.wmf"/><Relationship Id="rId3" Type="http://schemas.openxmlformats.org/officeDocument/2006/relationships/image" Target="../media/image623.wmf"/><Relationship Id="rId2" Type="http://schemas.openxmlformats.org/officeDocument/2006/relationships/image" Target="../media/image63.wmf"/><Relationship Id="rId1" Type="http://schemas.openxmlformats.org/officeDocument/2006/relationships/image" Target="../media/image622.wmf"/></Relationships>
</file>

<file path=ppt/drawings/_rels/vmlDrawing104.vml.rels><?xml version="1.0" encoding="UTF-8" standalone="yes"?>
<Relationships xmlns="http://schemas.openxmlformats.org/package/2006/relationships"><Relationship Id="rId4" Type="http://schemas.openxmlformats.org/officeDocument/2006/relationships/image" Target="../media/image628.wmf"/><Relationship Id="rId3" Type="http://schemas.openxmlformats.org/officeDocument/2006/relationships/image" Target="../media/image627.wmf"/><Relationship Id="rId2" Type="http://schemas.openxmlformats.org/officeDocument/2006/relationships/image" Target="../media/image626.wmf"/><Relationship Id="rId1" Type="http://schemas.openxmlformats.org/officeDocument/2006/relationships/image" Target="../media/image625.wmf"/></Relationships>
</file>

<file path=ppt/drawings/_rels/vmlDrawing105.vml.rels><?xml version="1.0" encoding="UTF-8" standalone="yes"?>
<Relationships xmlns="http://schemas.openxmlformats.org/package/2006/relationships"><Relationship Id="rId6" Type="http://schemas.openxmlformats.org/officeDocument/2006/relationships/image" Target="../media/image140.wmf"/><Relationship Id="rId5" Type="http://schemas.openxmlformats.org/officeDocument/2006/relationships/image" Target="../media/image139.wmf"/><Relationship Id="rId4" Type="http://schemas.openxmlformats.org/officeDocument/2006/relationships/image" Target="../media/image632.wmf"/><Relationship Id="rId3" Type="http://schemas.openxmlformats.org/officeDocument/2006/relationships/image" Target="../media/image631.wmf"/><Relationship Id="rId2" Type="http://schemas.openxmlformats.org/officeDocument/2006/relationships/image" Target="../media/image630.wmf"/><Relationship Id="rId1" Type="http://schemas.openxmlformats.org/officeDocument/2006/relationships/image" Target="../media/image629.wmf"/></Relationships>
</file>

<file path=ppt/drawings/_rels/vmlDrawing106.vml.rels><?xml version="1.0" encoding="UTF-8" standalone="yes"?>
<Relationships xmlns="http://schemas.openxmlformats.org/package/2006/relationships"><Relationship Id="rId5" Type="http://schemas.openxmlformats.org/officeDocument/2006/relationships/image" Target="../media/image639.wmf"/><Relationship Id="rId4" Type="http://schemas.openxmlformats.org/officeDocument/2006/relationships/image" Target="../media/image638.wmf"/><Relationship Id="rId3" Type="http://schemas.openxmlformats.org/officeDocument/2006/relationships/image" Target="../media/image637.wmf"/><Relationship Id="rId2" Type="http://schemas.openxmlformats.org/officeDocument/2006/relationships/image" Target="../media/image636.wmf"/><Relationship Id="rId1" Type="http://schemas.openxmlformats.org/officeDocument/2006/relationships/image" Target="../media/image635.wmf"/></Relationships>
</file>

<file path=ppt/drawings/_rels/vmlDrawing107.vml.rels><?xml version="1.0" encoding="UTF-8" standalone="yes"?>
<Relationships xmlns="http://schemas.openxmlformats.org/package/2006/relationships"><Relationship Id="rId2" Type="http://schemas.openxmlformats.org/officeDocument/2006/relationships/image" Target="../media/image641.wmf"/><Relationship Id="rId1" Type="http://schemas.openxmlformats.org/officeDocument/2006/relationships/image" Target="../media/image640.wmf"/></Relationships>
</file>

<file path=ppt/drawings/_rels/vmlDrawing108.vml.rels><?xml version="1.0" encoding="UTF-8" standalone="yes"?>
<Relationships xmlns="http://schemas.openxmlformats.org/package/2006/relationships"><Relationship Id="rId9" Type="http://schemas.openxmlformats.org/officeDocument/2006/relationships/image" Target="../media/image195.wmf"/><Relationship Id="rId8" Type="http://schemas.openxmlformats.org/officeDocument/2006/relationships/image" Target="../media/image194.wmf"/><Relationship Id="rId7" Type="http://schemas.openxmlformats.org/officeDocument/2006/relationships/image" Target="../media/image647.wmf"/><Relationship Id="rId6" Type="http://schemas.openxmlformats.org/officeDocument/2006/relationships/image" Target="../media/image646.wmf"/><Relationship Id="rId5" Type="http://schemas.openxmlformats.org/officeDocument/2006/relationships/image" Target="../media/image645.wmf"/><Relationship Id="rId4" Type="http://schemas.openxmlformats.org/officeDocument/2006/relationships/image" Target="../media/image644.wmf"/><Relationship Id="rId3" Type="http://schemas.openxmlformats.org/officeDocument/2006/relationships/image" Target="../media/image643.wmf"/><Relationship Id="rId2" Type="http://schemas.openxmlformats.org/officeDocument/2006/relationships/image" Target="../media/image642.wmf"/><Relationship Id="rId12" Type="http://schemas.openxmlformats.org/officeDocument/2006/relationships/image" Target="../media/image200.wmf"/><Relationship Id="rId11" Type="http://schemas.openxmlformats.org/officeDocument/2006/relationships/image" Target="../media/image199.wmf"/><Relationship Id="rId10" Type="http://schemas.openxmlformats.org/officeDocument/2006/relationships/image" Target="../media/image648.wmf"/><Relationship Id="rId1" Type="http://schemas.openxmlformats.org/officeDocument/2006/relationships/image" Target="../media/image187.wmf"/></Relationships>
</file>

<file path=ppt/drawings/_rels/vmlDrawing109.vml.rels><?xml version="1.0" encoding="UTF-8" standalone="yes"?>
<Relationships xmlns="http://schemas.openxmlformats.org/package/2006/relationships"><Relationship Id="rId8" Type="http://schemas.openxmlformats.org/officeDocument/2006/relationships/image" Target="../media/image656.emf"/><Relationship Id="rId7" Type="http://schemas.openxmlformats.org/officeDocument/2006/relationships/image" Target="../media/image655.emf"/><Relationship Id="rId6" Type="http://schemas.openxmlformats.org/officeDocument/2006/relationships/image" Target="../media/image654.wmf"/><Relationship Id="rId5" Type="http://schemas.openxmlformats.org/officeDocument/2006/relationships/image" Target="../media/image653.emf"/><Relationship Id="rId4" Type="http://schemas.openxmlformats.org/officeDocument/2006/relationships/image" Target="../media/image652.emf"/><Relationship Id="rId3" Type="http://schemas.openxmlformats.org/officeDocument/2006/relationships/image" Target="../media/image651.emf"/><Relationship Id="rId2" Type="http://schemas.openxmlformats.org/officeDocument/2006/relationships/image" Target="../media/image650.wmf"/><Relationship Id="rId1" Type="http://schemas.openxmlformats.org/officeDocument/2006/relationships/image" Target="../media/image649.emf"/></Relationships>
</file>

<file path=ppt/drawings/_rels/vmlDrawing110.vml.rels><?xml version="1.0" encoding="UTF-8" standalone="yes"?>
<Relationships xmlns="http://schemas.openxmlformats.org/package/2006/relationships"><Relationship Id="rId8" Type="http://schemas.openxmlformats.org/officeDocument/2006/relationships/image" Target="../media/image664.emf"/><Relationship Id="rId7" Type="http://schemas.openxmlformats.org/officeDocument/2006/relationships/image" Target="../media/image663.emf"/><Relationship Id="rId6" Type="http://schemas.openxmlformats.org/officeDocument/2006/relationships/image" Target="../media/image662.emf"/><Relationship Id="rId5" Type="http://schemas.openxmlformats.org/officeDocument/2006/relationships/image" Target="../media/image661.emf"/><Relationship Id="rId4" Type="http://schemas.openxmlformats.org/officeDocument/2006/relationships/image" Target="../media/image660.emf"/><Relationship Id="rId3" Type="http://schemas.openxmlformats.org/officeDocument/2006/relationships/image" Target="../media/image659.emf"/><Relationship Id="rId2" Type="http://schemas.openxmlformats.org/officeDocument/2006/relationships/image" Target="../media/image658.emf"/><Relationship Id="rId1" Type="http://schemas.openxmlformats.org/officeDocument/2006/relationships/image" Target="../media/image657.emf"/></Relationships>
</file>

<file path=ppt/drawings/_rels/vmlDrawing111.vml.rels><?xml version="1.0" encoding="UTF-8" standalone="yes"?>
<Relationships xmlns="http://schemas.openxmlformats.org/package/2006/relationships"><Relationship Id="rId2" Type="http://schemas.openxmlformats.org/officeDocument/2006/relationships/image" Target="../media/image666.emf"/><Relationship Id="rId1" Type="http://schemas.openxmlformats.org/officeDocument/2006/relationships/image" Target="../media/image665.emf"/></Relationships>
</file>

<file path=ppt/drawings/_rels/vmlDrawing112.vml.rels><?xml version="1.0" encoding="UTF-8" standalone="yes"?>
<Relationships xmlns="http://schemas.openxmlformats.org/package/2006/relationships"><Relationship Id="rId5" Type="http://schemas.openxmlformats.org/officeDocument/2006/relationships/image" Target="../media/image368.wmf"/><Relationship Id="rId4" Type="http://schemas.openxmlformats.org/officeDocument/2006/relationships/image" Target="../media/image367.wmf"/><Relationship Id="rId3" Type="http://schemas.openxmlformats.org/officeDocument/2006/relationships/image" Target="../media/image366.wmf"/><Relationship Id="rId2" Type="http://schemas.openxmlformats.org/officeDocument/2006/relationships/image" Target="../media/image257.wmf"/><Relationship Id="rId1" Type="http://schemas.openxmlformats.org/officeDocument/2006/relationships/image" Target="../media/image256.wmf"/></Relationships>
</file>

<file path=ppt/drawings/_rels/vmlDrawing113.vml.rels><?xml version="1.0" encoding="UTF-8" standalone="yes"?>
<Relationships xmlns="http://schemas.openxmlformats.org/package/2006/relationships"><Relationship Id="rId4" Type="http://schemas.openxmlformats.org/officeDocument/2006/relationships/image" Target="../media/image670.emf"/><Relationship Id="rId3" Type="http://schemas.openxmlformats.org/officeDocument/2006/relationships/image" Target="../media/image669.emf"/><Relationship Id="rId2" Type="http://schemas.openxmlformats.org/officeDocument/2006/relationships/image" Target="../media/image668.emf"/><Relationship Id="rId1" Type="http://schemas.openxmlformats.org/officeDocument/2006/relationships/image" Target="../media/image667.emf"/></Relationships>
</file>

<file path=ppt/drawings/_rels/vmlDrawing114.vml.rels><?xml version="1.0" encoding="UTF-8" standalone="yes"?>
<Relationships xmlns="http://schemas.openxmlformats.org/package/2006/relationships"><Relationship Id="rId4" Type="http://schemas.openxmlformats.org/officeDocument/2006/relationships/image" Target="../media/image673.wmf"/><Relationship Id="rId3" Type="http://schemas.openxmlformats.org/officeDocument/2006/relationships/image" Target="../media/image672.wmf"/><Relationship Id="rId2" Type="http://schemas.openxmlformats.org/officeDocument/2006/relationships/image" Target="../media/image671.wmf"/><Relationship Id="rId1" Type="http://schemas.openxmlformats.org/officeDocument/2006/relationships/image" Target="../media/image439.wmf"/></Relationships>
</file>

<file path=ppt/drawings/_rels/vmlDrawing115.vml.rels><?xml version="1.0" encoding="UTF-8" standalone="yes"?>
<Relationships xmlns="http://schemas.openxmlformats.org/package/2006/relationships"><Relationship Id="rId1" Type="http://schemas.openxmlformats.org/officeDocument/2006/relationships/image" Target="../media/image456.wmf"/></Relationships>
</file>

<file path=ppt/drawings/_rels/vmlDrawing116.vml.rels><?xml version="1.0" encoding="UTF-8" standalone="yes"?>
<Relationships xmlns="http://schemas.openxmlformats.org/package/2006/relationships"><Relationship Id="rId5" Type="http://schemas.openxmlformats.org/officeDocument/2006/relationships/image" Target="../media/image677.wmf"/><Relationship Id="rId4" Type="http://schemas.openxmlformats.org/officeDocument/2006/relationships/image" Target="../media/image676.wmf"/><Relationship Id="rId3" Type="http://schemas.openxmlformats.org/officeDocument/2006/relationships/image" Target="../media/image470.wmf"/><Relationship Id="rId2" Type="http://schemas.openxmlformats.org/officeDocument/2006/relationships/image" Target="../media/image675.wmf"/><Relationship Id="rId1" Type="http://schemas.openxmlformats.org/officeDocument/2006/relationships/image" Target="../media/image674.wmf"/></Relationships>
</file>

<file path=ppt/drawings/_rels/vmlDrawing117.vml.rels><?xml version="1.0" encoding="UTF-8" standalone="yes"?>
<Relationships xmlns="http://schemas.openxmlformats.org/package/2006/relationships"><Relationship Id="rId6" Type="http://schemas.openxmlformats.org/officeDocument/2006/relationships/image" Target="../media/image480.wmf"/><Relationship Id="rId5" Type="http://schemas.openxmlformats.org/officeDocument/2006/relationships/image" Target="../media/image474.wmf"/><Relationship Id="rId4" Type="http://schemas.openxmlformats.org/officeDocument/2006/relationships/image" Target="../media/image482.wmf"/><Relationship Id="rId3" Type="http://schemas.openxmlformats.org/officeDocument/2006/relationships/image" Target="../media/image481.wmf"/><Relationship Id="rId2" Type="http://schemas.openxmlformats.org/officeDocument/2006/relationships/image" Target="../media/image476.wmf"/><Relationship Id="rId1" Type="http://schemas.openxmlformats.org/officeDocument/2006/relationships/image" Target="../media/image475.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7874" name="Rectangle 2"/>
          <p:cNvSpPr>
            <a:spLocks noGrp="1" noChangeArrowheads="1"/>
          </p:cNvSpPr>
          <p:nvPr>
            <p:ph type="hdr" sz="quarter"/>
          </p:nvPr>
        </p:nvSpPr>
        <p:spPr bwMode="auto">
          <a:xfrm>
            <a:off x="0" y="0"/>
            <a:ext cx="2971800" cy="457200"/>
          </a:xfrm>
          <a:prstGeom prst="rect">
            <a:avLst/>
          </a:prstGeom>
          <a:noFill/>
          <a:ln>
            <a:noFill/>
          </a:ln>
          <a:effectLst/>
        </p:spPr>
        <p:txBody>
          <a:bodyPr vert="horz" wrap="square" lIns="91440" tIns="45720" rIns="91440" bIns="45720" numCol="1" anchor="t" anchorCtr="0" compatLnSpc="1"/>
          <a:lstStyle>
            <a:lvl1pPr eaLnBrk="0" hangingPunct="0">
              <a:defRPr sz="1200">
                <a:latin typeface="Arial" panose="020B0604020202020204" pitchFamily="34" charset="0"/>
                <a:ea typeface="宋体" panose="02010600030101010101" pitchFamily="2" charset="-122"/>
                <a:cs typeface="宋体" panose="02010600030101010101" pitchFamily="2" charset="-122"/>
              </a:defRPr>
            </a:lvl1pPr>
          </a:lstStyle>
          <a:p>
            <a:pPr>
              <a:defRPr/>
            </a:pPr>
            <a:endParaRPr lang="zh-CN" altLang="en-US"/>
          </a:p>
        </p:txBody>
      </p:sp>
      <p:sp>
        <p:nvSpPr>
          <p:cNvPr id="207875" name="Rectangle 3"/>
          <p:cNvSpPr>
            <a:spLocks noGrp="1" noChangeArrowheads="1"/>
          </p:cNvSpPr>
          <p:nvPr>
            <p:ph type="dt" idx="1"/>
          </p:nvPr>
        </p:nvSpPr>
        <p:spPr bwMode="auto">
          <a:xfrm>
            <a:off x="3884613" y="0"/>
            <a:ext cx="2971800" cy="457200"/>
          </a:xfrm>
          <a:prstGeom prst="rect">
            <a:avLst/>
          </a:prstGeom>
          <a:noFill/>
          <a:ln>
            <a:noFill/>
          </a:ln>
          <a:effectLst/>
        </p:spPr>
        <p:txBody>
          <a:bodyPr vert="horz" wrap="square" lIns="91440" tIns="45720" rIns="91440" bIns="45720" numCol="1" anchor="t" anchorCtr="0" compatLnSpc="1"/>
          <a:lstStyle>
            <a:lvl1pPr algn="r" eaLnBrk="0" hangingPunct="0">
              <a:defRPr sz="1200"/>
            </a:lvl1pPr>
          </a:lstStyle>
          <a:p>
            <a:pPr>
              <a:defRPr/>
            </a:pPr>
            <a:fld id="{D7DA75A5-0C72-4322-AF69-6A665E7627DB}" type="datetimeFigureOut">
              <a:rPr lang="zh-CN" altLang="en-US"/>
            </a:fld>
            <a:endParaRPr lang="en-US" altLang="zh-CN"/>
          </a:p>
        </p:txBody>
      </p:sp>
      <p:sp>
        <p:nvSpPr>
          <p:cNvPr id="2052"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sp>
      <p:sp>
        <p:nvSpPr>
          <p:cNvPr id="207877" name="Rectangle 5"/>
          <p:cNvSpPr>
            <a:spLocks noGrp="1" noChangeArrowheads="1"/>
          </p:cNvSpPr>
          <p:nvPr>
            <p:ph type="body" sz="quarter" idx="3"/>
          </p:nvPr>
        </p:nvSpPr>
        <p:spPr bwMode="auto">
          <a:xfrm>
            <a:off x="685800" y="4343400"/>
            <a:ext cx="5486400" cy="4114800"/>
          </a:xfrm>
          <a:prstGeom prst="rect">
            <a:avLst/>
          </a:prstGeom>
          <a:noFill/>
          <a:ln>
            <a:noFill/>
          </a:ln>
          <a:effectLst/>
        </p:spPr>
        <p:txBody>
          <a:bodyPr vert="horz" wrap="square" lIns="91440" tIns="45720" rIns="91440" bIns="45720" numCol="1" anchor="t" anchorCtr="0" compatLnSpc="1"/>
          <a:lstStyle/>
          <a:p>
            <a:pPr lvl="0"/>
            <a:r>
              <a:rPr lang="zh-CN" altLang="en-US" noProof="0"/>
              <a:t>单击此处编辑母版文本样式</a:t>
            </a:r>
            <a:endParaRPr lang="zh-CN" altLang="en-US" noProof="0"/>
          </a:p>
          <a:p>
            <a:pPr lvl="1"/>
            <a:r>
              <a:rPr lang="zh-CN" altLang="en-US" noProof="0"/>
              <a:t>第二级</a:t>
            </a:r>
            <a:endParaRPr lang="zh-CN" altLang="en-US" noProof="0"/>
          </a:p>
          <a:p>
            <a:pPr lvl="2"/>
            <a:r>
              <a:rPr lang="zh-CN" altLang="en-US" noProof="0"/>
              <a:t>第三级</a:t>
            </a:r>
            <a:endParaRPr lang="zh-CN" altLang="en-US" noProof="0"/>
          </a:p>
          <a:p>
            <a:pPr lvl="3"/>
            <a:r>
              <a:rPr lang="zh-CN" altLang="en-US" noProof="0"/>
              <a:t>第四级</a:t>
            </a:r>
            <a:endParaRPr lang="zh-CN" altLang="en-US" noProof="0"/>
          </a:p>
          <a:p>
            <a:pPr lvl="4"/>
            <a:r>
              <a:rPr lang="zh-CN" altLang="en-US" noProof="0"/>
              <a:t>第五级</a:t>
            </a:r>
            <a:endParaRPr lang="zh-CN" altLang="en-US" noProof="0"/>
          </a:p>
        </p:txBody>
      </p:sp>
      <p:sp>
        <p:nvSpPr>
          <p:cNvPr id="207878" name="Rectangle 6"/>
          <p:cNvSpPr>
            <a:spLocks noGrp="1" noChangeArrowheads="1"/>
          </p:cNvSpPr>
          <p:nvPr>
            <p:ph type="ftr" sz="quarter" idx="4"/>
          </p:nvPr>
        </p:nvSpPr>
        <p:spPr bwMode="auto">
          <a:xfrm>
            <a:off x="0" y="8685213"/>
            <a:ext cx="2971800" cy="457200"/>
          </a:xfrm>
          <a:prstGeom prst="rect">
            <a:avLst/>
          </a:prstGeom>
          <a:noFill/>
          <a:ln>
            <a:noFill/>
          </a:ln>
          <a:effectLst/>
        </p:spPr>
        <p:txBody>
          <a:bodyPr vert="horz" wrap="square" lIns="91440" tIns="45720" rIns="91440" bIns="45720" numCol="1" anchor="b" anchorCtr="0" compatLnSpc="1"/>
          <a:lstStyle>
            <a:lvl1pPr eaLnBrk="0" hangingPunct="0">
              <a:defRPr sz="1200">
                <a:latin typeface="Arial" panose="020B0604020202020204" pitchFamily="34" charset="0"/>
                <a:ea typeface="宋体" panose="02010600030101010101" pitchFamily="2" charset="-122"/>
                <a:cs typeface="宋体" panose="02010600030101010101" pitchFamily="2" charset="-122"/>
              </a:defRPr>
            </a:lvl1pPr>
          </a:lstStyle>
          <a:p>
            <a:pPr>
              <a:defRPr/>
            </a:pPr>
            <a:endParaRPr lang="en-US" altLang="zh-CN"/>
          </a:p>
        </p:txBody>
      </p:sp>
      <p:sp>
        <p:nvSpPr>
          <p:cNvPr id="207879" name="Rectangle 7"/>
          <p:cNvSpPr>
            <a:spLocks noGrp="1" noChangeArrowheads="1"/>
          </p:cNvSpPr>
          <p:nvPr>
            <p:ph type="sldNum" sz="quarter" idx="5"/>
          </p:nvPr>
        </p:nvSpPr>
        <p:spPr bwMode="auto">
          <a:xfrm>
            <a:off x="3884613" y="8685213"/>
            <a:ext cx="2971800" cy="457200"/>
          </a:xfrm>
          <a:prstGeom prst="rect">
            <a:avLst/>
          </a:prstGeom>
          <a:noFill/>
          <a:ln>
            <a:noFill/>
          </a:ln>
          <a:effectLst/>
        </p:spPr>
        <p:txBody>
          <a:bodyPr vert="horz" wrap="square" lIns="91440" tIns="45720" rIns="91440" bIns="45720" numCol="1" anchor="b" anchorCtr="0" compatLnSpc="1"/>
          <a:lstStyle>
            <a:lvl1pPr algn="r">
              <a:defRPr sz="1200" smtClean="0"/>
            </a:lvl1pPr>
          </a:lstStyle>
          <a:p>
            <a:pPr>
              <a:defRPr/>
            </a:pPr>
            <a:fld id="{1B1DD2AA-925C-40E8-88DE-B281854464B9}" type="slidenum">
              <a:rPr lang="zh-CN" altLang="en-US"/>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Calibri" panose="020F0502020204030204" charset="0"/>
        <a:ea typeface="宋体" panose="02010600030101010101" pitchFamily="2" charset="-122"/>
        <a:cs typeface="宋体" panose="02010600030101010101" pitchFamily="2" charset="-122"/>
      </a:defRPr>
    </a:lvl1pPr>
    <a:lvl2pPr marL="457200" algn="l" rtl="0" eaLnBrk="0" fontAlgn="base" hangingPunct="0">
      <a:spcBef>
        <a:spcPct val="30000"/>
      </a:spcBef>
      <a:spcAft>
        <a:spcPct val="0"/>
      </a:spcAft>
      <a:defRPr kumimoji="1" sz="1200" kern="1200">
        <a:solidFill>
          <a:schemeClr val="tx1"/>
        </a:solidFill>
        <a:latin typeface="Calibri" panose="020F0502020204030204" charset="0"/>
        <a:ea typeface="宋体" panose="02010600030101010101" pitchFamily="2" charset="-122"/>
        <a:cs typeface="+mn-cs"/>
      </a:defRPr>
    </a:lvl2pPr>
    <a:lvl3pPr marL="914400" algn="l" rtl="0" eaLnBrk="0" fontAlgn="base" hangingPunct="0">
      <a:spcBef>
        <a:spcPct val="30000"/>
      </a:spcBef>
      <a:spcAft>
        <a:spcPct val="0"/>
      </a:spcAft>
      <a:defRPr kumimoji="1" sz="1200" kern="1200">
        <a:solidFill>
          <a:schemeClr val="tx1"/>
        </a:solidFill>
        <a:latin typeface="Calibri" panose="020F0502020204030204" charset="0"/>
        <a:ea typeface="宋体" panose="02010600030101010101" pitchFamily="2" charset="-122"/>
        <a:cs typeface="+mn-cs"/>
      </a:defRPr>
    </a:lvl3pPr>
    <a:lvl4pPr marL="1371600" algn="l" rtl="0" eaLnBrk="0" fontAlgn="base" hangingPunct="0">
      <a:spcBef>
        <a:spcPct val="30000"/>
      </a:spcBef>
      <a:spcAft>
        <a:spcPct val="0"/>
      </a:spcAft>
      <a:defRPr kumimoji="1" sz="1200" kern="1200">
        <a:solidFill>
          <a:schemeClr val="tx1"/>
        </a:solidFill>
        <a:latin typeface="Calibri" panose="020F0502020204030204" charset="0"/>
        <a:ea typeface="宋体" panose="02010600030101010101" pitchFamily="2" charset="-122"/>
        <a:cs typeface="+mn-cs"/>
      </a:defRPr>
    </a:lvl4pPr>
    <a:lvl5pPr marL="1828800" algn="l" rtl="0" eaLnBrk="0" fontAlgn="base" hangingPunct="0">
      <a:spcBef>
        <a:spcPct val="30000"/>
      </a:spcBef>
      <a:spcAft>
        <a:spcPct val="0"/>
      </a:spcAft>
      <a:defRPr kumimoji="1" sz="1200" kern="1200">
        <a:solidFill>
          <a:schemeClr val="tx1"/>
        </a:solidFill>
        <a:latin typeface="Calibri" panose="020F0502020204030204" charset="0"/>
        <a:ea typeface="宋体" panose="02010600030101010101" pitchFamily="2" charset="-122"/>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幻灯片图像占位符 1"/>
          <p:cNvSpPr>
            <a:spLocks noGrp="1" noRot="1" noChangeAspect="1" noChangeArrowheads="1" noTextEdit="1"/>
          </p:cNvSpPr>
          <p:nvPr>
            <p:ph type="sldImg"/>
          </p:nvPr>
        </p:nvSpPr>
        <p:spPr/>
      </p:sp>
      <p:sp>
        <p:nvSpPr>
          <p:cNvPr id="50179"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Calibri" panose="020F0502020204030204" charset="0"/>
              <a:ea typeface="宋体" panose="02010600030101010101" pitchFamily="2" charset="-122"/>
            </a:endParaRPr>
          </a:p>
        </p:txBody>
      </p:sp>
      <p:sp>
        <p:nvSpPr>
          <p:cNvPr id="50180"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Calibri" panose="020F0502020204030204" charset="0"/>
                <a:ea typeface="宋体" panose="02010600030101010101" pitchFamily="2" charset="-122"/>
              </a:defRPr>
            </a:lvl1pPr>
            <a:lvl2pPr marL="742950" indent="-285750">
              <a:spcBef>
                <a:spcPct val="30000"/>
              </a:spcBef>
              <a:defRPr kumimoji="1" sz="1200">
                <a:solidFill>
                  <a:schemeClr val="tx1"/>
                </a:solidFill>
                <a:latin typeface="Calibri" panose="020F0502020204030204" charset="0"/>
                <a:ea typeface="宋体" panose="02010600030101010101" pitchFamily="2" charset="-122"/>
              </a:defRPr>
            </a:lvl2pPr>
            <a:lvl3pPr marL="1143000" indent="-228600">
              <a:spcBef>
                <a:spcPct val="30000"/>
              </a:spcBef>
              <a:defRPr kumimoji="1" sz="1200">
                <a:solidFill>
                  <a:schemeClr val="tx1"/>
                </a:solidFill>
                <a:latin typeface="Calibri" panose="020F0502020204030204" charset="0"/>
                <a:ea typeface="宋体" panose="02010600030101010101" pitchFamily="2" charset="-122"/>
              </a:defRPr>
            </a:lvl3pPr>
            <a:lvl4pPr marL="1600200" indent="-228600">
              <a:spcBef>
                <a:spcPct val="30000"/>
              </a:spcBef>
              <a:defRPr kumimoji="1" sz="1200">
                <a:solidFill>
                  <a:schemeClr val="tx1"/>
                </a:solidFill>
                <a:latin typeface="Calibri" panose="020F0502020204030204" charset="0"/>
                <a:ea typeface="宋体" panose="02010600030101010101" pitchFamily="2" charset="-122"/>
              </a:defRPr>
            </a:lvl4pPr>
            <a:lvl5pPr marL="2057400" indent="-228600">
              <a:spcBef>
                <a:spcPct val="30000"/>
              </a:spcBef>
              <a:defRPr kumimoji="1" sz="1200">
                <a:solidFill>
                  <a:schemeClr val="tx1"/>
                </a:solidFill>
                <a:latin typeface="Calibri" panose="020F0502020204030204"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Calibri" panose="020F0502020204030204"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Calibri" panose="020F0502020204030204"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Calibri" panose="020F0502020204030204"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Calibri" panose="020F0502020204030204" charset="0"/>
                <a:ea typeface="宋体" panose="02010600030101010101" pitchFamily="2" charset="-122"/>
              </a:defRPr>
            </a:lvl9pPr>
          </a:lstStyle>
          <a:p>
            <a:pPr>
              <a:spcBef>
                <a:spcPct val="0"/>
              </a:spcBef>
            </a:pPr>
            <a:fld id="{0E030D69-3A08-453E-AF92-B5B8BCA5D55C}" type="slidenum">
              <a:rPr kumimoji="0" lang="zh-CN" altLang="en-US">
                <a:latin typeface="Arial" panose="020B0604020202020204" pitchFamily="34" charset="0"/>
              </a:rPr>
            </a:fld>
            <a:endParaRPr kumimoji="0" lang="en-US" altLang="zh-CN">
              <a:latin typeface="Arial" panose="020B0604020202020204" pitchFamily="34"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Rectangle 4"/>
          <p:cNvSpPr>
            <a:spLocks noGrp="1" noChangeArrowheads="1"/>
          </p:cNvSpPr>
          <p:nvPr>
            <p:ph type="dt" sz="half" idx="10"/>
          </p:nvPr>
        </p:nvSpPr>
        <p:spPr/>
        <p:txBody>
          <a:bodyPr/>
          <a:lstStyle>
            <a:lvl1pPr>
              <a:defRPr/>
            </a:lvl1pPr>
          </a:lstStyle>
          <a:p>
            <a:pPr>
              <a:defRPr/>
            </a:pPr>
            <a:fld id="{1B1D5402-283F-48A1-ACE3-F68158E1529F}" type="datetime1">
              <a:rPr lang="zh-CN" altLang="en-US"/>
            </a:fld>
            <a:endParaRPr lang="en-US" altLang="zh-CN"/>
          </a:p>
        </p:txBody>
      </p:sp>
      <p:sp>
        <p:nvSpPr>
          <p:cNvPr id="5" name="Rectangle 5"/>
          <p:cNvSpPr>
            <a:spLocks noGrp="1" noChangeArrowheads="1"/>
          </p:cNvSpPr>
          <p:nvPr>
            <p:ph type="ftr" sz="quarter" idx="11"/>
          </p:nvPr>
        </p:nvSpPr>
        <p:spPr>
          <a:xfrm>
            <a:off x="2267744" y="6517071"/>
            <a:ext cx="4191000" cy="333375"/>
          </a:xfrm>
        </p:spPr>
        <p:txBody>
          <a:bodyPr/>
          <a:lstStyle>
            <a:lvl1pPr>
              <a:defRPr/>
            </a:lvl1pPr>
          </a:lstStyle>
          <a:p>
            <a:pPr>
              <a:defRPr/>
            </a:pPr>
            <a:r>
              <a:rPr lang="en-US" altLang="zh-CN" dirty="0"/>
              <a:t>1234</a:t>
            </a:r>
            <a:endParaRPr lang="en-US" altLang="zh-CN"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endParaRPr lang="zh-CN" altLang="en-US"/>
          </a:p>
        </p:txBody>
      </p:sp>
      <p:sp>
        <p:nvSpPr>
          <p:cNvPr id="4" name="Rectangle 4"/>
          <p:cNvSpPr>
            <a:spLocks noGrp="1" noChangeArrowheads="1"/>
          </p:cNvSpPr>
          <p:nvPr>
            <p:ph type="dt" sz="half" idx="10"/>
          </p:nvPr>
        </p:nvSpPr>
        <p:spPr/>
        <p:txBody>
          <a:bodyPr/>
          <a:lstStyle>
            <a:lvl1pPr>
              <a:defRPr/>
            </a:lvl1pPr>
          </a:lstStyle>
          <a:p>
            <a:pPr>
              <a:defRPr/>
            </a:pPr>
            <a:fld id="{7745F767-7FD5-452B-9708-B1C3F4D7FC24}" type="datetime1">
              <a:rPr lang="zh-CN" altLang="en-US"/>
            </a:fld>
            <a:endParaRPr lang="en-US" altLang="zh-CN"/>
          </a:p>
        </p:txBody>
      </p:sp>
      <p:sp>
        <p:nvSpPr>
          <p:cNvPr id="5" name="Rectangle 5"/>
          <p:cNvSpPr>
            <a:spLocks noGrp="1" noChangeArrowheads="1"/>
          </p:cNvSpPr>
          <p:nvPr>
            <p:ph type="ftr" sz="quarter" idx="11"/>
          </p:nvPr>
        </p:nvSpPr>
        <p:spPr/>
        <p:txBody>
          <a:bodyPr/>
          <a:lstStyle>
            <a:lvl1pPr>
              <a:defRPr/>
            </a:lvl1pPr>
          </a:lstStyle>
          <a:p>
            <a:pPr>
              <a:defRPr/>
            </a:pPr>
            <a:endParaRPr lang="en-US" altLang="zh-CN"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533400" y="1524000"/>
            <a:ext cx="3924300" cy="4572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4610100" y="1524000"/>
            <a:ext cx="3924300" cy="4572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Rectangle 4"/>
          <p:cNvSpPr>
            <a:spLocks noGrp="1" noChangeArrowheads="1"/>
          </p:cNvSpPr>
          <p:nvPr>
            <p:ph type="dt" sz="half" idx="10"/>
          </p:nvPr>
        </p:nvSpPr>
        <p:spPr/>
        <p:txBody>
          <a:bodyPr/>
          <a:lstStyle>
            <a:lvl1pPr>
              <a:defRPr/>
            </a:lvl1pPr>
          </a:lstStyle>
          <a:p>
            <a:pPr>
              <a:defRPr/>
            </a:pPr>
            <a:fld id="{20DB0EA9-FD95-4708-8B9E-95C63410B5E5}" type="datetime1">
              <a:rPr lang="zh-CN" altLang="en-US"/>
            </a:fld>
            <a:endParaRPr lang="en-US" altLang="zh-CN"/>
          </a:p>
        </p:txBody>
      </p:sp>
      <p:sp>
        <p:nvSpPr>
          <p:cNvPr id="6" name="Rectangle 5"/>
          <p:cNvSpPr>
            <a:spLocks noGrp="1" noChangeArrowheads="1"/>
          </p:cNvSpPr>
          <p:nvPr>
            <p:ph type="ftr" sz="quarter" idx="11"/>
          </p:nvPr>
        </p:nvSpPr>
        <p:spPr/>
        <p:txBody>
          <a:bodyPr/>
          <a:lstStyle>
            <a:lvl1pPr>
              <a:defRPr/>
            </a:lvl1pPr>
          </a:lstStyle>
          <a:p>
            <a:pPr>
              <a:defRPr/>
            </a:pPr>
            <a:endParaRPr lang="en-US" alt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Rectangle 4"/>
          <p:cNvSpPr>
            <a:spLocks noGrp="1" noChangeArrowheads="1"/>
          </p:cNvSpPr>
          <p:nvPr>
            <p:ph type="dt" sz="half" idx="10"/>
          </p:nvPr>
        </p:nvSpPr>
        <p:spPr/>
        <p:txBody>
          <a:bodyPr/>
          <a:lstStyle>
            <a:lvl1pPr>
              <a:defRPr/>
            </a:lvl1pPr>
          </a:lstStyle>
          <a:p>
            <a:pPr>
              <a:defRPr/>
            </a:pPr>
            <a:fld id="{3896F913-4B81-4894-833F-8CAEA474FD73}" type="datetime1">
              <a:rPr lang="zh-CN" altLang="en-US"/>
            </a:fld>
            <a:endParaRPr lang="en-US" altLang="zh-CN"/>
          </a:p>
        </p:txBody>
      </p:sp>
      <p:sp>
        <p:nvSpPr>
          <p:cNvPr id="8" name="Rectangle 5"/>
          <p:cNvSpPr>
            <a:spLocks noGrp="1" noChangeArrowheads="1"/>
          </p:cNvSpPr>
          <p:nvPr>
            <p:ph type="ftr" sz="quarter" idx="11"/>
          </p:nvPr>
        </p:nvSpPr>
        <p:spPr/>
        <p:txBody>
          <a:bodyPr/>
          <a:lstStyle>
            <a:lvl1pPr>
              <a:defRPr/>
            </a:lvl1pPr>
          </a:lstStyle>
          <a:p>
            <a:pPr>
              <a:defRPr/>
            </a:pPr>
            <a:endParaRPr lang="en-US" alt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Rectangle 4"/>
          <p:cNvSpPr>
            <a:spLocks noGrp="1" noChangeArrowheads="1"/>
          </p:cNvSpPr>
          <p:nvPr>
            <p:ph type="dt" sz="half" idx="10"/>
          </p:nvPr>
        </p:nvSpPr>
        <p:spPr/>
        <p:txBody>
          <a:bodyPr/>
          <a:lstStyle>
            <a:lvl1pPr>
              <a:defRPr/>
            </a:lvl1pPr>
          </a:lstStyle>
          <a:p>
            <a:pPr>
              <a:defRPr/>
            </a:pPr>
            <a:fld id="{CDE3C319-EFBF-408E-BC26-8409C5A6E8D0}" type="datetime1">
              <a:rPr lang="zh-CN" altLang="en-US"/>
            </a:fld>
            <a:endParaRPr lang="en-US" altLang="zh-CN"/>
          </a:p>
        </p:txBody>
      </p:sp>
      <p:sp>
        <p:nvSpPr>
          <p:cNvPr id="4" name="Rectangle 5"/>
          <p:cNvSpPr>
            <a:spLocks noGrp="1" noChangeArrowheads="1"/>
          </p:cNvSpPr>
          <p:nvPr>
            <p:ph type="ftr" sz="quarter" idx="11"/>
          </p:nvPr>
        </p:nvSpPr>
        <p:spPr/>
        <p:txBody>
          <a:bodyPr/>
          <a:lstStyle>
            <a:lvl1pPr>
              <a:defRPr/>
            </a:lvl1pPr>
          </a:lstStyle>
          <a:p>
            <a:pPr>
              <a:defRPr/>
            </a:pPr>
            <a:endParaRPr lang="en-US" alt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p:txBody>
          <a:bodyPr/>
          <a:lstStyle>
            <a:lvl1pPr>
              <a:defRPr/>
            </a:lvl1pPr>
          </a:lstStyle>
          <a:p>
            <a:pPr>
              <a:defRPr/>
            </a:pPr>
            <a:fld id="{34CBB6B8-AFDC-43FC-8278-B1EE6218A432}" type="datetime1">
              <a:rPr lang="zh-CN" altLang="en-US"/>
            </a:fld>
            <a:endParaRPr lang="en-US" altLang="zh-CN"/>
          </a:p>
        </p:txBody>
      </p:sp>
      <p:sp>
        <p:nvSpPr>
          <p:cNvPr id="3" name="Rectangle 5"/>
          <p:cNvSpPr>
            <a:spLocks noGrp="1" noChangeArrowheads="1"/>
          </p:cNvSpPr>
          <p:nvPr>
            <p:ph type="ftr" sz="quarter" idx="11"/>
          </p:nvPr>
        </p:nvSpPr>
        <p:spPr/>
        <p:txBody>
          <a:bodyPr/>
          <a:lstStyle>
            <a:lvl1pPr>
              <a:defRPr/>
            </a:lvl1pPr>
          </a:lstStyle>
          <a:p>
            <a:pPr>
              <a:defRPr/>
            </a:pPr>
            <a:endParaRPr lang="en-US" alt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Rectangle 4"/>
          <p:cNvSpPr>
            <a:spLocks noGrp="1" noChangeArrowheads="1"/>
          </p:cNvSpPr>
          <p:nvPr>
            <p:ph type="dt" sz="half" idx="10"/>
          </p:nvPr>
        </p:nvSpPr>
        <p:spPr/>
        <p:txBody>
          <a:bodyPr/>
          <a:lstStyle>
            <a:lvl1pPr>
              <a:defRPr/>
            </a:lvl1pPr>
          </a:lstStyle>
          <a:p>
            <a:pPr>
              <a:defRPr/>
            </a:pPr>
            <a:fld id="{03A58370-8B1F-467E-8027-65F5F4CB160E}" type="datetime1">
              <a:rPr lang="zh-CN" altLang="en-US"/>
            </a:fld>
            <a:endParaRPr lang="en-US" altLang="zh-CN"/>
          </a:p>
        </p:txBody>
      </p:sp>
      <p:sp>
        <p:nvSpPr>
          <p:cNvPr id="6" name="Rectangle 5"/>
          <p:cNvSpPr>
            <a:spLocks noGrp="1" noChangeArrowheads="1"/>
          </p:cNvSpPr>
          <p:nvPr>
            <p:ph type="ftr" sz="quarter" idx="11"/>
          </p:nvPr>
        </p:nvSpPr>
        <p:spPr/>
        <p:txBody>
          <a:bodyPr/>
          <a:lstStyle>
            <a:lvl1pPr>
              <a:defRPr/>
            </a:lvl1pPr>
          </a:lstStyle>
          <a:p>
            <a:pPr>
              <a:defRPr/>
            </a:pPr>
            <a:endParaRPr lang="en-US" alt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Rectangle 4"/>
          <p:cNvSpPr>
            <a:spLocks noGrp="1" noChangeArrowheads="1"/>
          </p:cNvSpPr>
          <p:nvPr>
            <p:ph type="dt" sz="half" idx="10"/>
          </p:nvPr>
        </p:nvSpPr>
        <p:spPr/>
        <p:txBody>
          <a:bodyPr/>
          <a:lstStyle>
            <a:lvl1pPr>
              <a:defRPr/>
            </a:lvl1pPr>
          </a:lstStyle>
          <a:p>
            <a:pPr>
              <a:defRPr/>
            </a:pPr>
            <a:fld id="{EE0942EA-5DD8-45AA-8B9D-E6E22949461F}" type="datetime1">
              <a:rPr lang="zh-CN" altLang="en-US"/>
            </a:fld>
            <a:endParaRPr lang="en-US" altLang="zh-CN"/>
          </a:p>
        </p:txBody>
      </p:sp>
      <p:sp>
        <p:nvSpPr>
          <p:cNvPr id="6" name="Rectangle 5"/>
          <p:cNvSpPr>
            <a:spLocks noGrp="1" noChangeArrowheads="1"/>
          </p:cNvSpPr>
          <p:nvPr>
            <p:ph type="ftr" sz="quarter" idx="11"/>
          </p:nvPr>
        </p:nvSpPr>
        <p:spPr/>
        <p:txBody>
          <a:bodyPr/>
          <a:lstStyle>
            <a:lvl1pPr>
              <a:defRPr/>
            </a:lvl1pPr>
          </a:lstStyle>
          <a:p>
            <a:pPr>
              <a:defRPr/>
            </a:pPr>
            <a:endParaRPr lang="en-US" alt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Rectangle 4"/>
          <p:cNvSpPr>
            <a:spLocks noGrp="1" noChangeArrowheads="1"/>
          </p:cNvSpPr>
          <p:nvPr>
            <p:ph type="dt" sz="half" idx="10"/>
          </p:nvPr>
        </p:nvSpPr>
        <p:spPr/>
        <p:txBody>
          <a:bodyPr/>
          <a:lstStyle>
            <a:lvl1pPr>
              <a:defRPr/>
            </a:lvl1pPr>
          </a:lstStyle>
          <a:p>
            <a:pPr>
              <a:defRPr/>
            </a:pPr>
            <a:fld id="{00642D1B-0DBD-4793-8C09-515AEF79F676}" type="datetime1">
              <a:rPr lang="zh-CN" altLang="en-US"/>
            </a:fld>
            <a:endParaRPr lang="en-US" altLang="zh-CN"/>
          </a:p>
        </p:txBody>
      </p:sp>
      <p:sp>
        <p:nvSpPr>
          <p:cNvPr id="5" name="Rectangle 5"/>
          <p:cNvSpPr>
            <a:spLocks noGrp="1" noChangeArrowheads="1"/>
          </p:cNvSpPr>
          <p:nvPr>
            <p:ph type="ftr" sz="quarter" idx="11"/>
          </p:nvPr>
        </p:nvSpPr>
        <p:spPr/>
        <p:txBody>
          <a:bodyPr/>
          <a:lstStyle>
            <a:lvl1pPr>
              <a:defRPr/>
            </a:lvl1pPr>
          </a:lstStyle>
          <a:p>
            <a:pPr>
              <a:defRPr/>
            </a:pPr>
            <a:endParaRPr lang="en-US" alt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34150" y="106363"/>
            <a:ext cx="2000250" cy="5989637"/>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533400" y="106363"/>
            <a:ext cx="5848350" cy="5989637"/>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Rectangle 4"/>
          <p:cNvSpPr>
            <a:spLocks noGrp="1" noChangeArrowheads="1"/>
          </p:cNvSpPr>
          <p:nvPr>
            <p:ph type="dt" sz="half" idx="10"/>
          </p:nvPr>
        </p:nvSpPr>
        <p:spPr/>
        <p:txBody>
          <a:bodyPr/>
          <a:lstStyle>
            <a:lvl1pPr>
              <a:defRPr/>
            </a:lvl1pPr>
          </a:lstStyle>
          <a:p>
            <a:pPr>
              <a:defRPr/>
            </a:pPr>
            <a:fld id="{3C040FDF-4B2E-4875-8776-49B709EE4650}" type="datetime1">
              <a:rPr lang="zh-CN" altLang="en-US"/>
            </a:fld>
            <a:endParaRPr lang="en-US" altLang="zh-CN"/>
          </a:p>
        </p:txBody>
      </p:sp>
      <p:sp>
        <p:nvSpPr>
          <p:cNvPr id="5" name="Rectangle 5"/>
          <p:cNvSpPr>
            <a:spLocks noGrp="1" noChangeArrowheads="1"/>
          </p:cNvSpPr>
          <p:nvPr>
            <p:ph type="ftr" sz="quarter" idx="11"/>
          </p:nvPr>
        </p:nvSpPr>
        <p:spPr/>
        <p:txBody>
          <a:bodyPr/>
          <a:lstStyle>
            <a:lvl1pPr>
              <a:defRPr/>
            </a:lvl1pPr>
          </a:lstStyle>
          <a:p>
            <a:pPr>
              <a:defRPr/>
            </a:pPr>
            <a:endParaRPr lang="en-US" alt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533400" y="106363"/>
            <a:ext cx="8001000" cy="1311275"/>
          </a:xfrm>
        </p:spPr>
        <p:txBody>
          <a:bodyPr/>
          <a:lstStyle/>
          <a:p>
            <a:r>
              <a:rPr lang="zh-CN" altLang="en-US"/>
              <a:t>单击此处编辑母版标题样式</a:t>
            </a:r>
            <a:endParaRPr lang="zh-CN" altLang="en-US"/>
          </a:p>
        </p:txBody>
      </p:sp>
      <p:sp>
        <p:nvSpPr>
          <p:cNvPr id="3" name="文本占位符 2"/>
          <p:cNvSpPr>
            <a:spLocks noGrp="1"/>
          </p:cNvSpPr>
          <p:nvPr>
            <p:ph type="body" sz="half" idx="1"/>
          </p:nvPr>
        </p:nvSpPr>
        <p:spPr>
          <a:xfrm>
            <a:off x="533400" y="1524000"/>
            <a:ext cx="3924300" cy="4572000"/>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quarter" idx="2"/>
          </p:nvPr>
        </p:nvSpPr>
        <p:spPr>
          <a:xfrm>
            <a:off x="4610100" y="1524000"/>
            <a:ext cx="3924300" cy="2209800"/>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内容占位符 4"/>
          <p:cNvSpPr>
            <a:spLocks noGrp="1"/>
          </p:cNvSpPr>
          <p:nvPr>
            <p:ph sz="quarter" idx="3"/>
          </p:nvPr>
        </p:nvSpPr>
        <p:spPr>
          <a:xfrm>
            <a:off x="4610100" y="3886200"/>
            <a:ext cx="3924300" cy="2209800"/>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Rectangle 4"/>
          <p:cNvSpPr>
            <a:spLocks noGrp="1" noChangeArrowheads="1"/>
          </p:cNvSpPr>
          <p:nvPr>
            <p:ph type="dt" sz="half" idx="10"/>
          </p:nvPr>
        </p:nvSpPr>
        <p:spPr/>
        <p:txBody>
          <a:bodyPr/>
          <a:lstStyle>
            <a:lvl1pPr>
              <a:defRPr/>
            </a:lvl1pPr>
          </a:lstStyle>
          <a:p>
            <a:pPr>
              <a:defRPr/>
            </a:pPr>
            <a:fld id="{B8093906-81AF-41F5-8641-25ED614D3AFC}" type="datetime1">
              <a:rPr lang="zh-CN" altLang="en-US"/>
            </a:fld>
            <a:endParaRPr lang="en-US" altLang="zh-CN"/>
          </a:p>
        </p:txBody>
      </p:sp>
      <p:sp>
        <p:nvSpPr>
          <p:cNvPr id="7" name="Rectangle 5"/>
          <p:cNvSpPr>
            <a:spLocks noGrp="1" noChangeArrowheads="1"/>
          </p:cNvSpPr>
          <p:nvPr>
            <p:ph type="ftr" sz="quarter" idx="11"/>
          </p:nvPr>
        </p:nvSpPr>
        <p:spPr/>
        <p:txBody>
          <a:bodyPr/>
          <a:lstStyle>
            <a:lvl1pPr>
              <a:defRPr/>
            </a:lvl1pPr>
          </a:lstStyle>
          <a:p>
            <a:pPr>
              <a:defRPr/>
            </a:pPr>
            <a:endParaRPr lang="en-US" altLang="zh-C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533400" y="106363"/>
            <a:ext cx="8001000" cy="1311275"/>
          </a:xfrm>
        </p:spPr>
        <p:txBody>
          <a:bodyPr/>
          <a:lstStyle/>
          <a:p>
            <a:r>
              <a:rPr lang="zh-CN" altLang="en-US"/>
              <a:t>单击此处编辑母版标题样式</a:t>
            </a:r>
            <a:endParaRPr lang="zh-CN" altLang="en-US"/>
          </a:p>
        </p:txBody>
      </p:sp>
      <p:sp>
        <p:nvSpPr>
          <p:cNvPr id="3" name="文本占位符 2"/>
          <p:cNvSpPr>
            <a:spLocks noGrp="1"/>
          </p:cNvSpPr>
          <p:nvPr>
            <p:ph type="body" sz="half" idx="1"/>
          </p:nvPr>
        </p:nvSpPr>
        <p:spPr>
          <a:xfrm>
            <a:off x="533400" y="1524000"/>
            <a:ext cx="3924300" cy="4572000"/>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4610100" y="1524000"/>
            <a:ext cx="3924300" cy="4572000"/>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Rectangle 4"/>
          <p:cNvSpPr>
            <a:spLocks noGrp="1" noChangeArrowheads="1"/>
          </p:cNvSpPr>
          <p:nvPr>
            <p:ph type="dt" sz="half" idx="10"/>
          </p:nvPr>
        </p:nvSpPr>
        <p:spPr/>
        <p:txBody>
          <a:bodyPr/>
          <a:lstStyle>
            <a:lvl1pPr>
              <a:defRPr/>
            </a:lvl1pPr>
          </a:lstStyle>
          <a:p>
            <a:pPr>
              <a:defRPr/>
            </a:pPr>
            <a:fld id="{7F307D66-3FCF-4EC8-BFA6-1A8711BB109F}" type="datetime1">
              <a:rPr lang="zh-CN" altLang="en-US"/>
            </a:fld>
            <a:endParaRPr lang="en-US" altLang="zh-CN"/>
          </a:p>
        </p:txBody>
      </p:sp>
      <p:sp>
        <p:nvSpPr>
          <p:cNvPr id="6" name="Rectangle 5"/>
          <p:cNvSpPr>
            <a:spLocks noGrp="1" noChangeArrowheads="1"/>
          </p:cNvSpPr>
          <p:nvPr>
            <p:ph type="ftr" sz="quarter" idx="11"/>
          </p:nvPr>
        </p:nvSpPr>
        <p:spPr/>
        <p:txBody>
          <a:bodyPr/>
          <a:lstStyle>
            <a:lvl1pPr>
              <a:defRPr/>
            </a:lvl1pPr>
          </a:lstStyle>
          <a:p>
            <a:pPr>
              <a:defRPr/>
            </a:pPr>
            <a:endParaRPr lang="en-US" altLang="zh-CN"/>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fourObj" preserve="1">
  <p:cSld name="标题和四项内容">
    <p:spTree>
      <p:nvGrpSpPr>
        <p:cNvPr id="1" name=""/>
        <p:cNvGrpSpPr/>
        <p:nvPr/>
      </p:nvGrpSpPr>
      <p:grpSpPr>
        <a:xfrm>
          <a:off x="0" y="0"/>
          <a:ext cx="0" cy="0"/>
          <a:chOff x="0" y="0"/>
          <a:chExt cx="0" cy="0"/>
        </a:xfrm>
      </p:grpSpPr>
      <p:sp>
        <p:nvSpPr>
          <p:cNvPr id="2" name="标题 1"/>
          <p:cNvSpPr>
            <a:spLocks noGrp="1"/>
          </p:cNvSpPr>
          <p:nvPr>
            <p:ph type="title" sz="quarter"/>
          </p:nvPr>
        </p:nvSpPr>
        <p:spPr>
          <a:xfrm>
            <a:off x="533400" y="106363"/>
            <a:ext cx="8001000" cy="1311275"/>
          </a:xfrm>
        </p:spPr>
        <p:txBody>
          <a:bodyPr/>
          <a:lstStyle/>
          <a:p>
            <a:r>
              <a:rPr lang="zh-CN" altLang="en-US"/>
              <a:t>单击此处编辑母版标题样式</a:t>
            </a:r>
            <a:endParaRPr lang="zh-CN" altLang="en-US"/>
          </a:p>
        </p:txBody>
      </p:sp>
      <p:sp>
        <p:nvSpPr>
          <p:cNvPr id="3" name="内容占位符 2"/>
          <p:cNvSpPr>
            <a:spLocks noGrp="1"/>
          </p:cNvSpPr>
          <p:nvPr>
            <p:ph sz="quarter" idx="1"/>
          </p:nvPr>
        </p:nvSpPr>
        <p:spPr>
          <a:xfrm>
            <a:off x="533400" y="1524000"/>
            <a:ext cx="3924300" cy="2209800"/>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quarter" idx="2"/>
          </p:nvPr>
        </p:nvSpPr>
        <p:spPr>
          <a:xfrm>
            <a:off x="4610100" y="1524000"/>
            <a:ext cx="3924300" cy="2209800"/>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内容占位符 4"/>
          <p:cNvSpPr>
            <a:spLocks noGrp="1"/>
          </p:cNvSpPr>
          <p:nvPr>
            <p:ph sz="quarter" idx="3"/>
          </p:nvPr>
        </p:nvSpPr>
        <p:spPr>
          <a:xfrm>
            <a:off x="533400" y="3886200"/>
            <a:ext cx="3924300" cy="2209800"/>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内容占位符 5"/>
          <p:cNvSpPr>
            <a:spLocks noGrp="1"/>
          </p:cNvSpPr>
          <p:nvPr>
            <p:ph sz="quarter" idx="4"/>
          </p:nvPr>
        </p:nvSpPr>
        <p:spPr>
          <a:xfrm>
            <a:off x="4610100" y="3886200"/>
            <a:ext cx="3924300" cy="2209800"/>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Rectangle 4"/>
          <p:cNvSpPr>
            <a:spLocks noGrp="1" noChangeArrowheads="1"/>
          </p:cNvSpPr>
          <p:nvPr>
            <p:ph type="dt" sz="half" idx="10"/>
          </p:nvPr>
        </p:nvSpPr>
        <p:spPr/>
        <p:txBody>
          <a:bodyPr/>
          <a:lstStyle>
            <a:lvl1pPr>
              <a:defRPr/>
            </a:lvl1pPr>
          </a:lstStyle>
          <a:p>
            <a:pPr>
              <a:defRPr/>
            </a:pPr>
            <a:fld id="{2A731617-EEB1-41BD-AC51-736CDBEEA1C5}" type="datetime1">
              <a:rPr lang="zh-CN" altLang="en-US"/>
            </a:fld>
            <a:endParaRPr lang="en-US" altLang="zh-CN"/>
          </a:p>
        </p:txBody>
      </p:sp>
      <p:sp>
        <p:nvSpPr>
          <p:cNvPr id="8" name="Rectangle 5"/>
          <p:cNvSpPr>
            <a:spLocks noGrp="1" noChangeArrowheads="1"/>
          </p:cNvSpPr>
          <p:nvPr>
            <p:ph type="ftr" sz="quarter" idx="11"/>
          </p:nvPr>
        </p:nvSpPr>
        <p:spPr/>
        <p:txBody>
          <a:bodyPr/>
          <a:lstStyle>
            <a:lvl1pPr>
              <a:defRPr/>
            </a:lvl1pPr>
          </a:lstStyle>
          <a:p>
            <a:pPr>
              <a:defRPr/>
            </a:pPr>
            <a:endParaRPr lang="en-US" altLang="zh-CN"/>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AndTwoObj" preserve="1">
  <p:cSld name="标题，一项大型内容和两项小型内容">
    <p:spTree>
      <p:nvGrpSpPr>
        <p:cNvPr id="1" name=""/>
        <p:cNvGrpSpPr/>
        <p:nvPr/>
      </p:nvGrpSpPr>
      <p:grpSpPr>
        <a:xfrm>
          <a:off x="0" y="0"/>
          <a:ext cx="0" cy="0"/>
          <a:chOff x="0" y="0"/>
          <a:chExt cx="0" cy="0"/>
        </a:xfrm>
      </p:grpSpPr>
      <p:sp>
        <p:nvSpPr>
          <p:cNvPr id="2" name="标题 1"/>
          <p:cNvSpPr>
            <a:spLocks noGrp="1"/>
          </p:cNvSpPr>
          <p:nvPr>
            <p:ph type="title"/>
          </p:nvPr>
        </p:nvSpPr>
        <p:spPr>
          <a:xfrm>
            <a:off x="533400" y="106363"/>
            <a:ext cx="8001000" cy="1311275"/>
          </a:xfrm>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533400" y="1524000"/>
            <a:ext cx="3924300" cy="4572000"/>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quarter" idx="2"/>
          </p:nvPr>
        </p:nvSpPr>
        <p:spPr>
          <a:xfrm>
            <a:off x="4610100" y="1524000"/>
            <a:ext cx="3924300" cy="2209800"/>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内容占位符 4"/>
          <p:cNvSpPr>
            <a:spLocks noGrp="1"/>
          </p:cNvSpPr>
          <p:nvPr>
            <p:ph sz="quarter" idx="3"/>
          </p:nvPr>
        </p:nvSpPr>
        <p:spPr>
          <a:xfrm>
            <a:off x="4610100" y="3886200"/>
            <a:ext cx="3924300" cy="2209800"/>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Rectangle 4"/>
          <p:cNvSpPr>
            <a:spLocks noGrp="1" noChangeArrowheads="1"/>
          </p:cNvSpPr>
          <p:nvPr>
            <p:ph type="dt" sz="half" idx="10"/>
          </p:nvPr>
        </p:nvSpPr>
        <p:spPr/>
        <p:txBody>
          <a:bodyPr/>
          <a:lstStyle>
            <a:lvl1pPr>
              <a:defRPr/>
            </a:lvl1pPr>
          </a:lstStyle>
          <a:p>
            <a:pPr>
              <a:defRPr/>
            </a:pPr>
            <a:fld id="{A65A5EBA-C512-4577-A1C5-07995571F696}" type="datetime1">
              <a:rPr lang="zh-CN" altLang="en-US"/>
            </a:fld>
            <a:endParaRPr lang="en-US" altLang="zh-CN"/>
          </a:p>
        </p:txBody>
      </p:sp>
      <p:sp>
        <p:nvSpPr>
          <p:cNvPr id="7" name="Rectangle 5"/>
          <p:cNvSpPr>
            <a:spLocks noGrp="1" noChangeArrowheads="1"/>
          </p:cNvSpPr>
          <p:nvPr>
            <p:ph type="ftr" sz="quarter" idx="11"/>
          </p:nvPr>
        </p:nvSpPr>
        <p:spPr/>
        <p:txBody>
          <a:bodyPr/>
          <a:lstStyle>
            <a:lvl1pPr>
              <a:defRPr/>
            </a:lvl1pPr>
          </a:lstStyle>
          <a:p>
            <a:pPr>
              <a:defRPr/>
            </a:pPr>
            <a:endParaRPr lang="en-US" altLang="zh-CN"/>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6" Type="http://schemas.openxmlformats.org/officeDocument/2006/relationships/theme" Target="../theme/theme1.xml"/><Relationship Id="rId15" Type="http://schemas.openxmlformats.org/officeDocument/2006/relationships/image" Target="../media/image1.jpeg"/><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alpha val="0"/>
          </a:schemeClr>
        </a:solidFill>
        <a:effectLst/>
      </p:bgPr>
    </p:bg>
    <p:spTree>
      <p:nvGrpSpPr>
        <p:cNvPr id="1" name=""/>
        <p:cNvGrpSpPr/>
        <p:nvPr/>
      </p:nvGrpSpPr>
      <p:grpSpPr>
        <a:xfrm>
          <a:off x="0" y="0"/>
          <a:ext cx="0" cy="0"/>
          <a:chOff x="0" y="0"/>
          <a:chExt cx="0" cy="0"/>
        </a:xfrm>
      </p:grpSpPr>
      <p:sp>
        <p:nvSpPr>
          <p:cNvPr id="107522" name="Rectangle 2"/>
          <p:cNvSpPr>
            <a:spLocks noGrp="1" noChangeArrowheads="1"/>
          </p:cNvSpPr>
          <p:nvPr>
            <p:ph type="title"/>
          </p:nvPr>
        </p:nvSpPr>
        <p:spPr bwMode="auto">
          <a:xfrm>
            <a:off x="533400" y="106363"/>
            <a:ext cx="8001000" cy="1162050"/>
          </a:xfrm>
          <a:prstGeom prst="rect">
            <a:avLst/>
          </a:prstGeom>
          <a:noFill/>
          <a:ln w="9525">
            <a:noFill/>
            <a:miter lim="800000"/>
          </a:ln>
          <a:effectLst/>
        </p:spPr>
        <p:txBody>
          <a:bodyPr vert="horz" wrap="square" lIns="91440" tIns="45720" rIns="91440" bIns="45720" numCol="1" anchor="ctr" anchorCtr="0" compatLnSpc="1"/>
          <a:lstStyle/>
          <a:p>
            <a:pPr lvl="0"/>
            <a:r>
              <a:rPr lang="zh-CN" altLang="en-US" dirty="0"/>
              <a:t>单击此处编辑母版标题样式</a:t>
            </a:r>
            <a:endParaRPr lang="zh-CN" altLang="en-US" dirty="0"/>
          </a:p>
        </p:txBody>
      </p:sp>
      <p:sp>
        <p:nvSpPr>
          <p:cNvPr id="107523" name="Rectangle 3"/>
          <p:cNvSpPr>
            <a:spLocks noGrp="1" noChangeArrowheads="1"/>
          </p:cNvSpPr>
          <p:nvPr>
            <p:ph type="body" idx="1"/>
          </p:nvPr>
        </p:nvSpPr>
        <p:spPr bwMode="auto">
          <a:xfrm>
            <a:off x="684213" y="1557338"/>
            <a:ext cx="8280400" cy="4751387"/>
          </a:xfrm>
          <a:prstGeom prst="rect">
            <a:avLst/>
          </a:prstGeom>
          <a:noFill/>
          <a:ln w="9525">
            <a:noFill/>
            <a:miter lim="800000"/>
          </a:ln>
          <a:effectLst/>
        </p:spPr>
        <p:txBody>
          <a:bodyPr vert="horz" wrap="square" lIns="91440" tIns="45720" rIns="91440" bIns="45720" numCol="1" anchor="t" anchorCtr="0" compatLnSpc="1"/>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107524" name="Rectangle 4"/>
          <p:cNvSpPr>
            <a:spLocks noGrp="1" noChangeArrowheads="1"/>
          </p:cNvSpPr>
          <p:nvPr>
            <p:ph type="dt" sz="half" idx="2"/>
          </p:nvPr>
        </p:nvSpPr>
        <p:spPr bwMode="auto">
          <a:xfrm>
            <a:off x="539750" y="6524625"/>
            <a:ext cx="1600200" cy="333375"/>
          </a:xfrm>
          <a:prstGeom prst="rect">
            <a:avLst/>
          </a:prstGeom>
          <a:noFill/>
          <a:ln w="9525">
            <a:noFill/>
            <a:miter lim="800000"/>
          </a:ln>
          <a:effectLst/>
        </p:spPr>
        <p:txBody>
          <a:bodyPr vert="horz" wrap="square" lIns="91440" tIns="45720" rIns="91440" bIns="45720" numCol="1" anchor="t" anchorCtr="0" compatLnSpc="1"/>
          <a:lstStyle>
            <a:lvl1pPr eaLnBrk="1" hangingPunct="1">
              <a:defRPr sz="1200">
                <a:solidFill>
                  <a:srgbClr val="000000"/>
                </a:solidFill>
              </a:defRPr>
            </a:lvl1pPr>
          </a:lstStyle>
          <a:p>
            <a:pPr>
              <a:defRPr/>
            </a:pPr>
            <a:fld id="{0039B7BA-1C4A-461E-87F0-3CF043CAA76F}" type="datetime1">
              <a:rPr lang="zh-CN" altLang="en-US"/>
            </a:fld>
            <a:endParaRPr lang="en-US" altLang="zh-CN"/>
          </a:p>
        </p:txBody>
      </p:sp>
      <p:sp>
        <p:nvSpPr>
          <p:cNvPr id="107525" name="Rectangle 5"/>
          <p:cNvSpPr>
            <a:spLocks noGrp="1" noChangeArrowheads="1"/>
          </p:cNvSpPr>
          <p:nvPr>
            <p:ph type="ftr" sz="quarter" idx="3"/>
          </p:nvPr>
        </p:nvSpPr>
        <p:spPr bwMode="auto">
          <a:xfrm>
            <a:off x="2268538" y="6524625"/>
            <a:ext cx="4191000" cy="333375"/>
          </a:xfrm>
          <a:prstGeom prst="rect">
            <a:avLst/>
          </a:prstGeom>
          <a:noFill/>
          <a:ln w="9525">
            <a:noFill/>
            <a:miter lim="800000"/>
          </a:ln>
          <a:effectLst/>
        </p:spPr>
        <p:txBody>
          <a:bodyPr vert="horz" wrap="square" lIns="91440" tIns="45720" rIns="91440" bIns="45720" numCol="1" anchor="t" anchorCtr="0" compatLnSpc="1"/>
          <a:lstStyle>
            <a:lvl1pPr algn="ctr" eaLnBrk="1" hangingPunct="1">
              <a:defRPr sz="1200">
                <a:latin typeface="Arial" panose="020B0604020202020204" pitchFamily="34" charset="0"/>
                <a:ea typeface="宋体" panose="02010600030101010101" pitchFamily="2" charset="-122"/>
                <a:cs typeface="宋体" panose="02010600030101010101" pitchFamily="2" charset="-122"/>
              </a:defRPr>
            </a:lvl1pPr>
          </a:lstStyle>
          <a:p>
            <a:pPr>
              <a:defRPr/>
            </a:pPr>
            <a:endParaRPr lang="en-US" altLang="zh-CN"/>
          </a:p>
        </p:txBody>
      </p:sp>
      <p:sp>
        <p:nvSpPr>
          <p:cNvPr id="1030" name="Text Box 7"/>
          <p:cNvSpPr txBox="1">
            <a:spLocks noChangeArrowheads="1"/>
          </p:cNvSpPr>
          <p:nvPr userDrawn="1"/>
        </p:nvSpPr>
        <p:spPr bwMode="auto">
          <a:xfrm>
            <a:off x="0" y="0"/>
            <a:ext cx="503238" cy="6856492"/>
          </a:xfrm>
          <a:prstGeom prst="rect">
            <a:avLst/>
          </a:prstGeom>
          <a:gradFill rotWithShape="1">
            <a:gsLst>
              <a:gs pos="0">
                <a:srgbClr val="008000"/>
              </a:gs>
              <a:gs pos="100000">
                <a:srgbClr val="003B00"/>
              </a:gs>
            </a:gsLst>
            <a:lin ang="0" scaled="1"/>
          </a:gradFill>
          <a:ln>
            <a:noFill/>
          </a:ln>
        </p:spPr>
        <p:txBody>
          <a:bodyPr>
            <a:spAutoFit/>
          </a:bodyPr>
          <a:lstStyle>
            <a:lvl1pPr eaLnBrk="0" hangingPunct="0">
              <a:defRPr b="1">
                <a:solidFill>
                  <a:schemeClr val="tx1"/>
                </a:solidFill>
                <a:latin typeface="Arial" panose="020B0604020202020204" pitchFamily="34" charset="0"/>
                <a:ea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eaLnBrk="1" hangingPunct="1">
              <a:lnSpc>
                <a:spcPct val="100000"/>
              </a:lnSpc>
              <a:spcBef>
                <a:spcPct val="50000"/>
              </a:spcBef>
              <a:defRPr/>
            </a:pPr>
            <a:endParaRPr lang="en-US" altLang="zh-CN" sz="2400" dirty="0">
              <a:ea typeface="华文行楷" panose="02010800040101010101" pitchFamily="2" charset="-122"/>
            </a:endParaRPr>
          </a:p>
          <a:p>
            <a:pPr algn="ctr" eaLnBrk="1" hangingPunct="1">
              <a:lnSpc>
                <a:spcPct val="100000"/>
              </a:lnSpc>
              <a:spcBef>
                <a:spcPct val="50000"/>
              </a:spcBef>
              <a:defRPr/>
            </a:pPr>
            <a:r>
              <a:rPr lang="zh-CN" altLang="en-US" sz="2400" dirty="0">
                <a:ea typeface="华文行楷" panose="02010800040101010101" pitchFamily="2" charset="-122"/>
              </a:rPr>
              <a:t>第五章连续时间系统的复频域分析</a:t>
            </a:r>
            <a:endParaRPr lang="zh-CN" altLang="en-US" sz="2400" dirty="0">
              <a:ea typeface="华文行楷" panose="02010800040101010101" pitchFamily="2" charset="-122"/>
            </a:endParaRPr>
          </a:p>
          <a:p>
            <a:pPr eaLnBrk="1" hangingPunct="1">
              <a:lnSpc>
                <a:spcPct val="150000"/>
              </a:lnSpc>
              <a:spcBef>
                <a:spcPct val="50000"/>
              </a:spcBef>
              <a:defRPr/>
            </a:pPr>
            <a:endParaRPr lang="en-US" altLang="zh-CN" sz="2400" dirty="0">
              <a:ea typeface="华文行楷" panose="02010800040101010101" pitchFamily="2" charset="-122"/>
            </a:endParaRPr>
          </a:p>
        </p:txBody>
      </p:sp>
      <p:pic>
        <p:nvPicPr>
          <p:cNvPr id="1031" name="图片 9"/>
          <p:cNvPicPr>
            <a:picLocks noChangeAspect="1" noChangeArrowheads="1"/>
          </p:cNvPicPr>
          <p:nvPr userDrawn="1"/>
        </p:nvPicPr>
        <p:blipFill>
          <a:blip r:embed="rId15" cstate="print">
            <a:extLst>
              <a:ext uri="{28A0092B-C50C-407E-A947-70E740481C1C}">
                <a14:useLocalDpi xmlns:a14="http://schemas.microsoft.com/office/drawing/2010/main" val="0"/>
              </a:ext>
            </a:extLst>
          </a:blip>
          <a:srcRect l="4903" t="65486" r="4713" b="24107"/>
          <a:stretch>
            <a:fillRect/>
          </a:stretch>
        </p:blipFill>
        <p:spPr bwMode="auto">
          <a:xfrm>
            <a:off x="6088063" y="6392863"/>
            <a:ext cx="3055937" cy="465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32" name="TextBox 9"/>
          <p:cNvSpPr txBox="1">
            <a:spLocks noChangeArrowheads="1"/>
          </p:cNvSpPr>
          <p:nvPr userDrawn="1"/>
        </p:nvSpPr>
        <p:spPr bwMode="auto">
          <a:xfrm>
            <a:off x="2411413" y="6584950"/>
            <a:ext cx="3744912" cy="273050"/>
          </a:xfrm>
          <a:prstGeom prst="rect">
            <a:avLst/>
          </a:prstGeom>
          <a:noFill/>
          <a:ln>
            <a:noFill/>
          </a:ln>
        </p:spPr>
        <p:txBody>
          <a:bodyPr>
            <a:spAutoFit/>
          </a:bodyP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algn="ctr" eaLnBrk="1" hangingPunct="1">
              <a:lnSpc>
                <a:spcPct val="85000"/>
              </a:lnSpc>
              <a:spcBef>
                <a:spcPct val="20000"/>
              </a:spcBef>
              <a:buClr>
                <a:schemeClr val="accent2"/>
              </a:buClr>
              <a:buFont typeface="Wingdings" panose="05000000000000000000" pitchFamily="2" charset="2"/>
              <a:buNone/>
              <a:defRPr/>
            </a:pPr>
            <a:r>
              <a:rPr lang="zh-CN" altLang="en-US" sz="1400" dirty="0">
                <a:solidFill>
                  <a:srgbClr val="000000"/>
                </a:solidFill>
                <a:latin typeface="宋体" panose="02010600030101010101" pitchFamily="2" charset="-122"/>
              </a:rPr>
              <a:t>第</a:t>
            </a:r>
            <a:r>
              <a:rPr lang="en-US" altLang="zh-CN" sz="1400" dirty="0">
                <a:solidFill>
                  <a:srgbClr val="000000"/>
                </a:solidFill>
                <a:latin typeface="宋体" panose="02010600030101010101" pitchFamily="2" charset="-122"/>
              </a:rPr>
              <a:t>5</a:t>
            </a:r>
            <a:r>
              <a:rPr lang="zh-CN" altLang="en-US" sz="1400" dirty="0">
                <a:solidFill>
                  <a:srgbClr val="000000"/>
                </a:solidFill>
                <a:latin typeface="宋体" panose="02010600030101010101" pitchFamily="2" charset="-122"/>
              </a:rPr>
              <a:t>章 复频域分析</a:t>
            </a:r>
            <a:r>
              <a:rPr lang="en-US" altLang="zh-CN" sz="1400" dirty="0">
                <a:solidFill>
                  <a:srgbClr val="000000"/>
                </a:solidFill>
                <a:latin typeface="宋体" panose="02010600030101010101" pitchFamily="2" charset="-122"/>
              </a:rPr>
              <a:t>--</a:t>
            </a:r>
            <a:fld id="{A9D67564-14E0-4E6C-A100-D850A2AFA5BF}" type="slidenum">
              <a:rPr lang="zh-CN" altLang="en-US" sz="1400" dirty="0" smtClean="0">
                <a:solidFill>
                  <a:srgbClr val="000000"/>
                </a:solidFill>
                <a:latin typeface="宋体" panose="02010600030101010101" pitchFamily="2" charset="-122"/>
              </a:rPr>
            </a:fld>
            <a:r>
              <a:rPr lang="en-US" altLang="zh-CN" sz="1400" dirty="0">
                <a:solidFill>
                  <a:srgbClr val="000000"/>
                </a:solidFill>
                <a:latin typeface="宋体" panose="02010600030101010101" pitchFamily="2" charset="-122"/>
              </a:rPr>
              <a:t>/156</a:t>
            </a:r>
            <a:endParaRPr lang="zh-CN" altLang="en-US" sz="1400" dirty="0">
              <a:solidFill>
                <a:srgbClr val="000000"/>
              </a:solidFill>
              <a:latin typeface="宋体" panose="02010600030101010101" pitchFamily="2" charset="-122"/>
            </a:endParaRPr>
          </a:p>
        </p:txBody>
      </p:sp>
    </p:spTree>
  </p:cSld>
  <p:clrMap bg1="dk2" tx1="lt1" bg2="dk1"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hf sldNum="0" hdr="0" ftr="0"/>
  <p:txStyles>
    <p:titleStyle>
      <a:lvl1pPr algn="ctr" rtl="0" eaLnBrk="0" fontAlgn="base" hangingPunct="0">
        <a:spcBef>
          <a:spcPct val="0"/>
        </a:spcBef>
        <a:spcAft>
          <a:spcPct val="0"/>
        </a:spcAft>
        <a:defRPr kumimoji="1" sz="4000">
          <a:solidFill>
            <a:schemeClr val="tx2"/>
          </a:solidFill>
          <a:effectLst>
            <a:outerShdw blurRad="38100" dist="38100" dir="2700000" algn="tl">
              <a:srgbClr val="C0C0C0"/>
            </a:outerShdw>
          </a:effectLst>
          <a:latin typeface="+mj-lt"/>
          <a:ea typeface="+mj-ea"/>
          <a:cs typeface="黑体" panose="02010609060101010101" charset="-122"/>
        </a:defRPr>
      </a:lvl1pPr>
      <a:lvl2pPr algn="ctr" rtl="0" eaLnBrk="0" fontAlgn="base" hangingPunct="0">
        <a:spcBef>
          <a:spcPct val="0"/>
        </a:spcBef>
        <a:spcAft>
          <a:spcPct val="0"/>
        </a:spcAft>
        <a:defRPr kumimoji="1" sz="4000">
          <a:solidFill>
            <a:schemeClr val="tx2"/>
          </a:solidFill>
          <a:effectLst>
            <a:outerShdw blurRad="38100" dist="38100" dir="2700000" algn="tl">
              <a:srgbClr val="C0C0C0"/>
            </a:outerShdw>
          </a:effectLst>
          <a:latin typeface="Arial" panose="020B0604020202020204" pitchFamily="34" charset="0"/>
          <a:ea typeface="黑体" panose="02010609060101010101" charset="-122"/>
          <a:cs typeface="黑体" panose="02010609060101010101" charset="-122"/>
        </a:defRPr>
      </a:lvl2pPr>
      <a:lvl3pPr algn="ctr" rtl="0" eaLnBrk="0" fontAlgn="base" hangingPunct="0">
        <a:spcBef>
          <a:spcPct val="0"/>
        </a:spcBef>
        <a:spcAft>
          <a:spcPct val="0"/>
        </a:spcAft>
        <a:defRPr kumimoji="1" sz="4000">
          <a:solidFill>
            <a:schemeClr val="tx2"/>
          </a:solidFill>
          <a:effectLst>
            <a:outerShdw blurRad="38100" dist="38100" dir="2700000" algn="tl">
              <a:srgbClr val="C0C0C0"/>
            </a:outerShdw>
          </a:effectLst>
          <a:latin typeface="Arial" panose="020B0604020202020204" pitchFamily="34" charset="0"/>
          <a:ea typeface="黑体" panose="02010609060101010101" charset="-122"/>
          <a:cs typeface="黑体" panose="02010609060101010101" charset="-122"/>
        </a:defRPr>
      </a:lvl3pPr>
      <a:lvl4pPr algn="ctr" rtl="0" eaLnBrk="0" fontAlgn="base" hangingPunct="0">
        <a:spcBef>
          <a:spcPct val="0"/>
        </a:spcBef>
        <a:spcAft>
          <a:spcPct val="0"/>
        </a:spcAft>
        <a:defRPr kumimoji="1" sz="4000">
          <a:solidFill>
            <a:schemeClr val="tx2"/>
          </a:solidFill>
          <a:effectLst>
            <a:outerShdw blurRad="38100" dist="38100" dir="2700000" algn="tl">
              <a:srgbClr val="C0C0C0"/>
            </a:outerShdw>
          </a:effectLst>
          <a:latin typeface="Arial" panose="020B0604020202020204" pitchFamily="34" charset="0"/>
          <a:ea typeface="黑体" panose="02010609060101010101" charset="-122"/>
          <a:cs typeface="黑体" panose="02010609060101010101" charset="-122"/>
        </a:defRPr>
      </a:lvl4pPr>
      <a:lvl5pPr algn="ctr" rtl="0" eaLnBrk="0" fontAlgn="base" hangingPunct="0">
        <a:spcBef>
          <a:spcPct val="0"/>
        </a:spcBef>
        <a:spcAft>
          <a:spcPct val="0"/>
        </a:spcAft>
        <a:defRPr kumimoji="1" sz="4000">
          <a:solidFill>
            <a:schemeClr val="tx2"/>
          </a:solidFill>
          <a:effectLst>
            <a:outerShdw blurRad="38100" dist="38100" dir="2700000" algn="tl">
              <a:srgbClr val="C0C0C0"/>
            </a:outerShdw>
          </a:effectLst>
          <a:latin typeface="Arial" panose="020B0604020202020204" pitchFamily="34" charset="0"/>
          <a:ea typeface="黑体" panose="02010609060101010101" charset="-122"/>
          <a:cs typeface="黑体" panose="02010609060101010101" charset="-122"/>
        </a:defRPr>
      </a:lvl5pPr>
      <a:lvl6pPr marL="457200" algn="ctr" rtl="0" fontAlgn="base">
        <a:spcBef>
          <a:spcPct val="0"/>
        </a:spcBef>
        <a:spcAft>
          <a:spcPct val="0"/>
        </a:spcAft>
        <a:defRPr sz="4000">
          <a:solidFill>
            <a:schemeClr val="tx2"/>
          </a:solidFill>
          <a:effectLst>
            <a:outerShdw blurRad="38100" dist="38100" dir="2700000" algn="tl">
              <a:srgbClr val="C0C0C0"/>
            </a:outerShdw>
          </a:effectLst>
          <a:latin typeface="Arial" panose="020B0604020202020204" pitchFamily="34" charset="0"/>
          <a:ea typeface="黑体" panose="02010609060101010101" charset="-122"/>
        </a:defRPr>
      </a:lvl6pPr>
      <a:lvl7pPr marL="914400" algn="ctr" rtl="0" fontAlgn="base">
        <a:spcBef>
          <a:spcPct val="0"/>
        </a:spcBef>
        <a:spcAft>
          <a:spcPct val="0"/>
        </a:spcAft>
        <a:defRPr sz="4000">
          <a:solidFill>
            <a:schemeClr val="tx2"/>
          </a:solidFill>
          <a:effectLst>
            <a:outerShdw blurRad="38100" dist="38100" dir="2700000" algn="tl">
              <a:srgbClr val="C0C0C0"/>
            </a:outerShdw>
          </a:effectLst>
          <a:latin typeface="Arial" panose="020B0604020202020204" pitchFamily="34" charset="0"/>
          <a:ea typeface="黑体" panose="02010609060101010101" charset="-122"/>
        </a:defRPr>
      </a:lvl7pPr>
      <a:lvl8pPr marL="1371600" algn="ctr" rtl="0" fontAlgn="base">
        <a:spcBef>
          <a:spcPct val="0"/>
        </a:spcBef>
        <a:spcAft>
          <a:spcPct val="0"/>
        </a:spcAft>
        <a:defRPr sz="4000">
          <a:solidFill>
            <a:schemeClr val="tx2"/>
          </a:solidFill>
          <a:effectLst>
            <a:outerShdw blurRad="38100" dist="38100" dir="2700000" algn="tl">
              <a:srgbClr val="C0C0C0"/>
            </a:outerShdw>
          </a:effectLst>
          <a:latin typeface="Arial" panose="020B0604020202020204" pitchFamily="34" charset="0"/>
          <a:ea typeface="黑体" panose="02010609060101010101" charset="-122"/>
        </a:defRPr>
      </a:lvl8pPr>
      <a:lvl9pPr marL="1828800" algn="ctr" rtl="0" fontAlgn="base">
        <a:spcBef>
          <a:spcPct val="0"/>
        </a:spcBef>
        <a:spcAft>
          <a:spcPct val="0"/>
        </a:spcAft>
        <a:defRPr sz="4000">
          <a:solidFill>
            <a:schemeClr val="tx2"/>
          </a:solidFill>
          <a:effectLst>
            <a:outerShdw blurRad="38100" dist="38100" dir="2700000" algn="tl">
              <a:srgbClr val="C0C0C0"/>
            </a:outerShdw>
          </a:effectLst>
          <a:latin typeface="Arial" panose="020B0604020202020204" pitchFamily="34" charset="0"/>
          <a:ea typeface="黑体" panose="02010609060101010101" charset="-122"/>
        </a:defRPr>
      </a:lvl9pPr>
    </p:titleStyle>
    <p:bodyStyle>
      <a:lvl1pPr marL="342900" indent="-342900" algn="l" rtl="0" eaLnBrk="0" fontAlgn="base" hangingPunct="0">
        <a:spcBef>
          <a:spcPct val="20000"/>
        </a:spcBef>
        <a:spcAft>
          <a:spcPct val="0"/>
        </a:spcAft>
        <a:buChar char="•"/>
        <a:defRPr kumimoji="1" sz="3200">
          <a:solidFill>
            <a:schemeClr val="tx1"/>
          </a:solidFill>
          <a:effectLst>
            <a:outerShdw blurRad="38100" dist="38100" dir="2700000" algn="tl">
              <a:srgbClr val="C0C0C0"/>
            </a:outerShdw>
          </a:effectLst>
          <a:latin typeface="+mn-lt"/>
          <a:ea typeface="+mn-ea"/>
          <a:cs typeface="华文中宋" panose="02010600040101010101" charset="-122"/>
        </a:defRPr>
      </a:lvl1pPr>
      <a:lvl2pPr marL="742950" indent="-285750" algn="l" rtl="0" eaLnBrk="0" fontAlgn="base" hangingPunct="0">
        <a:spcBef>
          <a:spcPct val="20000"/>
        </a:spcBef>
        <a:spcAft>
          <a:spcPct val="0"/>
        </a:spcAft>
        <a:buChar char="–"/>
        <a:defRPr kumimoji="1" sz="2800">
          <a:solidFill>
            <a:schemeClr val="tx1"/>
          </a:solidFill>
          <a:effectLst>
            <a:outerShdw blurRad="38100" dist="38100" dir="2700000" algn="tl">
              <a:srgbClr val="C0C0C0"/>
            </a:outerShdw>
          </a:effectLst>
          <a:latin typeface="+mn-lt"/>
          <a:ea typeface="+mn-ea"/>
          <a:cs typeface="华文中宋" panose="02010600040101010101" charset="-122"/>
        </a:defRPr>
      </a:lvl2pPr>
      <a:lvl3pPr marL="1143000" indent="-228600" algn="l" rtl="0" eaLnBrk="0" fontAlgn="base" hangingPunct="0">
        <a:spcBef>
          <a:spcPct val="20000"/>
        </a:spcBef>
        <a:spcAft>
          <a:spcPct val="0"/>
        </a:spcAft>
        <a:buChar char="•"/>
        <a:defRPr kumimoji="1" sz="2400">
          <a:solidFill>
            <a:schemeClr val="tx1"/>
          </a:solidFill>
          <a:effectLst>
            <a:outerShdw blurRad="38100" dist="38100" dir="2700000" algn="tl">
              <a:srgbClr val="C0C0C0"/>
            </a:outerShdw>
          </a:effectLst>
          <a:latin typeface="+mn-lt"/>
          <a:ea typeface="+mn-ea"/>
          <a:cs typeface="华文中宋" panose="02010600040101010101" charset="-122"/>
        </a:defRPr>
      </a:lvl3pPr>
      <a:lvl4pPr marL="1600200" indent="-228600" algn="l" rtl="0" eaLnBrk="0" fontAlgn="base" hangingPunct="0">
        <a:spcBef>
          <a:spcPct val="20000"/>
        </a:spcBef>
        <a:spcAft>
          <a:spcPct val="0"/>
        </a:spcAft>
        <a:buChar char="–"/>
        <a:defRPr kumimoji="1" sz="2000">
          <a:solidFill>
            <a:schemeClr val="tx1"/>
          </a:solidFill>
          <a:effectLst>
            <a:outerShdw blurRad="38100" dist="38100" dir="2700000" algn="tl">
              <a:srgbClr val="C0C0C0"/>
            </a:outerShdw>
          </a:effectLst>
          <a:latin typeface="+mn-lt"/>
          <a:ea typeface="+mn-ea"/>
          <a:cs typeface="华文中宋" panose="02010600040101010101" charset="-122"/>
        </a:defRPr>
      </a:lvl4pPr>
      <a:lvl5pPr marL="2057400" indent="-228600" algn="l" rtl="0" eaLnBrk="0" fontAlgn="base" hangingPunct="0">
        <a:spcBef>
          <a:spcPct val="20000"/>
        </a:spcBef>
        <a:spcAft>
          <a:spcPct val="0"/>
        </a:spcAft>
        <a:buChar char="»"/>
        <a:defRPr kumimoji="1" sz="2000">
          <a:solidFill>
            <a:schemeClr val="tx1"/>
          </a:solidFill>
          <a:effectLst>
            <a:outerShdw blurRad="38100" dist="38100" dir="2700000" algn="tl">
              <a:srgbClr val="C0C0C0"/>
            </a:outerShdw>
          </a:effectLst>
          <a:latin typeface="+mn-lt"/>
          <a:ea typeface="+mn-ea"/>
          <a:cs typeface="华文中宋" panose="02010600040101010101" charset="-122"/>
        </a:defRPr>
      </a:lvl5pPr>
      <a:lvl6pPr marL="2514600" indent="-228600" algn="l" rtl="0" fontAlgn="base">
        <a:spcBef>
          <a:spcPct val="20000"/>
        </a:spcBef>
        <a:spcAft>
          <a:spcPct val="0"/>
        </a:spcAft>
        <a:buChar char="»"/>
        <a:defRPr sz="2000">
          <a:solidFill>
            <a:schemeClr val="tx1"/>
          </a:solidFill>
          <a:effectLst>
            <a:outerShdw blurRad="38100" dist="38100" dir="2700000" algn="tl">
              <a:srgbClr val="C0C0C0"/>
            </a:outerShdw>
          </a:effectLst>
          <a:latin typeface="+mn-lt"/>
          <a:ea typeface="+mn-ea"/>
        </a:defRPr>
      </a:lvl6pPr>
      <a:lvl7pPr marL="2971800" indent="-228600" algn="l" rtl="0" fontAlgn="base">
        <a:spcBef>
          <a:spcPct val="20000"/>
        </a:spcBef>
        <a:spcAft>
          <a:spcPct val="0"/>
        </a:spcAft>
        <a:buChar char="»"/>
        <a:defRPr sz="2000">
          <a:solidFill>
            <a:schemeClr val="tx1"/>
          </a:solidFill>
          <a:effectLst>
            <a:outerShdw blurRad="38100" dist="38100" dir="2700000" algn="tl">
              <a:srgbClr val="C0C0C0"/>
            </a:outerShdw>
          </a:effectLst>
          <a:latin typeface="+mn-lt"/>
          <a:ea typeface="+mn-ea"/>
        </a:defRPr>
      </a:lvl7pPr>
      <a:lvl8pPr marL="3429000" indent="-228600" algn="l" rtl="0" fontAlgn="base">
        <a:spcBef>
          <a:spcPct val="20000"/>
        </a:spcBef>
        <a:spcAft>
          <a:spcPct val="0"/>
        </a:spcAft>
        <a:buChar char="»"/>
        <a:defRPr sz="2000">
          <a:solidFill>
            <a:schemeClr val="tx1"/>
          </a:solidFill>
          <a:effectLst>
            <a:outerShdw blurRad="38100" dist="38100" dir="2700000" algn="tl">
              <a:srgbClr val="C0C0C0"/>
            </a:outerShdw>
          </a:effectLst>
          <a:latin typeface="+mn-lt"/>
          <a:ea typeface="+mn-ea"/>
        </a:defRPr>
      </a:lvl8pPr>
      <a:lvl9pPr marL="3886200" indent="-228600" algn="l" rtl="0" fontAlgn="base">
        <a:spcBef>
          <a:spcPct val="20000"/>
        </a:spcBef>
        <a:spcAft>
          <a:spcPct val="0"/>
        </a:spcAft>
        <a:buChar char="»"/>
        <a:defRPr sz="2000">
          <a:solidFill>
            <a:schemeClr val="tx1"/>
          </a:solidFill>
          <a:effectLst>
            <a:outerShdw blurRad="38100" dist="38100" dir="2700000" algn="tl">
              <a:srgbClr val="C0C0C0"/>
            </a:outerShdw>
          </a:effectLst>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9" Type="http://schemas.openxmlformats.org/officeDocument/2006/relationships/vmlDrawing" Target="../drawings/vmlDrawing1.vml"/><Relationship Id="rId8" Type="http://schemas.openxmlformats.org/officeDocument/2006/relationships/slideLayout" Target="../slideLayouts/slideLayout5.xml"/><Relationship Id="rId7" Type="http://schemas.openxmlformats.org/officeDocument/2006/relationships/audio" Target="../media/audio1.wav"/><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 Id="rId3" Type="http://schemas.openxmlformats.org/officeDocument/2006/relationships/image" Target="../media/image3.wmf"/><Relationship Id="rId2" Type="http://schemas.openxmlformats.org/officeDocument/2006/relationships/oleObject" Target="../embeddings/oleObject1.bin"/><Relationship Id="rId1"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1.xml"/></Relationships>
</file>

<file path=ppt/slides/_rels/slide3.xml.rels><?xml version="1.0" encoding="UTF-8" standalone="yes"?>
<Relationships xmlns="http://schemas.openxmlformats.org/package/2006/relationships"><Relationship Id="rId9" Type="http://schemas.openxmlformats.org/officeDocument/2006/relationships/tags" Target="../tags/tag2.xml"/><Relationship Id="rId8" Type="http://schemas.openxmlformats.org/officeDocument/2006/relationships/image" Target="../media/image10.wmf"/><Relationship Id="rId7" Type="http://schemas.openxmlformats.org/officeDocument/2006/relationships/oleObject" Target="../embeddings/oleObject5.bin"/><Relationship Id="rId6" Type="http://schemas.openxmlformats.org/officeDocument/2006/relationships/image" Target="../media/image9.wmf"/><Relationship Id="rId5" Type="http://schemas.openxmlformats.org/officeDocument/2006/relationships/oleObject" Target="../embeddings/oleObject4.bin"/><Relationship Id="rId4" Type="http://schemas.openxmlformats.org/officeDocument/2006/relationships/image" Target="../media/image8.wmf"/><Relationship Id="rId3" Type="http://schemas.openxmlformats.org/officeDocument/2006/relationships/oleObject" Target="../embeddings/oleObject3.bin"/><Relationship Id="rId2" Type="http://schemas.openxmlformats.org/officeDocument/2006/relationships/image" Target="../media/image7.wmf"/><Relationship Id="rId11" Type="http://schemas.openxmlformats.org/officeDocument/2006/relationships/vmlDrawing" Target="../drawings/vmlDrawing2.vml"/><Relationship Id="rId10" Type="http://schemas.openxmlformats.org/officeDocument/2006/relationships/slideLayout" Target="../slideLayouts/slideLayout13.xml"/><Relationship Id="rId1" Type="http://schemas.openxmlformats.org/officeDocument/2006/relationships/oleObject" Target="../embeddings/oleObject2.bin"/></Relationships>
</file>

<file path=ppt/slides/_rels/slide4.xml.rels><?xml version="1.0" encoding="UTF-8" standalone="yes"?>
<Relationships xmlns="http://schemas.openxmlformats.org/package/2006/relationships"><Relationship Id="rId9" Type="http://schemas.openxmlformats.org/officeDocument/2006/relationships/oleObject" Target="../embeddings/oleObject10.bin"/><Relationship Id="rId8" Type="http://schemas.openxmlformats.org/officeDocument/2006/relationships/image" Target="../media/image14.wmf"/><Relationship Id="rId7" Type="http://schemas.openxmlformats.org/officeDocument/2006/relationships/oleObject" Target="../embeddings/oleObject9.bin"/><Relationship Id="rId6" Type="http://schemas.openxmlformats.org/officeDocument/2006/relationships/image" Target="../media/image13.wmf"/><Relationship Id="rId5" Type="http://schemas.openxmlformats.org/officeDocument/2006/relationships/oleObject" Target="../embeddings/oleObject8.bin"/><Relationship Id="rId4" Type="http://schemas.openxmlformats.org/officeDocument/2006/relationships/image" Target="../media/image12.wmf"/><Relationship Id="rId3" Type="http://schemas.openxmlformats.org/officeDocument/2006/relationships/oleObject" Target="../embeddings/oleObject7.bin"/><Relationship Id="rId2" Type="http://schemas.openxmlformats.org/officeDocument/2006/relationships/image" Target="../media/image11.wmf"/><Relationship Id="rId17" Type="http://schemas.openxmlformats.org/officeDocument/2006/relationships/vmlDrawing" Target="../drawings/vmlDrawing3.vml"/><Relationship Id="rId16" Type="http://schemas.openxmlformats.org/officeDocument/2006/relationships/slideLayout" Target="../slideLayouts/slideLayout13.xml"/><Relationship Id="rId15" Type="http://schemas.openxmlformats.org/officeDocument/2006/relationships/tags" Target="../tags/tag3.xml"/><Relationship Id="rId14" Type="http://schemas.openxmlformats.org/officeDocument/2006/relationships/image" Target="../media/image17.wmf"/><Relationship Id="rId13" Type="http://schemas.openxmlformats.org/officeDocument/2006/relationships/oleObject" Target="../embeddings/oleObject12.bin"/><Relationship Id="rId12" Type="http://schemas.openxmlformats.org/officeDocument/2006/relationships/image" Target="../media/image16.wmf"/><Relationship Id="rId11" Type="http://schemas.openxmlformats.org/officeDocument/2006/relationships/oleObject" Target="../embeddings/oleObject11.bin"/><Relationship Id="rId10" Type="http://schemas.openxmlformats.org/officeDocument/2006/relationships/image" Target="../media/image15.wmf"/><Relationship Id="rId1" Type="http://schemas.openxmlformats.org/officeDocument/2006/relationships/oleObject" Target="../embeddings/oleObject6.bin"/></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tags" Target="../tags/tag4.xml"/></Relationships>
</file>

<file path=ppt/slides/_rels/slide6.xml.rels><?xml version="1.0" encoding="UTF-8" standalone="yes"?>
<Relationships xmlns="http://schemas.openxmlformats.org/package/2006/relationships"><Relationship Id="rId7" Type="http://schemas.openxmlformats.org/officeDocument/2006/relationships/vmlDrawing" Target="../drawings/vmlDrawing4.vml"/><Relationship Id="rId6" Type="http://schemas.openxmlformats.org/officeDocument/2006/relationships/slideLayout" Target="../slideLayouts/slideLayout12.xml"/><Relationship Id="rId5" Type="http://schemas.openxmlformats.org/officeDocument/2006/relationships/tags" Target="../tags/tag5.xml"/><Relationship Id="rId4" Type="http://schemas.openxmlformats.org/officeDocument/2006/relationships/image" Target="../media/image19.wmf"/><Relationship Id="rId3" Type="http://schemas.openxmlformats.org/officeDocument/2006/relationships/oleObject" Target="../embeddings/oleObject14.bin"/><Relationship Id="rId2" Type="http://schemas.openxmlformats.org/officeDocument/2006/relationships/image" Target="../media/image18.wmf"/><Relationship Id="rId1" Type="http://schemas.openxmlformats.org/officeDocument/2006/relationships/oleObject" Target="../embeddings/oleObject13.bin"/></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7.xml"/></Relationships>
</file>

<file path=ppt/slides/_rels/slide10.xml.rels><?xml version="1.0" encoding="UTF-8" standalone="yes"?>
<Relationships xmlns="http://schemas.openxmlformats.org/package/2006/relationships"><Relationship Id="rId9" Type="http://schemas.openxmlformats.org/officeDocument/2006/relationships/image" Target="../media/image26.png"/><Relationship Id="rId8" Type="http://schemas.openxmlformats.org/officeDocument/2006/relationships/image" Target="../media/image25.png"/><Relationship Id="rId7" Type="http://schemas.openxmlformats.org/officeDocument/2006/relationships/image" Target="../media/image24.png"/><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wmf"/><Relationship Id="rId3" Type="http://schemas.openxmlformats.org/officeDocument/2006/relationships/oleObject" Target="../embeddings/oleObject16.bin"/><Relationship Id="rId2" Type="http://schemas.openxmlformats.org/officeDocument/2006/relationships/image" Target="../media/image20.wmf"/><Relationship Id="rId13" Type="http://schemas.openxmlformats.org/officeDocument/2006/relationships/vmlDrawing" Target="../drawings/vmlDrawing5.vml"/><Relationship Id="rId12" Type="http://schemas.openxmlformats.org/officeDocument/2006/relationships/slideLayout" Target="../slideLayouts/slideLayout12.xml"/><Relationship Id="rId11" Type="http://schemas.openxmlformats.org/officeDocument/2006/relationships/tags" Target="../tags/tag8.xml"/><Relationship Id="rId10" Type="http://schemas.openxmlformats.org/officeDocument/2006/relationships/image" Target="../media/image27.png"/><Relationship Id="rId1" Type="http://schemas.openxmlformats.org/officeDocument/2006/relationships/oleObject" Target="../embeddings/oleObject15.bin"/></Relationships>
</file>

<file path=ppt/slides/_rels/slide11.xml.rels><?xml version="1.0" encoding="UTF-8" standalone="yes"?>
<Relationships xmlns="http://schemas.openxmlformats.org/package/2006/relationships"><Relationship Id="rId9" Type="http://schemas.openxmlformats.org/officeDocument/2006/relationships/oleObject" Target="../embeddings/oleObject21.bin"/><Relationship Id="rId8" Type="http://schemas.openxmlformats.org/officeDocument/2006/relationships/image" Target="../media/image31.wmf"/><Relationship Id="rId7" Type="http://schemas.openxmlformats.org/officeDocument/2006/relationships/oleObject" Target="../embeddings/oleObject20.bin"/><Relationship Id="rId6" Type="http://schemas.openxmlformats.org/officeDocument/2006/relationships/image" Target="../media/image30.wmf"/><Relationship Id="rId5" Type="http://schemas.openxmlformats.org/officeDocument/2006/relationships/oleObject" Target="../embeddings/oleObject19.bin"/><Relationship Id="rId4" Type="http://schemas.openxmlformats.org/officeDocument/2006/relationships/image" Target="../media/image29.wmf"/><Relationship Id="rId3" Type="http://schemas.openxmlformats.org/officeDocument/2006/relationships/oleObject" Target="../embeddings/oleObject18.bin"/><Relationship Id="rId26" Type="http://schemas.openxmlformats.org/officeDocument/2006/relationships/vmlDrawing" Target="../drawings/vmlDrawing6.vml"/><Relationship Id="rId25" Type="http://schemas.openxmlformats.org/officeDocument/2006/relationships/slideLayout" Target="../slideLayouts/slideLayout6.xml"/><Relationship Id="rId24" Type="http://schemas.openxmlformats.org/officeDocument/2006/relationships/tags" Target="../tags/tag9.xml"/><Relationship Id="rId23" Type="http://schemas.openxmlformats.org/officeDocument/2006/relationships/oleObject" Target="../embeddings/oleObject28.bin"/><Relationship Id="rId22" Type="http://schemas.openxmlformats.org/officeDocument/2006/relationships/image" Target="../media/image38.emf"/><Relationship Id="rId21" Type="http://schemas.openxmlformats.org/officeDocument/2006/relationships/oleObject" Target="../embeddings/oleObject27.bin"/><Relationship Id="rId20" Type="http://schemas.openxmlformats.org/officeDocument/2006/relationships/image" Target="../media/image37.wmf"/><Relationship Id="rId2" Type="http://schemas.openxmlformats.org/officeDocument/2006/relationships/image" Target="../media/image28.wmf"/><Relationship Id="rId19" Type="http://schemas.openxmlformats.org/officeDocument/2006/relationships/oleObject" Target="../embeddings/oleObject26.bin"/><Relationship Id="rId18" Type="http://schemas.openxmlformats.org/officeDocument/2006/relationships/image" Target="../media/image36.wmf"/><Relationship Id="rId17" Type="http://schemas.openxmlformats.org/officeDocument/2006/relationships/oleObject" Target="../embeddings/oleObject25.bin"/><Relationship Id="rId16" Type="http://schemas.openxmlformats.org/officeDocument/2006/relationships/image" Target="../media/image35.wmf"/><Relationship Id="rId15" Type="http://schemas.openxmlformats.org/officeDocument/2006/relationships/oleObject" Target="../embeddings/oleObject24.bin"/><Relationship Id="rId14" Type="http://schemas.openxmlformats.org/officeDocument/2006/relationships/image" Target="../media/image34.wmf"/><Relationship Id="rId13" Type="http://schemas.openxmlformats.org/officeDocument/2006/relationships/oleObject" Target="../embeddings/oleObject23.bin"/><Relationship Id="rId12" Type="http://schemas.openxmlformats.org/officeDocument/2006/relationships/image" Target="../media/image33.wmf"/><Relationship Id="rId11" Type="http://schemas.openxmlformats.org/officeDocument/2006/relationships/oleObject" Target="../embeddings/oleObject22.bin"/><Relationship Id="rId10" Type="http://schemas.openxmlformats.org/officeDocument/2006/relationships/image" Target="../media/image32.wmf"/><Relationship Id="rId1" Type="http://schemas.openxmlformats.org/officeDocument/2006/relationships/oleObject" Target="../embeddings/oleObject17.bin"/></Relationships>
</file>

<file path=ppt/slides/_rels/slide12.xml.rels><?xml version="1.0" encoding="UTF-8" standalone="yes"?>
<Relationships xmlns="http://schemas.openxmlformats.org/package/2006/relationships"><Relationship Id="rId9" Type="http://schemas.openxmlformats.org/officeDocument/2006/relationships/oleObject" Target="../embeddings/oleObject33.bin"/><Relationship Id="rId8" Type="http://schemas.openxmlformats.org/officeDocument/2006/relationships/image" Target="../media/image42.wmf"/><Relationship Id="rId7" Type="http://schemas.openxmlformats.org/officeDocument/2006/relationships/oleObject" Target="../embeddings/oleObject32.bin"/><Relationship Id="rId6" Type="http://schemas.openxmlformats.org/officeDocument/2006/relationships/image" Target="../media/image41.wmf"/><Relationship Id="rId5" Type="http://schemas.openxmlformats.org/officeDocument/2006/relationships/oleObject" Target="../embeddings/oleObject31.bin"/><Relationship Id="rId4" Type="http://schemas.openxmlformats.org/officeDocument/2006/relationships/image" Target="../media/image40.wmf"/><Relationship Id="rId3" Type="http://schemas.openxmlformats.org/officeDocument/2006/relationships/oleObject" Target="../embeddings/oleObject30.bin"/><Relationship Id="rId2" Type="http://schemas.openxmlformats.org/officeDocument/2006/relationships/image" Target="../media/image39.wmf"/><Relationship Id="rId13" Type="http://schemas.openxmlformats.org/officeDocument/2006/relationships/vmlDrawing" Target="../drawings/vmlDrawing7.vml"/><Relationship Id="rId12" Type="http://schemas.openxmlformats.org/officeDocument/2006/relationships/slideLayout" Target="../slideLayouts/slideLayout13.xml"/><Relationship Id="rId11" Type="http://schemas.openxmlformats.org/officeDocument/2006/relationships/tags" Target="../tags/tag10.xml"/><Relationship Id="rId10" Type="http://schemas.openxmlformats.org/officeDocument/2006/relationships/image" Target="../media/image35.wmf"/><Relationship Id="rId1" Type="http://schemas.openxmlformats.org/officeDocument/2006/relationships/oleObject" Target="../embeddings/oleObject29.bin"/></Relationships>
</file>

<file path=ppt/slides/_rels/slide13.xml.rels><?xml version="1.0" encoding="UTF-8" standalone="yes"?>
<Relationships xmlns="http://schemas.openxmlformats.org/package/2006/relationships"><Relationship Id="rId7" Type="http://schemas.openxmlformats.org/officeDocument/2006/relationships/vmlDrawing" Target="../drawings/vmlDrawing8.vml"/><Relationship Id="rId6" Type="http://schemas.openxmlformats.org/officeDocument/2006/relationships/slideLayout" Target="../slideLayouts/slideLayout11.xml"/><Relationship Id="rId5" Type="http://schemas.openxmlformats.org/officeDocument/2006/relationships/tags" Target="../tags/tag11.xml"/><Relationship Id="rId4" Type="http://schemas.openxmlformats.org/officeDocument/2006/relationships/image" Target="../media/image44.wmf"/><Relationship Id="rId3" Type="http://schemas.openxmlformats.org/officeDocument/2006/relationships/oleObject" Target="../embeddings/oleObject35.bin"/><Relationship Id="rId2" Type="http://schemas.openxmlformats.org/officeDocument/2006/relationships/image" Target="../media/image43.wmf"/><Relationship Id="rId1" Type="http://schemas.openxmlformats.org/officeDocument/2006/relationships/oleObject" Target="../embeddings/oleObject34.bin"/></Relationships>
</file>

<file path=ppt/slides/_rels/slide14.xml.rels><?xml version="1.0" encoding="UTF-8" standalone="yes"?>
<Relationships xmlns="http://schemas.openxmlformats.org/package/2006/relationships"><Relationship Id="rId7" Type="http://schemas.openxmlformats.org/officeDocument/2006/relationships/vmlDrawing" Target="../drawings/vmlDrawing9.vml"/><Relationship Id="rId6" Type="http://schemas.openxmlformats.org/officeDocument/2006/relationships/slideLayout" Target="../slideLayouts/slideLayout1.xml"/><Relationship Id="rId5" Type="http://schemas.openxmlformats.org/officeDocument/2006/relationships/tags" Target="../tags/tag12.xml"/><Relationship Id="rId4" Type="http://schemas.openxmlformats.org/officeDocument/2006/relationships/image" Target="../media/image46.emf"/><Relationship Id="rId3" Type="http://schemas.openxmlformats.org/officeDocument/2006/relationships/oleObject" Target="../embeddings/oleObject37.bin"/><Relationship Id="rId2" Type="http://schemas.openxmlformats.org/officeDocument/2006/relationships/image" Target="../media/image45.wmf"/><Relationship Id="rId1" Type="http://schemas.openxmlformats.org/officeDocument/2006/relationships/oleObject" Target="../embeddings/oleObject36.bin"/></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tags" Target="../tags/tag13.xml"/><Relationship Id="rId1" Type="http://schemas.openxmlformats.org/officeDocument/2006/relationships/image" Target="../media/image47.png"/></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49.png"/><Relationship Id="rId1" Type="http://schemas.openxmlformats.org/officeDocument/2006/relationships/image" Target="../media/image48.png"/></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tags" Target="../tags/tag14.xml"/><Relationship Id="rId1" Type="http://schemas.openxmlformats.org/officeDocument/2006/relationships/image" Target="../media/image50.png"/></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15.xml"/></Relationships>
</file>

<file path=ppt/slides/_rels/slide19.xml.rels><?xml version="1.0" encoding="UTF-8" standalone="yes"?>
<Relationships xmlns="http://schemas.openxmlformats.org/package/2006/relationships"><Relationship Id="rId9" Type="http://schemas.openxmlformats.org/officeDocument/2006/relationships/image" Target="../media/image55.png"/><Relationship Id="rId8" Type="http://schemas.openxmlformats.org/officeDocument/2006/relationships/image" Target="../media/image54.png"/><Relationship Id="rId7" Type="http://schemas.openxmlformats.org/officeDocument/2006/relationships/image" Target="../media/image53.png"/><Relationship Id="rId6" Type="http://schemas.openxmlformats.org/officeDocument/2006/relationships/image" Target="../media/image52.png"/><Relationship Id="rId5" Type="http://schemas.openxmlformats.org/officeDocument/2006/relationships/image" Target="../media/image43.wmf"/><Relationship Id="rId4" Type="http://schemas.openxmlformats.org/officeDocument/2006/relationships/oleObject" Target="../embeddings/oleObject39.bin"/><Relationship Id="rId3" Type="http://schemas.openxmlformats.org/officeDocument/2006/relationships/image" Target="../media/image51.png"/><Relationship Id="rId2" Type="http://schemas.openxmlformats.org/officeDocument/2006/relationships/image" Target="../media/image39.wmf"/><Relationship Id="rId12" Type="http://schemas.openxmlformats.org/officeDocument/2006/relationships/vmlDrawing" Target="../drawings/vmlDrawing10.vml"/><Relationship Id="rId11" Type="http://schemas.openxmlformats.org/officeDocument/2006/relationships/slideLayout" Target="../slideLayouts/slideLayout6.xml"/><Relationship Id="rId10" Type="http://schemas.openxmlformats.org/officeDocument/2006/relationships/tags" Target="../tags/tag16.xml"/><Relationship Id="rId1" Type="http://schemas.openxmlformats.org/officeDocument/2006/relationships/oleObject" Target="../embeddings/oleObject38.bin"/></Relationships>
</file>

<file path=ppt/slides/_rels/slide20.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tags" Target="../tags/tag17.xml"/><Relationship Id="rId1" Type="http://schemas.openxmlformats.org/officeDocument/2006/relationships/image" Target="../media/image50.png"/></Relationships>
</file>

<file path=ppt/slides/_rels/slide21.xml.rels><?xml version="1.0" encoding="UTF-8" standalone="yes"?>
<Relationships xmlns="http://schemas.openxmlformats.org/package/2006/relationships"><Relationship Id="rId9" Type="http://schemas.openxmlformats.org/officeDocument/2006/relationships/vmlDrawing" Target="../drawings/vmlDrawing11.vml"/><Relationship Id="rId8" Type="http://schemas.openxmlformats.org/officeDocument/2006/relationships/slideLayout" Target="../slideLayouts/slideLayout12.xml"/><Relationship Id="rId7" Type="http://schemas.openxmlformats.org/officeDocument/2006/relationships/tags" Target="../tags/tag18.xml"/><Relationship Id="rId6" Type="http://schemas.openxmlformats.org/officeDocument/2006/relationships/image" Target="../media/image58.emf"/><Relationship Id="rId5" Type="http://schemas.openxmlformats.org/officeDocument/2006/relationships/oleObject" Target="../embeddings/oleObject42.bin"/><Relationship Id="rId4" Type="http://schemas.openxmlformats.org/officeDocument/2006/relationships/image" Target="../media/image57.wmf"/><Relationship Id="rId3" Type="http://schemas.openxmlformats.org/officeDocument/2006/relationships/oleObject" Target="../embeddings/oleObject41.bin"/><Relationship Id="rId2" Type="http://schemas.openxmlformats.org/officeDocument/2006/relationships/image" Target="../media/image56.wmf"/><Relationship Id="rId1" Type="http://schemas.openxmlformats.org/officeDocument/2006/relationships/oleObject" Target="../embeddings/oleObject40.bin"/></Relationships>
</file>

<file path=ppt/slides/_rels/slide22.xml.rels><?xml version="1.0" encoding="UTF-8" standalone="yes"?>
<Relationships xmlns="http://schemas.openxmlformats.org/package/2006/relationships"><Relationship Id="rId8" Type="http://schemas.openxmlformats.org/officeDocument/2006/relationships/vmlDrawing" Target="../drawings/vmlDrawing12.vml"/><Relationship Id="rId7" Type="http://schemas.openxmlformats.org/officeDocument/2006/relationships/slideLayout" Target="../slideLayouts/slideLayout11.xml"/><Relationship Id="rId6" Type="http://schemas.openxmlformats.org/officeDocument/2006/relationships/image" Target="../media/image61.wmf"/><Relationship Id="rId5" Type="http://schemas.openxmlformats.org/officeDocument/2006/relationships/oleObject" Target="../embeddings/oleObject45.bin"/><Relationship Id="rId4" Type="http://schemas.openxmlformats.org/officeDocument/2006/relationships/image" Target="../media/image60.wmf"/><Relationship Id="rId3" Type="http://schemas.openxmlformats.org/officeDocument/2006/relationships/oleObject" Target="../embeddings/oleObject44.bin"/><Relationship Id="rId2" Type="http://schemas.openxmlformats.org/officeDocument/2006/relationships/image" Target="../media/image59.wmf"/><Relationship Id="rId1" Type="http://schemas.openxmlformats.org/officeDocument/2006/relationships/oleObject" Target="../embeddings/oleObject43.bin"/></Relationships>
</file>

<file path=ppt/slides/_rels/slide23.xml.rels><?xml version="1.0" encoding="UTF-8" standalone="yes"?>
<Relationships xmlns="http://schemas.openxmlformats.org/package/2006/relationships"><Relationship Id="rId5" Type="http://schemas.openxmlformats.org/officeDocument/2006/relationships/vmlDrawing" Target="../drawings/vmlDrawing13.vml"/><Relationship Id="rId4" Type="http://schemas.openxmlformats.org/officeDocument/2006/relationships/slideLayout" Target="../slideLayouts/slideLayout12.xml"/><Relationship Id="rId3" Type="http://schemas.openxmlformats.org/officeDocument/2006/relationships/tags" Target="../tags/tag19.xml"/><Relationship Id="rId2" Type="http://schemas.openxmlformats.org/officeDocument/2006/relationships/image" Target="../media/image62.wmf"/><Relationship Id="rId1" Type="http://schemas.openxmlformats.org/officeDocument/2006/relationships/oleObject" Target="../embeddings/oleObject46.bin"/></Relationships>
</file>

<file path=ppt/slides/_rels/slide24.xml.rels><?xml version="1.0" encoding="UTF-8" standalone="yes"?>
<Relationships xmlns="http://schemas.openxmlformats.org/package/2006/relationships"><Relationship Id="rId9" Type="http://schemas.openxmlformats.org/officeDocument/2006/relationships/oleObject" Target="../embeddings/oleObject51.bin"/><Relationship Id="rId8" Type="http://schemas.openxmlformats.org/officeDocument/2006/relationships/image" Target="../media/image61.wmf"/><Relationship Id="rId7" Type="http://schemas.openxmlformats.org/officeDocument/2006/relationships/oleObject" Target="../embeddings/oleObject50.bin"/><Relationship Id="rId6" Type="http://schemas.openxmlformats.org/officeDocument/2006/relationships/image" Target="../media/image65.wmf"/><Relationship Id="rId5" Type="http://schemas.openxmlformats.org/officeDocument/2006/relationships/oleObject" Target="../embeddings/oleObject49.bin"/><Relationship Id="rId4" Type="http://schemas.openxmlformats.org/officeDocument/2006/relationships/image" Target="../media/image64.wmf"/><Relationship Id="rId3" Type="http://schemas.openxmlformats.org/officeDocument/2006/relationships/oleObject" Target="../embeddings/oleObject48.bin"/><Relationship Id="rId2" Type="http://schemas.openxmlformats.org/officeDocument/2006/relationships/image" Target="../media/image63.wmf"/><Relationship Id="rId15" Type="http://schemas.openxmlformats.org/officeDocument/2006/relationships/vmlDrawing" Target="../drawings/vmlDrawing14.vml"/><Relationship Id="rId14" Type="http://schemas.openxmlformats.org/officeDocument/2006/relationships/slideLayout" Target="../slideLayouts/slideLayout6.xml"/><Relationship Id="rId13" Type="http://schemas.openxmlformats.org/officeDocument/2006/relationships/tags" Target="../tags/tag20.xml"/><Relationship Id="rId12" Type="http://schemas.openxmlformats.org/officeDocument/2006/relationships/image" Target="../media/image67.wmf"/><Relationship Id="rId11" Type="http://schemas.openxmlformats.org/officeDocument/2006/relationships/oleObject" Target="../embeddings/oleObject52.bin"/><Relationship Id="rId10" Type="http://schemas.openxmlformats.org/officeDocument/2006/relationships/image" Target="../media/image66.wmf"/><Relationship Id="rId1" Type="http://schemas.openxmlformats.org/officeDocument/2006/relationships/oleObject" Target="../embeddings/oleObject47.bin"/></Relationships>
</file>

<file path=ppt/slides/_rels/slide25.xml.rels><?xml version="1.0" encoding="UTF-8" standalone="yes"?>
<Relationships xmlns="http://schemas.openxmlformats.org/package/2006/relationships"><Relationship Id="rId4" Type="http://schemas.openxmlformats.org/officeDocument/2006/relationships/vmlDrawing" Target="../drawings/vmlDrawing15.vml"/><Relationship Id="rId3" Type="http://schemas.openxmlformats.org/officeDocument/2006/relationships/slideLayout" Target="../slideLayouts/slideLayout12.xml"/><Relationship Id="rId2" Type="http://schemas.openxmlformats.org/officeDocument/2006/relationships/image" Target="../media/image68.emf"/><Relationship Id="rId1" Type="http://schemas.openxmlformats.org/officeDocument/2006/relationships/oleObject" Target="../embeddings/oleObject53.bin"/></Relationships>
</file>

<file path=ppt/slides/_rels/slide26.xml.rels><?xml version="1.0" encoding="UTF-8" standalone="yes"?>
<Relationships xmlns="http://schemas.openxmlformats.org/package/2006/relationships"><Relationship Id="rId4" Type="http://schemas.openxmlformats.org/officeDocument/2006/relationships/vmlDrawing" Target="../drawings/vmlDrawing16.vml"/><Relationship Id="rId3" Type="http://schemas.openxmlformats.org/officeDocument/2006/relationships/slideLayout" Target="../slideLayouts/slideLayout12.xml"/><Relationship Id="rId2" Type="http://schemas.openxmlformats.org/officeDocument/2006/relationships/image" Target="../media/image69.emf"/><Relationship Id="rId1" Type="http://schemas.openxmlformats.org/officeDocument/2006/relationships/oleObject" Target="../embeddings/oleObject54.bin"/></Relationships>
</file>

<file path=ppt/slides/_rels/slide27.xml.rels><?xml version="1.0" encoding="UTF-8" standalone="yes"?>
<Relationships xmlns="http://schemas.openxmlformats.org/package/2006/relationships"><Relationship Id="rId4" Type="http://schemas.openxmlformats.org/officeDocument/2006/relationships/vmlDrawing" Target="../drawings/vmlDrawing17.vml"/><Relationship Id="rId3" Type="http://schemas.openxmlformats.org/officeDocument/2006/relationships/slideLayout" Target="../slideLayouts/slideLayout12.xml"/><Relationship Id="rId2" Type="http://schemas.openxmlformats.org/officeDocument/2006/relationships/image" Target="../media/image70.emf"/><Relationship Id="rId1" Type="http://schemas.openxmlformats.org/officeDocument/2006/relationships/oleObject" Target="../embeddings/oleObject55.bin"/></Relationships>
</file>

<file path=ppt/slides/_rels/slide28.xml.rels><?xml version="1.0" encoding="UTF-8" standalone="yes"?>
<Relationships xmlns="http://schemas.openxmlformats.org/package/2006/relationships"><Relationship Id="rId9" Type="http://schemas.openxmlformats.org/officeDocument/2006/relationships/oleObject" Target="../embeddings/oleObject60.bin"/><Relationship Id="rId8" Type="http://schemas.openxmlformats.org/officeDocument/2006/relationships/image" Target="../media/image74.emf"/><Relationship Id="rId7" Type="http://schemas.openxmlformats.org/officeDocument/2006/relationships/oleObject" Target="../embeddings/oleObject59.bin"/><Relationship Id="rId6" Type="http://schemas.openxmlformats.org/officeDocument/2006/relationships/image" Target="../media/image73.wmf"/><Relationship Id="rId5" Type="http://schemas.openxmlformats.org/officeDocument/2006/relationships/oleObject" Target="../embeddings/oleObject58.bin"/><Relationship Id="rId4" Type="http://schemas.openxmlformats.org/officeDocument/2006/relationships/image" Target="../media/image72.wmf"/><Relationship Id="rId3" Type="http://schemas.openxmlformats.org/officeDocument/2006/relationships/oleObject" Target="../embeddings/oleObject57.bin"/><Relationship Id="rId20" Type="http://schemas.openxmlformats.org/officeDocument/2006/relationships/vmlDrawing" Target="../drawings/vmlDrawing18.vml"/><Relationship Id="rId2" Type="http://schemas.openxmlformats.org/officeDocument/2006/relationships/image" Target="../media/image71.wmf"/><Relationship Id="rId19" Type="http://schemas.openxmlformats.org/officeDocument/2006/relationships/slideLayout" Target="../slideLayouts/slideLayout6.xml"/><Relationship Id="rId18" Type="http://schemas.openxmlformats.org/officeDocument/2006/relationships/tags" Target="../tags/tag21.xml"/><Relationship Id="rId17" Type="http://schemas.openxmlformats.org/officeDocument/2006/relationships/image" Target="../media/image78.emf"/><Relationship Id="rId16" Type="http://schemas.openxmlformats.org/officeDocument/2006/relationships/oleObject" Target="../embeddings/oleObject64.bin"/><Relationship Id="rId15" Type="http://schemas.openxmlformats.org/officeDocument/2006/relationships/image" Target="../media/image77.emf"/><Relationship Id="rId14" Type="http://schemas.openxmlformats.org/officeDocument/2006/relationships/oleObject" Target="../embeddings/oleObject63.bin"/><Relationship Id="rId13" Type="http://schemas.openxmlformats.org/officeDocument/2006/relationships/image" Target="../media/image76.wmf"/><Relationship Id="rId12" Type="http://schemas.openxmlformats.org/officeDocument/2006/relationships/oleObject" Target="../embeddings/oleObject62.bin"/><Relationship Id="rId11" Type="http://schemas.openxmlformats.org/officeDocument/2006/relationships/oleObject" Target="../embeddings/oleObject61.bin"/><Relationship Id="rId10" Type="http://schemas.openxmlformats.org/officeDocument/2006/relationships/image" Target="../media/image75.wmf"/><Relationship Id="rId1" Type="http://schemas.openxmlformats.org/officeDocument/2006/relationships/oleObject" Target="../embeddings/oleObject56.bin"/></Relationships>
</file>

<file path=ppt/slides/_rels/slide29.xml.rels><?xml version="1.0" encoding="UTF-8" standalone="yes"?>
<Relationships xmlns="http://schemas.openxmlformats.org/package/2006/relationships"><Relationship Id="rId9" Type="http://schemas.openxmlformats.org/officeDocument/2006/relationships/oleObject" Target="../embeddings/oleObject69.bin"/><Relationship Id="rId8" Type="http://schemas.openxmlformats.org/officeDocument/2006/relationships/image" Target="../media/image82.wmf"/><Relationship Id="rId7" Type="http://schemas.openxmlformats.org/officeDocument/2006/relationships/oleObject" Target="../embeddings/oleObject68.bin"/><Relationship Id="rId6" Type="http://schemas.openxmlformats.org/officeDocument/2006/relationships/image" Target="../media/image81.wmf"/><Relationship Id="rId5" Type="http://schemas.openxmlformats.org/officeDocument/2006/relationships/oleObject" Target="../embeddings/oleObject67.bin"/><Relationship Id="rId4" Type="http://schemas.openxmlformats.org/officeDocument/2006/relationships/image" Target="../media/image80.wmf"/><Relationship Id="rId3" Type="http://schemas.openxmlformats.org/officeDocument/2006/relationships/oleObject" Target="../embeddings/oleObject66.bin"/><Relationship Id="rId2" Type="http://schemas.openxmlformats.org/officeDocument/2006/relationships/image" Target="../media/image79.wmf"/><Relationship Id="rId13" Type="http://schemas.openxmlformats.org/officeDocument/2006/relationships/vmlDrawing" Target="../drawings/vmlDrawing19.vml"/><Relationship Id="rId12" Type="http://schemas.openxmlformats.org/officeDocument/2006/relationships/slideLayout" Target="../slideLayouts/slideLayout11.xml"/><Relationship Id="rId11" Type="http://schemas.openxmlformats.org/officeDocument/2006/relationships/tags" Target="../tags/tag22.xml"/><Relationship Id="rId10" Type="http://schemas.openxmlformats.org/officeDocument/2006/relationships/image" Target="../media/image83.wmf"/><Relationship Id="rId1" Type="http://schemas.openxmlformats.org/officeDocument/2006/relationships/oleObject" Target="../embeddings/oleObject65.bin"/></Relationships>
</file>

<file path=ppt/slides/_rels/slide30.xml.rels><?xml version="1.0" encoding="UTF-8" standalone="yes"?>
<Relationships xmlns="http://schemas.openxmlformats.org/package/2006/relationships"><Relationship Id="rId9" Type="http://schemas.openxmlformats.org/officeDocument/2006/relationships/oleObject" Target="../embeddings/oleObject73.bin"/><Relationship Id="rId8" Type="http://schemas.openxmlformats.org/officeDocument/2006/relationships/image" Target="../media/image88.wmf"/><Relationship Id="rId7" Type="http://schemas.openxmlformats.org/officeDocument/2006/relationships/oleObject" Target="../embeddings/oleObject72.bin"/><Relationship Id="rId6" Type="http://schemas.openxmlformats.org/officeDocument/2006/relationships/image" Target="../media/image87.wmf"/><Relationship Id="rId5" Type="http://schemas.openxmlformats.org/officeDocument/2006/relationships/oleObject" Target="../embeddings/oleObject71.bin"/><Relationship Id="rId4" Type="http://schemas.openxmlformats.org/officeDocument/2006/relationships/image" Target="../media/image86.wmf"/><Relationship Id="rId3" Type="http://schemas.openxmlformats.org/officeDocument/2006/relationships/oleObject" Target="../embeddings/oleObject70.bin"/><Relationship Id="rId2" Type="http://schemas.openxmlformats.org/officeDocument/2006/relationships/image" Target="../media/image85.png"/><Relationship Id="rId17" Type="http://schemas.openxmlformats.org/officeDocument/2006/relationships/vmlDrawing" Target="../drawings/vmlDrawing20.vml"/><Relationship Id="rId16" Type="http://schemas.openxmlformats.org/officeDocument/2006/relationships/slideLayout" Target="../slideLayouts/slideLayout3.xml"/><Relationship Id="rId15" Type="http://schemas.openxmlformats.org/officeDocument/2006/relationships/tags" Target="../tags/tag23.xml"/><Relationship Id="rId14" Type="http://schemas.openxmlformats.org/officeDocument/2006/relationships/image" Target="../media/image91.wmf"/><Relationship Id="rId13" Type="http://schemas.openxmlformats.org/officeDocument/2006/relationships/oleObject" Target="../embeddings/oleObject75.bin"/><Relationship Id="rId12" Type="http://schemas.openxmlformats.org/officeDocument/2006/relationships/image" Target="../media/image90.wmf"/><Relationship Id="rId11" Type="http://schemas.openxmlformats.org/officeDocument/2006/relationships/oleObject" Target="../embeddings/oleObject74.bin"/><Relationship Id="rId10" Type="http://schemas.openxmlformats.org/officeDocument/2006/relationships/image" Target="../media/image89.wmf"/><Relationship Id="rId1" Type="http://schemas.openxmlformats.org/officeDocument/2006/relationships/image" Target="../media/image84.png"/></Relationships>
</file>

<file path=ppt/slides/_rels/slide31.xml.rels><?xml version="1.0" encoding="UTF-8" standalone="yes"?>
<Relationships xmlns="http://schemas.openxmlformats.org/package/2006/relationships"><Relationship Id="rId9" Type="http://schemas.openxmlformats.org/officeDocument/2006/relationships/image" Target="../media/image95.wmf"/><Relationship Id="rId8" Type="http://schemas.openxmlformats.org/officeDocument/2006/relationships/oleObject" Target="../embeddings/oleObject79.bin"/><Relationship Id="rId7" Type="http://schemas.openxmlformats.org/officeDocument/2006/relationships/image" Target="../media/image94.wmf"/><Relationship Id="rId6" Type="http://schemas.openxmlformats.org/officeDocument/2006/relationships/oleObject" Target="../embeddings/oleObject78.bin"/><Relationship Id="rId5" Type="http://schemas.openxmlformats.org/officeDocument/2006/relationships/image" Target="../media/image93.wmf"/><Relationship Id="rId4" Type="http://schemas.openxmlformats.org/officeDocument/2006/relationships/oleObject" Target="../embeddings/oleObject77.bin"/><Relationship Id="rId3" Type="http://schemas.openxmlformats.org/officeDocument/2006/relationships/image" Target="../media/image86.wmf"/><Relationship Id="rId2" Type="http://schemas.openxmlformats.org/officeDocument/2006/relationships/oleObject" Target="../embeddings/oleObject76.bin"/><Relationship Id="rId12" Type="http://schemas.openxmlformats.org/officeDocument/2006/relationships/vmlDrawing" Target="../drawings/vmlDrawing21.vml"/><Relationship Id="rId11" Type="http://schemas.openxmlformats.org/officeDocument/2006/relationships/slideLayout" Target="../slideLayouts/slideLayout3.xml"/><Relationship Id="rId10" Type="http://schemas.openxmlformats.org/officeDocument/2006/relationships/tags" Target="../tags/tag24.xml"/><Relationship Id="rId1" Type="http://schemas.openxmlformats.org/officeDocument/2006/relationships/image" Target="../media/image92.png"/></Relationships>
</file>

<file path=ppt/slides/_rels/slide32.xml.rels><?xml version="1.0" encoding="UTF-8" standalone="yes"?>
<Relationships xmlns="http://schemas.openxmlformats.org/package/2006/relationships"><Relationship Id="rId9" Type="http://schemas.openxmlformats.org/officeDocument/2006/relationships/slideLayout" Target="../slideLayouts/slideLayout3.xml"/><Relationship Id="rId8" Type="http://schemas.openxmlformats.org/officeDocument/2006/relationships/tags" Target="../tags/tag25.xml"/><Relationship Id="rId7" Type="http://schemas.openxmlformats.org/officeDocument/2006/relationships/image" Target="../media/image98.wmf"/><Relationship Id="rId6" Type="http://schemas.openxmlformats.org/officeDocument/2006/relationships/oleObject" Target="../embeddings/oleObject82.bin"/><Relationship Id="rId5" Type="http://schemas.openxmlformats.org/officeDocument/2006/relationships/image" Target="../media/image97.wmf"/><Relationship Id="rId4" Type="http://schemas.openxmlformats.org/officeDocument/2006/relationships/oleObject" Target="../embeddings/oleObject81.bin"/><Relationship Id="rId3" Type="http://schemas.openxmlformats.org/officeDocument/2006/relationships/image" Target="../media/image86.wmf"/><Relationship Id="rId2" Type="http://schemas.openxmlformats.org/officeDocument/2006/relationships/oleObject" Target="../embeddings/oleObject80.bin"/><Relationship Id="rId10" Type="http://schemas.openxmlformats.org/officeDocument/2006/relationships/vmlDrawing" Target="../drawings/vmlDrawing22.vml"/><Relationship Id="rId1" Type="http://schemas.openxmlformats.org/officeDocument/2006/relationships/image" Target="../media/image96.png"/></Relationships>
</file>

<file path=ppt/slides/_rels/slide33.xml.rels><?xml version="1.0" encoding="UTF-8" standalone="yes"?>
<Relationships xmlns="http://schemas.openxmlformats.org/package/2006/relationships"><Relationship Id="rId8" Type="http://schemas.openxmlformats.org/officeDocument/2006/relationships/vmlDrawing" Target="../drawings/vmlDrawing23.vml"/><Relationship Id="rId7" Type="http://schemas.openxmlformats.org/officeDocument/2006/relationships/slideLayout" Target="../slideLayouts/slideLayout3.xml"/><Relationship Id="rId6" Type="http://schemas.openxmlformats.org/officeDocument/2006/relationships/tags" Target="../tags/tag26.xml"/><Relationship Id="rId5" Type="http://schemas.openxmlformats.org/officeDocument/2006/relationships/image" Target="../media/image100.wmf"/><Relationship Id="rId4" Type="http://schemas.openxmlformats.org/officeDocument/2006/relationships/oleObject" Target="../embeddings/oleObject84.bin"/><Relationship Id="rId3" Type="http://schemas.openxmlformats.org/officeDocument/2006/relationships/image" Target="../media/image86.wmf"/><Relationship Id="rId2" Type="http://schemas.openxmlformats.org/officeDocument/2006/relationships/oleObject" Target="../embeddings/oleObject83.bin"/><Relationship Id="rId1" Type="http://schemas.openxmlformats.org/officeDocument/2006/relationships/image" Target="../media/image99.png"/></Relationships>
</file>

<file path=ppt/slides/_rels/slide34.xml.rels><?xml version="1.0" encoding="UTF-8" standalone="yes"?>
<Relationships xmlns="http://schemas.openxmlformats.org/package/2006/relationships"><Relationship Id="rId8" Type="http://schemas.openxmlformats.org/officeDocument/2006/relationships/vmlDrawing" Target="../drawings/vmlDrawing24.vml"/><Relationship Id="rId7" Type="http://schemas.openxmlformats.org/officeDocument/2006/relationships/slideLayout" Target="../slideLayouts/slideLayout3.xml"/><Relationship Id="rId6" Type="http://schemas.openxmlformats.org/officeDocument/2006/relationships/tags" Target="../tags/tag27.xml"/><Relationship Id="rId5" Type="http://schemas.openxmlformats.org/officeDocument/2006/relationships/image" Target="../media/image102.wmf"/><Relationship Id="rId4" Type="http://schemas.openxmlformats.org/officeDocument/2006/relationships/oleObject" Target="../embeddings/oleObject86.bin"/><Relationship Id="rId3" Type="http://schemas.openxmlformats.org/officeDocument/2006/relationships/image" Target="../media/image86.wmf"/><Relationship Id="rId2" Type="http://schemas.openxmlformats.org/officeDocument/2006/relationships/oleObject" Target="../embeddings/oleObject85.bin"/><Relationship Id="rId1" Type="http://schemas.openxmlformats.org/officeDocument/2006/relationships/image" Target="../media/image101.png"/></Relationships>
</file>

<file path=ppt/slides/_rels/slide35.xml.rels><?xml version="1.0" encoding="UTF-8" standalone="yes"?>
<Relationships xmlns="http://schemas.openxmlformats.org/package/2006/relationships"><Relationship Id="rId8" Type="http://schemas.openxmlformats.org/officeDocument/2006/relationships/vmlDrawing" Target="../drawings/vmlDrawing25.vml"/><Relationship Id="rId7" Type="http://schemas.openxmlformats.org/officeDocument/2006/relationships/slideLayout" Target="../slideLayouts/slideLayout3.xml"/><Relationship Id="rId6" Type="http://schemas.openxmlformats.org/officeDocument/2006/relationships/tags" Target="../tags/tag28.xml"/><Relationship Id="rId5" Type="http://schemas.openxmlformats.org/officeDocument/2006/relationships/image" Target="../media/image104.wmf"/><Relationship Id="rId4" Type="http://schemas.openxmlformats.org/officeDocument/2006/relationships/oleObject" Target="../embeddings/oleObject88.bin"/><Relationship Id="rId3" Type="http://schemas.openxmlformats.org/officeDocument/2006/relationships/image" Target="../media/image86.wmf"/><Relationship Id="rId2" Type="http://schemas.openxmlformats.org/officeDocument/2006/relationships/oleObject" Target="../embeddings/oleObject87.bin"/><Relationship Id="rId1" Type="http://schemas.openxmlformats.org/officeDocument/2006/relationships/image" Target="../media/image103.png"/></Relationships>
</file>

<file path=ppt/slides/_rels/slide36.xml.rels><?xml version="1.0" encoding="UTF-8" standalone="yes"?>
<Relationships xmlns="http://schemas.openxmlformats.org/package/2006/relationships"><Relationship Id="rId9" Type="http://schemas.openxmlformats.org/officeDocument/2006/relationships/image" Target="../media/image109.wmf"/><Relationship Id="rId8" Type="http://schemas.openxmlformats.org/officeDocument/2006/relationships/oleObject" Target="../embeddings/oleObject92.bin"/><Relationship Id="rId7" Type="http://schemas.openxmlformats.org/officeDocument/2006/relationships/image" Target="../media/image108.wmf"/><Relationship Id="rId6" Type="http://schemas.openxmlformats.org/officeDocument/2006/relationships/oleObject" Target="../embeddings/oleObject91.bin"/><Relationship Id="rId5" Type="http://schemas.openxmlformats.org/officeDocument/2006/relationships/image" Target="../media/image107.wmf"/><Relationship Id="rId4" Type="http://schemas.openxmlformats.org/officeDocument/2006/relationships/oleObject" Target="../embeddings/oleObject90.bin"/><Relationship Id="rId3" Type="http://schemas.openxmlformats.org/officeDocument/2006/relationships/image" Target="../media/image106.wmf"/><Relationship Id="rId2" Type="http://schemas.openxmlformats.org/officeDocument/2006/relationships/oleObject" Target="../embeddings/oleObject89.bin"/><Relationship Id="rId14" Type="http://schemas.openxmlformats.org/officeDocument/2006/relationships/vmlDrawing" Target="../drawings/vmlDrawing26.vml"/><Relationship Id="rId13" Type="http://schemas.openxmlformats.org/officeDocument/2006/relationships/slideLayout" Target="../slideLayouts/slideLayout12.xml"/><Relationship Id="rId12" Type="http://schemas.openxmlformats.org/officeDocument/2006/relationships/tags" Target="../tags/tag29.xml"/><Relationship Id="rId11" Type="http://schemas.openxmlformats.org/officeDocument/2006/relationships/image" Target="../media/image110.wmf"/><Relationship Id="rId10" Type="http://schemas.openxmlformats.org/officeDocument/2006/relationships/oleObject" Target="../embeddings/oleObject93.bin"/><Relationship Id="rId1" Type="http://schemas.openxmlformats.org/officeDocument/2006/relationships/image" Target="../media/image105.png"/></Relationships>
</file>

<file path=ppt/slides/_rels/slide37.xml.rels><?xml version="1.0" encoding="UTF-8" standalone="yes"?>
<Relationships xmlns="http://schemas.openxmlformats.org/package/2006/relationships"><Relationship Id="rId9" Type="http://schemas.openxmlformats.org/officeDocument/2006/relationships/vmlDrawing" Target="../drawings/vmlDrawing27.vml"/><Relationship Id="rId8" Type="http://schemas.openxmlformats.org/officeDocument/2006/relationships/slideLayout" Target="../slideLayouts/slideLayout12.xml"/><Relationship Id="rId7" Type="http://schemas.openxmlformats.org/officeDocument/2006/relationships/tags" Target="../tags/tag30.xml"/><Relationship Id="rId6" Type="http://schemas.openxmlformats.org/officeDocument/2006/relationships/image" Target="../media/image113.wmf"/><Relationship Id="rId5" Type="http://schemas.openxmlformats.org/officeDocument/2006/relationships/oleObject" Target="../embeddings/oleObject95.bin"/><Relationship Id="rId4" Type="http://schemas.openxmlformats.org/officeDocument/2006/relationships/image" Target="../media/image112.wmf"/><Relationship Id="rId3" Type="http://schemas.openxmlformats.org/officeDocument/2006/relationships/oleObject" Target="../embeddings/oleObject94.bin"/><Relationship Id="rId2" Type="http://schemas.openxmlformats.org/officeDocument/2006/relationships/hyperlink" Target="5%20&#232;&#191;&#158;&#231;&#187;&#173;&#230;&#151;&#182;&#233;&#151;&#180;&#231;&#179;&#187;&#231;&#187;&#159;&#231;&#154;&#132;&#229;&#164;&#141;&#233;&#162;&#145;&#229;&#159;&#159;&#229;&#136;&#134;&#230;&#158;&#144;5.ppt" TargetMode="External"/><Relationship Id="rId1" Type="http://schemas.openxmlformats.org/officeDocument/2006/relationships/image" Target="../media/image111.png"/></Relationships>
</file>

<file path=ppt/slides/_rels/slide38.xml.rels><?xml version="1.0" encoding="UTF-8" standalone="yes"?>
<Relationships xmlns="http://schemas.openxmlformats.org/package/2006/relationships"><Relationship Id="rId4" Type="http://schemas.openxmlformats.org/officeDocument/2006/relationships/slideLayout" Target="../slideLayouts/slideLayout6.xml"/><Relationship Id="rId3" Type="http://schemas.openxmlformats.org/officeDocument/2006/relationships/tags" Target="../tags/tag31.xml"/><Relationship Id="rId2" Type="http://schemas.openxmlformats.org/officeDocument/2006/relationships/image" Target="../media/image115.png"/><Relationship Id="rId1" Type="http://schemas.openxmlformats.org/officeDocument/2006/relationships/image" Target="../media/image114.png"/></Relationships>
</file>

<file path=ppt/slides/_rels/slide39.xml.rels><?xml version="1.0" encoding="UTF-8" standalone="yes"?>
<Relationships xmlns="http://schemas.openxmlformats.org/package/2006/relationships"><Relationship Id="rId9" Type="http://schemas.openxmlformats.org/officeDocument/2006/relationships/image" Target="../media/image120.png"/><Relationship Id="rId8" Type="http://schemas.openxmlformats.org/officeDocument/2006/relationships/image" Target="../media/image119.wmf"/><Relationship Id="rId7" Type="http://schemas.openxmlformats.org/officeDocument/2006/relationships/oleObject" Target="../embeddings/oleObject98.bin"/><Relationship Id="rId6" Type="http://schemas.openxmlformats.org/officeDocument/2006/relationships/image" Target="../media/image118.png"/><Relationship Id="rId5" Type="http://schemas.openxmlformats.org/officeDocument/2006/relationships/image" Target="../media/image117.wmf"/><Relationship Id="rId4" Type="http://schemas.openxmlformats.org/officeDocument/2006/relationships/oleObject" Target="../embeddings/oleObject97.bin"/><Relationship Id="rId3" Type="http://schemas.openxmlformats.org/officeDocument/2006/relationships/image" Target="../media/image116.png"/><Relationship Id="rId2" Type="http://schemas.openxmlformats.org/officeDocument/2006/relationships/image" Target="../media/image80.wmf"/><Relationship Id="rId17" Type="http://schemas.openxmlformats.org/officeDocument/2006/relationships/vmlDrawing" Target="../drawings/vmlDrawing28.vml"/><Relationship Id="rId16" Type="http://schemas.openxmlformats.org/officeDocument/2006/relationships/slideLayout" Target="../slideLayouts/slideLayout11.xml"/><Relationship Id="rId15" Type="http://schemas.openxmlformats.org/officeDocument/2006/relationships/tags" Target="../tags/tag32.xml"/><Relationship Id="rId14" Type="http://schemas.openxmlformats.org/officeDocument/2006/relationships/image" Target="../media/image123.wmf"/><Relationship Id="rId13" Type="http://schemas.openxmlformats.org/officeDocument/2006/relationships/oleObject" Target="../embeddings/oleObject100.bin"/><Relationship Id="rId12" Type="http://schemas.openxmlformats.org/officeDocument/2006/relationships/image" Target="../media/image122.png"/><Relationship Id="rId11" Type="http://schemas.openxmlformats.org/officeDocument/2006/relationships/image" Target="../media/image121.wmf"/><Relationship Id="rId10" Type="http://schemas.openxmlformats.org/officeDocument/2006/relationships/oleObject" Target="../embeddings/oleObject99.bin"/><Relationship Id="rId1" Type="http://schemas.openxmlformats.org/officeDocument/2006/relationships/oleObject" Target="../embeddings/oleObject96.bin"/></Relationships>
</file>

<file path=ppt/slides/_rels/slide40.xml.rels><?xml version="1.0" encoding="UTF-8" standalone="yes"?>
<Relationships xmlns="http://schemas.openxmlformats.org/package/2006/relationships"><Relationship Id="rId9" Type="http://schemas.openxmlformats.org/officeDocument/2006/relationships/oleObject" Target="../embeddings/oleObject103.bin"/><Relationship Id="rId8" Type="http://schemas.openxmlformats.org/officeDocument/2006/relationships/image" Target="../media/image129.png"/><Relationship Id="rId7" Type="http://schemas.openxmlformats.org/officeDocument/2006/relationships/image" Target="../media/image128.wmf"/><Relationship Id="rId6" Type="http://schemas.openxmlformats.org/officeDocument/2006/relationships/oleObject" Target="../embeddings/oleObject102.bin"/><Relationship Id="rId5" Type="http://schemas.openxmlformats.org/officeDocument/2006/relationships/image" Target="../media/image127.png"/><Relationship Id="rId4" Type="http://schemas.openxmlformats.org/officeDocument/2006/relationships/image" Target="../media/image126.wmf"/><Relationship Id="rId3" Type="http://schemas.openxmlformats.org/officeDocument/2006/relationships/oleObject" Target="../embeddings/oleObject101.bin"/><Relationship Id="rId2" Type="http://schemas.openxmlformats.org/officeDocument/2006/relationships/image" Target="../media/image125.png"/><Relationship Id="rId16" Type="http://schemas.openxmlformats.org/officeDocument/2006/relationships/vmlDrawing" Target="../drawings/vmlDrawing29.vml"/><Relationship Id="rId15" Type="http://schemas.openxmlformats.org/officeDocument/2006/relationships/slideLayout" Target="../slideLayouts/slideLayout11.xml"/><Relationship Id="rId14" Type="http://schemas.openxmlformats.org/officeDocument/2006/relationships/tags" Target="../tags/tag33.xml"/><Relationship Id="rId13" Type="http://schemas.openxmlformats.org/officeDocument/2006/relationships/image" Target="../media/image133.png"/><Relationship Id="rId12" Type="http://schemas.openxmlformats.org/officeDocument/2006/relationships/image" Target="../media/image132.png"/><Relationship Id="rId11" Type="http://schemas.openxmlformats.org/officeDocument/2006/relationships/image" Target="../media/image131.png"/><Relationship Id="rId10" Type="http://schemas.openxmlformats.org/officeDocument/2006/relationships/image" Target="../media/image130.wmf"/><Relationship Id="rId1" Type="http://schemas.openxmlformats.org/officeDocument/2006/relationships/image" Target="../media/image124.png"/></Relationships>
</file>

<file path=ppt/slides/_rels/slide41.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34.xml"/></Relationships>
</file>

<file path=ppt/slides/_rels/slide42.xml.rels><?xml version="1.0" encoding="UTF-8" standalone="yes"?>
<Relationships xmlns="http://schemas.openxmlformats.org/package/2006/relationships"><Relationship Id="rId5" Type="http://schemas.openxmlformats.org/officeDocument/2006/relationships/vmlDrawing" Target="../drawings/vmlDrawing30.vml"/><Relationship Id="rId4" Type="http://schemas.openxmlformats.org/officeDocument/2006/relationships/slideLayout" Target="../slideLayouts/slideLayout12.xml"/><Relationship Id="rId3" Type="http://schemas.openxmlformats.org/officeDocument/2006/relationships/tags" Target="../tags/tag35.xml"/><Relationship Id="rId2" Type="http://schemas.openxmlformats.org/officeDocument/2006/relationships/image" Target="../media/image134.wmf"/><Relationship Id="rId1" Type="http://schemas.openxmlformats.org/officeDocument/2006/relationships/oleObject" Target="../embeddings/oleObject104.bin"/></Relationships>
</file>

<file path=ppt/slides/_rels/slide43.xml.rels><?xml version="1.0" encoding="UTF-8" standalone="yes"?>
<Relationships xmlns="http://schemas.openxmlformats.org/package/2006/relationships"><Relationship Id="rId9" Type="http://schemas.openxmlformats.org/officeDocument/2006/relationships/oleObject" Target="../embeddings/oleObject109.bin"/><Relationship Id="rId8" Type="http://schemas.openxmlformats.org/officeDocument/2006/relationships/image" Target="../media/image138.wmf"/><Relationship Id="rId7" Type="http://schemas.openxmlformats.org/officeDocument/2006/relationships/oleObject" Target="../embeddings/oleObject108.bin"/><Relationship Id="rId6" Type="http://schemas.openxmlformats.org/officeDocument/2006/relationships/image" Target="../media/image137.wmf"/><Relationship Id="rId5" Type="http://schemas.openxmlformats.org/officeDocument/2006/relationships/oleObject" Target="../embeddings/oleObject107.bin"/><Relationship Id="rId4" Type="http://schemas.openxmlformats.org/officeDocument/2006/relationships/image" Target="../media/image136.wmf"/><Relationship Id="rId3" Type="http://schemas.openxmlformats.org/officeDocument/2006/relationships/oleObject" Target="../embeddings/oleObject106.bin"/><Relationship Id="rId2" Type="http://schemas.openxmlformats.org/officeDocument/2006/relationships/image" Target="../media/image135.wmf"/><Relationship Id="rId17" Type="http://schemas.openxmlformats.org/officeDocument/2006/relationships/vmlDrawing" Target="../drawings/vmlDrawing31.vml"/><Relationship Id="rId16" Type="http://schemas.openxmlformats.org/officeDocument/2006/relationships/slideLayout" Target="../slideLayouts/slideLayout11.xml"/><Relationship Id="rId15" Type="http://schemas.openxmlformats.org/officeDocument/2006/relationships/tags" Target="../tags/tag36.xml"/><Relationship Id="rId14" Type="http://schemas.openxmlformats.org/officeDocument/2006/relationships/image" Target="../media/image141.wmf"/><Relationship Id="rId13" Type="http://schemas.openxmlformats.org/officeDocument/2006/relationships/oleObject" Target="../embeddings/oleObject111.bin"/><Relationship Id="rId12" Type="http://schemas.openxmlformats.org/officeDocument/2006/relationships/image" Target="../media/image140.wmf"/><Relationship Id="rId11" Type="http://schemas.openxmlformats.org/officeDocument/2006/relationships/oleObject" Target="../embeddings/oleObject110.bin"/><Relationship Id="rId10" Type="http://schemas.openxmlformats.org/officeDocument/2006/relationships/image" Target="../media/image139.wmf"/><Relationship Id="rId1" Type="http://schemas.openxmlformats.org/officeDocument/2006/relationships/oleObject" Target="../embeddings/oleObject105.bin"/></Relationships>
</file>

<file path=ppt/slides/_rels/slide44.xml.rels><?xml version="1.0" encoding="UTF-8" standalone="yes"?>
<Relationships xmlns="http://schemas.openxmlformats.org/package/2006/relationships"><Relationship Id="rId9" Type="http://schemas.openxmlformats.org/officeDocument/2006/relationships/oleObject" Target="../embeddings/oleObject116.bin"/><Relationship Id="rId8" Type="http://schemas.openxmlformats.org/officeDocument/2006/relationships/image" Target="../media/image145.wmf"/><Relationship Id="rId7" Type="http://schemas.openxmlformats.org/officeDocument/2006/relationships/oleObject" Target="../embeddings/oleObject115.bin"/><Relationship Id="rId6" Type="http://schemas.openxmlformats.org/officeDocument/2006/relationships/image" Target="../media/image144.wmf"/><Relationship Id="rId5" Type="http://schemas.openxmlformats.org/officeDocument/2006/relationships/oleObject" Target="../embeddings/oleObject114.bin"/><Relationship Id="rId4" Type="http://schemas.openxmlformats.org/officeDocument/2006/relationships/image" Target="../media/image143.wmf"/><Relationship Id="rId3" Type="http://schemas.openxmlformats.org/officeDocument/2006/relationships/oleObject" Target="../embeddings/oleObject113.bin"/><Relationship Id="rId2" Type="http://schemas.openxmlformats.org/officeDocument/2006/relationships/image" Target="../media/image142.wmf"/><Relationship Id="rId15" Type="http://schemas.openxmlformats.org/officeDocument/2006/relationships/vmlDrawing" Target="../drawings/vmlDrawing32.vml"/><Relationship Id="rId14" Type="http://schemas.openxmlformats.org/officeDocument/2006/relationships/slideLayout" Target="../slideLayouts/slideLayout3.xml"/><Relationship Id="rId13" Type="http://schemas.openxmlformats.org/officeDocument/2006/relationships/tags" Target="../tags/tag37.xml"/><Relationship Id="rId12" Type="http://schemas.openxmlformats.org/officeDocument/2006/relationships/image" Target="../media/image147.wmf"/><Relationship Id="rId11" Type="http://schemas.openxmlformats.org/officeDocument/2006/relationships/oleObject" Target="../embeddings/oleObject117.bin"/><Relationship Id="rId10" Type="http://schemas.openxmlformats.org/officeDocument/2006/relationships/image" Target="../media/image146.wmf"/><Relationship Id="rId1" Type="http://schemas.openxmlformats.org/officeDocument/2006/relationships/oleObject" Target="../embeddings/oleObject112.bin"/></Relationships>
</file>

<file path=ppt/slides/_rels/slide45.xml.rels><?xml version="1.0" encoding="UTF-8" standalone="yes"?>
<Relationships xmlns="http://schemas.openxmlformats.org/package/2006/relationships"><Relationship Id="rId9" Type="http://schemas.openxmlformats.org/officeDocument/2006/relationships/vmlDrawing" Target="../drawings/vmlDrawing33.vml"/><Relationship Id="rId8" Type="http://schemas.openxmlformats.org/officeDocument/2006/relationships/slideLayout" Target="../slideLayouts/slideLayout6.xml"/><Relationship Id="rId7" Type="http://schemas.openxmlformats.org/officeDocument/2006/relationships/tags" Target="../tags/tag38.xml"/><Relationship Id="rId6" Type="http://schemas.openxmlformats.org/officeDocument/2006/relationships/image" Target="../media/image149.wmf"/><Relationship Id="rId5" Type="http://schemas.openxmlformats.org/officeDocument/2006/relationships/oleObject" Target="../embeddings/oleObject120.bin"/><Relationship Id="rId4" Type="http://schemas.openxmlformats.org/officeDocument/2006/relationships/image" Target="../media/image143.wmf"/><Relationship Id="rId3" Type="http://schemas.openxmlformats.org/officeDocument/2006/relationships/oleObject" Target="../embeddings/oleObject119.bin"/><Relationship Id="rId2" Type="http://schemas.openxmlformats.org/officeDocument/2006/relationships/image" Target="../media/image148.wmf"/><Relationship Id="rId1" Type="http://schemas.openxmlformats.org/officeDocument/2006/relationships/oleObject" Target="../embeddings/oleObject118.bin"/></Relationships>
</file>

<file path=ppt/slides/_rels/slide46.xml.rels><?xml version="1.0" encoding="UTF-8" standalone="yes"?>
<Relationships xmlns="http://schemas.openxmlformats.org/package/2006/relationships"><Relationship Id="rId9" Type="http://schemas.openxmlformats.org/officeDocument/2006/relationships/oleObject" Target="../embeddings/oleObject125.bin"/><Relationship Id="rId8" Type="http://schemas.openxmlformats.org/officeDocument/2006/relationships/image" Target="../media/image153.wmf"/><Relationship Id="rId7" Type="http://schemas.openxmlformats.org/officeDocument/2006/relationships/oleObject" Target="../embeddings/oleObject124.bin"/><Relationship Id="rId6" Type="http://schemas.openxmlformats.org/officeDocument/2006/relationships/image" Target="../media/image152.wmf"/><Relationship Id="rId5" Type="http://schemas.openxmlformats.org/officeDocument/2006/relationships/oleObject" Target="../embeddings/oleObject123.bin"/><Relationship Id="rId4" Type="http://schemas.openxmlformats.org/officeDocument/2006/relationships/image" Target="../media/image151.wmf"/><Relationship Id="rId3" Type="http://schemas.openxmlformats.org/officeDocument/2006/relationships/oleObject" Target="../embeddings/oleObject122.bin"/><Relationship Id="rId2" Type="http://schemas.openxmlformats.org/officeDocument/2006/relationships/image" Target="../media/image150.wmf"/><Relationship Id="rId13" Type="http://schemas.openxmlformats.org/officeDocument/2006/relationships/vmlDrawing" Target="../drawings/vmlDrawing34.vml"/><Relationship Id="rId12" Type="http://schemas.openxmlformats.org/officeDocument/2006/relationships/slideLayout" Target="../slideLayouts/slideLayout3.xml"/><Relationship Id="rId11" Type="http://schemas.openxmlformats.org/officeDocument/2006/relationships/tags" Target="../tags/tag39.xml"/><Relationship Id="rId10" Type="http://schemas.openxmlformats.org/officeDocument/2006/relationships/image" Target="../media/image154.wmf"/><Relationship Id="rId1" Type="http://schemas.openxmlformats.org/officeDocument/2006/relationships/oleObject" Target="../embeddings/oleObject121.bin"/></Relationships>
</file>

<file path=ppt/slides/_rels/slide47.xml.rels><?xml version="1.0" encoding="UTF-8" standalone="yes"?>
<Relationships xmlns="http://schemas.openxmlformats.org/package/2006/relationships"><Relationship Id="rId4" Type="http://schemas.openxmlformats.org/officeDocument/2006/relationships/vmlDrawing" Target="../drawings/vmlDrawing35.vml"/><Relationship Id="rId3" Type="http://schemas.openxmlformats.org/officeDocument/2006/relationships/slideLayout" Target="../slideLayouts/slideLayout3.xml"/><Relationship Id="rId2" Type="http://schemas.openxmlformats.org/officeDocument/2006/relationships/image" Target="../media/image155.wmf"/><Relationship Id="rId1" Type="http://schemas.openxmlformats.org/officeDocument/2006/relationships/oleObject" Target="../embeddings/oleObject126.bin"/></Relationships>
</file>

<file path=ppt/slides/_rels/slide48.xml.rels><?xml version="1.0" encoding="UTF-8" standalone="yes"?>
<Relationships xmlns="http://schemas.openxmlformats.org/package/2006/relationships"><Relationship Id="rId9" Type="http://schemas.openxmlformats.org/officeDocument/2006/relationships/oleObject" Target="../embeddings/oleObject131.bin"/><Relationship Id="rId8" Type="http://schemas.openxmlformats.org/officeDocument/2006/relationships/image" Target="../media/image159.wmf"/><Relationship Id="rId7" Type="http://schemas.openxmlformats.org/officeDocument/2006/relationships/oleObject" Target="../embeddings/oleObject130.bin"/><Relationship Id="rId6" Type="http://schemas.openxmlformats.org/officeDocument/2006/relationships/image" Target="../media/image158.wmf"/><Relationship Id="rId5" Type="http://schemas.openxmlformats.org/officeDocument/2006/relationships/oleObject" Target="../embeddings/oleObject129.bin"/><Relationship Id="rId4" Type="http://schemas.openxmlformats.org/officeDocument/2006/relationships/image" Target="../media/image157.wmf"/><Relationship Id="rId3" Type="http://schemas.openxmlformats.org/officeDocument/2006/relationships/oleObject" Target="../embeddings/oleObject128.bin"/><Relationship Id="rId21" Type="http://schemas.openxmlformats.org/officeDocument/2006/relationships/vmlDrawing" Target="../drawings/vmlDrawing36.vml"/><Relationship Id="rId20" Type="http://schemas.openxmlformats.org/officeDocument/2006/relationships/slideLayout" Target="../slideLayouts/slideLayout3.xml"/><Relationship Id="rId2" Type="http://schemas.openxmlformats.org/officeDocument/2006/relationships/image" Target="../media/image156.wmf"/><Relationship Id="rId19" Type="http://schemas.openxmlformats.org/officeDocument/2006/relationships/tags" Target="../tags/tag40.xml"/><Relationship Id="rId18" Type="http://schemas.openxmlformats.org/officeDocument/2006/relationships/image" Target="../media/image164.wmf"/><Relationship Id="rId17" Type="http://schemas.openxmlformats.org/officeDocument/2006/relationships/oleObject" Target="../embeddings/oleObject135.bin"/><Relationship Id="rId16" Type="http://schemas.openxmlformats.org/officeDocument/2006/relationships/image" Target="../media/image163.wmf"/><Relationship Id="rId15" Type="http://schemas.openxmlformats.org/officeDocument/2006/relationships/oleObject" Target="../embeddings/oleObject134.bin"/><Relationship Id="rId14" Type="http://schemas.openxmlformats.org/officeDocument/2006/relationships/image" Target="../media/image162.wmf"/><Relationship Id="rId13" Type="http://schemas.openxmlformats.org/officeDocument/2006/relationships/oleObject" Target="../embeddings/oleObject133.bin"/><Relationship Id="rId12" Type="http://schemas.openxmlformats.org/officeDocument/2006/relationships/image" Target="../media/image161.wmf"/><Relationship Id="rId11" Type="http://schemas.openxmlformats.org/officeDocument/2006/relationships/oleObject" Target="../embeddings/oleObject132.bin"/><Relationship Id="rId10" Type="http://schemas.openxmlformats.org/officeDocument/2006/relationships/image" Target="../media/image160.wmf"/><Relationship Id="rId1" Type="http://schemas.openxmlformats.org/officeDocument/2006/relationships/oleObject" Target="../embeddings/oleObject127.bin"/></Relationships>
</file>

<file path=ppt/slides/_rels/slide49.xml.rels><?xml version="1.0" encoding="UTF-8" standalone="yes"?>
<Relationships xmlns="http://schemas.openxmlformats.org/package/2006/relationships"><Relationship Id="rId9" Type="http://schemas.openxmlformats.org/officeDocument/2006/relationships/oleObject" Target="../embeddings/oleObject140.bin"/><Relationship Id="rId8" Type="http://schemas.openxmlformats.org/officeDocument/2006/relationships/image" Target="../media/image168.wmf"/><Relationship Id="rId7" Type="http://schemas.openxmlformats.org/officeDocument/2006/relationships/oleObject" Target="../embeddings/oleObject139.bin"/><Relationship Id="rId6" Type="http://schemas.openxmlformats.org/officeDocument/2006/relationships/image" Target="../media/image167.wmf"/><Relationship Id="rId5" Type="http://schemas.openxmlformats.org/officeDocument/2006/relationships/oleObject" Target="../embeddings/oleObject138.bin"/><Relationship Id="rId4" Type="http://schemas.openxmlformats.org/officeDocument/2006/relationships/image" Target="../media/image166.wmf"/><Relationship Id="rId3" Type="http://schemas.openxmlformats.org/officeDocument/2006/relationships/oleObject" Target="../embeddings/oleObject137.bin"/><Relationship Id="rId2" Type="http://schemas.openxmlformats.org/officeDocument/2006/relationships/image" Target="../media/image165.wmf"/><Relationship Id="rId19" Type="http://schemas.openxmlformats.org/officeDocument/2006/relationships/vmlDrawing" Target="../drawings/vmlDrawing37.vml"/><Relationship Id="rId18" Type="http://schemas.openxmlformats.org/officeDocument/2006/relationships/slideLayout" Target="../slideLayouts/slideLayout3.xml"/><Relationship Id="rId17" Type="http://schemas.openxmlformats.org/officeDocument/2006/relationships/tags" Target="../tags/tag41.xml"/><Relationship Id="rId16" Type="http://schemas.openxmlformats.org/officeDocument/2006/relationships/image" Target="../media/image172.wmf"/><Relationship Id="rId15" Type="http://schemas.openxmlformats.org/officeDocument/2006/relationships/oleObject" Target="../embeddings/oleObject143.bin"/><Relationship Id="rId14" Type="http://schemas.openxmlformats.org/officeDocument/2006/relationships/image" Target="../media/image171.wmf"/><Relationship Id="rId13" Type="http://schemas.openxmlformats.org/officeDocument/2006/relationships/oleObject" Target="../embeddings/oleObject142.bin"/><Relationship Id="rId12" Type="http://schemas.openxmlformats.org/officeDocument/2006/relationships/image" Target="../media/image170.wmf"/><Relationship Id="rId11" Type="http://schemas.openxmlformats.org/officeDocument/2006/relationships/oleObject" Target="../embeddings/oleObject141.bin"/><Relationship Id="rId10" Type="http://schemas.openxmlformats.org/officeDocument/2006/relationships/image" Target="../media/image169.wmf"/><Relationship Id="rId1" Type="http://schemas.openxmlformats.org/officeDocument/2006/relationships/oleObject" Target="../embeddings/oleObject136.bin"/></Relationships>
</file>

<file path=ppt/slides/_rels/slide50.xml.rels><?xml version="1.0" encoding="UTF-8" standalone="yes"?>
<Relationships xmlns="http://schemas.openxmlformats.org/package/2006/relationships"><Relationship Id="rId9" Type="http://schemas.openxmlformats.org/officeDocument/2006/relationships/oleObject" Target="../embeddings/oleObject148.bin"/><Relationship Id="rId8" Type="http://schemas.openxmlformats.org/officeDocument/2006/relationships/image" Target="../media/image176.wmf"/><Relationship Id="rId7" Type="http://schemas.openxmlformats.org/officeDocument/2006/relationships/oleObject" Target="../embeddings/oleObject147.bin"/><Relationship Id="rId6" Type="http://schemas.openxmlformats.org/officeDocument/2006/relationships/image" Target="../media/image175.wmf"/><Relationship Id="rId5" Type="http://schemas.openxmlformats.org/officeDocument/2006/relationships/oleObject" Target="../embeddings/oleObject146.bin"/><Relationship Id="rId4" Type="http://schemas.openxmlformats.org/officeDocument/2006/relationships/image" Target="../media/image174.wmf"/><Relationship Id="rId3" Type="http://schemas.openxmlformats.org/officeDocument/2006/relationships/oleObject" Target="../embeddings/oleObject145.bin"/><Relationship Id="rId28" Type="http://schemas.openxmlformats.org/officeDocument/2006/relationships/notesSlide" Target="../notesSlides/notesSlide1.xml"/><Relationship Id="rId27" Type="http://schemas.openxmlformats.org/officeDocument/2006/relationships/vmlDrawing" Target="../drawings/vmlDrawing38.vml"/><Relationship Id="rId26" Type="http://schemas.openxmlformats.org/officeDocument/2006/relationships/slideLayout" Target="../slideLayouts/slideLayout1.xml"/><Relationship Id="rId25" Type="http://schemas.openxmlformats.org/officeDocument/2006/relationships/tags" Target="../tags/tag42.xml"/><Relationship Id="rId24" Type="http://schemas.openxmlformats.org/officeDocument/2006/relationships/image" Target="../media/image184.wmf"/><Relationship Id="rId23" Type="http://schemas.openxmlformats.org/officeDocument/2006/relationships/oleObject" Target="../embeddings/oleObject155.bin"/><Relationship Id="rId22" Type="http://schemas.openxmlformats.org/officeDocument/2006/relationships/image" Target="../media/image183.wmf"/><Relationship Id="rId21" Type="http://schemas.openxmlformats.org/officeDocument/2006/relationships/oleObject" Target="../embeddings/oleObject154.bin"/><Relationship Id="rId20" Type="http://schemas.openxmlformats.org/officeDocument/2006/relationships/image" Target="../media/image182.wmf"/><Relationship Id="rId2" Type="http://schemas.openxmlformats.org/officeDocument/2006/relationships/image" Target="../media/image173.emf"/><Relationship Id="rId19" Type="http://schemas.openxmlformats.org/officeDocument/2006/relationships/oleObject" Target="../embeddings/oleObject153.bin"/><Relationship Id="rId18" Type="http://schemas.openxmlformats.org/officeDocument/2006/relationships/image" Target="../media/image181.wmf"/><Relationship Id="rId17" Type="http://schemas.openxmlformats.org/officeDocument/2006/relationships/oleObject" Target="../embeddings/oleObject152.bin"/><Relationship Id="rId16" Type="http://schemas.openxmlformats.org/officeDocument/2006/relationships/image" Target="../media/image180.wmf"/><Relationship Id="rId15" Type="http://schemas.openxmlformats.org/officeDocument/2006/relationships/oleObject" Target="../embeddings/oleObject151.bin"/><Relationship Id="rId14" Type="http://schemas.openxmlformats.org/officeDocument/2006/relationships/image" Target="../media/image179.wmf"/><Relationship Id="rId13" Type="http://schemas.openxmlformats.org/officeDocument/2006/relationships/oleObject" Target="../embeddings/oleObject150.bin"/><Relationship Id="rId12" Type="http://schemas.openxmlformats.org/officeDocument/2006/relationships/image" Target="../media/image178.wmf"/><Relationship Id="rId11" Type="http://schemas.openxmlformats.org/officeDocument/2006/relationships/oleObject" Target="../embeddings/oleObject149.bin"/><Relationship Id="rId10" Type="http://schemas.openxmlformats.org/officeDocument/2006/relationships/image" Target="../media/image177.wmf"/><Relationship Id="rId1" Type="http://schemas.openxmlformats.org/officeDocument/2006/relationships/oleObject" Target="../embeddings/oleObject144.bin"/></Relationships>
</file>

<file path=ppt/slides/_rels/slide51.xml.rels><?xml version="1.0" encoding="UTF-8" standalone="yes"?>
<Relationships xmlns="http://schemas.openxmlformats.org/package/2006/relationships"><Relationship Id="rId7" Type="http://schemas.openxmlformats.org/officeDocument/2006/relationships/vmlDrawing" Target="../drawings/vmlDrawing39.vml"/><Relationship Id="rId6" Type="http://schemas.openxmlformats.org/officeDocument/2006/relationships/slideLayout" Target="../slideLayouts/slideLayout3.xml"/><Relationship Id="rId5" Type="http://schemas.openxmlformats.org/officeDocument/2006/relationships/tags" Target="../tags/tag43.xml"/><Relationship Id="rId4" Type="http://schemas.openxmlformats.org/officeDocument/2006/relationships/image" Target="../media/image186.wmf"/><Relationship Id="rId3" Type="http://schemas.openxmlformats.org/officeDocument/2006/relationships/oleObject" Target="../embeddings/oleObject157.bin"/><Relationship Id="rId2" Type="http://schemas.openxmlformats.org/officeDocument/2006/relationships/image" Target="../media/image185.wmf"/><Relationship Id="rId1" Type="http://schemas.openxmlformats.org/officeDocument/2006/relationships/oleObject" Target="../embeddings/oleObject156.bin"/></Relationships>
</file>

<file path=ppt/slides/_rels/slide52.xml.rels><?xml version="1.0" encoding="UTF-8" standalone="yes"?>
<Relationships xmlns="http://schemas.openxmlformats.org/package/2006/relationships"><Relationship Id="rId9" Type="http://schemas.openxmlformats.org/officeDocument/2006/relationships/oleObject" Target="../embeddings/oleObject162.bin"/><Relationship Id="rId8" Type="http://schemas.openxmlformats.org/officeDocument/2006/relationships/image" Target="../media/image190.wmf"/><Relationship Id="rId7" Type="http://schemas.openxmlformats.org/officeDocument/2006/relationships/oleObject" Target="../embeddings/oleObject161.bin"/><Relationship Id="rId6" Type="http://schemas.openxmlformats.org/officeDocument/2006/relationships/image" Target="../media/image189.wmf"/><Relationship Id="rId5" Type="http://schemas.openxmlformats.org/officeDocument/2006/relationships/oleObject" Target="../embeddings/oleObject160.bin"/><Relationship Id="rId4" Type="http://schemas.openxmlformats.org/officeDocument/2006/relationships/image" Target="../media/image188.wmf"/><Relationship Id="rId3" Type="http://schemas.openxmlformats.org/officeDocument/2006/relationships/oleObject" Target="../embeddings/oleObject159.bin"/><Relationship Id="rId25" Type="http://schemas.openxmlformats.org/officeDocument/2006/relationships/vmlDrawing" Target="../drawings/vmlDrawing40.vml"/><Relationship Id="rId24" Type="http://schemas.openxmlformats.org/officeDocument/2006/relationships/slideLayout" Target="../slideLayouts/slideLayout3.xml"/><Relationship Id="rId23" Type="http://schemas.openxmlformats.org/officeDocument/2006/relationships/tags" Target="../tags/tag44.xml"/><Relationship Id="rId22" Type="http://schemas.openxmlformats.org/officeDocument/2006/relationships/image" Target="../media/image197.wmf"/><Relationship Id="rId21" Type="http://schemas.openxmlformats.org/officeDocument/2006/relationships/oleObject" Target="../embeddings/oleObject168.bin"/><Relationship Id="rId20" Type="http://schemas.openxmlformats.org/officeDocument/2006/relationships/image" Target="../media/image196.wmf"/><Relationship Id="rId2" Type="http://schemas.openxmlformats.org/officeDocument/2006/relationships/image" Target="../media/image187.wmf"/><Relationship Id="rId19" Type="http://schemas.openxmlformats.org/officeDocument/2006/relationships/oleObject" Target="../embeddings/oleObject167.bin"/><Relationship Id="rId18" Type="http://schemas.openxmlformats.org/officeDocument/2006/relationships/image" Target="../media/image195.wmf"/><Relationship Id="rId17" Type="http://schemas.openxmlformats.org/officeDocument/2006/relationships/oleObject" Target="../embeddings/oleObject166.bin"/><Relationship Id="rId16" Type="http://schemas.openxmlformats.org/officeDocument/2006/relationships/image" Target="../media/image194.wmf"/><Relationship Id="rId15" Type="http://schemas.openxmlformats.org/officeDocument/2006/relationships/oleObject" Target="../embeddings/oleObject165.bin"/><Relationship Id="rId14" Type="http://schemas.openxmlformats.org/officeDocument/2006/relationships/image" Target="../media/image193.wmf"/><Relationship Id="rId13" Type="http://schemas.openxmlformats.org/officeDocument/2006/relationships/oleObject" Target="../embeddings/oleObject164.bin"/><Relationship Id="rId12" Type="http://schemas.openxmlformats.org/officeDocument/2006/relationships/image" Target="../media/image192.wmf"/><Relationship Id="rId11" Type="http://schemas.openxmlformats.org/officeDocument/2006/relationships/oleObject" Target="../embeddings/oleObject163.bin"/><Relationship Id="rId10" Type="http://schemas.openxmlformats.org/officeDocument/2006/relationships/image" Target="../media/image191.wmf"/><Relationship Id="rId1" Type="http://schemas.openxmlformats.org/officeDocument/2006/relationships/oleObject" Target="../embeddings/oleObject158.bin"/></Relationships>
</file>

<file path=ppt/slides/_rels/slide53.xml.rels><?xml version="1.0" encoding="UTF-8" standalone="yes"?>
<Relationships xmlns="http://schemas.openxmlformats.org/package/2006/relationships"><Relationship Id="rId9" Type="http://schemas.openxmlformats.org/officeDocument/2006/relationships/vmlDrawing" Target="../drawings/vmlDrawing41.vml"/><Relationship Id="rId8" Type="http://schemas.openxmlformats.org/officeDocument/2006/relationships/slideLayout" Target="../slideLayouts/slideLayout3.xml"/><Relationship Id="rId7" Type="http://schemas.openxmlformats.org/officeDocument/2006/relationships/tags" Target="../tags/tag45.xml"/><Relationship Id="rId6" Type="http://schemas.openxmlformats.org/officeDocument/2006/relationships/image" Target="../media/image200.wmf"/><Relationship Id="rId5" Type="http://schemas.openxmlformats.org/officeDocument/2006/relationships/oleObject" Target="../embeddings/oleObject171.bin"/><Relationship Id="rId4" Type="http://schemas.openxmlformats.org/officeDocument/2006/relationships/image" Target="../media/image199.wmf"/><Relationship Id="rId3" Type="http://schemas.openxmlformats.org/officeDocument/2006/relationships/oleObject" Target="../embeddings/oleObject170.bin"/><Relationship Id="rId2" Type="http://schemas.openxmlformats.org/officeDocument/2006/relationships/image" Target="../media/image198.wmf"/><Relationship Id="rId1" Type="http://schemas.openxmlformats.org/officeDocument/2006/relationships/oleObject" Target="../embeddings/oleObject169.bin"/></Relationships>
</file>

<file path=ppt/slides/_rels/slide54.xml.rels><?xml version="1.0" encoding="UTF-8" standalone="yes"?>
<Relationships xmlns="http://schemas.openxmlformats.org/package/2006/relationships"><Relationship Id="rId9" Type="http://schemas.openxmlformats.org/officeDocument/2006/relationships/oleObject" Target="../embeddings/oleObject176.bin"/><Relationship Id="rId8" Type="http://schemas.openxmlformats.org/officeDocument/2006/relationships/image" Target="../media/image204.wmf"/><Relationship Id="rId7" Type="http://schemas.openxmlformats.org/officeDocument/2006/relationships/oleObject" Target="../embeddings/oleObject175.bin"/><Relationship Id="rId6" Type="http://schemas.openxmlformats.org/officeDocument/2006/relationships/image" Target="../media/image203.wmf"/><Relationship Id="rId5" Type="http://schemas.openxmlformats.org/officeDocument/2006/relationships/oleObject" Target="../embeddings/oleObject174.bin"/><Relationship Id="rId4" Type="http://schemas.openxmlformats.org/officeDocument/2006/relationships/image" Target="../media/image202.wmf"/><Relationship Id="rId3" Type="http://schemas.openxmlformats.org/officeDocument/2006/relationships/oleObject" Target="../embeddings/oleObject173.bin"/><Relationship Id="rId2" Type="http://schemas.openxmlformats.org/officeDocument/2006/relationships/image" Target="../media/image201.wmf"/><Relationship Id="rId19" Type="http://schemas.openxmlformats.org/officeDocument/2006/relationships/vmlDrawing" Target="../drawings/vmlDrawing42.vml"/><Relationship Id="rId18" Type="http://schemas.openxmlformats.org/officeDocument/2006/relationships/slideLayout" Target="../slideLayouts/slideLayout3.xml"/><Relationship Id="rId17" Type="http://schemas.openxmlformats.org/officeDocument/2006/relationships/tags" Target="../tags/tag46.xml"/><Relationship Id="rId16" Type="http://schemas.openxmlformats.org/officeDocument/2006/relationships/image" Target="../media/image197.wmf"/><Relationship Id="rId15" Type="http://schemas.openxmlformats.org/officeDocument/2006/relationships/oleObject" Target="../embeddings/oleObject179.bin"/><Relationship Id="rId14" Type="http://schemas.openxmlformats.org/officeDocument/2006/relationships/image" Target="../media/image207.wmf"/><Relationship Id="rId13" Type="http://schemas.openxmlformats.org/officeDocument/2006/relationships/oleObject" Target="../embeddings/oleObject178.bin"/><Relationship Id="rId12" Type="http://schemas.openxmlformats.org/officeDocument/2006/relationships/image" Target="../media/image206.wmf"/><Relationship Id="rId11" Type="http://schemas.openxmlformats.org/officeDocument/2006/relationships/oleObject" Target="../embeddings/oleObject177.bin"/><Relationship Id="rId10" Type="http://schemas.openxmlformats.org/officeDocument/2006/relationships/image" Target="../media/image205.wmf"/><Relationship Id="rId1" Type="http://schemas.openxmlformats.org/officeDocument/2006/relationships/oleObject" Target="../embeddings/oleObject172.bin"/></Relationships>
</file>

<file path=ppt/slides/_rels/slide55.xml.rels><?xml version="1.0" encoding="UTF-8" standalone="yes"?>
<Relationships xmlns="http://schemas.openxmlformats.org/package/2006/relationships"><Relationship Id="rId9" Type="http://schemas.openxmlformats.org/officeDocument/2006/relationships/tags" Target="../tags/tag47.xml"/><Relationship Id="rId8" Type="http://schemas.openxmlformats.org/officeDocument/2006/relationships/image" Target="../media/image211.wmf"/><Relationship Id="rId7" Type="http://schemas.openxmlformats.org/officeDocument/2006/relationships/oleObject" Target="../embeddings/oleObject183.bin"/><Relationship Id="rId6" Type="http://schemas.openxmlformats.org/officeDocument/2006/relationships/image" Target="../media/image210.wmf"/><Relationship Id="rId5" Type="http://schemas.openxmlformats.org/officeDocument/2006/relationships/oleObject" Target="../embeddings/oleObject182.bin"/><Relationship Id="rId4" Type="http://schemas.openxmlformats.org/officeDocument/2006/relationships/image" Target="../media/image209.wmf"/><Relationship Id="rId3" Type="http://schemas.openxmlformats.org/officeDocument/2006/relationships/oleObject" Target="../embeddings/oleObject181.bin"/><Relationship Id="rId2" Type="http://schemas.openxmlformats.org/officeDocument/2006/relationships/image" Target="../media/image208.wmf"/><Relationship Id="rId11" Type="http://schemas.openxmlformats.org/officeDocument/2006/relationships/vmlDrawing" Target="../drawings/vmlDrawing43.vml"/><Relationship Id="rId10" Type="http://schemas.openxmlformats.org/officeDocument/2006/relationships/slideLayout" Target="../slideLayouts/slideLayout3.xml"/><Relationship Id="rId1" Type="http://schemas.openxmlformats.org/officeDocument/2006/relationships/oleObject" Target="../embeddings/oleObject180.bin"/></Relationships>
</file>

<file path=ppt/slides/_rels/slide56.xml.rels><?xml version="1.0" encoding="UTF-8" standalone="yes"?>
<Relationships xmlns="http://schemas.openxmlformats.org/package/2006/relationships"><Relationship Id="rId7" Type="http://schemas.openxmlformats.org/officeDocument/2006/relationships/vmlDrawing" Target="../drawings/vmlDrawing44.vml"/><Relationship Id="rId6" Type="http://schemas.openxmlformats.org/officeDocument/2006/relationships/slideLayout" Target="../slideLayouts/slideLayout11.xml"/><Relationship Id="rId5" Type="http://schemas.openxmlformats.org/officeDocument/2006/relationships/tags" Target="../tags/tag48.xml"/><Relationship Id="rId4" Type="http://schemas.openxmlformats.org/officeDocument/2006/relationships/image" Target="../media/image213.wmf"/><Relationship Id="rId3" Type="http://schemas.openxmlformats.org/officeDocument/2006/relationships/oleObject" Target="../embeddings/oleObject185.bin"/><Relationship Id="rId2" Type="http://schemas.openxmlformats.org/officeDocument/2006/relationships/image" Target="../media/image212.wmf"/><Relationship Id="rId1" Type="http://schemas.openxmlformats.org/officeDocument/2006/relationships/oleObject" Target="../embeddings/oleObject184.bin"/></Relationships>
</file>

<file path=ppt/slides/_rels/slide57.xml.rels><?xml version="1.0" encoding="UTF-8" standalone="yes"?>
<Relationships xmlns="http://schemas.openxmlformats.org/package/2006/relationships"><Relationship Id="rId5" Type="http://schemas.openxmlformats.org/officeDocument/2006/relationships/vmlDrawing" Target="../drawings/vmlDrawing45.vml"/><Relationship Id="rId4" Type="http://schemas.openxmlformats.org/officeDocument/2006/relationships/slideLayout" Target="../slideLayouts/slideLayout6.xml"/><Relationship Id="rId3" Type="http://schemas.openxmlformats.org/officeDocument/2006/relationships/tags" Target="../tags/tag49.xml"/><Relationship Id="rId2" Type="http://schemas.openxmlformats.org/officeDocument/2006/relationships/image" Target="../media/image214.wmf"/><Relationship Id="rId1" Type="http://schemas.openxmlformats.org/officeDocument/2006/relationships/oleObject" Target="../embeddings/oleObject186.bin"/></Relationships>
</file>

<file path=ppt/slides/_rels/slide58.xml.rels><?xml version="1.0" encoding="UTF-8" standalone="yes"?>
<Relationships xmlns="http://schemas.openxmlformats.org/package/2006/relationships"><Relationship Id="rId9" Type="http://schemas.openxmlformats.org/officeDocument/2006/relationships/oleObject" Target="../embeddings/oleObject191.bin"/><Relationship Id="rId8" Type="http://schemas.openxmlformats.org/officeDocument/2006/relationships/image" Target="../media/image218.wmf"/><Relationship Id="rId7" Type="http://schemas.openxmlformats.org/officeDocument/2006/relationships/oleObject" Target="../embeddings/oleObject190.bin"/><Relationship Id="rId6" Type="http://schemas.openxmlformats.org/officeDocument/2006/relationships/image" Target="../media/image217.wmf"/><Relationship Id="rId5" Type="http://schemas.openxmlformats.org/officeDocument/2006/relationships/oleObject" Target="../embeddings/oleObject189.bin"/><Relationship Id="rId4" Type="http://schemas.openxmlformats.org/officeDocument/2006/relationships/image" Target="../media/image216.wmf"/><Relationship Id="rId3" Type="http://schemas.openxmlformats.org/officeDocument/2006/relationships/oleObject" Target="../embeddings/oleObject188.bin"/><Relationship Id="rId25" Type="http://schemas.openxmlformats.org/officeDocument/2006/relationships/vmlDrawing" Target="../drawings/vmlDrawing46.vml"/><Relationship Id="rId24" Type="http://schemas.openxmlformats.org/officeDocument/2006/relationships/slideLayout" Target="../slideLayouts/slideLayout13.xml"/><Relationship Id="rId23" Type="http://schemas.openxmlformats.org/officeDocument/2006/relationships/tags" Target="../tags/tag50.xml"/><Relationship Id="rId22" Type="http://schemas.openxmlformats.org/officeDocument/2006/relationships/image" Target="../media/image225.wmf"/><Relationship Id="rId21" Type="http://schemas.openxmlformats.org/officeDocument/2006/relationships/oleObject" Target="../embeddings/oleObject197.bin"/><Relationship Id="rId20" Type="http://schemas.openxmlformats.org/officeDocument/2006/relationships/image" Target="../media/image224.wmf"/><Relationship Id="rId2" Type="http://schemas.openxmlformats.org/officeDocument/2006/relationships/image" Target="../media/image215.wmf"/><Relationship Id="rId19" Type="http://schemas.openxmlformats.org/officeDocument/2006/relationships/oleObject" Target="../embeddings/oleObject196.bin"/><Relationship Id="rId18" Type="http://schemas.openxmlformats.org/officeDocument/2006/relationships/image" Target="../media/image223.wmf"/><Relationship Id="rId17" Type="http://schemas.openxmlformats.org/officeDocument/2006/relationships/oleObject" Target="../embeddings/oleObject195.bin"/><Relationship Id="rId16" Type="http://schemas.openxmlformats.org/officeDocument/2006/relationships/image" Target="../media/image222.wmf"/><Relationship Id="rId15" Type="http://schemas.openxmlformats.org/officeDocument/2006/relationships/oleObject" Target="../embeddings/oleObject194.bin"/><Relationship Id="rId14" Type="http://schemas.openxmlformats.org/officeDocument/2006/relationships/image" Target="../media/image221.wmf"/><Relationship Id="rId13" Type="http://schemas.openxmlformats.org/officeDocument/2006/relationships/oleObject" Target="../embeddings/oleObject193.bin"/><Relationship Id="rId12" Type="http://schemas.openxmlformats.org/officeDocument/2006/relationships/image" Target="../media/image220.wmf"/><Relationship Id="rId11" Type="http://schemas.openxmlformats.org/officeDocument/2006/relationships/oleObject" Target="../embeddings/oleObject192.bin"/><Relationship Id="rId10" Type="http://schemas.openxmlformats.org/officeDocument/2006/relationships/image" Target="../media/image219.wmf"/><Relationship Id="rId1" Type="http://schemas.openxmlformats.org/officeDocument/2006/relationships/oleObject" Target="../embeddings/oleObject187.bin"/></Relationships>
</file>

<file path=ppt/slides/_rels/slide59.xml.rels><?xml version="1.0" encoding="UTF-8" standalone="yes"?>
<Relationships xmlns="http://schemas.openxmlformats.org/package/2006/relationships"><Relationship Id="rId9" Type="http://schemas.openxmlformats.org/officeDocument/2006/relationships/oleObject" Target="../embeddings/oleObject202.bin"/><Relationship Id="rId8" Type="http://schemas.openxmlformats.org/officeDocument/2006/relationships/image" Target="../media/image229.emf"/><Relationship Id="rId7" Type="http://schemas.openxmlformats.org/officeDocument/2006/relationships/oleObject" Target="../embeddings/oleObject201.bin"/><Relationship Id="rId6" Type="http://schemas.openxmlformats.org/officeDocument/2006/relationships/image" Target="../media/image228.wmf"/><Relationship Id="rId5" Type="http://schemas.openxmlformats.org/officeDocument/2006/relationships/oleObject" Target="../embeddings/oleObject200.bin"/><Relationship Id="rId4" Type="http://schemas.openxmlformats.org/officeDocument/2006/relationships/image" Target="../media/image227.wmf"/><Relationship Id="rId3" Type="http://schemas.openxmlformats.org/officeDocument/2006/relationships/oleObject" Target="../embeddings/oleObject199.bin"/><Relationship Id="rId25" Type="http://schemas.openxmlformats.org/officeDocument/2006/relationships/vmlDrawing" Target="../drawings/vmlDrawing47.vml"/><Relationship Id="rId24" Type="http://schemas.openxmlformats.org/officeDocument/2006/relationships/slideLayout" Target="../slideLayouts/slideLayout3.xml"/><Relationship Id="rId23" Type="http://schemas.openxmlformats.org/officeDocument/2006/relationships/tags" Target="../tags/tag51.xml"/><Relationship Id="rId22" Type="http://schemas.openxmlformats.org/officeDocument/2006/relationships/image" Target="../media/image236.wmf"/><Relationship Id="rId21" Type="http://schemas.openxmlformats.org/officeDocument/2006/relationships/oleObject" Target="../embeddings/oleObject208.bin"/><Relationship Id="rId20" Type="http://schemas.openxmlformats.org/officeDocument/2006/relationships/image" Target="../media/image235.wmf"/><Relationship Id="rId2" Type="http://schemas.openxmlformats.org/officeDocument/2006/relationships/image" Target="../media/image226.wmf"/><Relationship Id="rId19" Type="http://schemas.openxmlformats.org/officeDocument/2006/relationships/oleObject" Target="../embeddings/oleObject207.bin"/><Relationship Id="rId18" Type="http://schemas.openxmlformats.org/officeDocument/2006/relationships/image" Target="../media/image234.wmf"/><Relationship Id="rId17" Type="http://schemas.openxmlformats.org/officeDocument/2006/relationships/oleObject" Target="../embeddings/oleObject206.bin"/><Relationship Id="rId16" Type="http://schemas.openxmlformats.org/officeDocument/2006/relationships/image" Target="../media/image233.wmf"/><Relationship Id="rId15" Type="http://schemas.openxmlformats.org/officeDocument/2006/relationships/oleObject" Target="../embeddings/oleObject205.bin"/><Relationship Id="rId14" Type="http://schemas.openxmlformats.org/officeDocument/2006/relationships/image" Target="../media/image232.wmf"/><Relationship Id="rId13" Type="http://schemas.openxmlformats.org/officeDocument/2006/relationships/oleObject" Target="../embeddings/oleObject204.bin"/><Relationship Id="rId12" Type="http://schemas.openxmlformats.org/officeDocument/2006/relationships/image" Target="../media/image231.wmf"/><Relationship Id="rId11" Type="http://schemas.openxmlformats.org/officeDocument/2006/relationships/oleObject" Target="../embeddings/oleObject203.bin"/><Relationship Id="rId10" Type="http://schemas.openxmlformats.org/officeDocument/2006/relationships/image" Target="../media/image230.emf"/><Relationship Id="rId1" Type="http://schemas.openxmlformats.org/officeDocument/2006/relationships/oleObject" Target="../embeddings/oleObject198.bin"/></Relationships>
</file>

<file path=ppt/slides/_rels/slide60.xml.rels><?xml version="1.0" encoding="UTF-8" standalone="yes"?>
<Relationships xmlns="http://schemas.openxmlformats.org/package/2006/relationships"><Relationship Id="rId9" Type="http://schemas.openxmlformats.org/officeDocument/2006/relationships/oleObject" Target="../embeddings/oleObject213.bin"/><Relationship Id="rId8" Type="http://schemas.openxmlformats.org/officeDocument/2006/relationships/image" Target="../media/image240.wmf"/><Relationship Id="rId7" Type="http://schemas.openxmlformats.org/officeDocument/2006/relationships/oleObject" Target="../embeddings/oleObject212.bin"/><Relationship Id="rId6" Type="http://schemas.openxmlformats.org/officeDocument/2006/relationships/image" Target="../media/image239.wmf"/><Relationship Id="rId5" Type="http://schemas.openxmlformats.org/officeDocument/2006/relationships/oleObject" Target="../embeddings/oleObject211.bin"/><Relationship Id="rId4" Type="http://schemas.openxmlformats.org/officeDocument/2006/relationships/image" Target="../media/image238.wmf"/><Relationship Id="rId3" Type="http://schemas.openxmlformats.org/officeDocument/2006/relationships/oleObject" Target="../embeddings/oleObject210.bin"/><Relationship Id="rId27" Type="http://schemas.openxmlformats.org/officeDocument/2006/relationships/vmlDrawing" Target="../drawings/vmlDrawing48.vml"/><Relationship Id="rId26" Type="http://schemas.openxmlformats.org/officeDocument/2006/relationships/slideLayout" Target="../slideLayouts/slideLayout1.xml"/><Relationship Id="rId25" Type="http://schemas.openxmlformats.org/officeDocument/2006/relationships/tags" Target="../tags/tag52.xml"/><Relationship Id="rId24" Type="http://schemas.openxmlformats.org/officeDocument/2006/relationships/image" Target="../media/image247.wmf"/><Relationship Id="rId23" Type="http://schemas.openxmlformats.org/officeDocument/2006/relationships/oleObject" Target="../embeddings/oleObject220.bin"/><Relationship Id="rId22" Type="http://schemas.openxmlformats.org/officeDocument/2006/relationships/image" Target="../media/image246.wmf"/><Relationship Id="rId21" Type="http://schemas.openxmlformats.org/officeDocument/2006/relationships/oleObject" Target="../embeddings/oleObject219.bin"/><Relationship Id="rId20" Type="http://schemas.openxmlformats.org/officeDocument/2006/relationships/image" Target="../media/image245.wmf"/><Relationship Id="rId2" Type="http://schemas.openxmlformats.org/officeDocument/2006/relationships/image" Target="../media/image237.wmf"/><Relationship Id="rId19" Type="http://schemas.openxmlformats.org/officeDocument/2006/relationships/oleObject" Target="../embeddings/oleObject218.bin"/><Relationship Id="rId18" Type="http://schemas.openxmlformats.org/officeDocument/2006/relationships/image" Target="../media/image244.wmf"/><Relationship Id="rId17" Type="http://schemas.openxmlformats.org/officeDocument/2006/relationships/oleObject" Target="../embeddings/oleObject217.bin"/><Relationship Id="rId16" Type="http://schemas.openxmlformats.org/officeDocument/2006/relationships/image" Target="../media/image235.wmf"/><Relationship Id="rId15" Type="http://schemas.openxmlformats.org/officeDocument/2006/relationships/oleObject" Target="../embeddings/oleObject216.bin"/><Relationship Id="rId14" Type="http://schemas.openxmlformats.org/officeDocument/2006/relationships/image" Target="../media/image243.wmf"/><Relationship Id="rId13" Type="http://schemas.openxmlformats.org/officeDocument/2006/relationships/oleObject" Target="../embeddings/oleObject215.bin"/><Relationship Id="rId12" Type="http://schemas.openxmlformats.org/officeDocument/2006/relationships/image" Target="../media/image242.wmf"/><Relationship Id="rId11" Type="http://schemas.openxmlformats.org/officeDocument/2006/relationships/oleObject" Target="../embeddings/oleObject214.bin"/><Relationship Id="rId10" Type="http://schemas.openxmlformats.org/officeDocument/2006/relationships/image" Target="../media/image241.wmf"/><Relationship Id="rId1" Type="http://schemas.openxmlformats.org/officeDocument/2006/relationships/oleObject" Target="../embeddings/oleObject209.bin"/></Relationships>
</file>

<file path=ppt/slides/_rels/slide61.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tags" Target="../tags/tag53.xml"/></Relationships>
</file>

<file path=ppt/slides/_rels/slide62.xml.rels><?xml version="1.0" encoding="UTF-8" standalone="yes"?>
<Relationships xmlns="http://schemas.openxmlformats.org/package/2006/relationships"><Relationship Id="rId8" Type="http://schemas.openxmlformats.org/officeDocument/2006/relationships/vmlDrawing" Target="../drawings/vmlDrawing49.vml"/><Relationship Id="rId7" Type="http://schemas.openxmlformats.org/officeDocument/2006/relationships/slideLayout" Target="../slideLayouts/slideLayout6.xml"/><Relationship Id="rId6" Type="http://schemas.openxmlformats.org/officeDocument/2006/relationships/tags" Target="../tags/tag54.xml"/><Relationship Id="rId5" Type="http://schemas.openxmlformats.org/officeDocument/2006/relationships/image" Target="../media/image251.png"/><Relationship Id="rId4" Type="http://schemas.openxmlformats.org/officeDocument/2006/relationships/image" Target="../media/image250.png"/><Relationship Id="rId3" Type="http://schemas.openxmlformats.org/officeDocument/2006/relationships/image" Target="../media/image249.wmf"/><Relationship Id="rId2" Type="http://schemas.openxmlformats.org/officeDocument/2006/relationships/oleObject" Target="../embeddings/oleObject221.bin"/><Relationship Id="rId1" Type="http://schemas.openxmlformats.org/officeDocument/2006/relationships/image" Target="../media/image248.png"/></Relationships>
</file>

<file path=ppt/slides/_rels/slide63.xml.rels><?xml version="1.0" encoding="UTF-8" standalone="yes"?>
<Relationships xmlns="http://schemas.openxmlformats.org/package/2006/relationships"><Relationship Id="rId6" Type="http://schemas.openxmlformats.org/officeDocument/2006/relationships/vmlDrawing" Target="../drawings/vmlDrawing50.vml"/><Relationship Id="rId5" Type="http://schemas.openxmlformats.org/officeDocument/2006/relationships/slideLayout" Target="../slideLayouts/slideLayout6.xml"/><Relationship Id="rId4" Type="http://schemas.openxmlformats.org/officeDocument/2006/relationships/tags" Target="../tags/tag55.xml"/><Relationship Id="rId3" Type="http://schemas.openxmlformats.org/officeDocument/2006/relationships/image" Target="../media/image253.png"/><Relationship Id="rId2" Type="http://schemas.openxmlformats.org/officeDocument/2006/relationships/image" Target="../media/image252.wmf"/><Relationship Id="rId1" Type="http://schemas.openxmlformats.org/officeDocument/2006/relationships/oleObject" Target="../embeddings/oleObject222.bin"/></Relationships>
</file>

<file path=ppt/slides/_rels/slide64.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254.png"/></Relationships>
</file>

<file path=ppt/slides/_rels/slide65.xml.rels><?xml version="1.0" encoding="UTF-8" standalone="yes"?>
<Relationships xmlns="http://schemas.openxmlformats.org/package/2006/relationships"><Relationship Id="rId8" Type="http://schemas.openxmlformats.org/officeDocument/2006/relationships/vmlDrawing" Target="../drawings/vmlDrawing51.vml"/><Relationship Id="rId7" Type="http://schemas.openxmlformats.org/officeDocument/2006/relationships/slideLayout" Target="../slideLayouts/slideLayout11.xml"/><Relationship Id="rId6" Type="http://schemas.openxmlformats.org/officeDocument/2006/relationships/tags" Target="../tags/tag56.xml"/><Relationship Id="rId5" Type="http://schemas.openxmlformats.org/officeDocument/2006/relationships/image" Target="../media/image214.wmf"/><Relationship Id="rId4" Type="http://schemas.openxmlformats.org/officeDocument/2006/relationships/oleObject" Target="../embeddings/oleObject224.bin"/><Relationship Id="rId3" Type="http://schemas.openxmlformats.org/officeDocument/2006/relationships/image" Target="../media/image213.wmf"/><Relationship Id="rId2" Type="http://schemas.openxmlformats.org/officeDocument/2006/relationships/oleObject" Target="../embeddings/oleObject223.bin"/><Relationship Id="rId1" Type="http://schemas.openxmlformats.org/officeDocument/2006/relationships/image" Target="../media/image255.png"/></Relationships>
</file>

<file path=ppt/slides/_rels/slide66.xml.rels><?xml version="1.0" encoding="UTF-8" standalone="yes"?>
<Relationships xmlns="http://schemas.openxmlformats.org/package/2006/relationships"><Relationship Id="rId9" Type="http://schemas.openxmlformats.org/officeDocument/2006/relationships/oleObject" Target="../embeddings/oleObject229.bin"/><Relationship Id="rId8" Type="http://schemas.openxmlformats.org/officeDocument/2006/relationships/image" Target="../media/image259.wmf"/><Relationship Id="rId7" Type="http://schemas.openxmlformats.org/officeDocument/2006/relationships/oleObject" Target="../embeddings/oleObject228.bin"/><Relationship Id="rId6" Type="http://schemas.openxmlformats.org/officeDocument/2006/relationships/image" Target="../media/image258.wmf"/><Relationship Id="rId5" Type="http://schemas.openxmlformats.org/officeDocument/2006/relationships/oleObject" Target="../embeddings/oleObject227.bin"/><Relationship Id="rId4" Type="http://schemas.openxmlformats.org/officeDocument/2006/relationships/image" Target="../media/image257.wmf"/><Relationship Id="rId3" Type="http://schemas.openxmlformats.org/officeDocument/2006/relationships/oleObject" Target="../embeddings/oleObject226.bin"/><Relationship Id="rId25" Type="http://schemas.openxmlformats.org/officeDocument/2006/relationships/vmlDrawing" Target="../drawings/vmlDrawing52.vml"/><Relationship Id="rId24" Type="http://schemas.openxmlformats.org/officeDocument/2006/relationships/slideLayout" Target="../slideLayouts/slideLayout1.xml"/><Relationship Id="rId23" Type="http://schemas.openxmlformats.org/officeDocument/2006/relationships/tags" Target="../tags/tag57.xml"/><Relationship Id="rId22" Type="http://schemas.openxmlformats.org/officeDocument/2006/relationships/image" Target="../media/image266.wmf"/><Relationship Id="rId21" Type="http://schemas.openxmlformats.org/officeDocument/2006/relationships/oleObject" Target="../embeddings/oleObject235.bin"/><Relationship Id="rId20" Type="http://schemas.openxmlformats.org/officeDocument/2006/relationships/image" Target="../media/image265.emf"/><Relationship Id="rId2" Type="http://schemas.openxmlformats.org/officeDocument/2006/relationships/image" Target="../media/image256.wmf"/><Relationship Id="rId19" Type="http://schemas.openxmlformats.org/officeDocument/2006/relationships/oleObject" Target="../embeddings/oleObject234.bin"/><Relationship Id="rId18" Type="http://schemas.openxmlformats.org/officeDocument/2006/relationships/image" Target="../media/image264.wmf"/><Relationship Id="rId17" Type="http://schemas.openxmlformats.org/officeDocument/2006/relationships/oleObject" Target="../embeddings/oleObject233.bin"/><Relationship Id="rId16" Type="http://schemas.openxmlformats.org/officeDocument/2006/relationships/image" Target="../media/image263.wmf"/><Relationship Id="rId15" Type="http://schemas.openxmlformats.org/officeDocument/2006/relationships/oleObject" Target="../embeddings/oleObject232.bin"/><Relationship Id="rId14" Type="http://schemas.openxmlformats.org/officeDocument/2006/relationships/image" Target="../media/image262.emf"/><Relationship Id="rId13" Type="http://schemas.openxmlformats.org/officeDocument/2006/relationships/oleObject" Target="../embeddings/oleObject231.bin"/><Relationship Id="rId12" Type="http://schemas.openxmlformats.org/officeDocument/2006/relationships/image" Target="../media/image261.emf"/><Relationship Id="rId11" Type="http://schemas.openxmlformats.org/officeDocument/2006/relationships/oleObject" Target="../embeddings/oleObject230.bin"/><Relationship Id="rId10" Type="http://schemas.openxmlformats.org/officeDocument/2006/relationships/image" Target="../media/image260.wmf"/><Relationship Id="rId1" Type="http://schemas.openxmlformats.org/officeDocument/2006/relationships/oleObject" Target="../embeddings/oleObject225.bin"/></Relationships>
</file>

<file path=ppt/slides/_rels/slide67.xml.rels><?xml version="1.0" encoding="UTF-8" standalone="yes"?>
<Relationships xmlns="http://schemas.openxmlformats.org/package/2006/relationships"><Relationship Id="rId9" Type="http://schemas.openxmlformats.org/officeDocument/2006/relationships/oleObject" Target="../embeddings/oleObject240.bin"/><Relationship Id="rId8" Type="http://schemas.openxmlformats.org/officeDocument/2006/relationships/image" Target="../media/image270.wmf"/><Relationship Id="rId7" Type="http://schemas.openxmlformats.org/officeDocument/2006/relationships/oleObject" Target="../embeddings/oleObject239.bin"/><Relationship Id="rId6" Type="http://schemas.openxmlformats.org/officeDocument/2006/relationships/image" Target="../media/image269.wmf"/><Relationship Id="rId5" Type="http://schemas.openxmlformats.org/officeDocument/2006/relationships/oleObject" Target="../embeddings/oleObject238.bin"/><Relationship Id="rId4" Type="http://schemas.openxmlformats.org/officeDocument/2006/relationships/image" Target="../media/image268.emf"/><Relationship Id="rId3" Type="http://schemas.openxmlformats.org/officeDocument/2006/relationships/oleObject" Target="../embeddings/oleObject237.bin"/><Relationship Id="rId2" Type="http://schemas.openxmlformats.org/officeDocument/2006/relationships/image" Target="../media/image267.emf"/><Relationship Id="rId15" Type="http://schemas.openxmlformats.org/officeDocument/2006/relationships/vmlDrawing" Target="../drawings/vmlDrawing53.vml"/><Relationship Id="rId14" Type="http://schemas.openxmlformats.org/officeDocument/2006/relationships/slideLayout" Target="../slideLayouts/slideLayout1.xml"/><Relationship Id="rId13" Type="http://schemas.openxmlformats.org/officeDocument/2006/relationships/tags" Target="../tags/tag58.xml"/><Relationship Id="rId12" Type="http://schemas.openxmlformats.org/officeDocument/2006/relationships/image" Target="../media/image272.wmf"/><Relationship Id="rId11" Type="http://schemas.openxmlformats.org/officeDocument/2006/relationships/oleObject" Target="../embeddings/oleObject241.bin"/><Relationship Id="rId10" Type="http://schemas.openxmlformats.org/officeDocument/2006/relationships/image" Target="../media/image271.wmf"/><Relationship Id="rId1" Type="http://schemas.openxmlformats.org/officeDocument/2006/relationships/oleObject" Target="../embeddings/oleObject236.bin"/></Relationships>
</file>

<file path=ppt/slides/_rels/slide68.xml.rels><?xml version="1.0" encoding="UTF-8" standalone="yes"?>
<Relationships xmlns="http://schemas.openxmlformats.org/package/2006/relationships"><Relationship Id="rId9" Type="http://schemas.openxmlformats.org/officeDocument/2006/relationships/oleObject" Target="../embeddings/oleObject246.bin"/><Relationship Id="rId8" Type="http://schemas.openxmlformats.org/officeDocument/2006/relationships/image" Target="../media/image276.wmf"/><Relationship Id="rId7" Type="http://schemas.openxmlformats.org/officeDocument/2006/relationships/oleObject" Target="../embeddings/oleObject245.bin"/><Relationship Id="rId6" Type="http://schemas.openxmlformats.org/officeDocument/2006/relationships/image" Target="../media/image275.wmf"/><Relationship Id="rId5" Type="http://schemas.openxmlformats.org/officeDocument/2006/relationships/oleObject" Target="../embeddings/oleObject244.bin"/><Relationship Id="rId4" Type="http://schemas.openxmlformats.org/officeDocument/2006/relationships/image" Target="../media/image274.wmf"/><Relationship Id="rId3" Type="http://schemas.openxmlformats.org/officeDocument/2006/relationships/oleObject" Target="../embeddings/oleObject243.bin"/><Relationship Id="rId25" Type="http://schemas.openxmlformats.org/officeDocument/2006/relationships/vmlDrawing" Target="../drawings/vmlDrawing54.vml"/><Relationship Id="rId24" Type="http://schemas.openxmlformats.org/officeDocument/2006/relationships/slideLayout" Target="../slideLayouts/slideLayout6.xml"/><Relationship Id="rId23" Type="http://schemas.openxmlformats.org/officeDocument/2006/relationships/tags" Target="../tags/tag59.xml"/><Relationship Id="rId22" Type="http://schemas.openxmlformats.org/officeDocument/2006/relationships/image" Target="../media/image283.wmf"/><Relationship Id="rId21" Type="http://schemas.openxmlformats.org/officeDocument/2006/relationships/oleObject" Target="../embeddings/oleObject252.bin"/><Relationship Id="rId20" Type="http://schemas.openxmlformats.org/officeDocument/2006/relationships/image" Target="../media/image282.wmf"/><Relationship Id="rId2" Type="http://schemas.openxmlformats.org/officeDocument/2006/relationships/image" Target="../media/image273.wmf"/><Relationship Id="rId19" Type="http://schemas.openxmlformats.org/officeDocument/2006/relationships/oleObject" Target="../embeddings/oleObject251.bin"/><Relationship Id="rId18" Type="http://schemas.openxmlformats.org/officeDocument/2006/relationships/image" Target="../media/image281.wmf"/><Relationship Id="rId17" Type="http://schemas.openxmlformats.org/officeDocument/2006/relationships/oleObject" Target="../embeddings/oleObject250.bin"/><Relationship Id="rId16" Type="http://schemas.openxmlformats.org/officeDocument/2006/relationships/image" Target="../media/image280.wmf"/><Relationship Id="rId15" Type="http://schemas.openxmlformats.org/officeDocument/2006/relationships/oleObject" Target="../embeddings/oleObject249.bin"/><Relationship Id="rId14" Type="http://schemas.openxmlformats.org/officeDocument/2006/relationships/image" Target="../media/image279.emf"/><Relationship Id="rId13" Type="http://schemas.openxmlformats.org/officeDocument/2006/relationships/oleObject" Target="../embeddings/oleObject248.bin"/><Relationship Id="rId12" Type="http://schemas.openxmlformats.org/officeDocument/2006/relationships/image" Target="../media/image278.emf"/><Relationship Id="rId11" Type="http://schemas.openxmlformats.org/officeDocument/2006/relationships/oleObject" Target="../embeddings/oleObject247.bin"/><Relationship Id="rId10" Type="http://schemas.openxmlformats.org/officeDocument/2006/relationships/image" Target="../media/image277.wmf"/><Relationship Id="rId1" Type="http://schemas.openxmlformats.org/officeDocument/2006/relationships/oleObject" Target="../embeddings/oleObject242.bin"/></Relationships>
</file>

<file path=ppt/slides/_rels/slide69.xml.rels><?xml version="1.0" encoding="UTF-8" standalone="yes"?>
<Relationships xmlns="http://schemas.openxmlformats.org/package/2006/relationships"><Relationship Id="rId9" Type="http://schemas.openxmlformats.org/officeDocument/2006/relationships/oleObject" Target="../embeddings/oleObject257.bin"/><Relationship Id="rId8" Type="http://schemas.openxmlformats.org/officeDocument/2006/relationships/image" Target="../media/image287.wmf"/><Relationship Id="rId7" Type="http://schemas.openxmlformats.org/officeDocument/2006/relationships/oleObject" Target="../embeddings/oleObject256.bin"/><Relationship Id="rId6" Type="http://schemas.openxmlformats.org/officeDocument/2006/relationships/image" Target="../media/image286.wmf"/><Relationship Id="rId5" Type="http://schemas.openxmlformats.org/officeDocument/2006/relationships/oleObject" Target="../embeddings/oleObject255.bin"/><Relationship Id="rId4" Type="http://schemas.openxmlformats.org/officeDocument/2006/relationships/image" Target="../media/image285.wmf"/><Relationship Id="rId3" Type="http://schemas.openxmlformats.org/officeDocument/2006/relationships/oleObject" Target="../embeddings/oleObject254.bin"/><Relationship Id="rId21" Type="http://schemas.openxmlformats.org/officeDocument/2006/relationships/vmlDrawing" Target="../drawings/vmlDrawing55.vml"/><Relationship Id="rId20" Type="http://schemas.openxmlformats.org/officeDocument/2006/relationships/slideLayout" Target="../slideLayouts/slideLayout6.xml"/><Relationship Id="rId2" Type="http://schemas.openxmlformats.org/officeDocument/2006/relationships/image" Target="../media/image284.wmf"/><Relationship Id="rId19" Type="http://schemas.openxmlformats.org/officeDocument/2006/relationships/tags" Target="../tags/tag60.xml"/><Relationship Id="rId18" Type="http://schemas.openxmlformats.org/officeDocument/2006/relationships/image" Target="../media/image292.png"/><Relationship Id="rId17" Type="http://schemas.openxmlformats.org/officeDocument/2006/relationships/oleObject" Target="../embeddings/oleObject261.bin"/><Relationship Id="rId16" Type="http://schemas.openxmlformats.org/officeDocument/2006/relationships/image" Target="../media/image291.wmf"/><Relationship Id="rId15" Type="http://schemas.openxmlformats.org/officeDocument/2006/relationships/oleObject" Target="../embeddings/oleObject260.bin"/><Relationship Id="rId14" Type="http://schemas.openxmlformats.org/officeDocument/2006/relationships/image" Target="../media/image290.wmf"/><Relationship Id="rId13" Type="http://schemas.openxmlformats.org/officeDocument/2006/relationships/oleObject" Target="../embeddings/oleObject259.bin"/><Relationship Id="rId12" Type="http://schemas.openxmlformats.org/officeDocument/2006/relationships/image" Target="../media/image289.png"/><Relationship Id="rId11" Type="http://schemas.openxmlformats.org/officeDocument/2006/relationships/oleObject" Target="../embeddings/oleObject258.bin"/><Relationship Id="rId10" Type="http://schemas.openxmlformats.org/officeDocument/2006/relationships/image" Target="../media/image288.png"/><Relationship Id="rId1" Type="http://schemas.openxmlformats.org/officeDocument/2006/relationships/oleObject" Target="../embeddings/oleObject253.bin"/></Relationships>
</file>

<file path=ppt/slides/_rels/slide70.xml.rels><?xml version="1.0" encoding="UTF-8" standalone="yes"?>
<Relationships xmlns="http://schemas.openxmlformats.org/package/2006/relationships"><Relationship Id="rId9" Type="http://schemas.openxmlformats.org/officeDocument/2006/relationships/oleObject" Target="../embeddings/oleObject266.bin"/><Relationship Id="rId8" Type="http://schemas.openxmlformats.org/officeDocument/2006/relationships/image" Target="../media/image296.wmf"/><Relationship Id="rId7" Type="http://schemas.openxmlformats.org/officeDocument/2006/relationships/oleObject" Target="../embeddings/oleObject265.bin"/><Relationship Id="rId6" Type="http://schemas.openxmlformats.org/officeDocument/2006/relationships/image" Target="../media/image295.emf"/><Relationship Id="rId5" Type="http://schemas.openxmlformats.org/officeDocument/2006/relationships/oleObject" Target="../embeddings/oleObject264.bin"/><Relationship Id="rId4" Type="http://schemas.openxmlformats.org/officeDocument/2006/relationships/image" Target="../media/image294.wmf"/><Relationship Id="rId3" Type="http://schemas.openxmlformats.org/officeDocument/2006/relationships/oleObject" Target="../embeddings/oleObject263.bin"/><Relationship Id="rId25" Type="http://schemas.openxmlformats.org/officeDocument/2006/relationships/vmlDrawing" Target="../drawings/vmlDrawing56.vml"/><Relationship Id="rId24" Type="http://schemas.openxmlformats.org/officeDocument/2006/relationships/slideLayout" Target="../slideLayouts/slideLayout6.xml"/><Relationship Id="rId23" Type="http://schemas.openxmlformats.org/officeDocument/2006/relationships/tags" Target="../tags/tag61.xml"/><Relationship Id="rId22" Type="http://schemas.openxmlformats.org/officeDocument/2006/relationships/image" Target="../media/image303.wmf"/><Relationship Id="rId21" Type="http://schemas.openxmlformats.org/officeDocument/2006/relationships/oleObject" Target="../embeddings/oleObject272.bin"/><Relationship Id="rId20" Type="http://schemas.openxmlformats.org/officeDocument/2006/relationships/image" Target="../media/image302.wmf"/><Relationship Id="rId2" Type="http://schemas.openxmlformats.org/officeDocument/2006/relationships/image" Target="../media/image293.png"/><Relationship Id="rId19" Type="http://schemas.openxmlformats.org/officeDocument/2006/relationships/oleObject" Target="../embeddings/oleObject271.bin"/><Relationship Id="rId18" Type="http://schemas.openxmlformats.org/officeDocument/2006/relationships/image" Target="../media/image301.emf"/><Relationship Id="rId17" Type="http://schemas.openxmlformats.org/officeDocument/2006/relationships/oleObject" Target="../embeddings/oleObject270.bin"/><Relationship Id="rId16" Type="http://schemas.openxmlformats.org/officeDocument/2006/relationships/image" Target="../media/image300.wmf"/><Relationship Id="rId15" Type="http://schemas.openxmlformats.org/officeDocument/2006/relationships/oleObject" Target="../embeddings/oleObject269.bin"/><Relationship Id="rId14" Type="http://schemas.openxmlformats.org/officeDocument/2006/relationships/image" Target="../media/image299.wmf"/><Relationship Id="rId13" Type="http://schemas.openxmlformats.org/officeDocument/2006/relationships/oleObject" Target="../embeddings/oleObject268.bin"/><Relationship Id="rId12" Type="http://schemas.openxmlformats.org/officeDocument/2006/relationships/image" Target="../media/image298.wmf"/><Relationship Id="rId11" Type="http://schemas.openxmlformats.org/officeDocument/2006/relationships/oleObject" Target="../embeddings/oleObject267.bin"/><Relationship Id="rId10" Type="http://schemas.openxmlformats.org/officeDocument/2006/relationships/image" Target="../media/image297.wmf"/><Relationship Id="rId1" Type="http://schemas.openxmlformats.org/officeDocument/2006/relationships/oleObject" Target="../embeddings/oleObject262.bin"/></Relationships>
</file>

<file path=ppt/slides/_rels/slide71.xml.rels><?xml version="1.0" encoding="UTF-8" standalone="yes"?>
<Relationships xmlns="http://schemas.openxmlformats.org/package/2006/relationships"><Relationship Id="rId9" Type="http://schemas.openxmlformats.org/officeDocument/2006/relationships/image" Target="../media/image308.wmf"/><Relationship Id="rId8" Type="http://schemas.openxmlformats.org/officeDocument/2006/relationships/oleObject" Target="../embeddings/oleObject276.bin"/><Relationship Id="rId7" Type="http://schemas.openxmlformats.org/officeDocument/2006/relationships/image" Target="../media/image307.wmf"/><Relationship Id="rId6" Type="http://schemas.openxmlformats.org/officeDocument/2006/relationships/oleObject" Target="../embeddings/oleObject275.bin"/><Relationship Id="rId5" Type="http://schemas.openxmlformats.org/officeDocument/2006/relationships/image" Target="../media/image306.png"/><Relationship Id="rId4" Type="http://schemas.openxmlformats.org/officeDocument/2006/relationships/image" Target="../media/image305.wmf"/><Relationship Id="rId3" Type="http://schemas.openxmlformats.org/officeDocument/2006/relationships/oleObject" Target="../embeddings/oleObject274.bin"/><Relationship Id="rId2" Type="http://schemas.openxmlformats.org/officeDocument/2006/relationships/image" Target="../media/image304.wmf"/><Relationship Id="rId19" Type="http://schemas.openxmlformats.org/officeDocument/2006/relationships/vmlDrawing" Target="../drawings/vmlDrawing57.vml"/><Relationship Id="rId18" Type="http://schemas.openxmlformats.org/officeDocument/2006/relationships/slideLayout" Target="../slideLayouts/slideLayout1.xml"/><Relationship Id="rId17" Type="http://schemas.openxmlformats.org/officeDocument/2006/relationships/tags" Target="../tags/tag62.xml"/><Relationship Id="rId16" Type="http://schemas.openxmlformats.org/officeDocument/2006/relationships/image" Target="../media/image313.png"/><Relationship Id="rId15" Type="http://schemas.openxmlformats.org/officeDocument/2006/relationships/image" Target="../media/image312.png"/><Relationship Id="rId14" Type="http://schemas.openxmlformats.org/officeDocument/2006/relationships/image" Target="../media/image311.png"/><Relationship Id="rId13" Type="http://schemas.openxmlformats.org/officeDocument/2006/relationships/image" Target="../media/image310.wmf"/><Relationship Id="rId12" Type="http://schemas.openxmlformats.org/officeDocument/2006/relationships/oleObject" Target="../embeddings/oleObject278.bin"/><Relationship Id="rId11" Type="http://schemas.openxmlformats.org/officeDocument/2006/relationships/image" Target="../media/image309.emf"/><Relationship Id="rId10" Type="http://schemas.openxmlformats.org/officeDocument/2006/relationships/oleObject" Target="../embeddings/oleObject277.bin"/><Relationship Id="rId1" Type="http://schemas.openxmlformats.org/officeDocument/2006/relationships/oleObject" Target="../embeddings/oleObject273.bin"/></Relationships>
</file>

<file path=ppt/slides/_rels/slide72.xml.rels><?xml version="1.0" encoding="UTF-8" standalone="yes"?>
<Relationships xmlns="http://schemas.openxmlformats.org/package/2006/relationships"><Relationship Id="rId9" Type="http://schemas.openxmlformats.org/officeDocument/2006/relationships/image" Target="../media/image318.wmf"/><Relationship Id="rId8" Type="http://schemas.openxmlformats.org/officeDocument/2006/relationships/oleObject" Target="../embeddings/oleObject282.bin"/><Relationship Id="rId7" Type="http://schemas.openxmlformats.org/officeDocument/2006/relationships/image" Target="../media/image317.wmf"/><Relationship Id="rId6" Type="http://schemas.openxmlformats.org/officeDocument/2006/relationships/oleObject" Target="../embeddings/oleObject281.bin"/><Relationship Id="rId5" Type="http://schemas.openxmlformats.org/officeDocument/2006/relationships/image" Target="../media/image316.png"/><Relationship Id="rId4" Type="http://schemas.openxmlformats.org/officeDocument/2006/relationships/image" Target="../media/image315.wmf"/><Relationship Id="rId3" Type="http://schemas.openxmlformats.org/officeDocument/2006/relationships/oleObject" Target="../embeddings/oleObject280.bin"/><Relationship Id="rId2" Type="http://schemas.openxmlformats.org/officeDocument/2006/relationships/image" Target="../media/image314.wmf"/><Relationship Id="rId18" Type="http://schemas.openxmlformats.org/officeDocument/2006/relationships/vmlDrawing" Target="../drawings/vmlDrawing58.vml"/><Relationship Id="rId17" Type="http://schemas.openxmlformats.org/officeDocument/2006/relationships/slideLayout" Target="../slideLayouts/slideLayout1.xml"/><Relationship Id="rId16" Type="http://schemas.openxmlformats.org/officeDocument/2006/relationships/tags" Target="../tags/tag63.xml"/><Relationship Id="rId15" Type="http://schemas.openxmlformats.org/officeDocument/2006/relationships/image" Target="../media/image322.png"/><Relationship Id="rId14" Type="http://schemas.openxmlformats.org/officeDocument/2006/relationships/image" Target="../media/image321.wmf"/><Relationship Id="rId13" Type="http://schemas.openxmlformats.org/officeDocument/2006/relationships/oleObject" Target="../embeddings/oleObject284.bin"/><Relationship Id="rId12" Type="http://schemas.openxmlformats.org/officeDocument/2006/relationships/image" Target="../media/image320.png"/><Relationship Id="rId11" Type="http://schemas.openxmlformats.org/officeDocument/2006/relationships/image" Target="../media/image319.wmf"/><Relationship Id="rId10" Type="http://schemas.openxmlformats.org/officeDocument/2006/relationships/oleObject" Target="../embeddings/oleObject283.bin"/><Relationship Id="rId1" Type="http://schemas.openxmlformats.org/officeDocument/2006/relationships/oleObject" Target="../embeddings/oleObject279.bin"/></Relationships>
</file>

<file path=ppt/slides/_rels/slide73.xml.rels><?xml version="1.0" encoding="UTF-8" standalone="yes"?>
<Relationships xmlns="http://schemas.openxmlformats.org/package/2006/relationships"><Relationship Id="rId9" Type="http://schemas.openxmlformats.org/officeDocument/2006/relationships/oleObject" Target="../embeddings/oleObject289.bin"/><Relationship Id="rId8" Type="http://schemas.openxmlformats.org/officeDocument/2006/relationships/image" Target="../media/image326.emf"/><Relationship Id="rId7" Type="http://schemas.openxmlformats.org/officeDocument/2006/relationships/oleObject" Target="../embeddings/oleObject288.bin"/><Relationship Id="rId6" Type="http://schemas.openxmlformats.org/officeDocument/2006/relationships/image" Target="../media/image325.wmf"/><Relationship Id="rId5" Type="http://schemas.openxmlformats.org/officeDocument/2006/relationships/oleObject" Target="../embeddings/oleObject287.bin"/><Relationship Id="rId4" Type="http://schemas.openxmlformats.org/officeDocument/2006/relationships/image" Target="../media/image324.wmf"/><Relationship Id="rId3" Type="http://schemas.openxmlformats.org/officeDocument/2006/relationships/oleObject" Target="../embeddings/oleObject286.bin"/><Relationship Id="rId21" Type="http://schemas.openxmlformats.org/officeDocument/2006/relationships/vmlDrawing" Target="../drawings/vmlDrawing59.vml"/><Relationship Id="rId20" Type="http://schemas.openxmlformats.org/officeDocument/2006/relationships/slideLayout" Target="../slideLayouts/slideLayout6.xml"/><Relationship Id="rId2" Type="http://schemas.openxmlformats.org/officeDocument/2006/relationships/image" Target="../media/image323.wmf"/><Relationship Id="rId19" Type="http://schemas.openxmlformats.org/officeDocument/2006/relationships/tags" Target="../tags/tag64.xml"/><Relationship Id="rId18" Type="http://schemas.openxmlformats.org/officeDocument/2006/relationships/image" Target="../media/image281.wmf"/><Relationship Id="rId17" Type="http://schemas.openxmlformats.org/officeDocument/2006/relationships/oleObject" Target="../embeddings/oleObject293.bin"/><Relationship Id="rId16" Type="http://schemas.openxmlformats.org/officeDocument/2006/relationships/image" Target="../media/image280.wmf"/><Relationship Id="rId15" Type="http://schemas.openxmlformats.org/officeDocument/2006/relationships/oleObject" Target="../embeddings/oleObject292.bin"/><Relationship Id="rId14" Type="http://schemas.openxmlformats.org/officeDocument/2006/relationships/image" Target="../media/image329.wmf"/><Relationship Id="rId13" Type="http://schemas.openxmlformats.org/officeDocument/2006/relationships/oleObject" Target="../embeddings/oleObject291.bin"/><Relationship Id="rId12" Type="http://schemas.openxmlformats.org/officeDocument/2006/relationships/image" Target="../media/image328.wmf"/><Relationship Id="rId11" Type="http://schemas.openxmlformats.org/officeDocument/2006/relationships/oleObject" Target="../embeddings/oleObject290.bin"/><Relationship Id="rId10" Type="http://schemas.openxmlformats.org/officeDocument/2006/relationships/image" Target="../media/image327.wmf"/><Relationship Id="rId1" Type="http://schemas.openxmlformats.org/officeDocument/2006/relationships/oleObject" Target="../embeddings/oleObject285.bin"/></Relationships>
</file>

<file path=ppt/slides/_rels/slide74.xml.rels><?xml version="1.0" encoding="UTF-8" standalone="yes"?>
<Relationships xmlns="http://schemas.openxmlformats.org/package/2006/relationships"><Relationship Id="rId9" Type="http://schemas.openxmlformats.org/officeDocument/2006/relationships/oleObject" Target="../embeddings/oleObject298.bin"/><Relationship Id="rId8" Type="http://schemas.openxmlformats.org/officeDocument/2006/relationships/image" Target="../media/image333.emf"/><Relationship Id="rId7" Type="http://schemas.openxmlformats.org/officeDocument/2006/relationships/oleObject" Target="../embeddings/oleObject297.bin"/><Relationship Id="rId6" Type="http://schemas.openxmlformats.org/officeDocument/2006/relationships/image" Target="../media/image332.wmf"/><Relationship Id="rId5" Type="http://schemas.openxmlformats.org/officeDocument/2006/relationships/oleObject" Target="../embeddings/oleObject296.bin"/><Relationship Id="rId4" Type="http://schemas.openxmlformats.org/officeDocument/2006/relationships/image" Target="../media/image331.emf"/><Relationship Id="rId3" Type="http://schemas.openxmlformats.org/officeDocument/2006/relationships/oleObject" Target="../embeddings/oleObject295.bin"/><Relationship Id="rId2" Type="http://schemas.openxmlformats.org/officeDocument/2006/relationships/image" Target="../media/image330.emf"/><Relationship Id="rId19" Type="http://schemas.openxmlformats.org/officeDocument/2006/relationships/vmlDrawing" Target="../drawings/vmlDrawing60.vml"/><Relationship Id="rId18" Type="http://schemas.openxmlformats.org/officeDocument/2006/relationships/slideLayout" Target="../slideLayouts/slideLayout1.xml"/><Relationship Id="rId17" Type="http://schemas.openxmlformats.org/officeDocument/2006/relationships/tags" Target="../tags/tag65.xml"/><Relationship Id="rId16" Type="http://schemas.openxmlformats.org/officeDocument/2006/relationships/image" Target="../media/image337.wmf"/><Relationship Id="rId15" Type="http://schemas.openxmlformats.org/officeDocument/2006/relationships/oleObject" Target="../embeddings/oleObject301.bin"/><Relationship Id="rId14" Type="http://schemas.openxmlformats.org/officeDocument/2006/relationships/image" Target="../media/image336.emf"/><Relationship Id="rId13" Type="http://schemas.openxmlformats.org/officeDocument/2006/relationships/oleObject" Target="../embeddings/oleObject300.bin"/><Relationship Id="rId12" Type="http://schemas.openxmlformats.org/officeDocument/2006/relationships/image" Target="../media/image335.emf"/><Relationship Id="rId11" Type="http://schemas.openxmlformats.org/officeDocument/2006/relationships/oleObject" Target="../embeddings/oleObject299.bin"/><Relationship Id="rId10" Type="http://schemas.openxmlformats.org/officeDocument/2006/relationships/image" Target="../media/image334.emf"/><Relationship Id="rId1" Type="http://schemas.openxmlformats.org/officeDocument/2006/relationships/oleObject" Target="../embeddings/oleObject294.bin"/></Relationships>
</file>

<file path=ppt/slides/_rels/slide75.xml.rels><?xml version="1.0" encoding="UTF-8" standalone="yes"?>
<Relationships xmlns="http://schemas.openxmlformats.org/package/2006/relationships"><Relationship Id="rId9" Type="http://schemas.openxmlformats.org/officeDocument/2006/relationships/tags" Target="../tags/tag66.xml"/><Relationship Id="rId8" Type="http://schemas.openxmlformats.org/officeDocument/2006/relationships/image" Target="../media/image342.png"/><Relationship Id="rId7" Type="http://schemas.openxmlformats.org/officeDocument/2006/relationships/image" Target="../media/image341.emf"/><Relationship Id="rId6" Type="http://schemas.openxmlformats.org/officeDocument/2006/relationships/oleObject" Target="../embeddings/oleObject304.bin"/><Relationship Id="rId5" Type="http://schemas.openxmlformats.org/officeDocument/2006/relationships/image" Target="../media/image340.emf"/><Relationship Id="rId4" Type="http://schemas.openxmlformats.org/officeDocument/2006/relationships/oleObject" Target="../embeddings/oleObject303.bin"/><Relationship Id="rId3" Type="http://schemas.openxmlformats.org/officeDocument/2006/relationships/image" Target="../media/image339.png"/><Relationship Id="rId2" Type="http://schemas.openxmlformats.org/officeDocument/2006/relationships/image" Target="../media/image338.emf"/><Relationship Id="rId11" Type="http://schemas.openxmlformats.org/officeDocument/2006/relationships/vmlDrawing" Target="../drawings/vmlDrawing61.vml"/><Relationship Id="rId10" Type="http://schemas.openxmlformats.org/officeDocument/2006/relationships/slideLayout" Target="../slideLayouts/slideLayout6.xml"/><Relationship Id="rId1" Type="http://schemas.openxmlformats.org/officeDocument/2006/relationships/oleObject" Target="../embeddings/oleObject302.bin"/></Relationships>
</file>

<file path=ppt/slides/_rels/slide76.xml.rels><?xml version="1.0" encoding="UTF-8" standalone="yes"?>
<Relationships xmlns="http://schemas.openxmlformats.org/package/2006/relationships"><Relationship Id="rId9" Type="http://schemas.openxmlformats.org/officeDocument/2006/relationships/image" Target="../media/image346.png"/><Relationship Id="rId8" Type="http://schemas.openxmlformats.org/officeDocument/2006/relationships/oleObject" Target="../embeddings/oleObject307.bin"/><Relationship Id="rId7" Type="http://schemas.openxmlformats.org/officeDocument/2006/relationships/image" Target="../media/image345.png"/><Relationship Id="rId6" Type="http://schemas.openxmlformats.org/officeDocument/2006/relationships/tags" Target="../tags/tag68.xml"/><Relationship Id="rId5" Type="http://schemas.openxmlformats.org/officeDocument/2006/relationships/tags" Target="../tags/tag67.xml"/><Relationship Id="rId4" Type="http://schemas.openxmlformats.org/officeDocument/2006/relationships/image" Target="../media/image344.emf"/><Relationship Id="rId33" Type="http://schemas.openxmlformats.org/officeDocument/2006/relationships/vmlDrawing" Target="../drawings/vmlDrawing62.vml"/><Relationship Id="rId32" Type="http://schemas.openxmlformats.org/officeDocument/2006/relationships/slideLayout" Target="../slideLayouts/slideLayout6.xml"/><Relationship Id="rId31" Type="http://schemas.openxmlformats.org/officeDocument/2006/relationships/tags" Target="../tags/tag73.xml"/><Relationship Id="rId30" Type="http://schemas.openxmlformats.org/officeDocument/2006/relationships/image" Target="../media/image355.wmf"/><Relationship Id="rId3" Type="http://schemas.openxmlformats.org/officeDocument/2006/relationships/oleObject" Target="../embeddings/oleObject306.bin"/><Relationship Id="rId29" Type="http://schemas.openxmlformats.org/officeDocument/2006/relationships/oleObject" Target="../embeddings/oleObject315.bin"/><Relationship Id="rId28" Type="http://schemas.openxmlformats.org/officeDocument/2006/relationships/tags" Target="../tags/tag72.xml"/><Relationship Id="rId27" Type="http://schemas.openxmlformats.org/officeDocument/2006/relationships/image" Target="../media/image354.png"/><Relationship Id="rId26" Type="http://schemas.openxmlformats.org/officeDocument/2006/relationships/tags" Target="../tags/tag71.xml"/><Relationship Id="rId25" Type="http://schemas.openxmlformats.org/officeDocument/2006/relationships/tags" Target="../tags/tag70.xml"/><Relationship Id="rId24" Type="http://schemas.openxmlformats.org/officeDocument/2006/relationships/image" Target="../media/image353.emf"/><Relationship Id="rId23" Type="http://schemas.openxmlformats.org/officeDocument/2006/relationships/oleObject" Target="../embeddings/oleObject314.bin"/><Relationship Id="rId22" Type="http://schemas.openxmlformats.org/officeDocument/2006/relationships/image" Target="../media/image352.wmf"/><Relationship Id="rId21" Type="http://schemas.openxmlformats.org/officeDocument/2006/relationships/oleObject" Target="../embeddings/oleObject313.bin"/><Relationship Id="rId20" Type="http://schemas.openxmlformats.org/officeDocument/2006/relationships/tags" Target="../tags/tag69.xml"/><Relationship Id="rId2" Type="http://schemas.openxmlformats.org/officeDocument/2006/relationships/image" Target="../media/image343.emf"/><Relationship Id="rId19" Type="http://schemas.openxmlformats.org/officeDocument/2006/relationships/image" Target="../media/image351.emf"/><Relationship Id="rId18" Type="http://schemas.openxmlformats.org/officeDocument/2006/relationships/oleObject" Target="../embeddings/oleObject312.bin"/><Relationship Id="rId17" Type="http://schemas.openxmlformats.org/officeDocument/2006/relationships/image" Target="../media/image350.emf"/><Relationship Id="rId16" Type="http://schemas.openxmlformats.org/officeDocument/2006/relationships/oleObject" Target="../embeddings/oleObject311.bin"/><Relationship Id="rId15" Type="http://schemas.openxmlformats.org/officeDocument/2006/relationships/image" Target="../media/image349.emf"/><Relationship Id="rId14" Type="http://schemas.openxmlformats.org/officeDocument/2006/relationships/oleObject" Target="../embeddings/oleObject310.bin"/><Relationship Id="rId13" Type="http://schemas.openxmlformats.org/officeDocument/2006/relationships/image" Target="../media/image348.png"/><Relationship Id="rId12" Type="http://schemas.openxmlformats.org/officeDocument/2006/relationships/oleObject" Target="../embeddings/oleObject309.bin"/><Relationship Id="rId11" Type="http://schemas.openxmlformats.org/officeDocument/2006/relationships/image" Target="../media/image347.png"/><Relationship Id="rId10" Type="http://schemas.openxmlformats.org/officeDocument/2006/relationships/oleObject" Target="../embeddings/oleObject308.bin"/><Relationship Id="rId1" Type="http://schemas.openxmlformats.org/officeDocument/2006/relationships/oleObject" Target="../embeddings/oleObject305.bin"/></Relationships>
</file>

<file path=ppt/slides/_rels/slide77.xml.rels><?xml version="1.0" encoding="UTF-8" standalone="yes"?>
<Relationships xmlns="http://schemas.openxmlformats.org/package/2006/relationships"><Relationship Id="rId7" Type="http://schemas.openxmlformats.org/officeDocument/2006/relationships/vmlDrawing" Target="../drawings/vmlDrawing63.vml"/><Relationship Id="rId6" Type="http://schemas.openxmlformats.org/officeDocument/2006/relationships/slideLayout" Target="../slideLayouts/slideLayout1.xml"/><Relationship Id="rId5" Type="http://schemas.openxmlformats.org/officeDocument/2006/relationships/tags" Target="../tags/tag74.xml"/><Relationship Id="rId4" Type="http://schemas.openxmlformats.org/officeDocument/2006/relationships/image" Target="../media/image357.emf"/><Relationship Id="rId3" Type="http://schemas.openxmlformats.org/officeDocument/2006/relationships/oleObject" Target="../embeddings/oleObject317.bin"/><Relationship Id="rId2" Type="http://schemas.openxmlformats.org/officeDocument/2006/relationships/image" Target="../media/image356.emf"/><Relationship Id="rId1" Type="http://schemas.openxmlformats.org/officeDocument/2006/relationships/oleObject" Target="../embeddings/oleObject316.bin"/></Relationships>
</file>

<file path=ppt/slides/_rels/slide78.xml.rels><?xml version="1.0" encoding="UTF-8" standalone="yes"?>
<Relationships xmlns="http://schemas.openxmlformats.org/package/2006/relationships"><Relationship Id="rId9" Type="http://schemas.openxmlformats.org/officeDocument/2006/relationships/oleObject" Target="../embeddings/oleObject322.bin"/><Relationship Id="rId8" Type="http://schemas.openxmlformats.org/officeDocument/2006/relationships/image" Target="../media/image361.emf"/><Relationship Id="rId7" Type="http://schemas.openxmlformats.org/officeDocument/2006/relationships/oleObject" Target="../embeddings/oleObject321.bin"/><Relationship Id="rId6" Type="http://schemas.openxmlformats.org/officeDocument/2006/relationships/image" Target="../media/image360.emf"/><Relationship Id="rId5" Type="http://schemas.openxmlformats.org/officeDocument/2006/relationships/oleObject" Target="../embeddings/oleObject320.bin"/><Relationship Id="rId4" Type="http://schemas.openxmlformats.org/officeDocument/2006/relationships/image" Target="../media/image359.emf"/><Relationship Id="rId3" Type="http://schemas.openxmlformats.org/officeDocument/2006/relationships/oleObject" Target="../embeddings/oleObject319.bin"/><Relationship Id="rId2" Type="http://schemas.openxmlformats.org/officeDocument/2006/relationships/image" Target="../media/image358.emf"/><Relationship Id="rId19" Type="http://schemas.openxmlformats.org/officeDocument/2006/relationships/vmlDrawing" Target="../drawings/vmlDrawing64.vml"/><Relationship Id="rId18" Type="http://schemas.openxmlformats.org/officeDocument/2006/relationships/slideLayout" Target="../slideLayouts/slideLayout6.xml"/><Relationship Id="rId17" Type="http://schemas.openxmlformats.org/officeDocument/2006/relationships/tags" Target="../tags/tag75.xml"/><Relationship Id="rId16" Type="http://schemas.openxmlformats.org/officeDocument/2006/relationships/image" Target="../media/image365.emf"/><Relationship Id="rId15" Type="http://schemas.openxmlformats.org/officeDocument/2006/relationships/oleObject" Target="../embeddings/oleObject325.bin"/><Relationship Id="rId14" Type="http://schemas.openxmlformats.org/officeDocument/2006/relationships/image" Target="../media/image364.emf"/><Relationship Id="rId13" Type="http://schemas.openxmlformats.org/officeDocument/2006/relationships/oleObject" Target="../embeddings/oleObject324.bin"/><Relationship Id="rId12" Type="http://schemas.openxmlformats.org/officeDocument/2006/relationships/image" Target="../media/image363.emf"/><Relationship Id="rId11" Type="http://schemas.openxmlformats.org/officeDocument/2006/relationships/oleObject" Target="../embeddings/oleObject323.bin"/><Relationship Id="rId10" Type="http://schemas.openxmlformats.org/officeDocument/2006/relationships/image" Target="../media/image362.emf"/><Relationship Id="rId1" Type="http://schemas.openxmlformats.org/officeDocument/2006/relationships/oleObject" Target="../embeddings/oleObject318.bin"/></Relationships>
</file>

<file path=ppt/slides/_rels/slide79.xml.rels><?xml version="1.0" encoding="UTF-8" standalone="yes"?>
<Relationships xmlns="http://schemas.openxmlformats.org/package/2006/relationships"><Relationship Id="rId9" Type="http://schemas.openxmlformats.org/officeDocument/2006/relationships/oleObject" Target="../embeddings/oleObject331.bin"/><Relationship Id="rId8" Type="http://schemas.openxmlformats.org/officeDocument/2006/relationships/oleObject" Target="../embeddings/oleObject330.bin"/><Relationship Id="rId7" Type="http://schemas.openxmlformats.org/officeDocument/2006/relationships/oleObject" Target="../embeddings/oleObject329.bin"/><Relationship Id="rId6" Type="http://schemas.openxmlformats.org/officeDocument/2006/relationships/image" Target="../media/image366.wmf"/><Relationship Id="rId5" Type="http://schemas.openxmlformats.org/officeDocument/2006/relationships/oleObject" Target="../embeddings/oleObject328.bin"/><Relationship Id="rId4" Type="http://schemas.openxmlformats.org/officeDocument/2006/relationships/image" Target="../media/image257.wmf"/><Relationship Id="rId3" Type="http://schemas.openxmlformats.org/officeDocument/2006/relationships/oleObject" Target="../embeddings/oleObject327.bin"/><Relationship Id="rId2" Type="http://schemas.openxmlformats.org/officeDocument/2006/relationships/image" Target="../media/image256.wmf"/><Relationship Id="rId15" Type="http://schemas.openxmlformats.org/officeDocument/2006/relationships/vmlDrawing" Target="../drawings/vmlDrawing65.vml"/><Relationship Id="rId14" Type="http://schemas.openxmlformats.org/officeDocument/2006/relationships/slideLayout" Target="../slideLayouts/slideLayout1.xml"/><Relationship Id="rId13" Type="http://schemas.openxmlformats.org/officeDocument/2006/relationships/tags" Target="../tags/tag76.xml"/><Relationship Id="rId12" Type="http://schemas.openxmlformats.org/officeDocument/2006/relationships/image" Target="../media/image368.wmf"/><Relationship Id="rId11" Type="http://schemas.openxmlformats.org/officeDocument/2006/relationships/oleObject" Target="../embeddings/oleObject332.bin"/><Relationship Id="rId10" Type="http://schemas.openxmlformats.org/officeDocument/2006/relationships/image" Target="../media/image367.wmf"/><Relationship Id="rId1" Type="http://schemas.openxmlformats.org/officeDocument/2006/relationships/oleObject" Target="../embeddings/oleObject326.bin"/></Relationships>
</file>

<file path=ppt/slides/_rels/slide80.xml.rels><?xml version="1.0" encoding="UTF-8" standalone="yes"?>
<Relationships xmlns="http://schemas.openxmlformats.org/package/2006/relationships"><Relationship Id="rId9" Type="http://schemas.openxmlformats.org/officeDocument/2006/relationships/tags" Target="../tags/tag77.xml"/><Relationship Id="rId8" Type="http://schemas.openxmlformats.org/officeDocument/2006/relationships/image" Target="../media/image372.emf"/><Relationship Id="rId7" Type="http://schemas.openxmlformats.org/officeDocument/2006/relationships/oleObject" Target="../embeddings/oleObject336.bin"/><Relationship Id="rId6" Type="http://schemas.openxmlformats.org/officeDocument/2006/relationships/image" Target="../media/image371.emf"/><Relationship Id="rId5" Type="http://schemas.openxmlformats.org/officeDocument/2006/relationships/oleObject" Target="../embeddings/oleObject335.bin"/><Relationship Id="rId4" Type="http://schemas.openxmlformats.org/officeDocument/2006/relationships/image" Target="../media/image370.emf"/><Relationship Id="rId3" Type="http://schemas.openxmlformats.org/officeDocument/2006/relationships/oleObject" Target="../embeddings/oleObject334.bin"/><Relationship Id="rId2" Type="http://schemas.openxmlformats.org/officeDocument/2006/relationships/image" Target="../media/image369.emf"/><Relationship Id="rId11" Type="http://schemas.openxmlformats.org/officeDocument/2006/relationships/vmlDrawing" Target="../drawings/vmlDrawing66.vml"/><Relationship Id="rId10" Type="http://schemas.openxmlformats.org/officeDocument/2006/relationships/slideLayout" Target="../slideLayouts/slideLayout1.xml"/><Relationship Id="rId1" Type="http://schemas.openxmlformats.org/officeDocument/2006/relationships/oleObject" Target="../embeddings/oleObject333.bin"/></Relationships>
</file>

<file path=ppt/slides/_rels/slide81.xml.rels><?xml version="1.0" encoding="UTF-8" standalone="yes"?>
<Relationships xmlns="http://schemas.openxmlformats.org/package/2006/relationships"><Relationship Id="rId9" Type="http://schemas.openxmlformats.org/officeDocument/2006/relationships/oleObject" Target="../embeddings/oleObject341.bin"/><Relationship Id="rId8" Type="http://schemas.openxmlformats.org/officeDocument/2006/relationships/image" Target="../media/image376.emf"/><Relationship Id="rId7" Type="http://schemas.openxmlformats.org/officeDocument/2006/relationships/oleObject" Target="../embeddings/oleObject340.bin"/><Relationship Id="rId6" Type="http://schemas.openxmlformats.org/officeDocument/2006/relationships/image" Target="../media/image375.emf"/><Relationship Id="rId5" Type="http://schemas.openxmlformats.org/officeDocument/2006/relationships/oleObject" Target="../embeddings/oleObject339.bin"/><Relationship Id="rId4" Type="http://schemas.openxmlformats.org/officeDocument/2006/relationships/image" Target="../media/image374.emf"/><Relationship Id="rId3" Type="http://schemas.openxmlformats.org/officeDocument/2006/relationships/oleObject" Target="../embeddings/oleObject338.bin"/><Relationship Id="rId25" Type="http://schemas.openxmlformats.org/officeDocument/2006/relationships/vmlDrawing" Target="../drawings/vmlDrawing67.vml"/><Relationship Id="rId24" Type="http://schemas.openxmlformats.org/officeDocument/2006/relationships/slideLayout" Target="../slideLayouts/slideLayout1.xml"/><Relationship Id="rId23" Type="http://schemas.openxmlformats.org/officeDocument/2006/relationships/tags" Target="../tags/tag78.xml"/><Relationship Id="rId22" Type="http://schemas.openxmlformats.org/officeDocument/2006/relationships/image" Target="../media/image383.png"/><Relationship Id="rId21" Type="http://schemas.openxmlformats.org/officeDocument/2006/relationships/oleObject" Target="../embeddings/oleObject347.bin"/><Relationship Id="rId20" Type="http://schemas.openxmlformats.org/officeDocument/2006/relationships/image" Target="../media/image382.png"/><Relationship Id="rId2" Type="http://schemas.openxmlformats.org/officeDocument/2006/relationships/image" Target="../media/image373.emf"/><Relationship Id="rId19" Type="http://schemas.openxmlformats.org/officeDocument/2006/relationships/oleObject" Target="../embeddings/oleObject346.bin"/><Relationship Id="rId18" Type="http://schemas.openxmlformats.org/officeDocument/2006/relationships/image" Target="../media/image381.png"/><Relationship Id="rId17" Type="http://schemas.openxmlformats.org/officeDocument/2006/relationships/oleObject" Target="../embeddings/oleObject345.bin"/><Relationship Id="rId16" Type="http://schemas.openxmlformats.org/officeDocument/2006/relationships/image" Target="../media/image380.png"/><Relationship Id="rId15" Type="http://schemas.openxmlformats.org/officeDocument/2006/relationships/oleObject" Target="../embeddings/oleObject344.bin"/><Relationship Id="rId14" Type="http://schemas.openxmlformats.org/officeDocument/2006/relationships/image" Target="../media/image379.png"/><Relationship Id="rId13" Type="http://schemas.openxmlformats.org/officeDocument/2006/relationships/oleObject" Target="../embeddings/oleObject343.bin"/><Relationship Id="rId12" Type="http://schemas.openxmlformats.org/officeDocument/2006/relationships/image" Target="../media/image378.png"/><Relationship Id="rId11" Type="http://schemas.openxmlformats.org/officeDocument/2006/relationships/oleObject" Target="../embeddings/oleObject342.bin"/><Relationship Id="rId10" Type="http://schemas.openxmlformats.org/officeDocument/2006/relationships/image" Target="../media/image377.emf"/><Relationship Id="rId1" Type="http://schemas.openxmlformats.org/officeDocument/2006/relationships/oleObject" Target="../embeddings/oleObject337.bin"/></Relationships>
</file>

<file path=ppt/slides/_rels/slide82.xml.rels><?xml version="1.0" encoding="UTF-8" standalone="yes"?>
<Relationships xmlns="http://schemas.openxmlformats.org/package/2006/relationships"><Relationship Id="rId9" Type="http://schemas.openxmlformats.org/officeDocument/2006/relationships/oleObject" Target="../embeddings/oleObject352.bin"/><Relationship Id="rId8" Type="http://schemas.openxmlformats.org/officeDocument/2006/relationships/image" Target="../media/image387.emf"/><Relationship Id="rId7" Type="http://schemas.openxmlformats.org/officeDocument/2006/relationships/oleObject" Target="../embeddings/oleObject351.bin"/><Relationship Id="rId6" Type="http://schemas.openxmlformats.org/officeDocument/2006/relationships/image" Target="../media/image386.emf"/><Relationship Id="rId5" Type="http://schemas.openxmlformats.org/officeDocument/2006/relationships/oleObject" Target="../embeddings/oleObject350.bin"/><Relationship Id="rId4" Type="http://schemas.openxmlformats.org/officeDocument/2006/relationships/image" Target="../media/image385.emf"/><Relationship Id="rId3" Type="http://schemas.openxmlformats.org/officeDocument/2006/relationships/oleObject" Target="../embeddings/oleObject349.bin"/><Relationship Id="rId2" Type="http://schemas.openxmlformats.org/officeDocument/2006/relationships/image" Target="../media/image384.wmf"/><Relationship Id="rId15" Type="http://schemas.openxmlformats.org/officeDocument/2006/relationships/vmlDrawing" Target="../drawings/vmlDrawing68.vml"/><Relationship Id="rId14" Type="http://schemas.openxmlformats.org/officeDocument/2006/relationships/slideLayout" Target="../slideLayouts/slideLayout1.xml"/><Relationship Id="rId13" Type="http://schemas.openxmlformats.org/officeDocument/2006/relationships/tags" Target="../tags/tag79.xml"/><Relationship Id="rId12" Type="http://schemas.openxmlformats.org/officeDocument/2006/relationships/image" Target="../media/image389.emf"/><Relationship Id="rId11" Type="http://schemas.openxmlformats.org/officeDocument/2006/relationships/oleObject" Target="../embeddings/oleObject353.bin"/><Relationship Id="rId10" Type="http://schemas.openxmlformats.org/officeDocument/2006/relationships/image" Target="../media/image388.emf"/><Relationship Id="rId1" Type="http://schemas.openxmlformats.org/officeDocument/2006/relationships/oleObject" Target="../embeddings/oleObject348.bin"/></Relationships>
</file>

<file path=ppt/slides/_rels/slide83.xml.rels><?xml version="1.0" encoding="UTF-8" standalone="yes"?>
<Relationships xmlns="http://schemas.openxmlformats.org/package/2006/relationships"><Relationship Id="rId9" Type="http://schemas.openxmlformats.org/officeDocument/2006/relationships/slideLayout" Target="../slideLayouts/slideLayout3.xml"/><Relationship Id="rId8" Type="http://schemas.openxmlformats.org/officeDocument/2006/relationships/tags" Target="../tags/tag80.xml"/><Relationship Id="rId7" Type="http://schemas.openxmlformats.org/officeDocument/2006/relationships/image" Target="../media/image393.emf"/><Relationship Id="rId6" Type="http://schemas.openxmlformats.org/officeDocument/2006/relationships/oleObject" Target="../embeddings/oleObject356.bin"/><Relationship Id="rId5" Type="http://schemas.openxmlformats.org/officeDocument/2006/relationships/image" Target="../media/image392.emf"/><Relationship Id="rId4" Type="http://schemas.openxmlformats.org/officeDocument/2006/relationships/oleObject" Target="../embeddings/oleObject355.bin"/><Relationship Id="rId3" Type="http://schemas.openxmlformats.org/officeDocument/2006/relationships/image" Target="../media/image391.emf"/><Relationship Id="rId2" Type="http://schemas.openxmlformats.org/officeDocument/2006/relationships/oleObject" Target="../embeddings/oleObject354.bin"/><Relationship Id="rId10" Type="http://schemas.openxmlformats.org/officeDocument/2006/relationships/vmlDrawing" Target="../drawings/vmlDrawing69.vml"/><Relationship Id="rId1" Type="http://schemas.openxmlformats.org/officeDocument/2006/relationships/image" Target="../media/image390.png"/></Relationships>
</file>

<file path=ppt/slides/_rels/slide84.xml.rels><?xml version="1.0" encoding="UTF-8" standalone="yes"?>
<Relationships xmlns="http://schemas.openxmlformats.org/package/2006/relationships"><Relationship Id="rId9" Type="http://schemas.openxmlformats.org/officeDocument/2006/relationships/image" Target="../media/image397.png"/><Relationship Id="rId8" Type="http://schemas.openxmlformats.org/officeDocument/2006/relationships/image" Target="../media/image330.emf"/><Relationship Id="rId7" Type="http://schemas.openxmlformats.org/officeDocument/2006/relationships/oleObject" Target="../embeddings/oleObject359.bin"/><Relationship Id="rId6" Type="http://schemas.openxmlformats.org/officeDocument/2006/relationships/image" Target="../media/image396.png"/><Relationship Id="rId5" Type="http://schemas.openxmlformats.org/officeDocument/2006/relationships/image" Target="../media/image268.emf"/><Relationship Id="rId4" Type="http://schemas.openxmlformats.org/officeDocument/2006/relationships/oleObject" Target="../embeddings/oleObject358.bin"/><Relationship Id="rId3" Type="http://schemas.openxmlformats.org/officeDocument/2006/relationships/image" Target="../media/image395.wmf"/><Relationship Id="rId2" Type="http://schemas.openxmlformats.org/officeDocument/2006/relationships/oleObject" Target="../embeddings/oleObject357.bin"/><Relationship Id="rId12" Type="http://schemas.openxmlformats.org/officeDocument/2006/relationships/vmlDrawing" Target="../drawings/vmlDrawing70.vml"/><Relationship Id="rId11" Type="http://schemas.openxmlformats.org/officeDocument/2006/relationships/slideLayout" Target="../slideLayouts/slideLayout11.xml"/><Relationship Id="rId10" Type="http://schemas.openxmlformats.org/officeDocument/2006/relationships/tags" Target="../tags/tag81.xml"/><Relationship Id="rId1" Type="http://schemas.openxmlformats.org/officeDocument/2006/relationships/image" Target="../media/image394.png"/></Relationships>
</file>

<file path=ppt/slides/_rels/slide85.xml.rels><?xml version="1.0" encoding="UTF-8" standalone="yes"?>
<Relationships xmlns="http://schemas.openxmlformats.org/package/2006/relationships"><Relationship Id="rId9" Type="http://schemas.openxmlformats.org/officeDocument/2006/relationships/oleObject" Target="../embeddings/oleObject364.bin"/><Relationship Id="rId8" Type="http://schemas.openxmlformats.org/officeDocument/2006/relationships/image" Target="../media/image366.wmf"/><Relationship Id="rId7" Type="http://schemas.openxmlformats.org/officeDocument/2006/relationships/oleObject" Target="../embeddings/oleObject363.bin"/><Relationship Id="rId6" Type="http://schemas.openxmlformats.org/officeDocument/2006/relationships/image" Target="../media/image357.emf"/><Relationship Id="rId5" Type="http://schemas.openxmlformats.org/officeDocument/2006/relationships/oleObject" Target="../embeddings/oleObject362.bin"/><Relationship Id="rId4" Type="http://schemas.openxmlformats.org/officeDocument/2006/relationships/image" Target="../media/image356.emf"/><Relationship Id="rId3" Type="http://schemas.openxmlformats.org/officeDocument/2006/relationships/oleObject" Target="../embeddings/oleObject361.bin"/><Relationship Id="rId2" Type="http://schemas.openxmlformats.org/officeDocument/2006/relationships/image" Target="../media/image341.emf"/><Relationship Id="rId13" Type="http://schemas.openxmlformats.org/officeDocument/2006/relationships/vmlDrawing" Target="../drawings/vmlDrawing71.vml"/><Relationship Id="rId12" Type="http://schemas.openxmlformats.org/officeDocument/2006/relationships/slideLayout" Target="../slideLayouts/slideLayout1.xml"/><Relationship Id="rId11" Type="http://schemas.openxmlformats.org/officeDocument/2006/relationships/tags" Target="../tags/tag82.xml"/><Relationship Id="rId10" Type="http://schemas.openxmlformats.org/officeDocument/2006/relationships/image" Target="../media/image367.wmf"/><Relationship Id="rId1" Type="http://schemas.openxmlformats.org/officeDocument/2006/relationships/oleObject" Target="../embeddings/oleObject360.bin"/></Relationships>
</file>

<file path=ppt/slides/_rels/slide86.xml.rels><?xml version="1.0" encoding="UTF-8" standalone="yes"?>
<Relationships xmlns="http://schemas.openxmlformats.org/package/2006/relationships"><Relationship Id="rId9" Type="http://schemas.openxmlformats.org/officeDocument/2006/relationships/vmlDrawing" Target="../drawings/vmlDrawing72.vml"/><Relationship Id="rId8" Type="http://schemas.openxmlformats.org/officeDocument/2006/relationships/slideLayout" Target="../slideLayouts/slideLayout1.xml"/><Relationship Id="rId7" Type="http://schemas.openxmlformats.org/officeDocument/2006/relationships/tags" Target="../tags/tag83.xml"/><Relationship Id="rId6" Type="http://schemas.openxmlformats.org/officeDocument/2006/relationships/image" Target="../media/image372.emf"/><Relationship Id="rId5" Type="http://schemas.openxmlformats.org/officeDocument/2006/relationships/oleObject" Target="../embeddings/oleObject367.bin"/><Relationship Id="rId4" Type="http://schemas.openxmlformats.org/officeDocument/2006/relationships/image" Target="../media/image371.emf"/><Relationship Id="rId3" Type="http://schemas.openxmlformats.org/officeDocument/2006/relationships/oleObject" Target="../embeddings/oleObject366.bin"/><Relationship Id="rId2" Type="http://schemas.openxmlformats.org/officeDocument/2006/relationships/image" Target="../media/image369.emf"/><Relationship Id="rId1" Type="http://schemas.openxmlformats.org/officeDocument/2006/relationships/oleObject" Target="../embeddings/oleObject365.bin"/></Relationships>
</file>

<file path=ppt/slides/_rels/slide87.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84.xml"/></Relationships>
</file>

<file path=ppt/slides/_rels/slide88.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398.png"/></Relationships>
</file>

<file path=ppt/slides/_rels/slide89.xml.rels><?xml version="1.0" encoding="UTF-8" standalone="yes"?>
<Relationships xmlns="http://schemas.openxmlformats.org/package/2006/relationships"><Relationship Id="rId9" Type="http://schemas.openxmlformats.org/officeDocument/2006/relationships/image" Target="../media/image403.wmf"/><Relationship Id="rId8" Type="http://schemas.openxmlformats.org/officeDocument/2006/relationships/oleObject" Target="../embeddings/oleObject371.bin"/><Relationship Id="rId7" Type="http://schemas.openxmlformats.org/officeDocument/2006/relationships/image" Target="../media/image402.wmf"/><Relationship Id="rId6" Type="http://schemas.openxmlformats.org/officeDocument/2006/relationships/oleObject" Target="../embeddings/oleObject370.bin"/><Relationship Id="rId5" Type="http://schemas.openxmlformats.org/officeDocument/2006/relationships/image" Target="../media/image401.png"/><Relationship Id="rId4" Type="http://schemas.openxmlformats.org/officeDocument/2006/relationships/image" Target="../media/image400.wmf"/><Relationship Id="rId3" Type="http://schemas.openxmlformats.org/officeDocument/2006/relationships/oleObject" Target="../embeddings/oleObject369.bin"/><Relationship Id="rId2" Type="http://schemas.openxmlformats.org/officeDocument/2006/relationships/image" Target="../media/image399.wmf"/><Relationship Id="rId17" Type="http://schemas.openxmlformats.org/officeDocument/2006/relationships/vmlDrawing" Target="../drawings/vmlDrawing73.vml"/><Relationship Id="rId16" Type="http://schemas.openxmlformats.org/officeDocument/2006/relationships/slideLayout" Target="../slideLayouts/slideLayout3.xml"/><Relationship Id="rId15" Type="http://schemas.openxmlformats.org/officeDocument/2006/relationships/tags" Target="../tags/tag85.xml"/><Relationship Id="rId14" Type="http://schemas.openxmlformats.org/officeDocument/2006/relationships/image" Target="../media/image406.png"/><Relationship Id="rId13" Type="http://schemas.openxmlformats.org/officeDocument/2006/relationships/image" Target="../media/image405.wmf"/><Relationship Id="rId12" Type="http://schemas.openxmlformats.org/officeDocument/2006/relationships/oleObject" Target="../embeddings/oleObject373.bin"/><Relationship Id="rId11" Type="http://schemas.openxmlformats.org/officeDocument/2006/relationships/image" Target="../media/image404.wmf"/><Relationship Id="rId10" Type="http://schemas.openxmlformats.org/officeDocument/2006/relationships/oleObject" Target="../embeddings/oleObject372.bin"/><Relationship Id="rId1" Type="http://schemas.openxmlformats.org/officeDocument/2006/relationships/oleObject" Target="../embeddings/oleObject368.bin"/></Relationships>
</file>

<file path=ppt/slides/_rels/slide90.xml.rels><?xml version="1.0" encoding="UTF-8" standalone="yes"?>
<Relationships xmlns="http://schemas.openxmlformats.org/package/2006/relationships"><Relationship Id="rId9" Type="http://schemas.openxmlformats.org/officeDocument/2006/relationships/oleObject" Target="../embeddings/oleObject378.bin"/><Relationship Id="rId8" Type="http://schemas.openxmlformats.org/officeDocument/2006/relationships/image" Target="../media/image410.wmf"/><Relationship Id="rId7" Type="http://schemas.openxmlformats.org/officeDocument/2006/relationships/oleObject" Target="../embeddings/oleObject377.bin"/><Relationship Id="rId6" Type="http://schemas.openxmlformats.org/officeDocument/2006/relationships/image" Target="../media/image409.wmf"/><Relationship Id="rId5" Type="http://schemas.openxmlformats.org/officeDocument/2006/relationships/oleObject" Target="../embeddings/oleObject376.bin"/><Relationship Id="rId4" Type="http://schemas.openxmlformats.org/officeDocument/2006/relationships/image" Target="../media/image408.wmf"/><Relationship Id="rId3" Type="http://schemas.openxmlformats.org/officeDocument/2006/relationships/oleObject" Target="../embeddings/oleObject375.bin"/><Relationship Id="rId2" Type="http://schemas.openxmlformats.org/officeDocument/2006/relationships/image" Target="../media/image407.wmf"/><Relationship Id="rId19" Type="http://schemas.openxmlformats.org/officeDocument/2006/relationships/vmlDrawing" Target="../drawings/vmlDrawing74.vml"/><Relationship Id="rId18" Type="http://schemas.openxmlformats.org/officeDocument/2006/relationships/slideLayout" Target="../slideLayouts/slideLayout3.xml"/><Relationship Id="rId17" Type="http://schemas.openxmlformats.org/officeDocument/2006/relationships/tags" Target="../tags/tag86.xml"/><Relationship Id="rId16" Type="http://schemas.openxmlformats.org/officeDocument/2006/relationships/image" Target="../media/image414.wmf"/><Relationship Id="rId15" Type="http://schemas.openxmlformats.org/officeDocument/2006/relationships/oleObject" Target="../embeddings/oleObject381.bin"/><Relationship Id="rId14" Type="http://schemas.openxmlformats.org/officeDocument/2006/relationships/image" Target="../media/image413.wmf"/><Relationship Id="rId13" Type="http://schemas.openxmlformats.org/officeDocument/2006/relationships/oleObject" Target="../embeddings/oleObject380.bin"/><Relationship Id="rId12" Type="http://schemas.openxmlformats.org/officeDocument/2006/relationships/image" Target="../media/image412.wmf"/><Relationship Id="rId11" Type="http://schemas.openxmlformats.org/officeDocument/2006/relationships/oleObject" Target="../embeddings/oleObject379.bin"/><Relationship Id="rId10" Type="http://schemas.openxmlformats.org/officeDocument/2006/relationships/image" Target="../media/image411.wmf"/><Relationship Id="rId1" Type="http://schemas.openxmlformats.org/officeDocument/2006/relationships/oleObject" Target="../embeddings/oleObject374.bin"/></Relationships>
</file>

<file path=ppt/slides/_rels/slide91.xml.rels><?xml version="1.0" encoding="UTF-8" standalone="yes"?>
<Relationships xmlns="http://schemas.openxmlformats.org/package/2006/relationships"><Relationship Id="rId9" Type="http://schemas.openxmlformats.org/officeDocument/2006/relationships/oleObject" Target="../embeddings/oleObject386.bin"/><Relationship Id="rId8" Type="http://schemas.openxmlformats.org/officeDocument/2006/relationships/image" Target="../media/image418.wmf"/><Relationship Id="rId7" Type="http://schemas.openxmlformats.org/officeDocument/2006/relationships/oleObject" Target="../embeddings/oleObject385.bin"/><Relationship Id="rId6" Type="http://schemas.openxmlformats.org/officeDocument/2006/relationships/image" Target="../media/image417.wmf"/><Relationship Id="rId5" Type="http://schemas.openxmlformats.org/officeDocument/2006/relationships/oleObject" Target="../embeddings/oleObject384.bin"/><Relationship Id="rId4" Type="http://schemas.openxmlformats.org/officeDocument/2006/relationships/image" Target="../media/image416.wmf"/><Relationship Id="rId3" Type="http://schemas.openxmlformats.org/officeDocument/2006/relationships/oleObject" Target="../embeddings/oleObject383.bin"/><Relationship Id="rId2" Type="http://schemas.openxmlformats.org/officeDocument/2006/relationships/image" Target="../media/image415.wmf"/><Relationship Id="rId19" Type="http://schemas.openxmlformats.org/officeDocument/2006/relationships/vmlDrawing" Target="../drawings/vmlDrawing75.vml"/><Relationship Id="rId18" Type="http://schemas.openxmlformats.org/officeDocument/2006/relationships/slideLayout" Target="../slideLayouts/slideLayout1.xml"/><Relationship Id="rId17" Type="http://schemas.openxmlformats.org/officeDocument/2006/relationships/tags" Target="../tags/tag87.xml"/><Relationship Id="rId16" Type="http://schemas.openxmlformats.org/officeDocument/2006/relationships/image" Target="../media/image422.wmf"/><Relationship Id="rId15" Type="http://schemas.openxmlformats.org/officeDocument/2006/relationships/oleObject" Target="../embeddings/oleObject389.bin"/><Relationship Id="rId14" Type="http://schemas.openxmlformats.org/officeDocument/2006/relationships/image" Target="../media/image421.wmf"/><Relationship Id="rId13" Type="http://schemas.openxmlformats.org/officeDocument/2006/relationships/oleObject" Target="../embeddings/oleObject388.bin"/><Relationship Id="rId12" Type="http://schemas.openxmlformats.org/officeDocument/2006/relationships/image" Target="../media/image420.wmf"/><Relationship Id="rId11" Type="http://schemas.openxmlformats.org/officeDocument/2006/relationships/oleObject" Target="../embeddings/oleObject387.bin"/><Relationship Id="rId10" Type="http://schemas.openxmlformats.org/officeDocument/2006/relationships/image" Target="../media/image419.wmf"/><Relationship Id="rId1" Type="http://schemas.openxmlformats.org/officeDocument/2006/relationships/oleObject" Target="../embeddings/oleObject382.bin"/></Relationships>
</file>

<file path=ppt/slides/_rels/slide92.xml.rels><?xml version="1.0" encoding="UTF-8" standalone="yes"?>
<Relationships xmlns="http://schemas.openxmlformats.org/package/2006/relationships"><Relationship Id="rId6" Type="http://schemas.openxmlformats.org/officeDocument/2006/relationships/vmlDrawing" Target="../drawings/vmlDrawing76.vml"/><Relationship Id="rId5" Type="http://schemas.openxmlformats.org/officeDocument/2006/relationships/slideLayout" Target="../slideLayouts/slideLayout1.xml"/><Relationship Id="rId4" Type="http://schemas.openxmlformats.org/officeDocument/2006/relationships/image" Target="../media/image424.wmf"/><Relationship Id="rId3" Type="http://schemas.openxmlformats.org/officeDocument/2006/relationships/oleObject" Target="../embeddings/oleObject391.bin"/><Relationship Id="rId2" Type="http://schemas.openxmlformats.org/officeDocument/2006/relationships/image" Target="../media/image423.wmf"/><Relationship Id="rId1" Type="http://schemas.openxmlformats.org/officeDocument/2006/relationships/oleObject" Target="../embeddings/oleObject390.bin"/></Relationships>
</file>

<file path=ppt/slides/_rels/slide93.xml.rels><?xml version="1.0" encoding="UTF-8" standalone="yes"?>
<Relationships xmlns="http://schemas.openxmlformats.org/package/2006/relationships"><Relationship Id="rId9" Type="http://schemas.openxmlformats.org/officeDocument/2006/relationships/vmlDrawing" Target="../drawings/vmlDrawing77.vml"/><Relationship Id="rId8" Type="http://schemas.openxmlformats.org/officeDocument/2006/relationships/slideLayout" Target="../slideLayouts/slideLayout1.xml"/><Relationship Id="rId7" Type="http://schemas.openxmlformats.org/officeDocument/2006/relationships/image" Target="../media/image426.wmf"/><Relationship Id="rId6" Type="http://schemas.openxmlformats.org/officeDocument/2006/relationships/oleObject" Target="../embeddings/oleObject394.bin"/><Relationship Id="rId5" Type="http://schemas.openxmlformats.org/officeDocument/2006/relationships/image" Target="../media/image415.wmf"/><Relationship Id="rId4" Type="http://schemas.openxmlformats.org/officeDocument/2006/relationships/oleObject" Target="../embeddings/oleObject393.bin"/><Relationship Id="rId3" Type="http://schemas.openxmlformats.org/officeDocument/2006/relationships/image" Target="../media/image403.wmf"/><Relationship Id="rId2" Type="http://schemas.openxmlformats.org/officeDocument/2006/relationships/oleObject" Target="../embeddings/oleObject392.bin"/><Relationship Id="rId1" Type="http://schemas.openxmlformats.org/officeDocument/2006/relationships/image" Target="../media/image425.png"/></Relationships>
</file>

<file path=ppt/slides/_rels/slide94.xml.rels><?xml version="1.0" encoding="UTF-8" standalone="yes"?>
<Relationships xmlns="http://schemas.openxmlformats.org/package/2006/relationships"><Relationship Id="rId9" Type="http://schemas.openxmlformats.org/officeDocument/2006/relationships/oleObject" Target="../embeddings/oleObject399.bin"/><Relationship Id="rId8" Type="http://schemas.openxmlformats.org/officeDocument/2006/relationships/image" Target="../media/image430.wmf"/><Relationship Id="rId7" Type="http://schemas.openxmlformats.org/officeDocument/2006/relationships/oleObject" Target="../embeddings/oleObject398.bin"/><Relationship Id="rId6" Type="http://schemas.openxmlformats.org/officeDocument/2006/relationships/image" Target="../media/image429.wmf"/><Relationship Id="rId5" Type="http://schemas.openxmlformats.org/officeDocument/2006/relationships/oleObject" Target="../embeddings/oleObject397.bin"/><Relationship Id="rId4" Type="http://schemas.openxmlformats.org/officeDocument/2006/relationships/image" Target="../media/image428.wmf"/><Relationship Id="rId3" Type="http://schemas.openxmlformats.org/officeDocument/2006/relationships/oleObject" Target="../embeddings/oleObject396.bin"/><Relationship Id="rId26" Type="http://schemas.openxmlformats.org/officeDocument/2006/relationships/vmlDrawing" Target="../drawings/vmlDrawing78.vml"/><Relationship Id="rId25" Type="http://schemas.openxmlformats.org/officeDocument/2006/relationships/slideLayout" Target="../slideLayouts/slideLayout1.xml"/><Relationship Id="rId24" Type="http://schemas.openxmlformats.org/officeDocument/2006/relationships/tags" Target="../tags/tag88.xml"/><Relationship Id="rId23" Type="http://schemas.openxmlformats.org/officeDocument/2006/relationships/image" Target="../media/image438.wmf"/><Relationship Id="rId22" Type="http://schemas.openxmlformats.org/officeDocument/2006/relationships/oleObject" Target="../embeddings/oleObject405.bin"/><Relationship Id="rId21" Type="http://schemas.openxmlformats.org/officeDocument/2006/relationships/image" Target="../media/image437.wmf"/><Relationship Id="rId20" Type="http://schemas.openxmlformats.org/officeDocument/2006/relationships/oleObject" Target="../embeddings/oleObject404.bin"/><Relationship Id="rId2" Type="http://schemas.openxmlformats.org/officeDocument/2006/relationships/image" Target="../media/image427.emf"/><Relationship Id="rId19" Type="http://schemas.openxmlformats.org/officeDocument/2006/relationships/image" Target="../media/image436.emf"/><Relationship Id="rId18" Type="http://schemas.openxmlformats.org/officeDocument/2006/relationships/oleObject" Target="../embeddings/oleObject403.bin"/><Relationship Id="rId17" Type="http://schemas.openxmlformats.org/officeDocument/2006/relationships/image" Target="../media/image435.wmf"/><Relationship Id="rId16" Type="http://schemas.openxmlformats.org/officeDocument/2006/relationships/oleObject" Target="../embeddings/oleObject402.bin"/><Relationship Id="rId15" Type="http://schemas.openxmlformats.org/officeDocument/2006/relationships/image" Target="../media/image434.png"/><Relationship Id="rId14" Type="http://schemas.openxmlformats.org/officeDocument/2006/relationships/image" Target="../media/image433.wmf"/><Relationship Id="rId13" Type="http://schemas.openxmlformats.org/officeDocument/2006/relationships/oleObject" Target="../embeddings/oleObject401.bin"/><Relationship Id="rId12" Type="http://schemas.openxmlformats.org/officeDocument/2006/relationships/image" Target="../media/image432.wmf"/><Relationship Id="rId11" Type="http://schemas.openxmlformats.org/officeDocument/2006/relationships/oleObject" Target="../embeddings/oleObject400.bin"/><Relationship Id="rId10" Type="http://schemas.openxmlformats.org/officeDocument/2006/relationships/image" Target="../media/image431.wmf"/><Relationship Id="rId1" Type="http://schemas.openxmlformats.org/officeDocument/2006/relationships/oleObject" Target="../embeddings/oleObject395.bin"/></Relationships>
</file>

<file path=ppt/slides/_rels/slide95.xml.rels><?xml version="1.0" encoding="UTF-8" standalone="yes"?>
<Relationships xmlns="http://schemas.openxmlformats.org/package/2006/relationships"><Relationship Id="rId9" Type="http://schemas.openxmlformats.org/officeDocument/2006/relationships/oleObject" Target="../embeddings/oleObject410.bin"/><Relationship Id="rId8" Type="http://schemas.openxmlformats.org/officeDocument/2006/relationships/image" Target="../media/image442.wmf"/><Relationship Id="rId7" Type="http://schemas.openxmlformats.org/officeDocument/2006/relationships/oleObject" Target="../embeddings/oleObject409.bin"/><Relationship Id="rId6" Type="http://schemas.openxmlformats.org/officeDocument/2006/relationships/image" Target="../media/image441.wmf"/><Relationship Id="rId5" Type="http://schemas.openxmlformats.org/officeDocument/2006/relationships/oleObject" Target="../embeddings/oleObject408.bin"/><Relationship Id="rId4" Type="http://schemas.openxmlformats.org/officeDocument/2006/relationships/image" Target="../media/image440.wmf"/><Relationship Id="rId3" Type="http://schemas.openxmlformats.org/officeDocument/2006/relationships/oleObject" Target="../embeddings/oleObject407.bin"/><Relationship Id="rId2" Type="http://schemas.openxmlformats.org/officeDocument/2006/relationships/image" Target="../media/image439.wmf"/><Relationship Id="rId17" Type="http://schemas.openxmlformats.org/officeDocument/2006/relationships/vmlDrawing" Target="../drawings/vmlDrawing79.vml"/><Relationship Id="rId16" Type="http://schemas.openxmlformats.org/officeDocument/2006/relationships/slideLayout" Target="../slideLayouts/slideLayout6.xml"/><Relationship Id="rId15" Type="http://schemas.openxmlformats.org/officeDocument/2006/relationships/tags" Target="../tags/tag89.xml"/><Relationship Id="rId14" Type="http://schemas.openxmlformats.org/officeDocument/2006/relationships/image" Target="../media/image445.wmf"/><Relationship Id="rId13" Type="http://schemas.openxmlformats.org/officeDocument/2006/relationships/oleObject" Target="../embeddings/oleObject412.bin"/><Relationship Id="rId12" Type="http://schemas.openxmlformats.org/officeDocument/2006/relationships/image" Target="../media/image444.wmf"/><Relationship Id="rId11" Type="http://schemas.openxmlformats.org/officeDocument/2006/relationships/oleObject" Target="../embeddings/oleObject411.bin"/><Relationship Id="rId10" Type="http://schemas.openxmlformats.org/officeDocument/2006/relationships/image" Target="../media/image443.wmf"/><Relationship Id="rId1" Type="http://schemas.openxmlformats.org/officeDocument/2006/relationships/oleObject" Target="../embeddings/oleObject406.bin"/></Relationships>
</file>

<file path=ppt/slides/_rels/slide96.xml.rels><?xml version="1.0" encoding="UTF-8" standalone="yes"?>
<Relationships xmlns="http://schemas.openxmlformats.org/package/2006/relationships"><Relationship Id="rId9" Type="http://schemas.openxmlformats.org/officeDocument/2006/relationships/oleObject" Target="../embeddings/oleObject417.bin"/><Relationship Id="rId8" Type="http://schemas.openxmlformats.org/officeDocument/2006/relationships/image" Target="../media/image448.wmf"/><Relationship Id="rId7" Type="http://schemas.openxmlformats.org/officeDocument/2006/relationships/oleObject" Target="../embeddings/oleObject416.bin"/><Relationship Id="rId6" Type="http://schemas.openxmlformats.org/officeDocument/2006/relationships/image" Target="../media/image447.wmf"/><Relationship Id="rId5" Type="http://schemas.openxmlformats.org/officeDocument/2006/relationships/oleObject" Target="../embeddings/oleObject415.bin"/><Relationship Id="rId4" Type="http://schemas.openxmlformats.org/officeDocument/2006/relationships/image" Target="../media/image439.wmf"/><Relationship Id="rId3" Type="http://schemas.openxmlformats.org/officeDocument/2006/relationships/oleObject" Target="../embeddings/oleObject414.bin"/><Relationship Id="rId25" Type="http://schemas.openxmlformats.org/officeDocument/2006/relationships/vmlDrawing" Target="../drawings/vmlDrawing80.vml"/><Relationship Id="rId24" Type="http://schemas.openxmlformats.org/officeDocument/2006/relationships/slideLayout" Target="../slideLayouts/slideLayout6.xml"/><Relationship Id="rId23" Type="http://schemas.openxmlformats.org/officeDocument/2006/relationships/tags" Target="../tags/tag90.xml"/><Relationship Id="rId22" Type="http://schemas.openxmlformats.org/officeDocument/2006/relationships/image" Target="../media/image455.wmf"/><Relationship Id="rId21" Type="http://schemas.openxmlformats.org/officeDocument/2006/relationships/oleObject" Target="../embeddings/oleObject423.bin"/><Relationship Id="rId20" Type="http://schemas.openxmlformats.org/officeDocument/2006/relationships/image" Target="../media/image454.wmf"/><Relationship Id="rId2" Type="http://schemas.openxmlformats.org/officeDocument/2006/relationships/image" Target="../media/image446.emf"/><Relationship Id="rId19" Type="http://schemas.openxmlformats.org/officeDocument/2006/relationships/oleObject" Target="../embeddings/oleObject422.bin"/><Relationship Id="rId18" Type="http://schemas.openxmlformats.org/officeDocument/2006/relationships/image" Target="../media/image453.wmf"/><Relationship Id="rId17" Type="http://schemas.openxmlformats.org/officeDocument/2006/relationships/oleObject" Target="../embeddings/oleObject421.bin"/><Relationship Id="rId16" Type="http://schemas.openxmlformats.org/officeDocument/2006/relationships/image" Target="../media/image452.wmf"/><Relationship Id="rId15" Type="http://schemas.openxmlformats.org/officeDocument/2006/relationships/oleObject" Target="../embeddings/oleObject420.bin"/><Relationship Id="rId14" Type="http://schemas.openxmlformats.org/officeDocument/2006/relationships/image" Target="../media/image451.wmf"/><Relationship Id="rId13" Type="http://schemas.openxmlformats.org/officeDocument/2006/relationships/oleObject" Target="../embeddings/oleObject419.bin"/><Relationship Id="rId12" Type="http://schemas.openxmlformats.org/officeDocument/2006/relationships/image" Target="../media/image450.wmf"/><Relationship Id="rId11" Type="http://schemas.openxmlformats.org/officeDocument/2006/relationships/oleObject" Target="../embeddings/oleObject418.bin"/><Relationship Id="rId10" Type="http://schemas.openxmlformats.org/officeDocument/2006/relationships/image" Target="../media/image449.wmf"/><Relationship Id="rId1" Type="http://schemas.openxmlformats.org/officeDocument/2006/relationships/oleObject" Target="../embeddings/oleObject413.bin"/></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8.xml.rels><?xml version="1.0" encoding="UTF-8" standalone="yes"?>
<Relationships xmlns="http://schemas.openxmlformats.org/package/2006/relationships"><Relationship Id="rId9" Type="http://schemas.openxmlformats.org/officeDocument/2006/relationships/tags" Target="../tags/tag91.xml"/><Relationship Id="rId8" Type="http://schemas.openxmlformats.org/officeDocument/2006/relationships/image" Target="../media/image460.wmf"/><Relationship Id="rId7" Type="http://schemas.openxmlformats.org/officeDocument/2006/relationships/oleObject" Target="../embeddings/oleObject426.bin"/><Relationship Id="rId6" Type="http://schemas.openxmlformats.org/officeDocument/2006/relationships/image" Target="../media/image459.wmf"/><Relationship Id="rId5" Type="http://schemas.openxmlformats.org/officeDocument/2006/relationships/oleObject" Target="../embeddings/oleObject425.bin"/><Relationship Id="rId4" Type="http://schemas.openxmlformats.org/officeDocument/2006/relationships/image" Target="../media/image458.png"/><Relationship Id="rId3" Type="http://schemas.openxmlformats.org/officeDocument/2006/relationships/image" Target="../media/image457.png"/><Relationship Id="rId2" Type="http://schemas.openxmlformats.org/officeDocument/2006/relationships/image" Target="../media/image456.wmf"/><Relationship Id="rId11" Type="http://schemas.openxmlformats.org/officeDocument/2006/relationships/vmlDrawing" Target="../drawings/vmlDrawing81.vml"/><Relationship Id="rId10" Type="http://schemas.openxmlformats.org/officeDocument/2006/relationships/slideLayout" Target="../slideLayouts/slideLayout9.xml"/><Relationship Id="rId1" Type="http://schemas.openxmlformats.org/officeDocument/2006/relationships/oleObject" Target="../embeddings/oleObject424.bin"/></Relationships>
</file>

<file path=ppt/slides/_rels/slide99.xml.rels><?xml version="1.0" encoding="UTF-8" standalone="yes"?>
<Relationships xmlns="http://schemas.openxmlformats.org/package/2006/relationships"><Relationship Id="rId9" Type="http://schemas.openxmlformats.org/officeDocument/2006/relationships/oleObject" Target="../embeddings/oleObject430.bin"/><Relationship Id="rId8" Type="http://schemas.openxmlformats.org/officeDocument/2006/relationships/image" Target="../media/image465.wmf"/><Relationship Id="rId7" Type="http://schemas.openxmlformats.org/officeDocument/2006/relationships/oleObject" Target="../embeddings/oleObject429.bin"/><Relationship Id="rId6" Type="http://schemas.openxmlformats.org/officeDocument/2006/relationships/image" Target="../media/image464.wmf"/><Relationship Id="rId5" Type="http://schemas.openxmlformats.org/officeDocument/2006/relationships/oleObject" Target="../embeddings/oleObject428.bin"/><Relationship Id="rId4" Type="http://schemas.openxmlformats.org/officeDocument/2006/relationships/image" Target="../media/image463.wmf"/><Relationship Id="rId3" Type="http://schemas.openxmlformats.org/officeDocument/2006/relationships/oleObject" Target="../embeddings/oleObject427.bin"/><Relationship Id="rId2" Type="http://schemas.openxmlformats.org/officeDocument/2006/relationships/image" Target="../media/image462.png"/><Relationship Id="rId15" Type="http://schemas.openxmlformats.org/officeDocument/2006/relationships/vmlDrawing" Target="../drawings/vmlDrawing82.vml"/><Relationship Id="rId14" Type="http://schemas.openxmlformats.org/officeDocument/2006/relationships/slideLayout" Target="../slideLayouts/slideLayout6.xml"/><Relationship Id="rId13" Type="http://schemas.openxmlformats.org/officeDocument/2006/relationships/tags" Target="../tags/tag92.xml"/><Relationship Id="rId12" Type="http://schemas.openxmlformats.org/officeDocument/2006/relationships/image" Target="../media/image467.wmf"/><Relationship Id="rId11" Type="http://schemas.openxmlformats.org/officeDocument/2006/relationships/oleObject" Target="../embeddings/oleObject431.bin"/><Relationship Id="rId10" Type="http://schemas.openxmlformats.org/officeDocument/2006/relationships/image" Target="../media/image466.wmf"/><Relationship Id="rId1" Type="http://schemas.openxmlformats.org/officeDocument/2006/relationships/image" Target="../media/image461.png"/></Relationships>
</file>

<file path=ppt/slides/_rels/slide100.xml.rels><?xml version="1.0" encoding="UTF-8" standalone="yes"?>
<Relationships xmlns="http://schemas.openxmlformats.org/package/2006/relationships"><Relationship Id="rId9" Type="http://schemas.openxmlformats.org/officeDocument/2006/relationships/image" Target="../media/image472.wmf"/><Relationship Id="rId8" Type="http://schemas.openxmlformats.org/officeDocument/2006/relationships/oleObject" Target="../embeddings/oleObject434.bin"/><Relationship Id="rId7" Type="http://schemas.openxmlformats.org/officeDocument/2006/relationships/image" Target="../media/image471.wmf"/><Relationship Id="rId6" Type="http://schemas.openxmlformats.org/officeDocument/2006/relationships/image" Target="../media/image470.wmf"/><Relationship Id="rId5" Type="http://schemas.openxmlformats.org/officeDocument/2006/relationships/oleObject" Target="../embeddings/oleObject433.bin"/><Relationship Id="rId4" Type="http://schemas.openxmlformats.org/officeDocument/2006/relationships/image" Target="../media/image469.wmf"/><Relationship Id="rId3" Type="http://schemas.openxmlformats.org/officeDocument/2006/relationships/oleObject" Target="../embeddings/oleObject432.bin"/><Relationship Id="rId2" Type="http://schemas.openxmlformats.org/officeDocument/2006/relationships/image" Target="../media/image468.png"/><Relationship Id="rId12" Type="http://schemas.openxmlformats.org/officeDocument/2006/relationships/vmlDrawing" Target="../drawings/vmlDrawing83.vml"/><Relationship Id="rId11" Type="http://schemas.openxmlformats.org/officeDocument/2006/relationships/slideLayout" Target="../slideLayouts/slideLayout6.xml"/><Relationship Id="rId10" Type="http://schemas.openxmlformats.org/officeDocument/2006/relationships/tags" Target="../tags/tag93.xml"/><Relationship Id="rId1" Type="http://schemas.openxmlformats.org/officeDocument/2006/relationships/image" Target="../media/image461.png"/></Relationships>
</file>

<file path=ppt/slides/_rels/slide101.xml.rels><?xml version="1.0" encoding="UTF-8" standalone="yes"?>
<Relationships xmlns="http://schemas.openxmlformats.org/package/2006/relationships"><Relationship Id="rId9" Type="http://schemas.openxmlformats.org/officeDocument/2006/relationships/oleObject" Target="../embeddings/oleObject438.bin"/><Relationship Id="rId8" Type="http://schemas.openxmlformats.org/officeDocument/2006/relationships/image" Target="../media/image477.png"/><Relationship Id="rId7" Type="http://schemas.openxmlformats.org/officeDocument/2006/relationships/image" Target="../media/image476.wmf"/><Relationship Id="rId6" Type="http://schemas.openxmlformats.org/officeDocument/2006/relationships/oleObject" Target="../embeddings/oleObject437.bin"/><Relationship Id="rId5" Type="http://schemas.openxmlformats.org/officeDocument/2006/relationships/image" Target="../media/image475.wmf"/><Relationship Id="rId4" Type="http://schemas.openxmlformats.org/officeDocument/2006/relationships/oleObject" Target="../embeddings/oleObject436.bin"/><Relationship Id="rId3" Type="http://schemas.openxmlformats.org/officeDocument/2006/relationships/image" Target="../media/image474.wmf"/><Relationship Id="rId2" Type="http://schemas.openxmlformats.org/officeDocument/2006/relationships/oleObject" Target="../embeddings/oleObject435.bin"/><Relationship Id="rId12" Type="http://schemas.openxmlformats.org/officeDocument/2006/relationships/vmlDrawing" Target="../drawings/vmlDrawing84.vml"/><Relationship Id="rId11" Type="http://schemas.openxmlformats.org/officeDocument/2006/relationships/slideLayout" Target="../slideLayouts/slideLayout11.xml"/><Relationship Id="rId10" Type="http://schemas.openxmlformats.org/officeDocument/2006/relationships/image" Target="../media/image478.wmf"/><Relationship Id="rId1" Type="http://schemas.openxmlformats.org/officeDocument/2006/relationships/image" Target="../media/image473.png"/></Relationships>
</file>

<file path=ppt/slides/_rels/slide102.xml.rels><?xml version="1.0" encoding="UTF-8" standalone="yes"?>
<Relationships xmlns="http://schemas.openxmlformats.org/package/2006/relationships"><Relationship Id="rId9" Type="http://schemas.openxmlformats.org/officeDocument/2006/relationships/oleObject" Target="../embeddings/oleObject442.bin"/><Relationship Id="rId8" Type="http://schemas.openxmlformats.org/officeDocument/2006/relationships/image" Target="../media/image482.wmf"/><Relationship Id="rId7" Type="http://schemas.openxmlformats.org/officeDocument/2006/relationships/oleObject" Target="../embeddings/oleObject441.bin"/><Relationship Id="rId6" Type="http://schemas.openxmlformats.org/officeDocument/2006/relationships/image" Target="../media/image481.wmf"/><Relationship Id="rId5" Type="http://schemas.openxmlformats.org/officeDocument/2006/relationships/oleObject" Target="../embeddings/oleObject440.bin"/><Relationship Id="rId4" Type="http://schemas.openxmlformats.org/officeDocument/2006/relationships/image" Target="../media/image480.wmf"/><Relationship Id="rId3" Type="http://schemas.openxmlformats.org/officeDocument/2006/relationships/oleObject" Target="../embeddings/oleObject439.bin"/><Relationship Id="rId2" Type="http://schemas.openxmlformats.org/officeDocument/2006/relationships/image" Target="../media/image479.png"/><Relationship Id="rId15" Type="http://schemas.openxmlformats.org/officeDocument/2006/relationships/vmlDrawing" Target="../drawings/vmlDrawing85.vml"/><Relationship Id="rId14" Type="http://schemas.openxmlformats.org/officeDocument/2006/relationships/slideLayout" Target="../slideLayouts/slideLayout6.xml"/><Relationship Id="rId13" Type="http://schemas.openxmlformats.org/officeDocument/2006/relationships/tags" Target="../tags/tag94.xml"/><Relationship Id="rId12" Type="http://schemas.openxmlformats.org/officeDocument/2006/relationships/image" Target="../media/image484.wmf"/><Relationship Id="rId11" Type="http://schemas.openxmlformats.org/officeDocument/2006/relationships/oleObject" Target="../embeddings/oleObject443.bin"/><Relationship Id="rId10" Type="http://schemas.openxmlformats.org/officeDocument/2006/relationships/image" Target="../media/image483.wmf"/><Relationship Id="rId1" Type="http://schemas.openxmlformats.org/officeDocument/2006/relationships/image" Target="../media/image473.png"/></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4.xml.rels><?xml version="1.0" encoding="UTF-8" standalone="yes"?>
<Relationships xmlns="http://schemas.openxmlformats.org/package/2006/relationships"><Relationship Id="rId9" Type="http://schemas.openxmlformats.org/officeDocument/2006/relationships/oleObject" Target="../embeddings/oleObject448.bin"/><Relationship Id="rId8" Type="http://schemas.openxmlformats.org/officeDocument/2006/relationships/image" Target="../media/image488.emf"/><Relationship Id="rId7" Type="http://schemas.openxmlformats.org/officeDocument/2006/relationships/oleObject" Target="../embeddings/oleObject447.bin"/><Relationship Id="rId6" Type="http://schemas.openxmlformats.org/officeDocument/2006/relationships/image" Target="../media/image487.emf"/><Relationship Id="rId5" Type="http://schemas.openxmlformats.org/officeDocument/2006/relationships/oleObject" Target="../embeddings/oleObject446.bin"/><Relationship Id="rId4" Type="http://schemas.openxmlformats.org/officeDocument/2006/relationships/image" Target="../media/image486.wmf"/><Relationship Id="rId3" Type="http://schemas.openxmlformats.org/officeDocument/2006/relationships/oleObject" Target="../embeddings/oleObject445.bin"/><Relationship Id="rId23" Type="http://schemas.openxmlformats.org/officeDocument/2006/relationships/vmlDrawing" Target="../drawings/vmlDrawing86.vml"/><Relationship Id="rId22" Type="http://schemas.openxmlformats.org/officeDocument/2006/relationships/slideLayout" Target="../slideLayouts/slideLayout1.xml"/><Relationship Id="rId21" Type="http://schemas.openxmlformats.org/officeDocument/2006/relationships/tags" Target="../tags/tag95.xml"/><Relationship Id="rId20" Type="http://schemas.openxmlformats.org/officeDocument/2006/relationships/image" Target="../media/image494.emf"/><Relationship Id="rId2" Type="http://schemas.openxmlformats.org/officeDocument/2006/relationships/image" Target="../media/image485.wmf"/><Relationship Id="rId19" Type="http://schemas.openxmlformats.org/officeDocument/2006/relationships/oleObject" Target="../embeddings/oleObject453.bin"/><Relationship Id="rId18" Type="http://schemas.openxmlformats.org/officeDocument/2006/relationships/image" Target="../media/image493.emf"/><Relationship Id="rId17" Type="http://schemas.openxmlformats.org/officeDocument/2006/relationships/oleObject" Target="../embeddings/oleObject452.bin"/><Relationship Id="rId16" Type="http://schemas.openxmlformats.org/officeDocument/2006/relationships/image" Target="../media/image492.emf"/><Relationship Id="rId15" Type="http://schemas.openxmlformats.org/officeDocument/2006/relationships/oleObject" Target="../embeddings/oleObject451.bin"/><Relationship Id="rId14" Type="http://schemas.openxmlformats.org/officeDocument/2006/relationships/image" Target="../media/image491.emf"/><Relationship Id="rId13" Type="http://schemas.openxmlformats.org/officeDocument/2006/relationships/oleObject" Target="../embeddings/oleObject450.bin"/><Relationship Id="rId12" Type="http://schemas.openxmlformats.org/officeDocument/2006/relationships/image" Target="../media/image490.png"/><Relationship Id="rId11" Type="http://schemas.openxmlformats.org/officeDocument/2006/relationships/oleObject" Target="../embeddings/oleObject449.bin"/><Relationship Id="rId10" Type="http://schemas.openxmlformats.org/officeDocument/2006/relationships/image" Target="../media/image489.png"/><Relationship Id="rId1" Type="http://schemas.openxmlformats.org/officeDocument/2006/relationships/oleObject" Target="../embeddings/oleObject444.bin"/></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6.xml.rels><?xml version="1.0" encoding="UTF-8" standalone="yes"?>
<Relationships xmlns="http://schemas.openxmlformats.org/package/2006/relationships"><Relationship Id="rId8" Type="http://schemas.openxmlformats.org/officeDocument/2006/relationships/vmlDrawing" Target="../drawings/vmlDrawing87.vml"/><Relationship Id="rId7" Type="http://schemas.openxmlformats.org/officeDocument/2006/relationships/slideLayout" Target="../slideLayouts/slideLayout6.xml"/><Relationship Id="rId6" Type="http://schemas.openxmlformats.org/officeDocument/2006/relationships/image" Target="../media/image498.png"/><Relationship Id="rId5" Type="http://schemas.openxmlformats.org/officeDocument/2006/relationships/image" Target="../media/image497.png"/><Relationship Id="rId4" Type="http://schemas.openxmlformats.org/officeDocument/2006/relationships/image" Target="../media/image496.wmf"/><Relationship Id="rId3" Type="http://schemas.openxmlformats.org/officeDocument/2006/relationships/oleObject" Target="../embeddings/oleObject455.bin"/><Relationship Id="rId2" Type="http://schemas.openxmlformats.org/officeDocument/2006/relationships/image" Target="../media/image495.emf"/><Relationship Id="rId1" Type="http://schemas.openxmlformats.org/officeDocument/2006/relationships/oleObject" Target="../embeddings/oleObject454.bin"/></Relationships>
</file>

<file path=ppt/slides/_rels/slide107.xml.rels><?xml version="1.0" encoding="UTF-8" standalone="yes"?>
<Relationships xmlns="http://schemas.openxmlformats.org/package/2006/relationships"><Relationship Id="rId9" Type="http://schemas.openxmlformats.org/officeDocument/2006/relationships/vmlDrawing" Target="../drawings/vmlDrawing88.vml"/><Relationship Id="rId8" Type="http://schemas.openxmlformats.org/officeDocument/2006/relationships/slideLayout" Target="../slideLayouts/slideLayout1.xml"/><Relationship Id="rId7" Type="http://schemas.openxmlformats.org/officeDocument/2006/relationships/tags" Target="../tags/tag96.xml"/><Relationship Id="rId6" Type="http://schemas.openxmlformats.org/officeDocument/2006/relationships/image" Target="../media/image495.emf"/><Relationship Id="rId5" Type="http://schemas.openxmlformats.org/officeDocument/2006/relationships/oleObject" Target="../embeddings/oleObject458.bin"/><Relationship Id="rId4" Type="http://schemas.openxmlformats.org/officeDocument/2006/relationships/image" Target="../media/image500.emf"/><Relationship Id="rId3" Type="http://schemas.openxmlformats.org/officeDocument/2006/relationships/oleObject" Target="../embeddings/oleObject457.bin"/><Relationship Id="rId2" Type="http://schemas.openxmlformats.org/officeDocument/2006/relationships/image" Target="../media/image499.wmf"/><Relationship Id="rId1" Type="http://schemas.openxmlformats.org/officeDocument/2006/relationships/oleObject" Target="../embeddings/oleObject456.bin"/></Relationships>
</file>

<file path=ppt/slides/_rels/slide108.xml.rels><?xml version="1.0" encoding="UTF-8" standalone="yes"?>
<Relationships xmlns="http://schemas.openxmlformats.org/package/2006/relationships"><Relationship Id="rId7" Type="http://schemas.openxmlformats.org/officeDocument/2006/relationships/vmlDrawing" Target="../drawings/vmlDrawing89.vml"/><Relationship Id="rId6" Type="http://schemas.openxmlformats.org/officeDocument/2006/relationships/slideLayout" Target="../slideLayouts/slideLayout1.xml"/><Relationship Id="rId5" Type="http://schemas.openxmlformats.org/officeDocument/2006/relationships/tags" Target="../tags/tag97.xml"/><Relationship Id="rId4" Type="http://schemas.openxmlformats.org/officeDocument/2006/relationships/image" Target="../media/image502.wmf"/><Relationship Id="rId3" Type="http://schemas.openxmlformats.org/officeDocument/2006/relationships/oleObject" Target="../embeddings/oleObject460.bin"/><Relationship Id="rId2" Type="http://schemas.openxmlformats.org/officeDocument/2006/relationships/image" Target="../media/image501.wmf"/><Relationship Id="rId1" Type="http://schemas.openxmlformats.org/officeDocument/2006/relationships/oleObject" Target="../embeddings/oleObject459.bin"/></Relationships>
</file>

<file path=ppt/slides/_rels/slide109.xml.rels><?xml version="1.0" encoding="UTF-8" standalone="yes"?>
<Relationships xmlns="http://schemas.openxmlformats.org/package/2006/relationships"><Relationship Id="rId9" Type="http://schemas.openxmlformats.org/officeDocument/2006/relationships/oleObject" Target="../embeddings/oleObject465.bin"/><Relationship Id="rId8" Type="http://schemas.openxmlformats.org/officeDocument/2006/relationships/image" Target="../media/image506.wmf"/><Relationship Id="rId7" Type="http://schemas.openxmlformats.org/officeDocument/2006/relationships/oleObject" Target="../embeddings/oleObject464.bin"/><Relationship Id="rId6" Type="http://schemas.openxmlformats.org/officeDocument/2006/relationships/image" Target="../media/image505.wmf"/><Relationship Id="rId5" Type="http://schemas.openxmlformats.org/officeDocument/2006/relationships/oleObject" Target="../embeddings/oleObject463.bin"/><Relationship Id="rId4" Type="http://schemas.openxmlformats.org/officeDocument/2006/relationships/image" Target="../media/image504.emf"/><Relationship Id="rId3" Type="http://schemas.openxmlformats.org/officeDocument/2006/relationships/oleObject" Target="../embeddings/oleObject462.bin"/><Relationship Id="rId2" Type="http://schemas.openxmlformats.org/officeDocument/2006/relationships/image" Target="../media/image503.emf"/><Relationship Id="rId19" Type="http://schemas.openxmlformats.org/officeDocument/2006/relationships/vmlDrawing" Target="../drawings/vmlDrawing90.vml"/><Relationship Id="rId18" Type="http://schemas.openxmlformats.org/officeDocument/2006/relationships/slideLayout" Target="../slideLayouts/slideLayout6.xml"/><Relationship Id="rId17" Type="http://schemas.openxmlformats.org/officeDocument/2006/relationships/tags" Target="../tags/tag98.xml"/><Relationship Id="rId16" Type="http://schemas.openxmlformats.org/officeDocument/2006/relationships/image" Target="../media/image510.wmf"/><Relationship Id="rId15" Type="http://schemas.openxmlformats.org/officeDocument/2006/relationships/oleObject" Target="../embeddings/oleObject468.bin"/><Relationship Id="rId14" Type="http://schemas.openxmlformats.org/officeDocument/2006/relationships/image" Target="../media/image509.wmf"/><Relationship Id="rId13" Type="http://schemas.openxmlformats.org/officeDocument/2006/relationships/oleObject" Target="../embeddings/oleObject467.bin"/><Relationship Id="rId12" Type="http://schemas.openxmlformats.org/officeDocument/2006/relationships/image" Target="../media/image508.png"/><Relationship Id="rId11" Type="http://schemas.openxmlformats.org/officeDocument/2006/relationships/oleObject" Target="../embeddings/oleObject466.bin"/><Relationship Id="rId10" Type="http://schemas.openxmlformats.org/officeDocument/2006/relationships/image" Target="../media/image507.png"/><Relationship Id="rId1" Type="http://schemas.openxmlformats.org/officeDocument/2006/relationships/oleObject" Target="../embeddings/oleObject461.bin"/></Relationships>
</file>

<file path=ppt/slides/_rels/slide110.xml.rels><?xml version="1.0" encoding="UTF-8" standalone="yes"?>
<Relationships xmlns="http://schemas.openxmlformats.org/package/2006/relationships"><Relationship Id="rId9" Type="http://schemas.openxmlformats.org/officeDocument/2006/relationships/image" Target="../media/image515.png"/><Relationship Id="rId8" Type="http://schemas.openxmlformats.org/officeDocument/2006/relationships/image" Target="../media/image514.emf"/><Relationship Id="rId7" Type="http://schemas.openxmlformats.org/officeDocument/2006/relationships/oleObject" Target="../embeddings/oleObject472.bin"/><Relationship Id="rId6" Type="http://schemas.openxmlformats.org/officeDocument/2006/relationships/image" Target="../media/image513.wmf"/><Relationship Id="rId5" Type="http://schemas.openxmlformats.org/officeDocument/2006/relationships/oleObject" Target="../embeddings/oleObject471.bin"/><Relationship Id="rId4" Type="http://schemas.openxmlformats.org/officeDocument/2006/relationships/image" Target="../media/image512.png"/><Relationship Id="rId3" Type="http://schemas.openxmlformats.org/officeDocument/2006/relationships/oleObject" Target="../embeddings/oleObject470.bin"/><Relationship Id="rId2" Type="http://schemas.openxmlformats.org/officeDocument/2006/relationships/image" Target="../media/image511.png"/><Relationship Id="rId14" Type="http://schemas.openxmlformats.org/officeDocument/2006/relationships/vmlDrawing" Target="../drawings/vmlDrawing91.vml"/><Relationship Id="rId13" Type="http://schemas.openxmlformats.org/officeDocument/2006/relationships/slideLayout" Target="../slideLayouts/slideLayout6.xml"/><Relationship Id="rId12" Type="http://schemas.openxmlformats.org/officeDocument/2006/relationships/tags" Target="../tags/tag99.xml"/><Relationship Id="rId11" Type="http://schemas.openxmlformats.org/officeDocument/2006/relationships/oleObject" Target="../embeddings/oleObject473.bin"/><Relationship Id="rId10" Type="http://schemas.openxmlformats.org/officeDocument/2006/relationships/image" Target="../media/image516.png"/><Relationship Id="rId1" Type="http://schemas.openxmlformats.org/officeDocument/2006/relationships/oleObject" Target="../embeddings/oleObject469.bin"/></Relationships>
</file>

<file path=ppt/slides/_rels/slide111.xml.rels><?xml version="1.0" encoding="UTF-8" standalone="yes"?>
<Relationships xmlns="http://schemas.openxmlformats.org/package/2006/relationships"><Relationship Id="rId9" Type="http://schemas.openxmlformats.org/officeDocument/2006/relationships/oleObject" Target="../embeddings/oleObject478.bin"/><Relationship Id="rId8" Type="http://schemas.openxmlformats.org/officeDocument/2006/relationships/image" Target="../media/image519.wmf"/><Relationship Id="rId7" Type="http://schemas.openxmlformats.org/officeDocument/2006/relationships/oleObject" Target="../embeddings/oleObject477.bin"/><Relationship Id="rId6" Type="http://schemas.openxmlformats.org/officeDocument/2006/relationships/image" Target="../media/image518.emf"/><Relationship Id="rId5" Type="http://schemas.openxmlformats.org/officeDocument/2006/relationships/oleObject" Target="../embeddings/oleObject476.bin"/><Relationship Id="rId4" Type="http://schemas.openxmlformats.org/officeDocument/2006/relationships/image" Target="../media/image517.emf"/><Relationship Id="rId3" Type="http://schemas.openxmlformats.org/officeDocument/2006/relationships/oleObject" Target="../embeddings/oleObject475.bin"/><Relationship Id="rId25" Type="http://schemas.openxmlformats.org/officeDocument/2006/relationships/vmlDrawing" Target="../drawings/vmlDrawing92.vml"/><Relationship Id="rId24" Type="http://schemas.openxmlformats.org/officeDocument/2006/relationships/slideLayout" Target="../slideLayouts/slideLayout6.xml"/><Relationship Id="rId23" Type="http://schemas.openxmlformats.org/officeDocument/2006/relationships/tags" Target="../tags/tag100.xml"/><Relationship Id="rId22" Type="http://schemas.openxmlformats.org/officeDocument/2006/relationships/image" Target="../media/image526.emf"/><Relationship Id="rId21" Type="http://schemas.openxmlformats.org/officeDocument/2006/relationships/oleObject" Target="../embeddings/oleObject484.bin"/><Relationship Id="rId20" Type="http://schemas.openxmlformats.org/officeDocument/2006/relationships/image" Target="../media/image525.emf"/><Relationship Id="rId2" Type="http://schemas.openxmlformats.org/officeDocument/2006/relationships/image" Target="../media/image512.png"/><Relationship Id="rId19" Type="http://schemas.openxmlformats.org/officeDocument/2006/relationships/oleObject" Target="../embeddings/oleObject483.bin"/><Relationship Id="rId18" Type="http://schemas.openxmlformats.org/officeDocument/2006/relationships/image" Target="../media/image524.emf"/><Relationship Id="rId17" Type="http://schemas.openxmlformats.org/officeDocument/2006/relationships/oleObject" Target="../embeddings/oleObject482.bin"/><Relationship Id="rId16" Type="http://schemas.openxmlformats.org/officeDocument/2006/relationships/image" Target="../media/image523.emf"/><Relationship Id="rId15" Type="http://schemas.openxmlformats.org/officeDocument/2006/relationships/oleObject" Target="../embeddings/oleObject481.bin"/><Relationship Id="rId14" Type="http://schemas.openxmlformats.org/officeDocument/2006/relationships/image" Target="../media/image522.emf"/><Relationship Id="rId13" Type="http://schemas.openxmlformats.org/officeDocument/2006/relationships/oleObject" Target="../embeddings/oleObject480.bin"/><Relationship Id="rId12" Type="http://schemas.openxmlformats.org/officeDocument/2006/relationships/image" Target="../media/image521.emf"/><Relationship Id="rId11" Type="http://schemas.openxmlformats.org/officeDocument/2006/relationships/oleObject" Target="../embeddings/oleObject479.bin"/><Relationship Id="rId10" Type="http://schemas.openxmlformats.org/officeDocument/2006/relationships/image" Target="../media/image520.wmf"/><Relationship Id="rId1" Type="http://schemas.openxmlformats.org/officeDocument/2006/relationships/oleObject" Target="../embeddings/oleObject474.bin"/></Relationships>
</file>

<file path=ppt/slides/_rels/slide112.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101.xml"/></Relationships>
</file>

<file path=ppt/slides/_rels/slide113.xml.rels><?xml version="1.0" encoding="UTF-8" standalone="yes"?>
<Relationships xmlns="http://schemas.openxmlformats.org/package/2006/relationships"><Relationship Id="rId9" Type="http://schemas.openxmlformats.org/officeDocument/2006/relationships/image" Target="../media/image468.png"/><Relationship Id="rId8" Type="http://schemas.openxmlformats.org/officeDocument/2006/relationships/image" Target="../media/image466.wmf"/><Relationship Id="rId7" Type="http://schemas.openxmlformats.org/officeDocument/2006/relationships/oleObject" Target="../embeddings/oleObject487.bin"/><Relationship Id="rId6" Type="http://schemas.openxmlformats.org/officeDocument/2006/relationships/image" Target="../media/image465.wmf"/><Relationship Id="rId5" Type="http://schemas.openxmlformats.org/officeDocument/2006/relationships/oleObject" Target="../embeddings/oleObject486.bin"/><Relationship Id="rId4" Type="http://schemas.openxmlformats.org/officeDocument/2006/relationships/image" Target="../media/image462.png"/><Relationship Id="rId3" Type="http://schemas.openxmlformats.org/officeDocument/2006/relationships/image" Target="../media/image460.wmf"/><Relationship Id="rId2" Type="http://schemas.openxmlformats.org/officeDocument/2006/relationships/oleObject" Target="../embeddings/oleObject485.bin"/><Relationship Id="rId14" Type="http://schemas.openxmlformats.org/officeDocument/2006/relationships/vmlDrawing" Target="../drawings/vmlDrawing93.vml"/><Relationship Id="rId13" Type="http://schemas.openxmlformats.org/officeDocument/2006/relationships/slideLayout" Target="../slideLayouts/slideLayout2.xml"/><Relationship Id="rId12" Type="http://schemas.openxmlformats.org/officeDocument/2006/relationships/image" Target="../media/image471.wmf"/><Relationship Id="rId11" Type="http://schemas.openxmlformats.org/officeDocument/2006/relationships/image" Target="../media/image470.wmf"/><Relationship Id="rId10" Type="http://schemas.openxmlformats.org/officeDocument/2006/relationships/oleObject" Target="../embeddings/oleObject488.bin"/><Relationship Id="rId1" Type="http://schemas.openxmlformats.org/officeDocument/2006/relationships/image" Target="../media/image458.png"/></Relationships>
</file>

<file path=ppt/slides/_rels/slide114.xml.rels><?xml version="1.0" encoding="UTF-8" standalone="yes"?>
<Relationships xmlns="http://schemas.openxmlformats.org/package/2006/relationships"><Relationship Id="rId9" Type="http://schemas.openxmlformats.org/officeDocument/2006/relationships/oleObject" Target="../embeddings/oleObject492.bin"/><Relationship Id="rId8" Type="http://schemas.openxmlformats.org/officeDocument/2006/relationships/image" Target="../media/image481.wmf"/><Relationship Id="rId7" Type="http://schemas.openxmlformats.org/officeDocument/2006/relationships/oleObject" Target="../embeddings/oleObject491.bin"/><Relationship Id="rId6" Type="http://schemas.openxmlformats.org/officeDocument/2006/relationships/image" Target="../media/image479.png"/><Relationship Id="rId5" Type="http://schemas.openxmlformats.org/officeDocument/2006/relationships/image" Target="../media/image477.png"/><Relationship Id="rId4" Type="http://schemas.openxmlformats.org/officeDocument/2006/relationships/image" Target="../media/image476.wmf"/><Relationship Id="rId3" Type="http://schemas.openxmlformats.org/officeDocument/2006/relationships/oleObject" Target="../embeddings/oleObject490.bin"/><Relationship Id="rId20" Type="http://schemas.openxmlformats.org/officeDocument/2006/relationships/vmlDrawing" Target="../drawings/vmlDrawing94.vml"/><Relationship Id="rId2" Type="http://schemas.openxmlformats.org/officeDocument/2006/relationships/image" Target="../media/image475.wmf"/><Relationship Id="rId19" Type="http://schemas.openxmlformats.org/officeDocument/2006/relationships/slideLayout" Target="../slideLayouts/slideLayout2.xml"/><Relationship Id="rId18" Type="http://schemas.openxmlformats.org/officeDocument/2006/relationships/image" Target="../media/image488.emf"/><Relationship Id="rId17" Type="http://schemas.openxmlformats.org/officeDocument/2006/relationships/oleObject" Target="../embeddings/oleObject496.bin"/><Relationship Id="rId16" Type="http://schemas.openxmlformats.org/officeDocument/2006/relationships/image" Target="../media/image487.emf"/><Relationship Id="rId15" Type="http://schemas.openxmlformats.org/officeDocument/2006/relationships/oleObject" Target="../embeddings/oleObject495.bin"/><Relationship Id="rId14" Type="http://schemas.openxmlformats.org/officeDocument/2006/relationships/image" Target="../media/image486.wmf"/><Relationship Id="rId13" Type="http://schemas.openxmlformats.org/officeDocument/2006/relationships/oleObject" Target="../embeddings/oleObject494.bin"/><Relationship Id="rId12" Type="http://schemas.openxmlformats.org/officeDocument/2006/relationships/image" Target="../media/image485.wmf"/><Relationship Id="rId11" Type="http://schemas.openxmlformats.org/officeDocument/2006/relationships/oleObject" Target="../embeddings/oleObject493.bin"/><Relationship Id="rId10" Type="http://schemas.openxmlformats.org/officeDocument/2006/relationships/image" Target="../media/image482.wmf"/><Relationship Id="rId1" Type="http://schemas.openxmlformats.org/officeDocument/2006/relationships/oleObject" Target="../embeddings/oleObject489.bin"/></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6.xml.rels><?xml version="1.0" encoding="UTF-8" standalone="yes"?>
<Relationships xmlns="http://schemas.openxmlformats.org/package/2006/relationships"><Relationship Id="rId9" Type="http://schemas.openxmlformats.org/officeDocument/2006/relationships/oleObject" Target="../embeddings/oleObject501.bin"/><Relationship Id="rId8" Type="http://schemas.openxmlformats.org/officeDocument/2006/relationships/image" Target="../media/image530.emf"/><Relationship Id="rId7" Type="http://schemas.openxmlformats.org/officeDocument/2006/relationships/oleObject" Target="../embeddings/oleObject500.bin"/><Relationship Id="rId6" Type="http://schemas.openxmlformats.org/officeDocument/2006/relationships/image" Target="../media/image529.emf"/><Relationship Id="rId5" Type="http://schemas.openxmlformats.org/officeDocument/2006/relationships/oleObject" Target="../embeddings/oleObject499.bin"/><Relationship Id="rId4" Type="http://schemas.openxmlformats.org/officeDocument/2006/relationships/image" Target="../media/image528.emf"/><Relationship Id="rId3" Type="http://schemas.openxmlformats.org/officeDocument/2006/relationships/oleObject" Target="../embeddings/oleObject498.bin"/><Relationship Id="rId29" Type="http://schemas.openxmlformats.org/officeDocument/2006/relationships/vmlDrawing" Target="../drawings/vmlDrawing95.vml"/><Relationship Id="rId28" Type="http://schemas.openxmlformats.org/officeDocument/2006/relationships/slideLayout" Target="../slideLayouts/slideLayout6.xml"/><Relationship Id="rId27" Type="http://schemas.openxmlformats.org/officeDocument/2006/relationships/tags" Target="../tags/tag102.xml"/><Relationship Id="rId26" Type="http://schemas.openxmlformats.org/officeDocument/2006/relationships/image" Target="../media/image539.emf"/><Relationship Id="rId25" Type="http://schemas.openxmlformats.org/officeDocument/2006/relationships/oleObject" Target="../embeddings/oleObject509.bin"/><Relationship Id="rId24" Type="http://schemas.openxmlformats.org/officeDocument/2006/relationships/image" Target="../media/image538.wmf"/><Relationship Id="rId23" Type="http://schemas.openxmlformats.org/officeDocument/2006/relationships/oleObject" Target="../embeddings/oleObject508.bin"/><Relationship Id="rId22" Type="http://schemas.openxmlformats.org/officeDocument/2006/relationships/image" Target="../media/image537.wmf"/><Relationship Id="rId21" Type="http://schemas.openxmlformats.org/officeDocument/2006/relationships/oleObject" Target="../embeddings/oleObject507.bin"/><Relationship Id="rId20" Type="http://schemas.openxmlformats.org/officeDocument/2006/relationships/image" Target="../media/image536.wmf"/><Relationship Id="rId2" Type="http://schemas.openxmlformats.org/officeDocument/2006/relationships/image" Target="../media/image527.png"/><Relationship Id="rId19" Type="http://schemas.openxmlformats.org/officeDocument/2006/relationships/oleObject" Target="../embeddings/oleObject506.bin"/><Relationship Id="rId18" Type="http://schemas.openxmlformats.org/officeDocument/2006/relationships/image" Target="../media/image535.emf"/><Relationship Id="rId17" Type="http://schemas.openxmlformats.org/officeDocument/2006/relationships/oleObject" Target="../embeddings/oleObject505.bin"/><Relationship Id="rId16" Type="http://schemas.openxmlformats.org/officeDocument/2006/relationships/image" Target="../media/image534.png"/><Relationship Id="rId15" Type="http://schemas.openxmlformats.org/officeDocument/2006/relationships/oleObject" Target="../embeddings/oleObject504.bin"/><Relationship Id="rId14" Type="http://schemas.openxmlformats.org/officeDocument/2006/relationships/image" Target="../media/image533.emf"/><Relationship Id="rId13" Type="http://schemas.openxmlformats.org/officeDocument/2006/relationships/oleObject" Target="../embeddings/oleObject503.bin"/><Relationship Id="rId12" Type="http://schemas.openxmlformats.org/officeDocument/2006/relationships/image" Target="../media/image532.emf"/><Relationship Id="rId11" Type="http://schemas.openxmlformats.org/officeDocument/2006/relationships/oleObject" Target="../embeddings/oleObject502.bin"/><Relationship Id="rId10" Type="http://schemas.openxmlformats.org/officeDocument/2006/relationships/image" Target="../media/image531.emf"/><Relationship Id="rId1" Type="http://schemas.openxmlformats.org/officeDocument/2006/relationships/oleObject" Target="../embeddings/oleObject497.bin"/></Relationships>
</file>

<file path=ppt/slides/_rels/slide117.xml.rels><?xml version="1.0" encoding="UTF-8" standalone="yes"?>
<Relationships xmlns="http://schemas.openxmlformats.org/package/2006/relationships"><Relationship Id="rId4" Type="http://schemas.openxmlformats.org/officeDocument/2006/relationships/vmlDrawing" Target="../drawings/vmlDrawing96.vml"/><Relationship Id="rId3" Type="http://schemas.openxmlformats.org/officeDocument/2006/relationships/slideLayout" Target="../slideLayouts/slideLayout12.xml"/><Relationship Id="rId2" Type="http://schemas.openxmlformats.org/officeDocument/2006/relationships/image" Target="../media/image540.wmf"/><Relationship Id="rId1" Type="http://schemas.openxmlformats.org/officeDocument/2006/relationships/oleObject" Target="../embeddings/oleObject510.bin"/></Relationships>
</file>

<file path=ppt/slides/_rels/slide118.xml.rels><?xml version="1.0" encoding="UTF-8" standalone="yes"?>
<Relationships xmlns="http://schemas.openxmlformats.org/package/2006/relationships"><Relationship Id="rId9" Type="http://schemas.openxmlformats.org/officeDocument/2006/relationships/oleObject" Target="../embeddings/oleObject515.bin"/><Relationship Id="rId8" Type="http://schemas.openxmlformats.org/officeDocument/2006/relationships/image" Target="../media/image544.wmf"/><Relationship Id="rId7" Type="http://schemas.openxmlformats.org/officeDocument/2006/relationships/oleObject" Target="../embeddings/oleObject514.bin"/><Relationship Id="rId6" Type="http://schemas.openxmlformats.org/officeDocument/2006/relationships/image" Target="../media/image543.wmf"/><Relationship Id="rId5" Type="http://schemas.openxmlformats.org/officeDocument/2006/relationships/oleObject" Target="../embeddings/oleObject513.bin"/><Relationship Id="rId4" Type="http://schemas.openxmlformats.org/officeDocument/2006/relationships/image" Target="../media/image542.wmf"/><Relationship Id="rId3" Type="http://schemas.openxmlformats.org/officeDocument/2006/relationships/oleObject" Target="../embeddings/oleObject512.bin"/><Relationship Id="rId2" Type="http://schemas.openxmlformats.org/officeDocument/2006/relationships/image" Target="../media/image541.wmf"/><Relationship Id="rId12" Type="http://schemas.openxmlformats.org/officeDocument/2006/relationships/vmlDrawing" Target="../drawings/vmlDrawing97.vml"/><Relationship Id="rId11" Type="http://schemas.openxmlformats.org/officeDocument/2006/relationships/slideLayout" Target="../slideLayouts/slideLayout12.xml"/><Relationship Id="rId10" Type="http://schemas.openxmlformats.org/officeDocument/2006/relationships/image" Target="../media/image545.wmf"/><Relationship Id="rId1" Type="http://schemas.openxmlformats.org/officeDocument/2006/relationships/oleObject" Target="../embeddings/oleObject511.bin"/></Relationships>
</file>

<file path=ppt/slides/_rels/slide119.xml.rels><?xml version="1.0" encoding="UTF-8" standalone="yes"?>
<Relationships xmlns="http://schemas.openxmlformats.org/package/2006/relationships"><Relationship Id="rId9" Type="http://schemas.openxmlformats.org/officeDocument/2006/relationships/oleObject" Target="../embeddings/oleObject520.bin"/><Relationship Id="rId8" Type="http://schemas.openxmlformats.org/officeDocument/2006/relationships/image" Target="../media/image549.wmf"/><Relationship Id="rId7" Type="http://schemas.openxmlformats.org/officeDocument/2006/relationships/oleObject" Target="../embeddings/oleObject519.bin"/><Relationship Id="rId6" Type="http://schemas.openxmlformats.org/officeDocument/2006/relationships/image" Target="../media/image548.wmf"/><Relationship Id="rId5" Type="http://schemas.openxmlformats.org/officeDocument/2006/relationships/oleObject" Target="../embeddings/oleObject518.bin"/><Relationship Id="rId4" Type="http://schemas.openxmlformats.org/officeDocument/2006/relationships/image" Target="../media/image547.wmf"/><Relationship Id="rId3" Type="http://schemas.openxmlformats.org/officeDocument/2006/relationships/oleObject" Target="../embeddings/oleObject517.bin"/><Relationship Id="rId22" Type="http://schemas.openxmlformats.org/officeDocument/2006/relationships/vmlDrawing" Target="../drawings/vmlDrawing98.vml"/><Relationship Id="rId21" Type="http://schemas.openxmlformats.org/officeDocument/2006/relationships/slideLayout" Target="../slideLayouts/slideLayout12.xml"/><Relationship Id="rId20" Type="http://schemas.openxmlformats.org/officeDocument/2006/relationships/tags" Target="../tags/tag103.xml"/><Relationship Id="rId2" Type="http://schemas.openxmlformats.org/officeDocument/2006/relationships/image" Target="../media/image546.wmf"/><Relationship Id="rId19" Type="http://schemas.openxmlformats.org/officeDocument/2006/relationships/image" Target="../media/image555.wmf"/><Relationship Id="rId18" Type="http://schemas.openxmlformats.org/officeDocument/2006/relationships/oleObject" Target="../embeddings/oleObject524.bin"/><Relationship Id="rId17" Type="http://schemas.openxmlformats.org/officeDocument/2006/relationships/image" Target="../media/image554.wmf"/><Relationship Id="rId16" Type="http://schemas.openxmlformats.org/officeDocument/2006/relationships/oleObject" Target="../embeddings/oleObject523.bin"/><Relationship Id="rId15" Type="http://schemas.openxmlformats.org/officeDocument/2006/relationships/image" Target="../media/image553.png"/><Relationship Id="rId14" Type="http://schemas.openxmlformats.org/officeDocument/2006/relationships/image" Target="../media/image552.wmf"/><Relationship Id="rId13" Type="http://schemas.openxmlformats.org/officeDocument/2006/relationships/oleObject" Target="../embeddings/oleObject522.bin"/><Relationship Id="rId12" Type="http://schemas.openxmlformats.org/officeDocument/2006/relationships/image" Target="../media/image551.wmf"/><Relationship Id="rId11" Type="http://schemas.openxmlformats.org/officeDocument/2006/relationships/oleObject" Target="../embeddings/oleObject521.bin"/><Relationship Id="rId10" Type="http://schemas.openxmlformats.org/officeDocument/2006/relationships/image" Target="../media/image550.wmf"/><Relationship Id="rId1" Type="http://schemas.openxmlformats.org/officeDocument/2006/relationships/oleObject" Target="../embeddings/oleObject516.bin"/></Relationships>
</file>

<file path=ppt/slides/_rels/slide120.xml.rels><?xml version="1.0" encoding="UTF-8" standalone="yes"?>
<Relationships xmlns="http://schemas.openxmlformats.org/package/2006/relationships"><Relationship Id="rId9" Type="http://schemas.openxmlformats.org/officeDocument/2006/relationships/tags" Target="../tags/tag104.xml"/><Relationship Id="rId8" Type="http://schemas.openxmlformats.org/officeDocument/2006/relationships/image" Target="../media/image559.wmf"/><Relationship Id="rId7" Type="http://schemas.openxmlformats.org/officeDocument/2006/relationships/oleObject" Target="../embeddings/oleObject528.bin"/><Relationship Id="rId6" Type="http://schemas.openxmlformats.org/officeDocument/2006/relationships/image" Target="../media/image558.wmf"/><Relationship Id="rId5" Type="http://schemas.openxmlformats.org/officeDocument/2006/relationships/oleObject" Target="../embeddings/oleObject527.bin"/><Relationship Id="rId4" Type="http://schemas.openxmlformats.org/officeDocument/2006/relationships/image" Target="../media/image557.wmf"/><Relationship Id="rId3" Type="http://schemas.openxmlformats.org/officeDocument/2006/relationships/oleObject" Target="../embeddings/oleObject526.bin"/><Relationship Id="rId2" Type="http://schemas.openxmlformats.org/officeDocument/2006/relationships/image" Target="../media/image556.wmf"/><Relationship Id="rId11" Type="http://schemas.openxmlformats.org/officeDocument/2006/relationships/vmlDrawing" Target="../drawings/vmlDrawing99.vml"/><Relationship Id="rId10" Type="http://schemas.openxmlformats.org/officeDocument/2006/relationships/slideLayout" Target="../slideLayouts/slideLayout12.xml"/><Relationship Id="rId1" Type="http://schemas.openxmlformats.org/officeDocument/2006/relationships/oleObject" Target="../embeddings/oleObject525.bin"/></Relationships>
</file>

<file path=ppt/slides/_rels/slide121.xml.rels><?xml version="1.0" encoding="UTF-8" standalone="yes"?>
<Relationships xmlns="http://schemas.openxmlformats.org/package/2006/relationships"><Relationship Id="rId4" Type="http://schemas.openxmlformats.org/officeDocument/2006/relationships/vmlDrawing" Target="../drawings/vmlDrawing100.vml"/><Relationship Id="rId3" Type="http://schemas.openxmlformats.org/officeDocument/2006/relationships/slideLayout" Target="../slideLayouts/slideLayout12.xml"/><Relationship Id="rId2" Type="http://schemas.openxmlformats.org/officeDocument/2006/relationships/image" Target="../media/image560.emf"/><Relationship Id="rId1" Type="http://schemas.openxmlformats.org/officeDocument/2006/relationships/oleObject" Target="../embeddings/oleObject529.bin"/></Relationships>
</file>

<file path=ppt/slides/_rels/slide122.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105.xml"/></Relationships>
</file>

<file path=ppt/slides/_rels/slide123.xml.rels><?xml version="1.0" encoding="UTF-8" standalone="yes"?>
<Relationships xmlns="http://schemas.openxmlformats.org/package/2006/relationships"><Relationship Id="rId9" Type="http://schemas.openxmlformats.org/officeDocument/2006/relationships/oleObject" Target="../embeddings/oleObject533.bin"/><Relationship Id="rId8" Type="http://schemas.openxmlformats.org/officeDocument/2006/relationships/image" Target="../media/image565.wmf"/><Relationship Id="rId7" Type="http://schemas.openxmlformats.org/officeDocument/2006/relationships/oleObject" Target="../embeddings/oleObject532.bin"/><Relationship Id="rId6" Type="http://schemas.openxmlformats.org/officeDocument/2006/relationships/image" Target="../media/image564.png"/><Relationship Id="rId5" Type="http://schemas.openxmlformats.org/officeDocument/2006/relationships/image" Target="../media/image563.png"/><Relationship Id="rId4" Type="http://schemas.openxmlformats.org/officeDocument/2006/relationships/image" Target="../media/image562.wmf"/><Relationship Id="rId3" Type="http://schemas.openxmlformats.org/officeDocument/2006/relationships/oleObject" Target="../embeddings/oleObject531.bin"/><Relationship Id="rId2" Type="http://schemas.openxmlformats.org/officeDocument/2006/relationships/image" Target="../media/image561.wmf"/><Relationship Id="rId15" Type="http://schemas.openxmlformats.org/officeDocument/2006/relationships/vmlDrawing" Target="../drawings/vmlDrawing101.vml"/><Relationship Id="rId14" Type="http://schemas.openxmlformats.org/officeDocument/2006/relationships/slideLayout" Target="../slideLayouts/slideLayout12.xml"/><Relationship Id="rId13" Type="http://schemas.openxmlformats.org/officeDocument/2006/relationships/tags" Target="../tags/tag106.xml"/><Relationship Id="rId12" Type="http://schemas.openxmlformats.org/officeDocument/2006/relationships/image" Target="../media/image567.wmf"/><Relationship Id="rId11" Type="http://schemas.openxmlformats.org/officeDocument/2006/relationships/oleObject" Target="../embeddings/oleObject534.bin"/><Relationship Id="rId10" Type="http://schemas.openxmlformats.org/officeDocument/2006/relationships/image" Target="../media/image566.wmf"/><Relationship Id="rId1" Type="http://schemas.openxmlformats.org/officeDocument/2006/relationships/oleObject" Target="../embeddings/oleObject530.bin"/></Relationships>
</file>

<file path=ppt/slides/_rels/slide124.xml.rels><?xml version="1.0" encoding="UTF-8" standalone="yes"?>
<Relationships xmlns="http://schemas.openxmlformats.org/package/2006/relationships"><Relationship Id="rId5" Type="http://schemas.openxmlformats.org/officeDocument/2006/relationships/slideLayout" Target="../slideLayouts/slideLayout1.xml"/><Relationship Id="rId4" Type="http://schemas.openxmlformats.org/officeDocument/2006/relationships/tags" Target="../tags/tag107.xml"/><Relationship Id="rId3" Type="http://schemas.openxmlformats.org/officeDocument/2006/relationships/image" Target="../media/image570.png"/><Relationship Id="rId2" Type="http://schemas.openxmlformats.org/officeDocument/2006/relationships/image" Target="../media/image569.png"/><Relationship Id="rId1" Type="http://schemas.openxmlformats.org/officeDocument/2006/relationships/image" Target="../media/image568.png"/></Relationships>
</file>

<file path=ppt/slides/_rels/slide125.xml.rels><?xml version="1.0" encoding="UTF-8" standalone="yes"?>
<Relationships xmlns="http://schemas.openxmlformats.org/package/2006/relationships"><Relationship Id="rId5" Type="http://schemas.openxmlformats.org/officeDocument/2006/relationships/slideLayout" Target="../slideLayouts/slideLayout1.xml"/><Relationship Id="rId4" Type="http://schemas.openxmlformats.org/officeDocument/2006/relationships/tags" Target="../tags/tag108.xml"/><Relationship Id="rId3" Type="http://schemas.openxmlformats.org/officeDocument/2006/relationships/image" Target="../media/image573.png"/><Relationship Id="rId2" Type="http://schemas.openxmlformats.org/officeDocument/2006/relationships/image" Target="../media/image572.png"/><Relationship Id="rId1" Type="http://schemas.openxmlformats.org/officeDocument/2006/relationships/image" Target="../media/image571.png"/></Relationships>
</file>

<file path=ppt/slides/_rels/slide126.xml.rels><?xml version="1.0" encoding="UTF-8" standalone="yes"?>
<Relationships xmlns="http://schemas.openxmlformats.org/package/2006/relationships"><Relationship Id="rId6" Type="http://schemas.openxmlformats.org/officeDocument/2006/relationships/slideLayout" Target="../slideLayouts/slideLayout1.xml"/><Relationship Id="rId5" Type="http://schemas.openxmlformats.org/officeDocument/2006/relationships/tags" Target="../tags/tag109.xml"/><Relationship Id="rId4" Type="http://schemas.openxmlformats.org/officeDocument/2006/relationships/image" Target="../media/image577.png"/><Relationship Id="rId3" Type="http://schemas.openxmlformats.org/officeDocument/2006/relationships/image" Target="../media/image576.png"/><Relationship Id="rId2" Type="http://schemas.openxmlformats.org/officeDocument/2006/relationships/image" Target="../media/image575.png"/><Relationship Id="rId1" Type="http://schemas.openxmlformats.org/officeDocument/2006/relationships/image" Target="../media/image574.png"/></Relationships>
</file>

<file path=ppt/slides/_rels/slide127.xml.rels><?xml version="1.0" encoding="UTF-8" standalone="yes"?>
<Relationships xmlns="http://schemas.openxmlformats.org/package/2006/relationships"><Relationship Id="rId8" Type="http://schemas.openxmlformats.org/officeDocument/2006/relationships/slideLayout" Target="../slideLayouts/slideLayout6.xml"/><Relationship Id="rId7" Type="http://schemas.openxmlformats.org/officeDocument/2006/relationships/tags" Target="../tags/tag110.xml"/><Relationship Id="rId6" Type="http://schemas.openxmlformats.org/officeDocument/2006/relationships/image" Target="../media/image583.png"/><Relationship Id="rId5" Type="http://schemas.openxmlformats.org/officeDocument/2006/relationships/image" Target="../media/image582.png"/><Relationship Id="rId4" Type="http://schemas.openxmlformats.org/officeDocument/2006/relationships/image" Target="../media/image581.png"/><Relationship Id="rId3" Type="http://schemas.openxmlformats.org/officeDocument/2006/relationships/image" Target="../media/image580.png"/><Relationship Id="rId2" Type="http://schemas.openxmlformats.org/officeDocument/2006/relationships/image" Target="../media/image579.png"/><Relationship Id="rId1" Type="http://schemas.openxmlformats.org/officeDocument/2006/relationships/image" Target="../media/image578.png"/></Relationships>
</file>

<file path=ppt/slides/_rels/slide128.xml.rels><?xml version="1.0" encoding="UTF-8" standalone="yes"?>
<Relationships xmlns="http://schemas.openxmlformats.org/package/2006/relationships"><Relationship Id="rId9" Type="http://schemas.openxmlformats.org/officeDocument/2006/relationships/slideLayout" Target="../slideLayouts/slideLayout6.xml"/><Relationship Id="rId8" Type="http://schemas.openxmlformats.org/officeDocument/2006/relationships/tags" Target="../tags/tag111.xml"/><Relationship Id="rId7" Type="http://schemas.openxmlformats.org/officeDocument/2006/relationships/image" Target="../media/image588.png"/><Relationship Id="rId6" Type="http://schemas.openxmlformats.org/officeDocument/2006/relationships/image" Target="../media/image587.png"/><Relationship Id="rId5" Type="http://schemas.openxmlformats.org/officeDocument/2006/relationships/image" Target="../media/image581.png"/><Relationship Id="rId4" Type="http://schemas.openxmlformats.org/officeDocument/2006/relationships/image" Target="../media/image586.png"/><Relationship Id="rId3" Type="http://schemas.openxmlformats.org/officeDocument/2006/relationships/image" Target="../media/image580.png"/><Relationship Id="rId2" Type="http://schemas.openxmlformats.org/officeDocument/2006/relationships/image" Target="../media/image585.png"/><Relationship Id="rId1" Type="http://schemas.openxmlformats.org/officeDocument/2006/relationships/image" Target="../media/image584.png"/></Relationships>
</file>

<file path=ppt/slides/_rels/slide129.xml.rels><?xml version="1.0" encoding="UTF-8" standalone="yes"?>
<Relationships xmlns="http://schemas.openxmlformats.org/package/2006/relationships"><Relationship Id="rId9" Type="http://schemas.openxmlformats.org/officeDocument/2006/relationships/image" Target="../media/image588.png"/><Relationship Id="rId8" Type="http://schemas.openxmlformats.org/officeDocument/2006/relationships/image" Target="../media/image595.png"/><Relationship Id="rId7" Type="http://schemas.openxmlformats.org/officeDocument/2006/relationships/image" Target="../media/image594.png"/><Relationship Id="rId6" Type="http://schemas.openxmlformats.org/officeDocument/2006/relationships/image" Target="../media/image593.png"/><Relationship Id="rId5" Type="http://schemas.openxmlformats.org/officeDocument/2006/relationships/image" Target="../media/image580.png"/><Relationship Id="rId4" Type="http://schemas.openxmlformats.org/officeDocument/2006/relationships/image" Target="../media/image592.png"/><Relationship Id="rId3" Type="http://schemas.openxmlformats.org/officeDocument/2006/relationships/image" Target="../media/image591.png"/><Relationship Id="rId2" Type="http://schemas.openxmlformats.org/officeDocument/2006/relationships/image" Target="../media/image590.png"/><Relationship Id="rId12" Type="http://schemas.openxmlformats.org/officeDocument/2006/relationships/slideLayout" Target="../slideLayouts/slideLayout6.xml"/><Relationship Id="rId11" Type="http://schemas.openxmlformats.org/officeDocument/2006/relationships/tags" Target="../tags/tag112.xml"/><Relationship Id="rId10" Type="http://schemas.openxmlformats.org/officeDocument/2006/relationships/image" Target="../media/image581.png"/><Relationship Id="rId1" Type="http://schemas.openxmlformats.org/officeDocument/2006/relationships/image" Target="../media/image589.png"/></Relationships>
</file>

<file path=ppt/slides/_rels/slide130.xml.rels><?xml version="1.0" encoding="UTF-8" standalone="yes"?>
<Relationships xmlns="http://schemas.openxmlformats.org/package/2006/relationships"><Relationship Id="rId6" Type="http://schemas.openxmlformats.org/officeDocument/2006/relationships/slideLayout" Target="../slideLayouts/slideLayout6.xml"/><Relationship Id="rId5" Type="http://schemas.openxmlformats.org/officeDocument/2006/relationships/image" Target="../media/image600.png"/><Relationship Id="rId4" Type="http://schemas.openxmlformats.org/officeDocument/2006/relationships/image" Target="../media/image599.png"/><Relationship Id="rId3" Type="http://schemas.openxmlformats.org/officeDocument/2006/relationships/image" Target="../media/image598.png"/><Relationship Id="rId2" Type="http://schemas.openxmlformats.org/officeDocument/2006/relationships/image" Target="../media/image597.png"/><Relationship Id="rId1" Type="http://schemas.openxmlformats.org/officeDocument/2006/relationships/image" Target="../media/image596.png"/></Relationships>
</file>

<file path=ppt/slides/_rels/slide131.xml.rels><?xml version="1.0" encoding="UTF-8" standalone="yes"?>
<Relationships xmlns="http://schemas.openxmlformats.org/package/2006/relationships"><Relationship Id="rId9" Type="http://schemas.openxmlformats.org/officeDocument/2006/relationships/image" Target="../media/image609.png"/><Relationship Id="rId8" Type="http://schemas.openxmlformats.org/officeDocument/2006/relationships/image" Target="../media/image608.png"/><Relationship Id="rId7" Type="http://schemas.openxmlformats.org/officeDocument/2006/relationships/image" Target="../media/image607.png"/><Relationship Id="rId6" Type="http://schemas.openxmlformats.org/officeDocument/2006/relationships/image" Target="../media/image606.png"/><Relationship Id="rId5" Type="http://schemas.openxmlformats.org/officeDocument/2006/relationships/image" Target="../media/image605.png"/><Relationship Id="rId4" Type="http://schemas.openxmlformats.org/officeDocument/2006/relationships/image" Target="../media/image604.png"/><Relationship Id="rId3" Type="http://schemas.openxmlformats.org/officeDocument/2006/relationships/image" Target="../media/image603.png"/><Relationship Id="rId21" Type="http://schemas.openxmlformats.org/officeDocument/2006/relationships/slideLayout" Target="../slideLayouts/slideLayout5.xml"/><Relationship Id="rId20" Type="http://schemas.openxmlformats.org/officeDocument/2006/relationships/tags" Target="../tags/tag113.xml"/><Relationship Id="rId2" Type="http://schemas.openxmlformats.org/officeDocument/2006/relationships/image" Target="../media/image602.png"/><Relationship Id="rId19" Type="http://schemas.openxmlformats.org/officeDocument/2006/relationships/image" Target="../media/image619.png"/><Relationship Id="rId18" Type="http://schemas.openxmlformats.org/officeDocument/2006/relationships/image" Target="../media/image618.png"/><Relationship Id="rId17" Type="http://schemas.openxmlformats.org/officeDocument/2006/relationships/image" Target="../media/image617.png"/><Relationship Id="rId16" Type="http://schemas.openxmlformats.org/officeDocument/2006/relationships/image" Target="../media/image616.png"/><Relationship Id="rId15" Type="http://schemas.openxmlformats.org/officeDocument/2006/relationships/image" Target="../media/image615.png"/><Relationship Id="rId14" Type="http://schemas.openxmlformats.org/officeDocument/2006/relationships/image" Target="../media/image614.png"/><Relationship Id="rId13" Type="http://schemas.openxmlformats.org/officeDocument/2006/relationships/image" Target="../media/image613.png"/><Relationship Id="rId12" Type="http://schemas.openxmlformats.org/officeDocument/2006/relationships/image" Target="../media/image612.png"/><Relationship Id="rId11" Type="http://schemas.openxmlformats.org/officeDocument/2006/relationships/image" Target="../media/image611.png"/><Relationship Id="rId10" Type="http://schemas.openxmlformats.org/officeDocument/2006/relationships/image" Target="../media/image610.png"/><Relationship Id="rId1" Type="http://schemas.openxmlformats.org/officeDocument/2006/relationships/image" Target="../media/image601.png"/></Relationships>
</file>

<file path=ppt/slides/_rels/slide132.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114.xml"/></Relationships>
</file>

<file path=ppt/slides/_rels/slide133.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115.xml"/></Relationships>
</file>

<file path=ppt/slides/_rels/slide134.xml.rels><?xml version="1.0" encoding="UTF-8" standalone="yes"?>
<Relationships xmlns="http://schemas.openxmlformats.org/package/2006/relationships"><Relationship Id="rId9" Type="http://schemas.openxmlformats.org/officeDocument/2006/relationships/oleObject" Target="../embeddings/oleObject539.bin"/><Relationship Id="rId8" Type="http://schemas.openxmlformats.org/officeDocument/2006/relationships/image" Target="../media/image43.wmf"/><Relationship Id="rId7" Type="http://schemas.openxmlformats.org/officeDocument/2006/relationships/oleObject" Target="../embeddings/oleObject538.bin"/><Relationship Id="rId6" Type="http://schemas.openxmlformats.org/officeDocument/2006/relationships/image" Target="../media/image35.wmf"/><Relationship Id="rId5" Type="http://schemas.openxmlformats.org/officeDocument/2006/relationships/oleObject" Target="../embeddings/oleObject537.bin"/><Relationship Id="rId4" Type="http://schemas.openxmlformats.org/officeDocument/2006/relationships/image" Target="../media/image620.wmf"/><Relationship Id="rId3" Type="http://schemas.openxmlformats.org/officeDocument/2006/relationships/oleObject" Target="../embeddings/oleObject536.bin"/><Relationship Id="rId2" Type="http://schemas.openxmlformats.org/officeDocument/2006/relationships/image" Target="../media/image39.wmf"/><Relationship Id="rId13" Type="http://schemas.openxmlformats.org/officeDocument/2006/relationships/vmlDrawing" Target="../drawings/vmlDrawing102.vml"/><Relationship Id="rId12" Type="http://schemas.openxmlformats.org/officeDocument/2006/relationships/slideLayout" Target="../slideLayouts/slideLayout6.xml"/><Relationship Id="rId11" Type="http://schemas.openxmlformats.org/officeDocument/2006/relationships/tags" Target="../tags/tag116.xml"/><Relationship Id="rId10" Type="http://schemas.openxmlformats.org/officeDocument/2006/relationships/image" Target="../media/image621.wmf"/><Relationship Id="rId1" Type="http://schemas.openxmlformats.org/officeDocument/2006/relationships/oleObject" Target="../embeddings/oleObject535.bin"/></Relationships>
</file>

<file path=ppt/slides/_rels/slide135.xml.rels><?xml version="1.0" encoding="UTF-8" standalone="yes"?>
<Relationships xmlns="http://schemas.openxmlformats.org/package/2006/relationships"><Relationship Id="rId9" Type="http://schemas.openxmlformats.org/officeDocument/2006/relationships/tags" Target="../tags/tag117.xml"/><Relationship Id="rId8" Type="http://schemas.openxmlformats.org/officeDocument/2006/relationships/image" Target="../media/image624.wmf"/><Relationship Id="rId7" Type="http://schemas.openxmlformats.org/officeDocument/2006/relationships/oleObject" Target="../embeddings/oleObject543.bin"/><Relationship Id="rId6" Type="http://schemas.openxmlformats.org/officeDocument/2006/relationships/image" Target="../media/image623.wmf"/><Relationship Id="rId5" Type="http://schemas.openxmlformats.org/officeDocument/2006/relationships/oleObject" Target="../embeddings/oleObject542.bin"/><Relationship Id="rId4" Type="http://schemas.openxmlformats.org/officeDocument/2006/relationships/image" Target="../media/image63.wmf"/><Relationship Id="rId3" Type="http://schemas.openxmlformats.org/officeDocument/2006/relationships/oleObject" Target="../embeddings/oleObject541.bin"/><Relationship Id="rId2" Type="http://schemas.openxmlformats.org/officeDocument/2006/relationships/image" Target="../media/image622.wmf"/><Relationship Id="rId11" Type="http://schemas.openxmlformats.org/officeDocument/2006/relationships/vmlDrawing" Target="../drawings/vmlDrawing103.vml"/><Relationship Id="rId10" Type="http://schemas.openxmlformats.org/officeDocument/2006/relationships/slideLayout" Target="../slideLayouts/slideLayout6.xml"/><Relationship Id="rId1" Type="http://schemas.openxmlformats.org/officeDocument/2006/relationships/oleObject" Target="../embeddings/oleObject540.bin"/></Relationships>
</file>

<file path=ppt/slides/_rels/slide136.xml.rels><?xml version="1.0" encoding="UTF-8" standalone="yes"?>
<Relationships xmlns="http://schemas.openxmlformats.org/package/2006/relationships"><Relationship Id="rId9" Type="http://schemas.openxmlformats.org/officeDocument/2006/relationships/tags" Target="../tags/tag118.xml"/><Relationship Id="rId8" Type="http://schemas.openxmlformats.org/officeDocument/2006/relationships/image" Target="../media/image628.wmf"/><Relationship Id="rId7" Type="http://schemas.openxmlformats.org/officeDocument/2006/relationships/oleObject" Target="../embeddings/oleObject547.bin"/><Relationship Id="rId6" Type="http://schemas.openxmlformats.org/officeDocument/2006/relationships/image" Target="../media/image627.wmf"/><Relationship Id="rId5" Type="http://schemas.openxmlformats.org/officeDocument/2006/relationships/oleObject" Target="../embeddings/oleObject546.bin"/><Relationship Id="rId4" Type="http://schemas.openxmlformats.org/officeDocument/2006/relationships/image" Target="../media/image626.wmf"/><Relationship Id="rId3" Type="http://schemas.openxmlformats.org/officeDocument/2006/relationships/oleObject" Target="../embeddings/oleObject545.bin"/><Relationship Id="rId2" Type="http://schemas.openxmlformats.org/officeDocument/2006/relationships/image" Target="../media/image625.wmf"/><Relationship Id="rId11" Type="http://schemas.openxmlformats.org/officeDocument/2006/relationships/vmlDrawing" Target="../drawings/vmlDrawing104.vml"/><Relationship Id="rId10" Type="http://schemas.openxmlformats.org/officeDocument/2006/relationships/slideLayout" Target="../slideLayouts/slideLayout6.xml"/><Relationship Id="rId1" Type="http://schemas.openxmlformats.org/officeDocument/2006/relationships/oleObject" Target="../embeddings/oleObject544.bin"/></Relationships>
</file>

<file path=ppt/slides/_rels/slide137.xml.rels><?xml version="1.0" encoding="UTF-8" standalone="yes"?>
<Relationships xmlns="http://schemas.openxmlformats.org/package/2006/relationships"><Relationship Id="rId9" Type="http://schemas.openxmlformats.org/officeDocument/2006/relationships/oleObject" Target="../embeddings/oleObject552.bin"/><Relationship Id="rId8" Type="http://schemas.openxmlformats.org/officeDocument/2006/relationships/image" Target="../media/image632.wmf"/><Relationship Id="rId7" Type="http://schemas.openxmlformats.org/officeDocument/2006/relationships/oleObject" Target="../embeddings/oleObject551.bin"/><Relationship Id="rId6" Type="http://schemas.openxmlformats.org/officeDocument/2006/relationships/image" Target="../media/image631.wmf"/><Relationship Id="rId5" Type="http://schemas.openxmlformats.org/officeDocument/2006/relationships/oleObject" Target="../embeddings/oleObject550.bin"/><Relationship Id="rId4" Type="http://schemas.openxmlformats.org/officeDocument/2006/relationships/image" Target="../media/image630.wmf"/><Relationship Id="rId3" Type="http://schemas.openxmlformats.org/officeDocument/2006/relationships/oleObject" Target="../embeddings/oleObject549.bin"/><Relationship Id="rId2" Type="http://schemas.openxmlformats.org/officeDocument/2006/relationships/image" Target="../media/image629.wmf"/><Relationship Id="rId18" Type="http://schemas.openxmlformats.org/officeDocument/2006/relationships/vmlDrawing" Target="../drawings/vmlDrawing105.vml"/><Relationship Id="rId17" Type="http://schemas.openxmlformats.org/officeDocument/2006/relationships/slideLayout" Target="../slideLayouts/slideLayout6.xml"/><Relationship Id="rId16" Type="http://schemas.openxmlformats.org/officeDocument/2006/relationships/tags" Target="../tags/tag119.xml"/><Relationship Id="rId15" Type="http://schemas.openxmlformats.org/officeDocument/2006/relationships/image" Target="../media/image633.png"/><Relationship Id="rId14" Type="http://schemas.microsoft.com/office/2007/relationships/media" Target="../media/media1.m4a"/><Relationship Id="rId13" Type="http://schemas.openxmlformats.org/officeDocument/2006/relationships/audio" Target="../media/media1.m4a"/><Relationship Id="rId12" Type="http://schemas.openxmlformats.org/officeDocument/2006/relationships/image" Target="../media/image140.wmf"/><Relationship Id="rId11" Type="http://schemas.openxmlformats.org/officeDocument/2006/relationships/oleObject" Target="../embeddings/oleObject553.bin"/><Relationship Id="rId10" Type="http://schemas.openxmlformats.org/officeDocument/2006/relationships/image" Target="../media/image139.wmf"/><Relationship Id="rId1" Type="http://schemas.openxmlformats.org/officeDocument/2006/relationships/oleObject" Target="../embeddings/oleObject548.bin"/></Relationships>
</file>

<file path=ppt/slides/_rels/slide138.xml.rels><?xml version="1.0" encoding="UTF-8" standalone="yes"?>
<Relationships xmlns="http://schemas.openxmlformats.org/package/2006/relationships"><Relationship Id="rId9" Type="http://schemas.openxmlformats.org/officeDocument/2006/relationships/image" Target="../media/image638.wmf"/><Relationship Id="rId8" Type="http://schemas.openxmlformats.org/officeDocument/2006/relationships/oleObject" Target="../embeddings/oleObject557.bin"/><Relationship Id="rId7" Type="http://schemas.openxmlformats.org/officeDocument/2006/relationships/image" Target="../media/image637.wmf"/><Relationship Id="rId6" Type="http://schemas.openxmlformats.org/officeDocument/2006/relationships/oleObject" Target="../embeddings/oleObject556.bin"/><Relationship Id="rId5" Type="http://schemas.openxmlformats.org/officeDocument/2006/relationships/image" Target="../media/image636.wmf"/><Relationship Id="rId4" Type="http://schemas.openxmlformats.org/officeDocument/2006/relationships/oleObject" Target="../embeddings/oleObject555.bin"/><Relationship Id="rId3" Type="http://schemas.openxmlformats.org/officeDocument/2006/relationships/image" Target="../media/image635.wmf"/><Relationship Id="rId2" Type="http://schemas.openxmlformats.org/officeDocument/2006/relationships/oleObject" Target="../embeddings/oleObject554.bin"/><Relationship Id="rId17" Type="http://schemas.openxmlformats.org/officeDocument/2006/relationships/vmlDrawing" Target="../drawings/vmlDrawing106.vml"/><Relationship Id="rId16" Type="http://schemas.openxmlformats.org/officeDocument/2006/relationships/slideLayout" Target="../slideLayouts/slideLayout6.xml"/><Relationship Id="rId15" Type="http://schemas.openxmlformats.org/officeDocument/2006/relationships/tags" Target="../tags/tag120.xml"/><Relationship Id="rId14" Type="http://schemas.openxmlformats.org/officeDocument/2006/relationships/image" Target="../media/image633.png"/><Relationship Id="rId13" Type="http://schemas.microsoft.com/office/2007/relationships/media" Target="../media/media2.m4a"/><Relationship Id="rId12" Type="http://schemas.openxmlformats.org/officeDocument/2006/relationships/audio" Target="../media/media2.m4a"/><Relationship Id="rId11" Type="http://schemas.openxmlformats.org/officeDocument/2006/relationships/image" Target="../media/image639.wmf"/><Relationship Id="rId10" Type="http://schemas.openxmlformats.org/officeDocument/2006/relationships/oleObject" Target="../embeddings/oleObject558.bin"/><Relationship Id="rId1" Type="http://schemas.openxmlformats.org/officeDocument/2006/relationships/image" Target="../media/image634.png"/></Relationships>
</file>

<file path=ppt/slides/_rels/slide139.xml.rels><?xml version="1.0" encoding="UTF-8" standalone="yes"?>
<Relationships xmlns="http://schemas.openxmlformats.org/package/2006/relationships"><Relationship Id="rId9" Type="http://schemas.openxmlformats.org/officeDocument/2006/relationships/slideLayout" Target="../slideLayouts/slideLayout6.xml"/><Relationship Id="rId8" Type="http://schemas.openxmlformats.org/officeDocument/2006/relationships/tags" Target="../tags/tag121.xml"/><Relationship Id="rId7" Type="http://schemas.openxmlformats.org/officeDocument/2006/relationships/image" Target="../media/image633.png"/><Relationship Id="rId6" Type="http://schemas.microsoft.com/office/2007/relationships/media" Target="../media/media3.m4a"/><Relationship Id="rId5" Type="http://schemas.openxmlformats.org/officeDocument/2006/relationships/audio" Target="../media/media3.m4a"/><Relationship Id="rId4" Type="http://schemas.openxmlformats.org/officeDocument/2006/relationships/image" Target="../media/image641.wmf"/><Relationship Id="rId3" Type="http://schemas.openxmlformats.org/officeDocument/2006/relationships/oleObject" Target="../embeddings/oleObject560.bin"/><Relationship Id="rId2" Type="http://schemas.openxmlformats.org/officeDocument/2006/relationships/image" Target="../media/image640.wmf"/><Relationship Id="rId10" Type="http://schemas.openxmlformats.org/officeDocument/2006/relationships/vmlDrawing" Target="../drawings/vmlDrawing107.vml"/><Relationship Id="rId1" Type="http://schemas.openxmlformats.org/officeDocument/2006/relationships/oleObject" Target="../embeddings/oleObject559.bin"/></Relationships>
</file>

<file path=ppt/slides/_rels/slide140.xml.rels><?xml version="1.0" encoding="UTF-8" standalone="yes"?>
<Relationships xmlns="http://schemas.openxmlformats.org/package/2006/relationships"><Relationship Id="rId9" Type="http://schemas.openxmlformats.org/officeDocument/2006/relationships/oleObject" Target="../embeddings/oleObject565.bin"/><Relationship Id="rId8" Type="http://schemas.openxmlformats.org/officeDocument/2006/relationships/image" Target="../media/image644.wmf"/><Relationship Id="rId7" Type="http://schemas.openxmlformats.org/officeDocument/2006/relationships/oleObject" Target="../embeddings/oleObject564.bin"/><Relationship Id="rId6" Type="http://schemas.openxmlformats.org/officeDocument/2006/relationships/image" Target="../media/image643.wmf"/><Relationship Id="rId5" Type="http://schemas.openxmlformats.org/officeDocument/2006/relationships/oleObject" Target="../embeddings/oleObject563.bin"/><Relationship Id="rId4" Type="http://schemas.openxmlformats.org/officeDocument/2006/relationships/image" Target="../media/image642.wmf"/><Relationship Id="rId30" Type="http://schemas.openxmlformats.org/officeDocument/2006/relationships/vmlDrawing" Target="../drawings/vmlDrawing108.vml"/><Relationship Id="rId3" Type="http://schemas.openxmlformats.org/officeDocument/2006/relationships/oleObject" Target="../embeddings/oleObject562.bin"/><Relationship Id="rId29" Type="http://schemas.openxmlformats.org/officeDocument/2006/relationships/slideLayout" Target="../slideLayouts/slideLayout6.xml"/><Relationship Id="rId28" Type="http://schemas.openxmlformats.org/officeDocument/2006/relationships/tags" Target="../tags/tag122.xml"/><Relationship Id="rId27" Type="http://schemas.openxmlformats.org/officeDocument/2006/relationships/image" Target="../media/image633.png"/><Relationship Id="rId26" Type="http://schemas.microsoft.com/office/2007/relationships/media" Target="../media/media4.m4a"/><Relationship Id="rId25" Type="http://schemas.openxmlformats.org/officeDocument/2006/relationships/audio" Target="../media/media4.m4a"/><Relationship Id="rId24" Type="http://schemas.openxmlformats.org/officeDocument/2006/relationships/image" Target="../media/image200.wmf"/><Relationship Id="rId23" Type="http://schemas.openxmlformats.org/officeDocument/2006/relationships/oleObject" Target="../embeddings/oleObject572.bin"/><Relationship Id="rId22" Type="http://schemas.openxmlformats.org/officeDocument/2006/relationships/image" Target="../media/image199.wmf"/><Relationship Id="rId21" Type="http://schemas.openxmlformats.org/officeDocument/2006/relationships/oleObject" Target="../embeddings/oleObject571.bin"/><Relationship Id="rId20" Type="http://schemas.openxmlformats.org/officeDocument/2006/relationships/image" Target="../media/image648.wmf"/><Relationship Id="rId2" Type="http://schemas.openxmlformats.org/officeDocument/2006/relationships/image" Target="../media/image187.wmf"/><Relationship Id="rId19" Type="http://schemas.openxmlformats.org/officeDocument/2006/relationships/oleObject" Target="../embeddings/oleObject570.bin"/><Relationship Id="rId18" Type="http://schemas.openxmlformats.org/officeDocument/2006/relationships/image" Target="../media/image195.wmf"/><Relationship Id="rId17" Type="http://schemas.openxmlformats.org/officeDocument/2006/relationships/oleObject" Target="../embeddings/oleObject569.bin"/><Relationship Id="rId16" Type="http://schemas.openxmlformats.org/officeDocument/2006/relationships/image" Target="../media/image194.wmf"/><Relationship Id="rId15" Type="http://schemas.openxmlformats.org/officeDocument/2006/relationships/oleObject" Target="../embeddings/oleObject568.bin"/><Relationship Id="rId14" Type="http://schemas.openxmlformats.org/officeDocument/2006/relationships/image" Target="../media/image647.wmf"/><Relationship Id="rId13" Type="http://schemas.openxmlformats.org/officeDocument/2006/relationships/oleObject" Target="../embeddings/oleObject567.bin"/><Relationship Id="rId12" Type="http://schemas.openxmlformats.org/officeDocument/2006/relationships/image" Target="../media/image646.wmf"/><Relationship Id="rId11" Type="http://schemas.openxmlformats.org/officeDocument/2006/relationships/oleObject" Target="../embeddings/oleObject566.bin"/><Relationship Id="rId10" Type="http://schemas.openxmlformats.org/officeDocument/2006/relationships/image" Target="../media/image645.wmf"/><Relationship Id="rId1" Type="http://schemas.openxmlformats.org/officeDocument/2006/relationships/oleObject" Target="../embeddings/oleObject561.bin"/></Relationships>
</file>

<file path=ppt/slides/_rels/slide141.xml.rels><?xml version="1.0" encoding="UTF-8" standalone="yes"?>
<Relationships xmlns="http://schemas.openxmlformats.org/package/2006/relationships"><Relationship Id="rId9" Type="http://schemas.openxmlformats.org/officeDocument/2006/relationships/oleObject" Target="../embeddings/oleObject577.bin"/><Relationship Id="rId8" Type="http://schemas.openxmlformats.org/officeDocument/2006/relationships/image" Target="../media/image652.emf"/><Relationship Id="rId7" Type="http://schemas.openxmlformats.org/officeDocument/2006/relationships/oleObject" Target="../embeddings/oleObject576.bin"/><Relationship Id="rId6" Type="http://schemas.openxmlformats.org/officeDocument/2006/relationships/image" Target="../media/image651.emf"/><Relationship Id="rId5" Type="http://schemas.openxmlformats.org/officeDocument/2006/relationships/oleObject" Target="../embeddings/oleObject575.bin"/><Relationship Id="rId4" Type="http://schemas.openxmlformats.org/officeDocument/2006/relationships/image" Target="../media/image650.wmf"/><Relationship Id="rId3" Type="http://schemas.openxmlformats.org/officeDocument/2006/relationships/oleObject" Target="../embeddings/oleObject574.bin"/><Relationship Id="rId21" Type="http://schemas.openxmlformats.org/officeDocument/2006/relationships/vmlDrawing" Target="../drawings/vmlDrawing109.vml"/><Relationship Id="rId20" Type="http://schemas.openxmlformats.org/officeDocument/2006/relationships/slideLayout" Target="../slideLayouts/slideLayout6.xml"/><Relationship Id="rId2" Type="http://schemas.openxmlformats.org/officeDocument/2006/relationships/image" Target="../media/image649.emf"/><Relationship Id="rId19" Type="http://schemas.openxmlformats.org/officeDocument/2006/relationships/image" Target="../media/image633.png"/><Relationship Id="rId18" Type="http://schemas.microsoft.com/office/2007/relationships/media" Target="../media/media5.m4a"/><Relationship Id="rId17" Type="http://schemas.openxmlformats.org/officeDocument/2006/relationships/audio" Target="../media/media5.m4a"/><Relationship Id="rId16" Type="http://schemas.openxmlformats.org/officeDocument/2006/relationships/image" Target="../media/image656.emf"/><Relationship Id="rId15" Type="http://schemas.openxmlformats.org/officeDocument/2006/relationships/oleObject" Target="../embeddings/oleObject580.bin"/><Relationship Id="rId14" Type="http://schemas.openxmlformats.org/officeDocument/2006/relationships/image" Target="../media/image655.emf"/><Relationship Id="rId13" Type="http://schemas.openxmlformats.org/officeDocument/2006/relationships/oleObject" Target="../embeddings/oleObject579.bin"/><Relationship Id="rId12" Type="http://schemas.openxmlformats.org/officeDocument/2006/relationships/image" Target="../media/image654.wmf"/><Relationship Id="rId11" Type="http://schemas.openxmlformats.org/officeDocument/2006/relationships/oleObject" Target="../embeddings/oleObject578.bin"/><Relationship Id="rId10" Type="http://schemas.openxmlformats.org/officeDocument/2006/relationships/image" Target="../media/image653.emf"/><Relationship Id="rId1" Type="http://schemas.openxmlformats.org/officeDocument/2006/relationships/oleObject" Target="../embeddings/oleObject573.bin"/></Relationships>
</file>

<file path=ppt/slides/_rels/slide142.xml.rels><?xml version="1.0" encoding="UTF-8" standalone="yes"?>
<Relationships xmlns="http://schemas.openxmlformats.org/package/2006/relationships"><Relationship Id="rId9" Type="http://schemas.openxmlformats.org/officeDocument/2006/relationships/oleObject" Target="../embeddings/oleObject585.bin"/><Relationship Id="rId8" Type="http://schemas.openxmlformats.org/officeDocument/2006/relationships/image" Target="../media/image660.emf"/><Relationship Id="rId7" Type="http://schemas.openxmlformats.org/officeDocument/2006/relationships/oleObject" Target="../embeddings/oleObject584.bin"/><Relationship Id="rId6" Type="http://schemas.openxmlformats.org/officeDocument/2006/relationships/image" Target="../media/image659.emf"/><Relationship Id="rId5" Type="http://schemas.openxmlformats.org/officeDocument/2006/relationships/oleObject" Target="../embeddings/oleObject583.bin"/><Relationship Id="rId4" Type="http://schemas.openxmlformats.org/officeDocument/2006/relationships/image" Target="../media/image658.emf"/><Relationship Id="rId3" Type="http://schemas.openxmlformats.org/officeDocument/2006/relationships/oleObject" Target="../embeddings/oleObject582.bin"/><Relationship Id="rId22" Type="http://schemas.openxmlformats.org/officeDocument/2006/relationships/vmlDrawing" Target="../drawings/vmlDrawing110.vml"/><Relationship Id="rId21" Type="http://schemas.openxmlformats.org/officeDocument/2006/relationships/slideLayout" Target="../slideLayouts/slideLayout6.xml"/><Relationship Id="rId20" Type="http://schemas.openxmlformats.org/officeDocument/2006/relationships/tags" Target="../tags/tag123.xml"/><Relationship Id="rId2" Type="http://schemas.openxmlformats.org/officeDocument/2006/relationships/image" Target="../media/image657.emf"/><Relationship Id="rId19" Type="http://schemas.openxmlformats.org/officeDocument/2006/relationships/image" Target="../media/image633.png"/><Relationship Id="rId18" Type="http://schemas.microsoft.com/office/2007/relationships/media" Target="../media/media6.m4a"/><Relationship Id="rId17" Type="http://schemas.openxmlformats.org/officeDocument/2006/relationships/audio" Target="../media/media6.m4a"/><Relationship Id="rId16" Type="http://schemas.openxmlformats.org/officeDocument/2006/relationships/image" Target="../media/image664.emf"/><Relationship Id="rId15" Type="http://schemas.openxmlformats.org/officeDocument/2006/relationships/oleObject" Target="../embeddings/oleObject588.bin"/><Relationship Id="rId14" Type="http://schemas.openxmlformats.org/officeDocument/2006/relationships/image" Target="../media/image663.emf"/><Relationship Id="rId13" Type="http://schemas.openxmlformats.org/officeDocument/2006/relationships/oleObject" Target="../embeddings/oleObject587.bin"/><Relationship Id="rId12" Type="http://schemas.openxmlformats.org/officeDocument/2006/relationships/image" Target="../media/image662.emf"/><Relationship Id="rId11" Type="http://schemas.openxmlformats.org/officeDocument/2006/relationships/oleObject" Target="../embeddings/oleObject586.bin"/><Relationship Id="rId10" Type="http://schemas.openxmlformats.org/officeDocument/2006/relationships/image" Target="../media/image661.emf"/><Relationship Id="rId1" Type="http://schemas.openxmlformats.org/officeDocument/2006/relationships/oleObject" Target="../embeddings/oleObject581.bin"/></Relationships>
</file>

<file path=ppt/slides/_rels/slide143.xml.rels><?xml version="1.0" encoding="UTF-8" standalone="yes"?>
<Relationships xmlns="http://schemas.openxmlformats.org/package/2006/relationships"><Relationship Id="rId9" Type="http://schemas.openxmlformats.org/officeDocument/2006/relationships/vmlDrawing" Target="../drawings/vmlDrawing111.vml"/><Relationship Id="rId8" Type="http://schemas.openxmlformats.org/officeDocument/2006/relationships/slideLayout" Target="../slideLayouts/slideLayout6.xml"/><Relationship Id="rId7" Type="http://schemas.openxmlformats.org/officeDocument/2006/relationships/image" Target="../media/image633.png"/><Relationship Id="rId6" Type="http://schemas.microsoft.com/office/2007/relationships/media" Target="../media/media7.m4a"/><Relationship Id="rId5" Type="http://schemas.openxmlformats.org/officeDocument/2006/relationships/audio" Target="../media/media7.m4a"/><Relationship Id="rId4" Type="http://schemas.openxmlformats.org/officeDocument/2006/relationships/image" Target="../media/image666.emf"/><Relationship Id="rId3" Type="http://schemas.openxmlformats.org/officeDocument/2006/relationships/oleObject" Target="../embeddings/oleObject590.bin"/><Relationship Id="rId2" Type="http://schemas.openxmlformats.org/officeDocument/2006/relationships/image" Target="../media/image665.emf"/><Relationship Id="rId1" Type="http://schemas.openxmlformats.org/officeDocument/2006/relationships/oleObject" Target="../embeddings/oleObject589.bin"/></Relationships>
</file>

<file path=ppt/slides/_rels/slide144.xml.rels><?xml version="1.0" encoding="UTF-8" standalone="yes"?>
<Relationships xmlns="http://schemas.openxmlformats.org/package/2006/relationships"><Relationship Id="rId9" Type="http://schemas.openxmlformats.org/officeDocument/2006/relationships/oleObject" Target="../embeddings/oleObject596.bin"/><Relationship Id="rId8" Type="http://schemas.openxmlformats.org/officeDocument/2006/relationships/oleObject" Target="../embeddings/oleObject595.bin"/><Relationship Id="rId7" Type="http://schemas.openxmlformats.org/officeDocument/2006/relationships/oleObject" Target="../embeddings/oleObject594.bin"/><Relationship Id="rId6" Type="http://schemas.openxmlformats.org/officeDocument/2006/relationships/image" Target="../media/image366.wmf"/><Relationship Id="rId5" Type="http://schemas.openxmlformats.org/officeDocument/2006/relationships/oleObject" Target="../embeddings/oleObject593.bin"/><Relationship Id="rId4" Type="http://schemas.openxmlformats.org/officeDocument/2006/relationships/image" Target="../media/image257.wmf"/><Relationship Id="rId3" Type="http://schemas.openxmlformats.org/officeDocument/2006/relationships/oleObject" Target="../embeddings/oleObject592.bin"/><Relationship Id="rId2" Type="http://schemas.openxmlformats.org/officeDocument/2006/relationships/image" Target="../media/image256.wmf"/><Relationship Id="rId18" Type="http://schemas.openxmlformats.org/officeDocument/2006/relationships/vmlDrawing" Target="../drawings/vmlDrawing112.vml"/><Relationship Id="rId17" Type="http://schemas.openxmlformats.org/officeDocument/2006/relationships/slideLayout" Target="../slideLayouts/slideLayout6.xml"/><Relationship Id="rId16" Type="http://schemas.openxmlformats.org/officeDocument/2006/relationships/tags" Target="../tags/tag124.xml"/><Relationship Id="rId15" Type="http://schemas.openxmlformats.org/officeDocument/2006/relationships/image" Target="../media/image633.png"/><Relationship Id="rId14" Type="http://schemas.microsoft.com/office/2007/relationships/media" Target="../media/media8.m4a"/><Relationship Id="rId13" Type="http://schemas.openxmlformats.org/officeDocument/2006/relationships/audio" Target="../media/media8.m4a"/><Relationship Id="rId12" Type="http://schemas.openxmlformats.org/officeDocument/2006/relationships/image" Target="../media/image368.wmf"/><Relationship Id="rId11" Type="http://schemas.openxmlformats.org/officeDocument/2006/relationships/oleObject" Target="../embeddings/oleObject597.bin"/><Relationship Id="rId10" Type="http://schemas.openxmlformats.org/officeDocument/2006/relationships/image" Target="../media/image367.wmf"/><Relationship Id="rId1" Type="http://schemas.openxmlformats.org/officeDocument/2006/relationships/oleObject" Target="../embeddings/oleObject591.bin"/></Relationships>
</file>

<file path=ppt/slides/_rels/slide145.xml.rels><?xml version="1.0" encoding="UTF-8" standalone="yes"?>
<Relationships xmlns="http://schemas.openxmlformats.org/package/2006/relationships"><Relationship Id="rId9" Type="http://schemas.openxmlformats.org/officeDocument/2006/relationships/audio" Target="../media/media9.m4a"/><Relationship Id="rId8" Type="http://schemas.openxmlformats.org/officeDocument/2006/relationships/image" Target="../media/image670.emf"/><Relationship Id="rId7" Type="http://schemas.openxmlformats.org/officeDocument/2006/relationships/oleObject" Target="../embeddings/oleObject601.bin"/><Relationship Id="rId6" Type="http://schemas.openxmlformats.org/officeDocument/2006/relationships/image" Target="../media/image669.emf"/><Relationship Id="rId5" Type="http://schemas.openxmlformats.org/officeDocument/2006/relationships/oleObject" Target="../embeddings/oleObject600.bin"/><Relationship Id="rId4" Type="http://schemas.openxmlformats.org/officeDocument/2006/relationships/image" Target="../media/image668.emf"/><Relationship Id="rId3" Type="http://schemas.openxmlformats.org/officeDocument/2006/relationships/oleObject" Target="../embeddings/oleObject599.bin"/><Relationship Id="rId2" Type="http://schemas.openxmlformats.org/officeDocument/2006/relationships/image" Target="../media/image667.emf"/><Relationship Id="rId14" Type="http://schemas.openxmlformats.org/officeDocument/2006/relationships/vmlDrawing" Target="../drawings/vmlDrawing113.vml"/><Relationship Id="rId13" Type="http://schemas.openxmlformats.org/officeDocument/2006/relationships/slideLayout" Target="../slideLayouts/slideLayout6.xml"/><Relationship Id="rId12" Type="http://schemas.openxmlformats.org/officeDocument/2006/relationships/tags" Target="../tags/tag125.xml"/><Relationship Id="rId11" Type="http://schemas.openxmlformats.org/officeDocument/2006/relationships/image" Target="../media/image633.png"/><Relationship Id="rId10" Type="http://schemas.microsoft.com/office/2007/relationships/media" Target="../media/media9.m4a"/><Relationship Id="rId1" Type="http://schemas.openxmlformats.org/officeDocument/2006/relationships/oleObject" Target="../embeddings/oleObject598.bin"/></Relationships>
</file>

<file path=ppt/slides/_rels/slide146.xml.rels><?xml version="1.0" encoding="UTF-8" standalone="yes"?>
<Relationships xmlns="http://schemas.openxmlformats.org/package/2006/relationships"><Relationship Id="rId4" Type="http://schemas.openxmlformats.org/officeDocument/2006/relationships/slideLayout" Target="../slideLayouts/slideLayout6.xml"/><Relationship Id="rId3" Type="http://schemas.openxmlformats.org/officeDocument/2006/relationships/image" Target="../media/image633.png"/><Relationship Id="rId2" Type="http://schemas.microsoft.com/office/2007/relationships/media" Target="../media/media10.m4a"/><Relationship Id="rId1" Type="http://schemas.openxmlformats.org/officeDocument/2006/relationships/audio" Target="../media/media10.m4a"/></Relationships>
</file>

<file path=ppt/slides/_rels/slide147.xml.rels><?xml version="1.0" encoding="UTF-8" standalone="yes"?>
<Relationships xmlns="http://schemas.openxmlformats.org/package/2006/relationships"><Relationship Id="rId9" Type="http://schemas.openxmlformats.org/officeDocument/2006/relationships/audio" Target="../media/media11.m4a"/><Relationship Id="rId8" Type="http://schemas.openxmlformats.org/officeDocument/2006/relationships/image" Target="../media/image673.wmf"/><Relationship Id="rId7" Type="http://schemas.openxmlformats.org/officeDocument/2006/relationships/oleObject" Target="../embeddings/oleObject605.bin"/><Relationship Id="rId6" Type="http://schemas.openxmlformats.org/officeDocument/2006/relationships/image" Target="../media/image672.wmf"/><Relationship Id="rId5" Type="http://schemas.openxmlformats.org/officeDocument/2006/relationships/oleObject" Target="../embeddings/oleObject604.bin"/><Relationship Id="rId4" Type="http://schemas.openxmlformats.org/officeDocument/2006/relationships/image" Target="../media/image671.wmf"/><Relationship Id="rId3" Type="http://schemas.openxmlformats.org/officeDocument/2006/relationships/oleObject" Target="../embeddings/oleObject603.bin"/><Relationship Id="rId2" Type="http://schemas.openxmlformats.org/officeDocument/2006/relationships/image" Target="../media/image439.wmf"/><Relationship Id="rId14" Type="http://schemas.openxmlformats.org/officeDocument/2006/relationships/vmlDrawing" Target="../drawings/vmlDrawing114.vml"/><Relationship Id="rId13" Type="http://schemas.openxmlformats.org/officeDocument/2006/relationships/slideLayout" Target="../slideLayouts/slideLayout6.xml"/><Relationship Id="rId12" Type="http://schemas.openxmlformats.org/officeDocument/2006/relationships/tags" Target="../tags/tag126.xml"/><Relationship Id="rId11" Type="http://schemas.openxmlformats.org/officeDocument/2006/relationships/image" Target="../media/image633.png"/><Relationship Id="rId10" Type="http://schemas.microsoft.com/office/2007/relationships/media" Target="../media/media11.m4a"/><Relationship Id="rId1" Type="http://schemas.openxmlformats.org/officeDocument/2006/relationships/oleObject" Target="../embeddings/oleObject602.bin"/></Relationships>
</file>

<file path=ppt/slides/_rels/slide148.xml.rels><?xml version="1.0" encoding="UTF-8" standalone="yes"?>
<Relationships xmlns="http://schemas.openxmlformats.org/package/2006/relationships"><Relationship Id="rId9" Type="http://schemas.openxmlformats.org/officeDocument/2006/relationships/vmlDrawing" Target="../drawings/vmlDrawing115.vml"/><Relationship Id="rId8" Type="http://schemas.openxmlformats.org/officeDocument/2006/relationships/slideLayout" Target="../slideLayouts/slideLayout6.xml"/><Relationship Id="rId7" Type="http://schemas.openxmlformats.org/officeDocument/2006/relationships/image" Target="../media/image633.png"/><Relationship Id="rId6" Type="http://schemas.microsoft.com/office/2007/relationships/media" Target="../media/media12.m4a"/><Relationship Id="rId5" Type="http://schemas.openxmlformats.org/officeDocument/2006/relationships/audio" Target="../media/media12.m4a"/><Relationship Id="rId4" Type="http://schemas.openxmlformats.org/officeDocument/2006/relationships/image" Target="../media/image458.png"/><Relationship Id="rId3" Type="http://schemas.openxmlformats.org/officeDocument/2006/relationships/image" Target="../media/image457.png"/><Relationship Id="rId2" Type="http://schemas.openxmlformats.org/officeDocument/2006/relationships/image" Target="../media/image456.wmf"/><Relationship Id="rId1" Type="http://schemas.openxmlformats.org/officeDocument/2006/relationships/oleObject" Target="../embeddings/oleObject606.bin"/></Relationships>
</file>

<file path=ppt/slides/_rels/slide149.xml.rels><?xml version="1.0" encoding="UTF-8" standalone="yes"?>
<Relationships xmlns="http://schemas.openxmlformats.org/package/2006/relationships"><Relationship Id="rId9" Type="http://schemas.openxmlformats.org/officeDocument/2006/relationships/image" Target="../media/image470.wmf"/><Relationship Id="rId8" Type="http://schemas.openxmlformats.org/officeDocument/2006/relationships/oleObject" Target="../embeddings/oleObject609.bin"/><Relationship Id="rId7" Type="http://schemas.openxmlformats.org/officeDocument/2006/relationships/image" Target="../media/image468.png"/><Relationship Id="rId6" Type="http://schemas.openxmlformats.org/officeDocument/2006/relationships/image" Target="../media/image675.wmf"/><Relationship Id="rId5" Type="http://schemas.openxmlformats.org/officeDocument/2006/relationships/oleObject" Target="../embeddings/oleObject608.bin"/><Relationship Id="rId4" Type="http://schemas.openxmlformats.org/officeDocument/2006/relationships/image" Target="../media/image674.wmf"/><Relationship Id="rId3" Type="http://schemas.openxmlformats.org/officeDocument/2006/relationships/oleObject" Target="../embeddings/oleObject607.bin"/><Relationship Id="rId20" Type="http://schemas.openxmlformats.org/officeDocument/2006/relationships/vmlDrawing" Target="../drawings/vmlDrawing116.vml"/><Relationship Id="rId2" Type="http://schemas.openxmlformats.org/officeDocument/2006/relationships/image" Target="../media/image462.png"/><Relationship Id="rId19" Type="http://schemas.openxmlformats.org/officeDocument/2006/relationships/slideLayout" Target="../slideLayouts/slideLayout6.xml"/><Relationship Id="rId18" Type="http://schemas.openxmlformats.org/officeDocument/2006/relationships/tags" Target="../tags/tag127.xml"/><Relationship Id="rId17" Type="http://schemas.openxmlformats.org/officeDocument/2006/relationships/image" Target="../media/image633.png"/><Relationship Id="rId16" Type="http://schemas.microsoft.com/office/2007/relationships/media" Target="../media/media13.m4a"/><Relationship Id="rId15" Type="http://schemas.openxmlformats.org/officeDocument/2006/relationships/audio" Target="../media/media13.m4a"/><Relationship Id="rId14" Type="http://schemas.openxmlformats.org/officeDocument/2006/relationships/image" Target="../media/image677.wmf"/><Relationship Id="rId13" Type="http://schemas.openxmlformats.org/officeDocument/2006/relationships/oleObject" Target="../embeddings/oleObject611.bin"/><Relationship Id="rId12" Type="http://schemas.openxmlformats.org/officeDocument/2006/relationships/image" Target="../media/image676.wmf"/><Relationship Id="rId11" Type="http://schemas.openxmlformats.org/officeDocument/2006/relationships/oleObject" Target="../embeddings/oleObject610.bin"/><Relationship Id="rId10" Type="http://schemas.openxmlformats.org/officeDocument/2006/relationships/image" Target="../media/image471.wmf"/><Relationship Id="rId1" Type="http://schemas.openxmlformats.org/officeDocument/2006/relationships/image" Target="../media/image461.png"/></Relationships>
</file>

<file path=ppt/slides/_rels/slide150.xml.rels><?xml version="1.0" encoding="UTF-8" standalone="yes"?>
<Relationships xmlns="http://schemas.openxmlformats.org/package/2006/relationships"><Relationship Id="rId9" Type="http://schemas.openxmlformats.org/officeDocument/2006/relationships/image" Target="../media/image481.wmf"/><Relationship Id="rId8" Type="http://schemas.openxmlformats.org/officeDocument/2006/relationships/oleObject" Target="../embeddings/oleObject614.bin"/><Relationship Id="rId7" Type="http://schemas.openxmlformats.org/officeDocument/2006/relationships/image" Target="../media/image479.png"/><Relationship Id="rId6" Type="http://schemas.openxmlformats.org/officeDocument/2006/relationships/image" Target="../media/image477.png"/><Relationship Id="rId5" Type="http://schemas.openxmlformats.org/officeDocument/2006/relationships/image" Target="../media/image476.wmf"/><Relationship Id="rId4" Type="http://schemas.openxmlformats.org/officeDocument/2006/relationships/oleObject" Target="../embeddings/oleObject613.bin"/><Relationship Id="rId3" Type="http://schemas.openxmlformats.org/officeDocument/2006/relationships/image" Target="../media/image475.wmf"/><Relationship Id="rId21" Type="http://schemas.openxmlformats.org/officeDocument/2006/relationships/vmlDrawing" Target="../drawings/vmlDrawing117.vml"/><Relationship Id="rId20" Type="http://schemas.openxmlformats.org/officeDocument/2006/relationships/slideLayout" Target="../slideLayouts/slideLayout6.xml"/><Relationship Id="rId2" Type="http://schemas.openxmlformats.org/officeDocument/2006/relationships/oleObject" Target="../embeddings/oleObject612.bin"/><Relationship Id="rId19" Type="http://schemas.openxmlformats.org/officeDocument/2006/relationships/tags" Target="../tags/tag128.xml"/><Relationship Id="rId18" Type="http://schemas.openxmlformats.org/officeDocument/2006/relationships/image" Target="../media/image633.png"/><Relationship Id="rId17" Type="http://schemas.microsoft.com/office/2007/relationships/media" Target="../media/media14.m4a"/><Relationship Id="rId16" Type="http://schemas.openxmlformats.org/officeDocument/2006/relationships/audio" Target="../media/media14.m4a"/><Relationship Id="rId15" Type="http://schemas.openxmlformats.org/officeDocument/2006/relationships/image" Target="../media/image480.wmf"/><Relationship Id="rId14" Type="http://schemas.openxmlformats.org/officeDocument/2006/relationships/oleObject" Target="../embeddings/oleObject617.bin"/><Relationship Id="rId13" Type="http://schemas.openxmlformats.org/officeDocument/2006/relationships/image" Target="../media/image474.wmf"/><Relationship Id="rId12" Type="http://schemas.openxmlformats.org/officeDocument/2006/relationships/oleObject" Target="../embeddings/oleObject616.bin"/><Relationship Id="rId11" Type="http://schemas.openxmlformats.org/officeDocument/2006/relationships/image" Target="../media/image482.wmf"/><Relationship Id="rId10" Type="http://schemas.openxmlformats.org/officeDocument/2006/relationships/oleObject" Target="../embeddings/oleObject615.bin"/><Relationship Id="rId1" Type="http://schemas.openxmlformats.org/officeDocument/2006/relationships/image" Target="../media/image473.png"/></Relationships>
</file>

<file path=ppt/slides/_rels/slide151.xml.rels><?xml version="1.0" encoding="UTF-8" standalone="yes"?>
<Relationships xmlns="http://schemas.openxmlformats.org/package/2006/relationships"><Relationship Id="rId5" Type="http://schemas.openxmlformats.org/officeDocument/2006/relationships/slideLayout" Target="../slideLayouts/slideLayout1.xml"/><Relationship Id="rId4" Type="http://schemas.openxmlformats.org/officeDocument/2006/relationships/image" Target="../media/image633.png"/><Relationship Id="rId3" Type="http://schemas.microsoft.com/office/2007/relationships/media" Target="../media/media15.m4a"/><Relationship Id="rId2" Type="http://schemas.openxmlformats.org/officeDocument/2006/relationships/audio" Target="../media/media15.m4a"/><Relationship Id="rId1" Type="http://schemas.openxmlformats.org/officeDocument/2006/relationships/image" Target="../media/image678.wmf"/></Relationships>
</file>

<file path=ppt/slides/slide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074" name="Rectangle 4"/>
          <p:cNvSpPr>
            <a:spLocks noGrp="1" noChangeArrowheads="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a:spcBef>
                <a:spcPct val="0"/>
              </a:spcBef>
              <a:buFontTx/>
              <a:buNone/>
            </a:pPr>
            <a:fld id="{6A3945FB-AE66-420B-9734-FD4DFE65DE16}" type="datetime1">
              <a:rPr kumimoji="0" lang="zh-CN" altLang="en-US" sz="1200" smtClean="0">
                <a:solidFill>
                  <a:srgbClr val="000000"/>
                </a:solidFill>
                <a:ea typeface="宋体" panose="02010600030101010101" pitchFamily="2" charset="-122"/>
              </a:rPr>
            </a:fld>
            <a:endParaRPr kumimoji="0" lang="en-US" altLang="zh-CN" sz="1200">
              <a:solidFill>
                <a:srgbClr val="000000"/>
              </a:solidFill>
              <a:ea typeface="宋体" panose="02010600030101010101" pitchFamily="2" charset="-122"/>
            </a:endParaRPr>
          </a:p>
        </p:txBody>
      </p:sp>
      <p:sp>
        <p:nvSpPr>
          <p:cNvPr id="376834" name="WordArt 2"/>
          <p:cNvSpPr>
            <a:spLocks noChangeArrowheads="1" noChangeShapeType="1" noTextEdit="1"/>
          </p:cNvSpPr>
          <p:nvPr/>
        </p:nvSpPr>
        <p:spPr bwMode="auto">
          <a:xfrm>
            <a:off x="1476375" y="1268413"/>
            <a:ext cx="4968875" cy="1079500"/>
          </a:xfrm>
          <a:prstGeom prst="rect">
            <a:avLst/>
          </a:prstGeom>
        </p:spPr>
        <p:txBody>
          <a:bodyPr wrap="none" fromWordArt="1">
            <a:prstTxWarp prst="textPlain">
              <a:avLst>
                <a:gd name="adj" fmla="val 50000"/>
              </a:avLst>
            </a:prstTxWarp>
          </a:bodyPr>
          <a:lstStyle/>
          <a:p>
            <a:pPr algn="ctr"/>
            <a:r>
              <a:rPr lang="zh-CN" altLang="en-US" sz="3600" kern="10">
                <a:ln w="12700">
                  <a:solidFill>
                    <a:srgbClr val="EAEAEA"/>
                  </a:solidFill>
                  <a:round/>
                </a:ln>
                <a:gradFill rotWithShape="1">
                  <a:gsLst>
                    <a:gs pos="0">
                      <a:srgbClr val="A603AB"/>
                    </a:gs>
                    <a:gs pos="12000">
                      <a:srgbClr val="E81766"/>
                    </a:gs>
                    <a:gs pos="27000">
                      <a:srgbClr val="EE3F17"/>
                    </a:gs>
                    <a:gs pos="48000">
                      <a:srgbClr val="FFFF00"/>
                    </a:gs>
                    <a:gs pos="64999">
                      <a:srgbClr val="1A8D48"/>
                    </a:gs>
                    <a:gs pos="78999">
                      <a:srgbClr val="0819FB"/>
                    </a:gs>
                    <a:gs pos="100000">
                      <a:srgbClr val="A603AB"/>
                    </a:gs>
                  </a:gsLst>
                  <a:lin ang="0" scaled="1"/>
                </a:gradFill>
                <a:effectLst>
                  <a:outerShdw dist="35921" dir="2700000" sy="50000" kx="2115830" algn="bl" rotWithShape="0">
                    <a:srgbClr val="C0C0C0">
                      <a:alpha val="74997"/>
                    </a:srgbClr>
                  </a:outerShdw>
                </a:effectLst>
                <a:latin typeface="宋体" panose="02010600030101010101" pitchFamily="2" charset="-122"/>
              </a:rPr>
              <a:t>信号与系统</a:t>
            </a:r>
            <a:endParaRPr lang="zh-CN" altLang="en-US" sz="3600" kern="10">
              <a:ln w="12700">
                <a:solidFill>
                  <a:srgbClr val="EAEAEA"/>
                </a:solidFill>
                <a:round/>
              </a:ln>
              <a:gradFill rotWithShape="1">
                <a:gsLst>
                  <a:gs pos="0">
                    <a:srgbClr val="A603AB"/>
                  </a:gs>
                  <a:gs pos="12000">
                    <a:srgbClr val="E81766"/>
                  </a:gs>
                  <a:gs pos="27000">
                    <a:srgbClr val="EE3F17"/>
                  </a:gs>
                  <a:gs pos="48000">
                    <a:srgbClr val="FFFF00"/>
                  </a:gs>
                  <a:gs pos="64999">
                    <a:srgbClr val="1A8D48"/>
                  </a:gs>
                  <a:gs pos="78999">
                    <a:srgbClr val="0819FB"/>
                  </a:gs>
                  <a:gs pos="100000">
                    <a:srgbClr val="A603AB"/>
                  </a:gs>
                </a:gsLst>
                <a:lin ang="0" scaled="1"/>
              </a:gradFill>
              <a:effectLst>
                <a:outerShdw dist="35921" dir="2700000" sy="50000" kx="2115830" algn="bl" rotWithShape="0">
                  <a:srgbClr val="C0C0C0">
                    <a:alpha val="74997"/>
                  </a:srgbClr>
                </a:outerShdw>
              </a:effectLst>
              <a:latin typeface="宋体" panose="02010600030101010101" pitchFamily="2" charset="-122"/>
            </a:endParaRPr>
          </a:p>
        </p:txBody>
      </p:sp>
      <p:pic>
        <p:nvPicPr>
          <p:cNvPr id="3076" name="Picture 3" descr="head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7524750" y="476250"/>
            <a:ext cx="1133475" cy="1093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3077" name="Object 4"/>
          <p:cNvGraphicFramePr>
            <a:graphicFrameLocks noChangeAspect="1"/>
          </p:cNvGraphicFramePr>
          <p:nvPr/>
        </p:nvGraphicFramePr>
        <p:xfrm>
          <a:off x="561975" y="5067300"/>
          <a:ext cx="1449388" cy="1281113"/>
        </p:xfrm>
        <a:graphic>
          <a:graphicData uri="http://schemas.openxmlformats.org/presentationml/2006/ole">
            <mc:AlternateContent xmlns:mc="http://schemas.openxmlformats.org/markup-compatibility/2006">
              <mc:Choice xmlns:v="urn:schemas-microsoft-com:vml" Requires="v">
                <p:oleObj spid="_x0000_s2" name="剪辑" r:id="rId2" imgW="3959225" imgH="3502025" progId="MS_ClipArt_Gallery.2">
                  <p:embed/>
                </p:oleObj>
              </mc:Choice>
              <mc:Fallback>
                <p:oleObj name="剪辑" r:id="rId2" imgW="3959225" imgH="3502025" progId="MS_ClipArt_Gallery.2">
                  <p:embed/>
                  <p:pic>
                    <p:nvPicPr>
                      <p:cNvPr id="0"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1975" y="5067300"/>
                        <a:ext cx="1449388" cy="1281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pSp>
        <p:nvGrpSpPr>
          <p:cNvPr id="3078" name="Group 5"/>
          <p:cNvGrpSpPr/>
          <p:nvPr/>
        </p:nvGrpSpPr>
        <p:grpSpPr bwMode="auto">
          <a:xfrm>
            <a:off x="0" y="0"/>
            <a:ext cx="9142413" cy="6856413"/>
            <a:chOff x="0" y="0"/>
            <a:chExt cx="5759" cy="4319"/>
          </a:xfrm>
        </p:grpSpPr>
        <p:sp>
          <p:nvSpPr>
            <p:cNvPr id="3081" name="Rectangle 6" descr="Narrow vertical"/>
            <p:cNvSpPr>
              <a:spLocks noChangeArrowheads="1"/>
            </p:cNvSpPr>
            <p:nvPr/>
          </p:nvSpPr>
          <p:spPr bwMode="auto">
            <a:xfrm>
              <a:off x="288" y="48"/>
              <a:ext cx="5184" cy="240"/>
            </a:xfrm>
            <a:prstGeom prst="rect">
              <a:avLst/>
            </a:prstGeom>
            <a:blipFill dpi="0" rotWithShape="0">
              <a:blip r:embed="rId4"/>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2070" tIns="46036" rIns="92070" bIns="46036" anchor="ct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spcBef>
                  <a:spcPct val="50000"/>
                </a:spcBef>
                <a:buFontTx/>
                <a:buNone/>
              </a:pPr>
              <a:endParaRPr lang="zh-CN" altLang="en-US" sz="2400" b="0">
                <a:latin typeface="Times New Roman" panose="02020603050405020304" pitchFamily="18" charset="0"/>
                <a:ea typeface="宋体" panose="02010600030101010101" pitchFamily="2" charset="-122"/>
              </a:endParaRPr>
            </a:p>
          </p:txBody>
        </p:sp>
        <p:sp>
          <p:nvSpPr>
            <p:cNvPr id="3082" name="Rectangle 7" descr="Narrow horizontal"/>
            <p:cNvSpPr>
              <a:spLocks noChangeArrowheads="1"/>
            </p:cNvSpPr>
            <p:nvPr/>
          </p:nvSpPr>
          <p:spPr bwMode="auto">
            <a:xfrm>
              <a:off x="48" y="288"/>
              <a:ext cx="240" cy="3744"/>
            </a:xfrm>
            <a:prstGeom prst="rect">
              <a:avLst/>
            </a:prstGeom>
            <a:blipFill dpi="0" rotWithShape="0">
              <a:blip r:embed="rId5"/>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2070" tIns="46036" rIns="92070" bIns="46036" anchor="ct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spcBef>
                  <a:spcPct val="50000"/>
                </a:spcBef>
                <a:buFontTx/>
                <a:buNone/>
              </a:pPr>
              <a:endParaRPr lang="zh-CN" altLang="en-US" sz="2400" b="0">
                <a:latin typeface="Times New Roman" panose="02020603050405020304" pitchFamily="18" charset="0"/>
                <a:ea typeface="宋体" panose="02010600030101010101" pitchFamily="2" charset="-122"/>
              </a:endParaRPr>
            </a:p>
          </p:txBody>
        </p:sp>
        <p:sp>
          <p:nvSpPr>
            <p:cNvPr id="3083" name="Rectangle 8" descr="Narrow vertical"/>
            <p:cNvSpPr>
              <a:spLocks noChangeArrowheads="1"/>
            </p:cNvSpPr>
            <p:nvPr/>
          </p:nvSpPr>
          <p:spPr bwMode="auto">
            <a:xfrm>
              <a:off x="288" y="4032"/>
              <a:ext cx="5184" cy="240"/>
            </a:xfrm>
            <a:prstGeom prst="rect">
              <a:avLst/>
            </a:prstGeom>
            <a:blipFill dpi="0" rotWithShape="0">
              <a:blip r:embed="rId4"/>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2070" tIns="46036" rIns="92070" bIns="46036" anchor="ct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spcBef>
                  <a:spcPct val="50000"/>
                </a:spcBef>
                <a:buFontTx/>
                <a:buNone/>
              </a:pPr>
              <a:endParaRPr lang="zh-CN" altLang="en-US" sz="2400" b="0">
                <a:latin typeface="Times New Roman" panose="02020603050405020304" pitchFamily="18" charset="0"/>
                <a:ea typeface="宋体" panose="02010600030101010101" pitchFamily="2" charset="-122"/>
              </a:endParaRPr>
            </a:p>
          </p:txBody>
        </p:sp>
        <p:sp>
          <p:nvSpPr>
            <p:cNvPr id="3084" name="Rectangle 9" descr="Narrow horizontal"/>
            <p:cNvSpPr>
              <a:spLocks noChangeArrowheads="1"/>
            </p:cNvSpPr>
            <p:nvPr/>
          </p:nvSpPr>
          <p:spPr bwMode="auto">
            <a:xfrm>
              <a:off x="5472" y="288"/>
              <a:ext cx="240" cy="3744"/>
            </a:xfrm>
            <a:prstGeom prst="rect">
              <a:avLst/>
            </a:prstGeom>
            <a:blipFill dpi="0" rotWithShape="0">
              <a:blip r:embed="rId5"/>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2070" tIns="46036" rIns="92070" bIns="46036" anchor="ct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spcBef>
                  <a:spcPct val="50000"/>
                </a:spcBef>
                <a:buFontTx/>
                <a:buNone/>
              </a:pPr>
              <a:endParaRPr lang="zh-CN" altLang="en-US" sz="2400" b="0">
                <a:latin typeface="Times New Roman" panose="02020603050405020304" pitchFamily="18" charset="0"/>
                <a:ea typeface="宋体" panose="02010600030101010101" pitchFamily="2" charset="-122"/>
              </a:endParaRPr>
            </a:p>
          </p:txBody>
        </p:sp>
        <p:sp>
          <p:nvSpPr>
            <p:cNvPr id="3085" name="Rectangle 10"/>
            <p:cNvSpPr>
              <a:spLocks noChangeArrowheads="1"/>
            </p:cNvSpPr>
            <p:nvPr/>
          </p:nvSpPr>
          <p:spPr bwMode="auto">
            <a:xfrm>
              <a:off x="288" y="288"/>
              <a:ext cx="5184" cy="3744"/>
            </a:xfrm>
            <a:prstGeom prst="rect">
              <a:avLst/>
            </a:prstGeom>
            <a:noFill/>
            <a:ln w="57150" cap="sq" cmpd="tri">
              <a:solidFill>
                <a:schemeClr val="bg2"/>
              </a:solidFill>
              <a:miter lim="800000"/>
            </a:ln>
            <a:extLst>
              <a:ext uri="{909E8E84-426E-40DD-AFC4-6F175D3DCCD1}">
                <a14:hiddenFill xmlns:a14="http://schemas.microsoft.com/office/drawing/2010/main">
                  <a:solidFill>
                    <a:srgbClr val="FFFFFF"/>
                  </a:solidFill>
                </a14:hiddenFill>
              </a:ext>
            </a:extLst>
          </p:spPr>
          <p:txBody>
            <a:bodyPr wrap="none" lIns="92070" tIns="46036" rIns="92070" bIns="46036" anchor="ct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spcBef>
                  <a:spcPct val="50000"/>
                </a:spcBef>
                <a:buFontTx/>
                <a:buNone/>
              </a:pPr>
              <a:endParaRPr lang="zh-CN" altLang="en-US" sz="2400" b="0">
                <a:latin typeface="Times New Roman" panose="02020603050405020304" pitchFamily="18" charset="0"/>
                <a:ea typeface="宋体" panose="02010600030101010101" pitchFamily="2" charset="-122"/>
              </a:endParaRPr>
            </a:p>
          </p:txBody>
        </p:sp>
        <p:sp>
          <p:nvSpPr>
            <p:cNvPr id="3086" name="Rectangle 11"/>
            <p:cNvSpPr>
              <a:spLocks noChangeArrowheads="1"/>
            </p:cNvSpPr>
            <p:nvPr/>
          </p:nvSpPr>
          <p:spPr bwMode="auto">
            <a:xfrm>
              <a:off x="48" y="48"/>
              <a:ext cx="5664" cy="4224"/>
            </a:xfrm>
            <a:prstGeom prst="rect">
              <a:avLst/>
            </a:prstGeom>
            <a:noFill/>
            <a:ln w="12700" cap="sq">
              <a:solidFill>
                <a:schemeClr val="bg2"/>
              </a:solidFill>
              <a:miter lim="800000"/>
            </a:ln>
            <a:extLst>
              <a:ext uri="{909E8E84-426E-40DD-AFC4-6F175D3DCCD1}">
                <a14:hiddenFill xmlns:a14="http://schemas.microsoft.com/office/drawing/2010/main">
                  <a:solidFill>
                    <a:srgbClr val="FFFFFF"/>
                  </a:solidFill>
                </a14:hiddenFill>
              </a:ext>
            </a:extLst>
          </p:spPr>
          <p:txBody>
            <a:bodyPr wrap="none" lIns="92070" tIns="46036" rIns="92070" bIns="46036" anchor="ct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spcBef>
                  <a:spcPct val="50000"/>
                </a:spcBef>
                <a:buFontTx/>
                <a:buNone/>
              </a:pPr>
              <a:endParaRPr lang="zh-CN" altLang="en-US" sz="2400" b="0">
                <a:latin typeface="Times New Roman" panose="02020603050405020304" pitchFamily="18" charset="0"/>
                <a:ea typeface="宋体" panose="02010600030101010101" pitchFamily="2" charset="-122"/>
              </a:endParaRPr>
            </a:p>
          </p:txBody>
        </p:sp>
        <p:grpSp>
          <p:nvGrpSpPr>
            <p:cNvPr id="3087" name="Group 12"/>
            <p:cNvGrpSpPr/>
            <p:nvPr/>
          </p:nvGrpSpPr>
          <p:grpSpPr bwMode="auto">
            <a:xfrm>
              <a:off x="0" y="0"/>
              <a:ext cx="384" cy="384"/>
              <a:chOff x="0" y="0"/>
              <a:chExt cx="384" cy="384"/>
            </a:xfrm>
          </p:grpSpPr>
          <p:sp>
            <p:nvSpPr>
              <p:cNvPr id="3097" name="Rectangle 13"/>
              <p:cNvSpPr>
                <a:spLocks noChangeArrowheads="1"/>
              </p:cNvSpPr>
              <p:nvPr/>
            </p:nvSpPr>
            <p:spPr bwMode="auto">
              <a:xfrm>
                <a:off x="0" y="0"/>
                <a:ext cx="384" cy="384"/>
              </a:xfrm>
              <a:prstGeom prst="rect">
                <a:avLst/>
              </a:prstGeom>
              <a:solidFill>
                <a:schemeClr val="bg1"/>
              </a:solidFill>
              <a:ln w="57150" cap="sq" cmpd="tri">
                <a:solidFill>
                  <a:schemeClr val="bg2"/>
                </a:solidFill>
                <a:miter lim="800000"/>
              </a:ln>
            </p:spPr>
            <p:txBody>
              <a:bodyPr lIns="91435" tIns="45718" rIns="91435" bIns="45718"/>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spcBef>
                    <a:spcPct val="0"/>
                  </a:spcBef>
                  <a:buFontTx/>
                  <a:buNone/>
                </a:pPr>
                <a:endParaRPr lang="zh-CN" altLang="en-US" sz="2400" b="0">
                  <a:latin typeface="Times New Roman" panose="02020603050405020304" pitchFamily="18" charset="0"/>
                  <a:ea typeface="宋体" panose="02010600030101010101" pitchFamily="2" charset="-122"/>
                </a:endParaRPr>
              </a:p>
            </p:txBody>
          </p:sp>
          <p:sp>
            <p:nvSpPr>
              <p:cNvPr id="376846" name="Oval 14"/>
              <p:cNvSpPr>
                <a:spLocks noChangeArrowheads="1"/>
              </p:cNvSpPr>
              <p:nvPr/>
            </p:nvSpPr>
            <p:spPr bwMode="auto">
              <a:xfrm>
                <a:off x="101" y="101"/>
                <a:ext cx="182" cy="182"/>
              </a:xfrm>
              <a:prstGeom prst="ellipse">
                <a:avLst/>
              </a:prstGeom>
              <a:gradFill rotWithShape="0">
                <a:gsLst>
                  <a:gs pos="0">
                    <a:schemeClr val="bg1"/>
                  </a:gs>
                  <a:gs pos="100000">
                    <a:schemeClr val="bg1">
                      <a:gamma/>
                      <a:shade val="46275"/>
                      <a:invGamma/>
                    </a:schemeClr>
                  </a:gs>
                </a:gsLst>
                <a:path path="shape">
                  <a:fillToRect l="50000" t="50000" r="50000" b="50000"/>
                </a:path>
              </a:gradFill>
              <a:ln w="9525">
                <a:noFill/>
                <a:round/>
              </a:ln>
              <a:effectLst/>
            </p:spPr>
            <p:txBody>
              <a:bodyPr lIns="91435" tIns="45718" rIns="91435" bIns="45718"/>
              <a:lstStyle/>
              <a:p>
                <a:pPr eaLnBrk="1" hangingPunct="1">
                  <a:defRPr/>
                </a:pPr>
                <a:endParaRPr kumimoji="1" lang="zh-CN" altLang="zh-CN" sz="2400" b="0">
                  <a:latin typeface="Times New Roman" panose="02020603050405020304" pitchFamily="18" charset="0"/>
                </a:endParaRPr>
              </a:p>
            </p:txBody>
          </p:sp>
        </p:grpSp>
        <p:grpSp>
          <p:nvGrpSpPr>
            <p:cNvPr id="3088" name="Group 15"/>
            <p:cNvGrpSpPr/>
            <p:nvPr/>
          </p:nvGrpSpPr>
          <p:grpSpPr bwMode="auto">
            <a:xfrm>
              <a:off x="0" y="3935"/>
              <a:ext cx="384" cy="384"/>
              <a:chOff x="0" y="3935"/>
              <a:chExt cx="384" cy="384"/>
            </a:xfrm>
          </p:grpSpPr>
          <p:sp>
            <p:nvSpPr>
              <p:cNvPr id="3095" name="Rectangle 16"/>
              <p:cNvSpPr>
                <a:spLocks noChangeArrowheads="1"/>
              </p:cNvSpPr>
              <p:nvPr/>
            </p:nvSpPr>
            <p:spPr bwMode="auto">
              <a:xfrm>
                <a:off x="0" y="3935"/>
                <a:ext cx="384" cy="384"/>
              </a:xfrm>
              <a:prstGeom prst="rect">
                <a:avLst/>
              </a:prstGeom>
              <a:solidFill>
                <a:schemeClr val="bg1"/>
              </a:solidFill>
              <a:ln w="57150" cap="sq" cmpd="tri">
                <a:solidFill>
                  <a:schemeClr val="bg2"/>
                </a:solidFill>
                <a:miter lim="800000"/>
              </a:ln>
            </p:spPr>
            <p:txBody>
              <a:bodyPr lIns="91435" tIns="45718" rIns="91435" bIns="45718"/>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spcBef>
                    <a:spcPct val="0"/>
                  </a:spcBef>
                  <a:buFontTx/>
                  <a:buNone/>
                </a:pPr>
                <a:endParaRPr lang="zh-CN" altLang="en-US" sz="2400" b="0">
                  <a:latin typeface="Times New Roman" panose="02020603050405020304" pitchFamily="18" charset="0"/>
                  <a:ea typeface="宋体" panose="02010600030101010101" pitchFamily="2" charset="-122"/>
                </a:endParaRPr>
              </a:p>
            </p:txBody>
          </p:sp>
          <p:sp>
            <p:nvSpPr>
              <p:cNvPr id="376849" name="Oval 17"/>
              <p:cNvSpPr>
                <a:spLocks noChangeArrowheads="1"/>
              </p:cNvSpPr>
              <p:nvPr/>
            </p:nvSpPr>
            <p:spPr bwMode="auto">
              <a:xfrm>
                <a:off x="101" y="4036"/>
                <a:ext cx="182" cy="182"/>
              </a:xfrm>
              <a:prstGeom prst="ellipse">
                <a:avLst/>
              </a:prstGeom>
              <a:gradFill rotWithShape="0">
                <a:gsLst>
                  <a:gs pos="0">
                    <a:schemeClr val="bg1"/>
                  </a:gs>
                  <a:gs pos="100000">
                    <a:schemeClr val="bg1">
                      <a:gamma/>
                      <a:shade val="46275"/>
                      <a:invGamma/>
                    </a:schemeClr>
                  </a:gs>
                </a:gsLst>
                <a:path path="shape">
                  <a:fillToRect l="50000" t="50000" r="50000" b="50000"/>
                </a:path>
              </a:gradFill>
              <a:ln w="9525">
                <a:noFill/>
                <a:round/>
              </a:ln>
              <a:effectLst/>
            </p:spPr>
            <p:txBody>
              <a:bodyPr lIns="91435" tIns="45718" rIns="91435" bIns="45718"/>
              <a:lstStyle/>
              <a:p>
                <a:pPr eaLnBrk="1" hangingPunct="1">
                  <a:defRPr/>
                </a:pPr>
                <a:endParaRPr kumimoji="1" lang="zh-CN" altLang="zh-CN" sz="2400" b="0">
                  <a:latin typeface="Times New Roman" panose="02020603050405020304" pitchFamily="18" charset="0"/>
                </a:endParaRPr>
              </a:p>
            </p:txBody>
          </p:sp>
        </p:grpSp>
        <p:grpSp>
          <p:nvGrpSpPr>
            <p:cNvPr id="3089" name="Group 18"/>
            <p:cNvGrpSpPr/>
            <p:nvPr/>
          </p:nvGrpSpPr>
          <p:grpSpPr bwMode="auto">
            <a:xfrm>
              <a:off x="5375" y="3935"/>
              <a:ext cx="384" cy="384"/>
              <a:chOff x="5375" y="3935"/>
              <a:chExt cx="384" cy="384"/>
            </a:xfrm>
          </p:grpSpPr>
          <p:sp>
            <p:nvSpPr>
              <p:cNvPr id="3093" name="Rectangle 19"/>
              <p:cNvSpPr>
                <a:spLocks noChangeArrowheads="1"/>
              </p:cNvSpPr>
              <p:nvPr/>
            </p:nvSpPr>
            <p:spPr bwMode="auto">
              <a:xfrm>
                <a:off x="5375" y="3935"/>
                <a:ext cx="384" cy="384"/>
              </a:xfrm>
              <a:prstGeom prst="rect">
                <a:avLst/>
              </a:prstGeom>
              <a:solidFill>
                <a:schemeClr val="bg1"/>
              </a:solidFill>
              <a:ln w="57150" cap="sq" cmpd="tri">
                <a:solidFill>
                  <a:schemeClr val="bg2"/>
                </a:solidFill>
                <a:miter lim="800000"/>
              </a:ln>
            </p:spPr>
            <p:txBody>
              <a:bodyPr lIns="91435" tIns="45718" rIns="91435" bIns="45718"/>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spcBef>
                    <a:spcPct val="0"/>
                  </a:spcBef>
                  <a:buFontTx/>
                  <a:buNone/>
                </a:pPr>
                <a:endParaRPr lang="zh-CN" altLang="en-US" sz="2400" b="0">
                  <a:latin typeface="Times New Roman" panose="02020603050405020304" pitchFamily="18" charset="0"/>
                  <a:ea typeface="宋体" panose="02010600030101010101" pitchFamily="2" charset="-122"/>
                </a:endParaRPr>
              </a:p>
            </p:txBody>
          </p:sp>
          <p:sp>
            <p:nvSpPr>
              <p:cNvPr id="376852" name="Oval 20"/>
              <p:cNvSpPr>
                <a:spLocks noChangeArrowheads="1"/>
              </p:cNvSpPr>
              <p:nvPr/>
            </p:nvSpPr>
            <p:spPr bwMode="auto">
              <a:xfrm>
                <a:off x="5476" y="4036"/>
                <a:ext cx="182" cy="182"/>
              </a:xfrm>
              <a:prstGeom prst="ellipse">
                <a:avLst/>
              </a:prstGeom>
              <a:gradFill rotWithShape="0">
                <a:gsLst>
                  <a:gs pos="0">
                    <a:schemeClr val="bg1"/>
                  </a:gs>
                  <a:gs pos="100000">
                    <a:schemeClr val="bg1">
                      <a:gamma/>
                      <a:shade val="46275"/>
                      <a:invGamma/>
                    </a:schemeClr>
                  </a:gs>
                </a:gsLst>
                <a:path path="shape">
                  <a:fillToRect l="50000" t="50000" r="50000" b="50000"/>
                </a:path>
              </a:gradFill>
              <a:ln w="9525">
                <a:noFill/>
                <a:round/>
              </a:ln>
              <a:effectLst/>
            </p:spPr>
            <p:txBody>
              <a:bodyPr lIns="91435" tIns="45718" rIns="91435" bIns="45718"/>
              <a:lstStyle/>
              <a:p>
                <a:pPr eaLnBrk="1" hangingPunct="1">
                  <a:defRPr/>
                </a:pPr>
                <a:endParaRPr kumimoji="1" lang="zh-CN" altLang="zh-CN" sz="2400" b="0">
                  <a:latin typeface="Times New Roman" panose="02020603050405020304" pitchFamily="18" charset="0"/>
                </a:endParaRPr>
              </a:p>
            </p:txBody>
          </p:sp>
        </p:grpSp>
        <p:grpSp>
          <p:nvGrpSpPr>
            <p:cNvPr id="3090" name="Group 21"/>
            <p:cNvGrpSpPr/>
            <p:nvPr/>
          </p:nvGrpSpPr>
          <p:grpSpPr bwMode="auto">
            <a:xfrm>
              <a:off x="5375" y="0"/>
              <a:ext cx="384" cy="384"/>
              <a:chOff x="5375" y="0"/>
              <a:chExt cx="384" cy="384"/>
            </a:xfrm>
          </p:grpSpPr>
          <p:sp>
            <p:nvSpPr>
              <p:cNvPr id="3091" name="Rectangle 22"/>
              <p:cNvSpPr>
                <a:spLocks noChangeArrowheads="1"/>
              </p:cNvSpPr>
              <p:nvPr/>
            </p:nvSpPr>
            <p:spPr bwMode="auto">
              <a:xfrm>
                <a:off x="5375" y="0"/>
                <a:ext cx="384" cy="384"/>
              </a:xfrm>
              <a:prstGeom prst="rect">
                <a:avLst/>
              </a:prstGeom>
              <a:solidFill>
                <a:schemeClr val="bg1"/>
              </a:solidFill>
              <a:ln w="57150" cap="sq" cmpd="tri">
                <a:solidFill>
                  <a:schemeClr val="bg2"/>
                </a:solidFill>
                <a:miter lim="800000"/>
              </a:ln>
            </p:spPr>
            <p:txBody>
              <a:bodyPr lIns="91435" tIns="45718" rIns="91435" bIns="45718"/>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spcBef>
                    <a:spcPct val="0"/>
                  </a:spcBef>
                  <a:buFontTx/>
                  <a:buNone/>
                </a:pPr>
                <a:endParaRPr lang="zh-CN" altLang="en-US" sz="2400" b="0">
                  <a:latin typeface="Times New Roman" panose="02020603050405020304" pitchFamily="18" charset="0"/>
                  <a:ea typeface="宋体" panose="02010600030101010101" pitchFamily="2" charset="-122"/>
                </a:endParaRPr>
              </a:p>
            </p:txBody>
          </p:sp>
          <p:sp>
            <p:nvSpPr>
              <p:cNvPr id="376855" name="Oval 23"/>
              <p:cNvSpPr>
                <a:spLocks noChangeArrowheads="1"/>
              </p:cNvSpPr>
              <p:nvPr/>
            </p:nvSpPr>
            <p:spPr bwMode="auto">
              <a:xfrm>
                <a:off x="5476" y="101"/>
                <a:ext cx="182" cy="182"/>
              </a:xfrm>
              <a:prstGeom prst="ellipse">
                <a:avLst/>
              </a:prstGeom>
              <a:gradFill rotWithShape="0">
                <a:gsLst>
                  <a:gs pos="0">
                    <a:schemeClr val="bg1"/>
                  </a:gs>
                  <a:gs pos="100000">
                    <a:schemeClr val="bg1">
                      <a:gamma/>
                      <a:shade val="46275"/>
                      <a:invGamma/>
                    </a:schemeClr>
                  </a:gs>
                </a:gsLst>
                <a:path path="shape">
                  <a:fillToRect l="50000" t="50000" r="50000" b="50000"/>
                </a:path>
              </a:gradFill>
              <a:ln w="9525">
                <a:noFill/>
                <a:round/>
              </a:ln>
              <a:effectLst/>
            </p:spPr>
            <p:txBody>
              <a:bodyPr lIns="91435" tIns="45718" rIns="91435" bIns="45718"/>
              <a:lstStyle/>
              <a:p>
                <a:pPr eaLnBrk="1" hangingPunct="1">
                  <a:defRPr/>
                </a:pPr>
                <a:endParaRPr kumimoji="1" lang="zh-CN" altLang="zh-CN" sz="2400" b="0">
                  <a:latin typeface="Times New Roman" panose="02020603050405020304" pitchFamily="18" charset="0"/>
                </a:endParaRPr>
              </a:p>
            </p:txBody>
          </p:sp>
        </p:grpSp>
      </p:grpSp>
      <p:pic>
        <p:nvPicPr>
          <p:cNvPr id="3079" name="Picture 24" descr="Exam"/>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070725" y="4746625"/>
            <a:ext cx="1370013" cy="1370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76857" name="Rectangle 25"/>
          <p:cNvSpPr>
            <a:spLocks noChangeArrowheads="1"/>
          </p:cNvSpPr>
          <p:nvPr/>
        </p:nvSpPr>
        <p:spPr bwMode="auto">
          <a:xfrm>
            <a:off x="1331913" y="2852738"/>
            <a:ext cx="5927725" cy="842962"/>
          </a:xfrm>
          <a:prstGeom prst="rect">
            <a:avLst/>
          </a:prstGeom>
          <a:noFill/>
          <a:ln w="9525">
            <a:noFill/>
            <a:miter lim="800000"/>
          </a:ln>
        </p:spPr>
        <p:txBody>
          <a:bodyPr lIns="130612" tIns="65306" rIns="130612" bIns="65306"/>
          <a:lstStyle/>
          <a:p>
            <a:pPr eaLnBrk="1" hangingPunct="1">
              <a:spcBef>
                <a:spcPct val="20000"/>
              </a:spcBef>
              <a:defRPr/>
            </a:pPr>
            <a:r>
              <a:rPr lang="zh-CN" altLang="en-US" sz="2800" b="0" i="1">
                <a:solidFill>
                  <a:srgbClr val="000000"/>
                </a:solidFill>
                <a:effectLst>
                  <a:outerShdw blurRad="38100" dist="38100" dir="2700000" algn="tl">
                    <a:srgbClr val="C0C0C0"/>
                  </a:outerShdw>
                </a:effectLst>
                <a:latin typeface="黑体" panose="02010609060101010101" charset="-122"/>
                <a:ea typeface="黑体" panose="02010609060101010101" charset="-122"/>
              </a:rPr>
              <a:t>第五章 连续时间系统的复频域分析</a:t>
            </a:r>
            <a:endParaRPr lang="zh-CN" altLang="en-US" sz="2400" b="0" i="1">
              <a:solidFill>
                <a:srgbClr val="000000"/>
              </a:solidFill>
              <a:effectLst>
                <a:outerShdw blurRad="38100" dist="38100" dir="2700000" algn="tl">
                  <a:srgbClr val="C0C0C0"/>
                </a:outerShdw>
              </a:effectLst>
              <a:latin typeface="黑体" panose="02010609060101010101" charset="-122"/>
              <a:ea typeface="黑体" panose="02010609060101010101" charset="-122"/>
            </a:endParaRPr>
          </a:p>
        </p:txBody>
      </p:sp>
    </p:spTree>
  </p:cSld>
  <p:clrMapOvr>
    <a:masterClrMapping/>
  </p:clrMapOvr>
  <p:transition advTm="1966"/>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9" presetClass="entr" presetSubtype="10" fill="hold" nodeType="afterEffect">
                                  <p:stCondLst>
                                    <p:cond delay="0"/>
                                  </p:stCondLst>
                                  <p:childTnLst>
                                    <p:set>
                                      <p:cBhvr>
                                        <p:cTn id="6" dur="1" fill="hold">
                                          <p:stCondLst>
                                            <p:cond delay="0"/>
                                          </p:stCondLst>
                                        </p:cTn>
                                        <p:tgtEl>
                                          <p:spTgt spid="376834"/>
                                        </p:tgtEl>
                                        <p:attrNameLst>
                                          <p:attrName>style.visibility</p:attrName>
                                        </p:attrNameLst>
                                      </p:cBhvr>
                                      <p:to>
                                        <p:strVal val="visible"/>
                                      </p:to>
                                    </p:set>
                                    <p:anim calcmode="lin" valueType="num">
                                      <p:cBhvr>
                                        <p:cTn id="7" dur="5000" fill="hold"/>
                                        <p:tgtEl>
                                          <p:spTgt spid="376834"/>
                                        </p:tgtEl>
                                        <p:attrNameLst>
                                          <p:attrName>ppt_w</p:attrName>
                                        </p:attrNameLst>
                                      </p:cBhvr>
                                      <p:tavLst>
                                        <p:tav tm="0" fmla="#ppt_w*sin(2.5*pi*$)">
                                          <p:val>
                                            <p:fltVal val="0"/>
                                          </p:val>
                                        </p:tav>
                                        <p:tav tm="100000">
                                          <p:val>
                                            <p:fltVal val="1"/>
                                          </p:val>
                                        </p:tav>
                                      </p:tavLst>
                                    </p:anim>
                                    <p:anim calcmode="lin" valueType="num">
                                      <p:cBhvr>
                                        <p:cTn id="8" dur="5000" fill="hold"/>
                                        <p:tgtEl>
                                          <p:spTgt spid="376834"/>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5"/>
                                            </p:cond>
                                          </p:stCondLst>
                                          <p:endCondLst>
                                            <p:cond evt="onStopAudio" delay="0">
                                              <p:tgtEl>
                                                <p:sldTgt/>
                                              </p:tgtEl>
                                            </p:cond>
                                          </p:endCondLst>
                                        </p:cTn>
                                        <p:tgtEl>
                                          <p:sndTgt r:embed="rId7" name="CHIMES.WAV"/>
                                        </p:tgtEl>
                                      </p:cMediaNode>
                                    </p:audio>
                                  </p:subTnLst>
                                </p:cTn>
                              </p:par>
                            </p:childTnLst>
                          </p:cTn>
                        </p:par>
                        <p:par>
                          <p:cTn id="9" fill="hold">
                            <p:stCondLst>
                              <p:cond delay="5000"/>
                            </p:stCondLst>
                            <p:childTnLst>
                              <p:par>
                                <p:cTn id="10" presetID="1" presetClass="entr" presetSubtype="0" fill="hold" grpId="0" nodeType="afterEffect">
                                  <p:stCondLst>
                                    <p:cond delay="0"/>
                                  </p:stCondLst>
                                  <p:childTnLst>
                                    <p:set>
                                      <p:cBhvr>
                                        <p:cTn id="11" dur="1" fill="hold">
                                          <p:stCondLst>
                                            <p:cond delay="499"/>
                                          </p:stCondLst>
                                        </p:cTn>
                                        <p:tgtEl>
                                          <p:spTgt spid="376857">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6857" grpId="0" advAuto="0" autoUpdateAnimBg="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4"/>
          <p:cNvSpPr>
            <a:spLocks noGrp="1" noChangeArrowheads="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a:spcBef>
                <a:spcPct val="0"/>
              </a:spcBef>
              <a:buFontTx/>
              <a:buNone/>
            </a:pPr>
            <a:fld id="{C1C8F370-EEAC-45AE-8ED2-151E1677691B}" type="datetime1">
              <a:rPr kumimoji="0" lang="zh-CN" altLang="en-US" sz="1200" smtClean="0">
                <a:solidFill>
                  <a:srgbClr val="000000"/>
                </a:solidFill>
                <a:ea typeface="宋体" panose="02010600030101010101" pitchFamily="2" charset="-122"/>
              </a:rPr>
            </a:fld>
            <a:endParaRPr kumimoji="0" lang="en-US" altLang="zh-CN" sz="1200">
              <a:solidFill>
                <a:srgbClr val="000000"/>
              </a:solidFill>
              <a:ea typeface="宋体" panose="02010600030101010101" pitchFamily="2" charset="-122"/>
            </a:endParaRPr>
          </a:p>
        </p:txBody>
      </p:sp>
      <p:sp>
        <p:nvSpPr>
          <p:cNvPr id="126981" name="Text Box 5"/>
          <p:cNvSpPr txBox="1">
            <a:spLocks noChangeArrowheads="1"/>
          </p:cNvSpPr>
          <p:nvPr/>
        </p:nvSpPr>
        <p:spPr bwMode="auto">
          <a:xfrm>
            <a:off x="1547813" y="1196975"/>
            <a:ext cx="6624637" cy="3752850"/>
          </a:xfrm>
          <a:prstGeom prst="rect">
            <a:avLst/>
          </a:prstGeom>
          <a:solidFill>
            <a:schemeClr val="tx1"/>
          </a:solidFill>
          <a:ln w="9525">
            <a:solidFill>
              <a:schemeClr val="bg1"/>
            </a:solidFill>
            <a:miter lim="800000"/>
          </a:ln>
          <a:effectLst>
            <a:outerShdw blurRad="63500" dist="38099" dir="2700000" algn="ctr" rotWithShape="0">
              <a:schemeClr val="bg2">
                <a:alpha val="74998"/>
              </a:schemeClr>
            </a:outerShdw>
          </a:effectLst>
        </p:spPr>
        <p:txBody>
          <a:bodyPr>
            <a:spAutoFit/>
          </a:bodyPr>
          <a:lstStyle/>
          <a:p>
            <a:pPr marL="266700" indent="-266700" eaLnBrk="1" hangingPunct="1">
              <a:lnSpc>
                <a:spcPct val="150000"/>
              </a:lnSpc>
              <a:spcBef>
                <a:spcPct val="50000"/>
              </a:spcBef>
              <a:buFont typeface="Wingdings" panose="05000000000000000000" pitchFamily="2" charset="2"/>
              <a:buChar char="l"/>
              <a:defRPr/>
            </a:pPr>
            <a:r>
              <a:rPr lang="zh-CN" altLang="en-US" sz="2400">
                <a:solidFill>
                  <a:srgbClr val="000000"/>
                </a:solidFill>
              </a:rPr>
              <a:t>傅里叶变换对系统分析是有用的，对信号的分析和处理更为有用。</a:t>
            </a:r>
            <a:endParaRPr lang="zh-CN" altLang="en-US" sz="2400">
              <a:solidFill>
                <a:srgbClr val="000000"/>
              </a:solidFill>
            </a:endParaRPr>
          </a:p>
          <a:p>
            <a:pPr marL="266700" indent="-266700" eaLnBrk="1" hangingPunct="1">
              <a:lnSpc>
                <a:spcPct val="150000"/>
              </a:lnSpc>
              <a:spcBef>
                <a:spcPct val="50000"/>
              </a:spcBef>
              <a:buFont typeface="Wingdings" panose="05000000000000000000" pitchFamily="2" charset="2"/>
              <a:buChar char="l"/>
              <a:defRPr/>
            </a:pPr>
            <a:r>
              <a:rPr lang="zh-CN" altLang="en-US" sz="2400">
                <a:solidFill>
                  <a:srgbClr val="000000"/>
                </a:solidFill>
              </a:rPr>
              <a:t>在系统分析中的最大优点是将</a:t>
            </a:r>
            <a:r>
              <a:rPr lang="zh-CN" altLang="en-US" sz="2400">
                <a:solidFill>
                  <a:srgbClr val="9900FF"/>
                </a:solidFill>
              </a:rPr>
              <a:t>时域中的微分方程</a:t>
            </a:r>
            <a:r>
              <a:rPr lang="zh-CN" altLang="en-US" sz="2400">
                <a:solidFill>
                  <a:srgbClr val="000000"/>
                </a:solidFill>
              </a:rPr>
              <a:t>转化成</a:t>
            </a:r>
            <a:r>
              <a:rPr lang="zh-CN" altLang="en-US" sz="2400">
                <a:solidFill>
                  <a:srgbClr val="9900FF"/>
                </a:solidFill>
              </a:rPr>
              <a:t>频域的代数方程</a:t>
            </a:r>
            <a:r>
              <a:rPr lang="zh-CN" altLang="en-US" sz="2400">
                <a:solidFill>
                  <a:srgbClr val="000000"/>
                </a:solidFill>
              </a:rPr>
              <a:t>从而简化了运算。</a:t>
            </a:r>
            <a:endParaRPr lang="zh-CN" altLang="en-US" sz="2400">
              <a:solidFill>
                <a:srgbClr val="000000"/>
              </a:solidFill>
            </a:endParaRPr>
          </a:p>
          <a:p>
            <a:pPr marL="266700" indent="-266700" eaLnBrk="1" hangingPunct="1">
              <a:lnSpc>
                <a:spcPct val="150000"/>
              </a:lnSpc>
              <a:spcBef>
                <a:spcPct val="50000"/>
              </a:spcBef>
              <a:buFont typeface="Wingdings" panose="05000000000000000000" pitchFamily="2" charset="2"/>
              <a:buChar char="l"/>
              <a:defRPr/>
            </a:pPr>
            <a:r>
              <a:rPr lang="zh-CN" altLang="en-US" sz="2400">
                <a:solidFill>
                  <a:srgbClr val="000000"/>
                </a:solidFill>
              </a:rPr>
              <a:t>在信号分析和处理中，其最大的优点在于能解出信号能量在多个</a:t>
            </a:r>
            <a:r>
              <a:rPr lang="zh-CN" altLang="en-US" sz="2400">
                <a:solidFill>
                  <a:srgbClr val="9900FF"/>
                </a:solidFill>
              </a:rPr>
              <a:t>频率上的分量</a:t>
            </a:r>
            <a:endParaRPr lang="zh-CN" altLang="en-US" sz="2400">
              <a:solidFill>
                <a:srgbClr val="9900FF"/>
              </a:solidFill>
            </a:endParaRPr>
          </a:p>
        </p:txBody>
      </p:sp>
      <p:sp>
        <p:nvSpPr>
          <p:cNvPr id="2" name="墨迹 1"/>
          <p:cNvSpPr/>
          <p:nvPr/>
        </p:nvSpPr>
        <p:spPr bwMode="auto">
          <a:xfrm>
            <a:off x="1873800" y="1765800"/>
            <a:ext cx="6950520" cy="3064680"/>
          </a:xfrm>
        </p:spPr>
      </p:sp>
    </p:spTree>
    <p:custDataLst>
      <p:tags r:id="rId1"/>
    </p:custDataLst>
  </p:cSld>
  <p:clrMapOvr>
    <a:masterClrMapping/>
  </p:clrMapOvr>
  <p:transition advTm="63153"/>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nodeType="withEffect">
                                  <p:stCondLst>
                                    <p:cond delay="0"/>
                                  </p:stCondLst>
                                  <p:childTnLst>
                                    <p:set>
                                      <p:cBhvr>
                                        <p:cTn id="6" dur="1" fill="hold">
                                          <p:stCondLst>
                                            <p:cond delay="0"/>
                                          </p:stCondLst>
                                        </p:cTn>
                                        <p:tgtEl>
                                          <p:spTgt spid="2"/>
                                        </p:tgtEl>
                                        <p:attrNameLst>
                                          <p:attrName>style.visibility</p:attrName>
                                        </p:attrNameLst>
                                      </p:cBhvr>
                                      <p:to>
                                        <p:strVal val="visible"/>
                                      </p:to>
                                    </p:set>
                                    <p:cmd type="call" cmd="playFrom(0.0)">
                                      <p:cBhvr>
                                        <p:cTn id="7" dur="1" fill="hold"/>
                                        <p:tgtEl>
                                          <p:spTgt spid="2"/>
                                        </p:tgtEl>
                                      </p:cBhvr>
                                    </p:cmd>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126981">
                                            <p:txEl>
                                              <p:pRg st="1" end="1"/>
                                            </p:txEl>
                                          </p:spTgt>
                                        </p:tgtEl>
                                        <p:attrNameLst>
                                          <p:attrName>style.visibility</p:attrName>
                                        </p:attrNameLst>
                                      </p:cBhvr>
                                      <p:to>
                                        <p:strVal val="visible"/>
                                      </p:to>
                                    </p:set>
                                    <p:animEffect transition="in" filter="checkerboard(across)">
                                      <p:cBhvr>
                                        <p:cTn id="12" dur="500"/>
                                        <p:tgtEl>
                                          <p:spTgt spid="12698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5" presetClass="entr" presetSubtype="0" fill="hold" nodeType="clickEffect">
                                  <p:stCondLst>
                                    <p:cond delay="0"/>
                                  </p:stCondLst>
                                  <p:childTnLst>
                                    <p:set>
                                      <p:cBhvr>
                                        <p:cTn id="16" dur="1" fill="hold">
                                          <p:stCondLst>
                                            <p:cond delay="0"/>
                                          </p:stCondLst>
                                        </p:cTn>
                                        <p:tgtEl>
                                          <p:spTgt spid="126981">
                                            <p:txEl>
                                              <p:pRg st="2" end="2"/>
                                            </p:txEl>
                                          </p:spTgt>
                                        </p:tgtEl>
                                        <p:attrNameLst>
                                          <p:attrName>style.visibility</p:attrName>
                                        </p:attrNameLst>
                                      </p:cBhvr>
                                      <p:to>
                                        <p:strVal val="visible"/>
                                      </p:to>
                                    </p:set>
                                    <p:anim calcmode="lin" valueType="num">
                                      <p:cBhvr>
                                        <p:cTn id="17" dur="1000" fill="hold"/>
                                        <p:tgtEl>
                                          <p:spTgt spid="126981">
                                            <p:txEl>
                                              <p:pRg st="2" end="2"/>
                                            </p:txEl>
                                          </p:spTgt>
                                        </p:tgtEl>
                                        <p:attrNameLst>
                                          <p:attrName>ppt_w</p:attrName>
                                        </p:attrNameLst>
                                      </p:cBhvr>
                                      <p:tavLst>
                                        <p:tav tm="0">
                                          <p:val>
                                            <p:strVal val="#ppt_w*0.70"/>
                                          </p:val>
                                        </p:tav>
                                        <p:tav tm="100000">
                                          <p:val>
                                            <p:strVal val="#ppt_w"/>
                                          </p:val>
                                        </p:tav>
                                      </p:tavLst>
                                    </p:anim>
                                    <p:anim calcmode="lin" valueType="num">
                                      <p:cBhvr>
                                        <p:cTn id="18" dur="1000" fill="hold"/>
                                        <p:tgtEl>
                                          <p:spTgt spid="126981">
                                            <p:txEl>
                                              <p:pRg st="2" end="2"/>
                                            </p:txEl>
                                          </p:spTgt>
                                        </p:tgtEl>
                                        <p:attrNameLst>
                                          <p:attrName>ppt_h</p:attrName>
                                        </p:attrNameLst>
                                      </p:cBhvr>
                                      <p:tavLst>
                                        <p:tav tm="0">
                                          <p:val>
                                            <p:strVal val="#ppt_h"/>
                                          </p:val>
                                        </p:tav>
                                        <p:tav tm="100000">
                                          <p:val>
                                            <p:strVal val="#ppt_h"/>
                                          </p:val>
                                        </p:tav>
                                      </p:tavLst>
                                    </p:anim>
                                    <p:animEffect transition="in" filter="fade">
                                      <p:cBhvr>
                                        <p:cTn id="19" dur="1000"/>
                                        <p:tgtEl>
                                          <p:spTgt spid="126981">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4"/>
          <p:cNvSpPr>
            <a:spLocks noGrp="1" noChangeArrowheads="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a:spcBef>
                <a:spcPct val="0"/>
              </a:spcBef>
              <a:buFontTx/>
              <a:buNone/>
            </a:pPr>
            <a:fld id="{150BB097-6C52-413A-91AB-D4569B961ED7}" type="datetime1">
              <a:rPr kumimoji="0" lang="zh-CN" altLang="en-US" sz="1200" smtClean="0">
                <a:solidFill>
                  <a:srgbClr val="000000"/>
                </a:solidFill>
                <a:ea typeface="宋体" panose="02010600030101010101" pitchFamily="2" charset="-122"/>
              </a:rPr>
            </a:fld>
            <a:endParaRPr kumimoji="0" lang="en-US" altLang="zh-CN" sz="1200">
              <a:solidFill>
                <a:srgbClr val="000000"/>
              </a:solidFill>
              <a:ea typeface="宋体" panose="02010600030101010101" pitchFamily="2" charset="-122"/>
            </a:endParaRPr>
          </a:p>
        </p:txBody>
      </p:sp>
      <p:graphicFrame>
        <p:nvGraphicFramePr>
          <p:cNvPr id="5123" name="Object 3"/>
          <p:cNvGraphicFramePr>
            <a:graphicFrameLocks noGrp="1" noChangeAspect="1"/>
          </p:cNvGraphicFramePr>
          <p:nvPr>
            <p:ph sz="quarter" idx="2"/>
          </p:nvPr>
        </p:nvGraphicFramePr>
        <p:xfrm>
          <a:off x="827088" y="260350"/>
          <a:ext cx="7308850" cy="1470025"/>
        </p:xfrm>
        <a:graphic>
          <a:graphicData uri="http://schemas.openxmlformats.org/presentationml/2006/ole">
            <mc:AlternateContent xmlns:mc="http://schemas.openxmlformats.org/markup-compatibility/2006">
              <mc:Choice xmlns:v="urn:schemas-microsoft-com:vml" Requires="v">
                <p:oleObj spid="_x0000_s2" name="公式" r:id="rId1" imgW="2273300" imgH="457200" progId="Equation.3">
                  <p:embed/>
                </p:oleObj>
              </mc:Choice>
              <mc:Fallback>
                <p:oleObj name="公式" r:id="rId1" imgW="2273300" imgH="457200" progId="Equation.3">
                  <p:embed/>
                  <p:pic>
                    <p:nvPicPr>
                      <p:cNvPr id="0" name="Object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7088" y="260350"/>
                        <a:ext cx="7308850" cy="1470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aphicFrame>
        <p:nvGraphicFramePr>
          <p:cNvPr id="128004" name="Object 4"/>
          <p:cNvGraphicFramePr>
            <a:graphicFrameLocks noGrp="1" noChangeAspect="1"/>
          </p:cNvGraphicFramePr>
          <p:nvPr>
            <p:ph sz="quarter" idx="3"/>
          </p:nvPr>
        </p:nvGraphicFramePr>
        <p:xfrm>
          <a:off x="1511300" y="2114550"/>
          <a:ext cx="2682875" cy="654050"/>
        </p:xfrm>
        <a:graphic>
          <a:graphicData uri="http://schemas.openxmlformats.org/presentationml/2006/ole">
            <mc:AlternateContent xmlns:mc="http://schemas.openxmlformats.org/markup-compatibility/2006">
              <mc:Choice xmlns:v="urn:schemas-microsoft-com:vml" Requires="v">
                <p:oleObj spid="_x0000_s3" name="公式" r:id="rId3" imgW="837565" imgH="203200" progId="Equation.3">
                  <p:embed/>
                </p:oleObj>
              </mc:Choice>
              <mc:Fallback>
                <p:oleObj name="公式" r:id="rId3" imgW="837565" imgH="203200" progId="Equation.3">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11300" y="2114550"/>
                        <a:ext cx="2682875" cy="654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aphicFrame>
        <p:nvGraphicFramePr>
          <p:cNvPr id="128005" name="Object 5"/>
          <p:cNvGraphicFramePr>
            <a:graphicFrameLocks noGrp="1" noChangeAspect="1"/>
          </p:cNvGraphicFramePr>
          <p:nvPr>
            <p:ph sz="quarter" idx="4"/>
          </p:nvPr>
        </p:nvGraphicFramePr>
        <p:xfrm>
          <a:off x="1360488" y="3189288"/>
          <a:ext cx="5822950" cy="1231900"/>
        </p:xfrm>
        <a:graphic>
          <a:graphicData uri="http://schemas.openxmlformats.org/presentationml/2006/ole">
            <mc:AlternateContent xmlns:mc="http://schemas.openxmlformats.org/markup-compatibility/2006">
              <mc:Choice xmlns:v="urn:schemas-microsoft-com:vml" Requires="v">
                <p:oleObj spid="_x0000_s4" name="公式" r:id="rId5" imgW="47548800" imgH="10058400" progId="Equation.3">
                  <p:embed/>
                </p:oleObj>
              </mc:Choice>
              <mc:Fallback>
                <p:oleObj name="公式" r:id="rId5" imgW="47548800" imgH="10058400" progId="Equation.3">
                  <p:embed/>
                  <p:pic>
                    <p:nvPicPr>
                      <p:cNvPr id="0" name="Object 5"/>
                      <p:cNvPicPr>
                        <a:picLocks noChangeAspect="1" noChangeArrowheads="1"/>
                      </p:cNvPicPr>
                      <p:nvPr/>
                    </p:nvPicPr>
                    <p:blipFill>
                      <a:blip r:embed="rId6"/>
                      <a:srcRect/>
                      <a:stretch>
                        <a:fillRect/>
                      </a:stretch>
                    </p:blipFill>
                    <p:spPr bwMode="auto">
                      <a:xfrm>
                        <a:off x="1360488" y="3189288"/>
                        <a:ext cx="5822950" cy="1231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aphicFrame>
        <p:nvGraphicFramePr>
          <p:cNvPr id="128006" name="Object 6"/>
          <p:cNvGraphicFramePr>
            <a:graphicFrameLocks noChangeAspect="1"/>
          </p:cNvGraphicFramePr>
          <p:nvPr/>
        </p:nvGraphicFramePr>
        <p:xfrm>
          <a:off x="1908175" y="4724400"/>
          <a:ext cx="4465638" cy="742950"/>
        </p:xfrm>
        <a:graphic>
          <a:graphicData uri="http://schemas.openxmlformats.org/presentationml/2006/ole">
            <mc:AlternateContent xmlns:mc="http://schemas.openxmlformats.org/markup-compatibility/2006">
              <mc:Choice xmlns:v="urn:schemas-microsoft-com:vml" Requires="v">
                <p:oleObj spid="_x0000_s5" name="公式" r:id="rId7" imgW="1371600" imgH="228600" progId="Equation.3">
                  <p:embed/>
                </p:oleObj>
              </mc:Choice>
              <mc:Fallback>
                <p:oleObj name="公式" r:id="rId7" imgW="1371600" imgH="228600" progId="Equation.3">
                  <p:embed/>
                  <p:pic>
                    <p:nvPicPr>
                      <p:cNvPr id="0" name="Object 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908175" y="4724400"/>
                        <a:ext cx="4465638" cy="742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sp>
        <p:nvSpPr>
          <p:cNvPr id="6" name="墨迹 1"/>
          <p:cNvSpPr/>
          <p:nvPr/>
        </p:nvSpPr>
        <p:spPr bwMode="auto">
          <a:xfrm>
            <a:off x="898560" y="1656360"/>
            <a:ext cx="8269560" cy="5072400"/>
          </a:xfrm>
        </p:spPr>
      </p:sp>
    </p:spTree>
    <p:custDataLst>
      <p:tags r:id="rId9"/>
    </p:custDataLst>
  </p:cSld>
  <p:clrMapOvr>
    <a:masterClrMapping/>
  </p:clrMapOvr>
  <p:transition advTm="163502"/>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nodeType="afterEffect">
                                  <p:stCondLst>
                                    <p:cond delay="0"/>
                                  </p:stCondLst>
                                  <p:childTnLst>
                                    <p:set>
                                      <p:cBhvr>
                                        <p:cTn id="6" dur="1" fill="hold">
                                          <p:stCondLst>
                                            <p:cond delay="0"/>
                                          </p:stCondLst>
                                        </p:cTn>
                                        <p:tgtEl>
                                          <p:spTgt spid="128004"/>
                                        </p:tgtEl>
                                        <p:attrNameLst>
                                          <p:attrName>style.visibility</p:attrName>
                                        </p:attrNameLst>
                                      </p:cBhvr>
                                      <p:to>
                                        <p:strVal val="visible"/>
                                      </p:to>
                                    </p:set>
                                    <p:animEffect transition="in" filter="blinds(horizontal)">
                                      <p:cBhvr>
                                        <p:cTn id="7" dur="500"/>
                                        <p:tgtEl>
                                          <p:spTgt spid="128004"/>
                                        </p:tgtEl>
                                      </p:cBhvr>
                                    </p:animEffect>
                                  </p:childTnLst>
                                </p:cTn>
                              </p:par>
                            </p:childTnLst>
                          </p:cTn>
                        </p:par>
                      </p:childTnLst>
                    </p:cTn>
                  </p:par>
                  <p:par>
                    <p:cTn id="8" fill="hold">
                      <p:stCondLst>
                        <p:cond delay="indefinite"/>
                      </p:stCondLst>
                      <p:childTnLst>
                        <p:par>
                          <p:cTn id="9" fill="hold">
                            <p:stCondLst>
                              <p:cond delay="0"/>
                            </p:stCondLst>
                            <p:childTnLst>
                              <p:par>
                                <p:cTn id="10" presetID="20" presetClass="entr" presetSubtype="0" fill="hold" nodeType="clickEffect">
                                  <p:stCondLst>
                                    <p:cond delay="0"/>
                                  </p:stCondLst>
                                  <p:childTnLst>
                                    <p:set>
                                      <p:cBhvr>
                                        <p:cTn id="11" dur="1" fill="hold">
                                          <p:stCondLst>
                                            <p:cond delay="0"/>
                                          </p:stCondLst>
                                        </p:cTn>
                                        <p:tgtEl>
                                          <p:spTgt spid="128005"/>
                                        </p:tgtEl>
                                        <p:attrNameLst>
                                          <p:attrName>style.visibility</p:attrName>
                                        </p:attrNameLst>
                                      </p:cBhvr>
                                      <p:to>
                                        <p:strVal val="visible"/>
                                      </p:to>
                                    </p:set>
                                    <p:animEffect transition="in" filter="wedge">
                                      <p:cBhvr>
                                        <p:cTn id="12" dur="500"/>
                                        <p:tgtEl>
                                          <p:spTgt spid="128005"/>
                                        </p:tgtEl>
                                      </p:cBhvr>
                                    </p:animEffect>
                                  </p:childTnLst>
                                </p:cTn>
                              </p:par>
                            </p:childTnLst>
                          </p:cTn>
                        </p:par>
                      </p:childTnLst>
                    </p:cTn>
                  </p:par>
                  <p:par>
                    <p:cTn id="13" fill="hold">
                      <p:stCondLst>
                        <p:cond delay="indefinite"/>
                      </p:stCondLst>
                      <p:childTnLst>
                        <p:par>
                          <p:cTn id="14" fill="hold">
                            <p:stCondLst>
                              <p:cond delay="0"/>
                            </p:stCondLst>
                            <p:childTnLst>
                              <p:par>
                                <p:cTn id="15" presetID="20" presetClass="entr" presetSubtype="0" fill="hold" nodeType="clickEffect">
                                  <p:stCondLst>
                                    <p:cond delay="0"/>
                                  </p:stCondLst>
                                  <p:childTnLst>
                                    <p:set>
                                      <p:cBhvr>
                                        <p:cTn id="16" dur="1" fill="hold">
                                          <p:stCondLst>
                                            <p:cond delay="0"/>
                                          </p:stCondLst>
                                        </p:cTn>
                                        <p:tgtEl>
                                          <p:spTgt spid="128006"/>
                                        </p:tgtEl>
                                        <p:attrNameLst>
                                          <p:attrName>style.visibility</p:attrName>
                                        </p:attrNameLst>
                                      </p:cBhvr>
                                      <p:to>
                                        <p:strVal val="visible"/>
                                      </p:to>
                                    </p:set>
                                    <p:animEffect transition="in" filter="wedge">
                                      <p:cBhvr>
                                        <p:cTn id="17" dur="500"/>
                                        <p:tgtEl>
                                          <p:spTgt spid="12800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4"/>
          <p:cNvSpPr>
            <a:spLocks noGrp="1" noChangeArrowheads="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a:spcBef>
                <a:spcPct val="0"/>
              </a:spcBef>
              <a:buFontTx/>
              <a:buNone/>
            </a:pPr>
            <a:fld id="{AD48E229-4243-48DB-B270-ABBD7E174168}" type="datetime1">
              <a:rPr kumimoji="0" lang="zh-CN" altLang="en-US" sz="1200" smtClean="0">
                <a:solidFill>
                  <a:srgbClr val="000000"/>
                </a:solidFill>
                <a:ea typeface="宋体" panose="02010600030101010101" pitchFamily="2" charset="-122"/>
              </a:rPr>
            </a:fld>
            <a:endParaRPr kumimoji="0" lang="en-US" altLang="zh-CN" sz="1200">
              <a:solidFill>
                <a:srgbClr val="000000"/>
              </a:solidFill>
              <a:ea typeface="宋体" panose="02010600030101010101" pitchFamily="2" charset="-122"/>
            </a:endParaRPr>
          </a:p>
        </p:txBody>
      </p:sp>
      <p:graphicFrame>
        <p:nvGraphicFramePr>
          <p:cNvPr id="129027" name="Object 3"/>
          <p:cNvGraphicFramePr>
            <a:graphicFrameLocks noGrp="1" noChangeAspect="1"/>
          </p:cNvGraphicFramePr>
          <p:nvPr>
            <p:ph sz="quarter" idx="1"/>
          </p:nvPr>
        </p:nvGraphicFramePr>
        <p:xfrm>
          <a:off x="1042988" y="5589588"/>
          <a:ext cx="3686175" cy="728662"/>
        </p:xfrm>
        <a:graphic>
          <a:graphicData uri="http://schemas.openxmlformats.org/presentationml/2006/ole">
            <mc:AlternateContent xmlns:mc="http://schemas.openxmlformats.org/markup-compatibility/2006">
              <mc:Choice xmlns:v="urn:schemas-microsoft-com:vml" Requires="v">
                <p:oleObj spid="_x0000_s2" name="公式" r:id="rId1" imgW="1091565" imgH="215900" progId="Equation.3">
                  <p:embed/>
                </p:oleObj>
              </mc:Choice>
              <mc:Fallback>
                <p:oleObj name="公式" r:id="rId1" imgW="1091565" imgH="215900" progId="Equation.3">
                  <p:embed/>
                  <p:pic>
                    <p:nvPicPr>
                      <p:cNvPr id="0" name="Object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42988" y="5589588"/>
                        <a:ext cx="3686175" cy="7286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6148" name="Object 4"/>
          <p:cNvGraphicFramePr>
            <a:graphicFrameLocks noGrp="1" noChangeAspect="1"/>
          </p:cNvGraphicFramePr>
          <p:nvPr>
            <p:ph sz="quarter" idx="2"/>
          </p:nvPr>
        </p:nvGraphicFramePr>
        <p:xfrm>
          <a:off x="827088" y="188913"/>
          <a:ext cx="2160587" cy="644525"/>
        </p:xfrm>
        <a:graphic>
          <a:graphicData uri="http://schemas.openxmlformats.org/presentationml/2006/ole">
            <mc:AlternateContent xmlns:mc="http://schemas.openxmlformats.org/markup-compatibility/2006">
              <mc:Choice xmlns:v="urn:schemas-microsoft-com:vml" Requires="v">
                <p:oleObj spid="_x0000_s3" name="公式" r:id="rId3" imgW="723900" imgH="215900" progId="Equation.3">
                  <p:embed/>
                </p:oleObj>
              </mc:Choice>
              <mc:Fallback>
                <p:oleObj name="公式" r:id="rId3" imgW="723900" imgH="215900" progId="Equation.3">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27088" y="188913"/>
                        <a:ext cx="2160587" cy="644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aphicFrame>
        <p:nvGraphicFramePr>
          <p:cNvPr id="129029" name="Object 5"/>
          <p:cNvGraphicFramePr>
            <a:graphicFrameLocks noGrp="1" noChangeAspect="1"/>
          </p:cNvGraphicFramePr>
          <p:nvPr>
            <p:ph sz="quarter" idx="3"/>
          </p:nvPr>
        </p:nvGraphicFramePr>
        <p:xfrm>
          <a:off x="1619250" y="908050"/>
          <a:ext cx="5616575" cy="1189038"/>
        </p:xfrm>
        <a:graphic>
          <a:graphicData uri="http://schemas.openxmlformats.org/presentationml/2006/ole">
            <mc:AlternateContent xmlns:mc="http://schemas.openxmlformats.org/markup-compatibility/2006">
              <mc:Choice xmlns:v="urn:schemas-microsoft-com:vml" Requires="v">
                <p:oleObj spid="_x0000_s4" name="公式" r:id="rId5" imgW="1739900" imgH="457200" progId="Equation.3">
                  <p:embed/>
                </p:oleObj>
              </mc:Choice>
              <mc:Fallback>
                <p:oleObj name="公式" r:id="rId5" imgW="1739900" imgH="457200" progId="Equation.3">
                  <p:embed/>
                  <p:pic>
                    <p:nvPicPr>
                      <p:cNvPr id="0"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619250" y="908050"/>
                        <a:ext cx="5616575" cy="1189038"/>
                      </a:xfrm>
                      <a:prstGeom prst="rect">
                        <a:avLst/>
                      </a:prstGeom>
                      <a:solidFill>
                        <a:schemeClr val="tx1"/>
                      </a:solidFill>
                      <a:ln w="9525">
                        <a:solidFill>
                          <a:srgbClr val="C0C0C0"/>
                        </a:solidFill>
                        <a:miter lim="800000"/>
                        <a:headEnd/>
                        <a:tailEnd/>
                      </a:ln>
                      <a:effectLst>
                        <a:outerShdw dist="35921" dir="2700000" algn="ctr" rotWithShape="0">
                          <a:schemeClr val="bg2">
                            <a:alpha val="74997"/>
                          </a:schemeClr>
                        </a:outerShdw>
                      </a:effectLst>
                    </p:spPr>
                  </p:pic>
                </p:oleObj>
              </mc:Fallback>
            </mc:AlternateContent>
          </a:graphicData>
        </a:graphic>
      </p:graphicFrame>
      <p:graphicFrame>
        <p:nvGraphicFramePr>
          <p:cNvPr id="129030" name="Object 6"/>
          <p:cNvGraphicFramePr>
            <a:graphicFrameLocks noChangeAspect="1"/>
          </p:cNvGraphicFramePr>
          <p:nvPr/>
        </p:nvGraphicFramePr>
        <p:xfrm>
          <a:off x="1042988" y="2276475"/>
          <a:ext cx="3082925" cy="542925"/>
        </p:xfrm>
        <a:graphic>
          <a:graphicData uri="http://schemas.openxmlformats.org/presentationml/2006/ole">
            <mc:AlternateContent xmlns:mc="http://schemas.openxmlformats.org/markup-compatibility/2006">
              <mc:Choice xmlns:v="urn:schemas-microsoft-com:vml" Requires="v">
                <p:oleObj spid="_x0000_s5" name="公式" r:id="rId7" imgW="1155700" imgH="203200" progId="Equation.3">
                  <p:embed/>
                </p:oleObj>
              </mc:Choice>
              <mc:Fallback>
                <p:oleObj name="公式" r:id="rId7" imgW="1155700" imgH="203200" progId="Equation.3">
                  <p:embed/>
                  <p:pic>
                    <p:nvPicPr>
                      <p:cNvPr id="0" name="Object 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042988" y="2276475"/>
                        <a:ext cx="3082925" cy="542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aphicFrame>
        <p:nvGraphicFramePr>
          <p:cNvPr id="6151" name="Object 7"/>
          <p:cNvGraphicFramePr>
            <a:graphicFrameLocks noGrp="1" noChangeAspect="1"/>
          </p:cNvGraphicFramePr>
          <p:nvPr>
            <p:ph sz="quarter" idx="4"/>
          </p:nvPr>
        </p:nvGraphicFramePr>
        <p:xfrm>
          <a:off x="3059113" y="188913"/>
          <a:ext cx="3779837" cy="457200"/>
        </p:xfrm>
        <a:graphic>
          <a:graphicData uri="http://schemas.openxmlformats.org/presentationml/2006/ole">
            <mc:AlternateContent xmlns:mc="http://schemas.openxmlformats.org/markup-compatibility/2006">
              <mc:Choice xmlns:v="urn:schemas-microsoft-com:vml" Requires="v">
                <p:oleObj spid="_x0000_s6" name="公式" r:id="rId9" imgW="1676400" imgH="203200" progId="Equation.3">
                  <p:embed/>
                </p:oleObj>
              </mc:Choice>
              <mc:Fallback>
                <p:oleObj name="公式" r:id="rId9" imgW="1676400" imgH="203200" progId="Equation.3">
                  <p:embed/>
                  <p:pic>
                    <p:nvPicPr>
                      <p:cNvPr id="0" name="Object 7"/>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059113" y="188913"/>
                        <a:ext cx="377983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aphicFrame>
        <p:nvGraphicFramePr>
          <p:cNvPr id="129033" name="Object 9"/>
          <p:cNvGraphicFramePr>
            <a:graphicFrameLocks noChangeAspect="1"/>
          </p:cNvGraphicFramePr>
          <p:nvPr/>
        </p:nvGraphicFramePr>
        <p:xfrm>
          <a:off x="1403350" y="2924175"/>
          <a:ext cx="6638925" cy="2339975"/>
        </p:xfrm>
        <a:graphic>
          <a:graphicData uri="http://schemas.openxmlformats.org/presentationml/2006/ole">
            <mc:AlternateContent xmlns:mc="http://schemas.openxmlformats.org/markup-compatibility/2006">
              <mc:Choice xmlns:v="urn:schemas-microsoft-com:vml" Requires="v">
                <p:oleObj spid="_x0000_s7" name="公式" r:id="rId11" imgW="2489200" imgH="876300" progId="Equation.3">
                  <p:embed/>
                </p:oleObj>
              </mc:Choice>
              <mc:Fallback>
                <p:oleObj name="公式" r:id="rId11" imgW="2489200" imgH="876300" progId="Equation.3">
                  <p:embed/>
                  <p:pic>
                    <p:nvPicPr>
                      <p:cNvPr id="0" name="Object 9"/>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403350" y="2924175"/>
                        <a:ext cx="6638925" cy="2339975"/>
                      </a:xfrm>
                      <a:prstGeom prst="rect">
                        <a:avLst/>
                      </a:prstGeom>
                      <a:solidFill>
                        <a:schemeClr val="tx1"/>
                      </a:solidFill>
                      <a:ln w="9525">
                        <a:solidFill>
                          <a:schemeClr val="bg1"/>
                        </a:solidFill>
                        <a:miter lim="800000"/>
                        <a:headEnd/>
                        <a:tailEnd/>
                      </a:ln>
                      <a:effectLst>
                        <a:outerShdw dist="35921" dir="2700000" algn="ctr" rotWithShape="0">
                          <a:schemeClr val="bg2">
                            <a:alpha val="74997"/>
                          </a:schemeClr>
                        </a:outerShdw>
                      </a:effectLst>
                    </p:spPr>
                  </p:pic>
                </p:oleObj>
              </mc:Fallback>
            </mc:AlternateContent>
          </a:graphicData>
        </a:graphic>
      </p:graphicFrame>
      <p:graphicFrame>
        <p:nvGraphicFramePr>
          <p:cNvPr id="129034" name="Object 10"/>
          <p:cNvGraphicFramePr>
            <a:graphicFrameLocks noChangeAspect="1"/>
          </p:cNvGraphicFramePr>
          <p:nvPr/>
        </p:nvGraphicFramePr>
        <p:xfrm>
          <a:off x="4932363" y="5589588"/>
          <a:ext cx="2752725" cy="728662"/>
        </p:xfrm>
        <a:graphic>
          <a:graphicData uri="http://schemas.openxmlformats.org/presentationml/2006/ole">
            <mc:AlternateContent xmlns:mc="http://schemas.openxmlformats.org/markup-compatibility/2006">
              <mc:Choice xmlns:v="urn:schemas-microsoft-com:vml" Requires="v">
                <p:oleObj spid="_x0000_s8" name="公式" r:id="rId13" imgW="862965" imgH="228600" progId="Equation.3">
                  <p:embed/>
                </p:oleObj>
              </mc:Choice>
              <mc:Fallback>
                <p:oleObj name="公式" r:id="rId13" imgW="862965" imgH="228600" progId="Equation.3">
                  <p:embed/>
                  <p:pic>
                    <p:nvPicPr>
                      <p:cNvPr id="0" name="Object 10"/>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4932363" y="5589588"/>
                        <a:ext cx="2752725" cy="728662"/>
                      </a:xfrm>
                      <a:prstGeom prst="rect">
                        <a:avLst/>
                      </a:prstGeom>
                      <a:solidFill>
                        <a:schemeClr val="tx1"/>
                      </a:solidFill>
                      <a:ln w="9525">
                        <a:solidFill>
                          <a:srgbClr val="FF0000"/>
                        </a:solidFill>
                        <a:miter lim="800000"/>
                        <a:headEnd/>
                        <a:tailEnd/>
                      </a:ln>
                      <a:effectLst>
                        <a:outerShdw dist="35921" dir="2700000" algn="ctr" rotWithShape="0">
                          <a:srgbClr val="808080">
                            <a:alpha val="74997"/>
                          </a:srgbClr>
                        </a:outerShdw>
                      </a:effectLst>
                    </p:spPr>
                  </p:pic>
                </p:oleObj>
              </mc:Fallback>
            </mc:AlternateContent>
          </a:graphicData>
        </a:graphic>
      </p:graphicFrame>
      <p:sp>
        <p:nvSpPr>
          <p:cNvPr id="9" name="墨迹 1"/>
          <p:cNvSpPr/>
          <p:nvPr/>
        </p:nvSpPr>
        <p:spPr bwMode="auto">
          <a:xfrm>
            <a:off x="1423800" y="1954440"/>
            <a:ext cx="5569200" cy="4399920"/>
          </a:xfrm>
        </p:spPr>
      </p:sp>
    </p:spTree>
    <p:custDataLst>
      <p:tags r:id="rId15"/>
    </p:custDataLst>
  </p:cSld>
  <p:clrMapOvr>
    <a:masterClrMapping/>
  </p:clrMapOvr>
  <p:transition advTm="10108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29029"/>
                                        </p:tgtEl>
                                        <p:attrNameLst>
                                          <p:attrName>style.visibility</p:attrName>
                                        </p:attrNameLst>
                                      </p:cBhvr>
                                      <p:to>
                                        <p:strVal val="visible"/>
                                      </p:to>
                                    </p:set>
                                    <p:animEffect transition="in" filter="blinds(horizontal)">
                                      <p:cBhvr>
                                        <p:cTn id="7" dur="500"/>
                                        <p:tgtEl>
                                          <p:spTgt spid="129029"/>
                                        </p:tgtEl>
                                      </p:cBhvr>
                                    </p:animEffect>
                                  </p:childTnLst>
                                </p:cTn>
                              </p:par>
                            </p:childTnLst>
                          </p:cTn>
                        </p:par>
                        <p:par>
                          <p:cTn id="8" fill="hold">
                            <p:stCondLst>
                              <p:cond delay="500"/>
                            </p:stCondLst>
                            <p:childTnLst>
                              <p:par>
                                <p:cTn id="9" presetID="3" presetClass="entr" presetSubtype="10" fill="hold" nodeType="afterEffect">
                                  <p:stCondLst>
                                    <p:cond delay="0"/>
                                  </p:stCondLst>
                                  <p:childTnLst>
                                    <p:set>
                                      <p:cBhvr>
                                        <p:cTn id="10" dur="1" fill="hold">
                                          <p:stCondLst>
                                            <p:cond delay="0"/>
                                          </p:stCondLst>
                                        </p:cTn>
                                        <p:tgtEl>
                                          <p:spTgt spid="129030"/>
                                        </p:tgtEl>
                                        <p:attrNameLst>
                                          <p:attrName>style.visibility</p:attrName>
                                        </p:attrNameLst>
                                      </p:cBhvr>
                                      <p:to>
                                        <p:strVal val="visible"/>
                                      </p:to>
                                    </p:set>
                                    <p:animEffect transition="in" filter="blinds(horizontal)">
                                      <p:cBhvr>
                                        <p:cTn id="11" dur="500"/>
                                        <p:tgtEl>
                                          <p:spTgt spid="129030"/>
                                        </p:tgtEl>
                                      </p:cBhvr>
                                    </p:animEffect>
                                  </p:childTnLst>
                                </p:cTn>
                              </p:par>
                            </p:childTnLst>
                          </p:cTn>
                        </p:par>
                      </p:childTnLst>
                    </p:cTn>
                  </p:par>
                  <p:par>
                    <p:cTn id="12" fill="hold">
                      <p:stCondLst>
                        <p:cond delay="indefinite"/>
                      </p:stCondLst>
                      <p:childTnLst>
                        <p:par>
                          <p:cTn id="13" fill="hold">
                            <p:stCondLst>
                              <p:cond delay="0"/>
                            </p:stCondLst>
                            <p:childTnLst>
                              <p:par>
                                <p:cTn id="14" presetID="3" presetClass="entr" presetSubtype="10" fill="hold" nodeType="clickEffect">
                                  <p:stCondLst>
                                    <p:cond delay="0"/>
                                  </p:stCondLst>
                                  <p:childTnLst>
                                    <p:set>
                                      <p:cBhvr>
                                        <p:cTn id="15" dur="1" fill="hold">
                                          <p:stCondLst>
                                            <p:cond delay="0"/>
                                          </p:stCondLst>
                                        </p:cTn>
                                        <p:tgtEl>
                                          <p:spTgt spid="129033"/>
                                        </p:tgtEl>
                                        <p:attrNameLst>
                                          <p:attrName>style.visibility</p:attrName>
                                        </p:attrNameLst>
                                      </p:cBhvr>
                                      <p:to>
                                        <p:strVal val="visible"/>
                                      </p:to>
                                    </p:set>
                                    <p:animEffect transition="in" filter="blinds(horizontal)">
                                      <p:cBhvr>
                                        <p:cTn id="16" dur="500"/>
                                        <p:tgtEl>
                                          <p:spTgt spid="129033"/>
                                        </p:tgtEl>
                                      </p:cBhvr>
                                    </p:animEffect>
                                  </p:childTnLst>
                                </p:cTn>
                              </p:par>
                            </p:childTnLst>
                          </p:cTn>
                        </p:par>
                      </p:childTnLst>
                    </p:cTn>
                  </p:par>
                  <p:par>
                    <p:cTn id="17" fill="hold">
                      <p:stCondLst>
                        <p:cond delay="indefinite"/>
                      </p:stCondLst>
                      <p:childTnLst>
                        <p:par>
                          <p:cTn id="18" fill="hold">
                            <p:stCondLst>
                              <p:cond delay="0"/>
                            </p:stCondLst>
                            <p:childTnLst>
                              <p:par>
                                <p:cTn id="19" presetID="3" presetClass="entr" presetSubtype="10" fill="hold" nodeType="clickEffect">
                                  <p:stCondLst>
                                    <p:cond delay="0"/>
                                  </p:stCondLst>
                                  <p:childTnLst>
                                    <p:set>
                                      <p:cBhvr>
                                        <p:cTn id="20" dur="1" fill="hold">
                                          <p:stCondLst>
                                            <p:cond delay="0"/>
                                          </p:stCondLst>
                                        </p:cTn>
                                        <p:tgtEl>
                                          <p:spTgt spid="129027"/>
                                        </p:tgtEl>
                                        <p:attrNameLst>
                                          <p:attrName>style.visibility</p:attrName>
                                        </p:attrNameLst>
                                      </p:cBhvr>
                                      <p:to>
                                        <p:strVal val="visible"/>
                                      </p:to>
                                    </p:set>
                                    <p:animEffect transition="in" filter="blinds(horizontal)">
                                      <p:cBhvr>
                                        <p:cTn id="21" dur="500"/>
                                        <p:tgtEl>
                                          <p:spTgt spid="129027"/>
                                        </p:tgtEl>
                                      </p:cBhvr>
                                    </p:animEffect>
                                  </p:childTnLst>
                                </p:cTn>
                              </p:par>
                            </p:childTnLst>
                          </p:cTn>
                        </p:par>
                      </p:childTnLst>
                    </p:cTn>
                  </p:par>
                  <p:par>
                    <p:cTn id="22" fill="hold">
                      <p:stCondLst>
                        <p:cond delay="indefinite"/>
                      </p:stCondLst>
                      <p:childTnLst>
                        <p:par>
                          <p:cTn id="23" fill="hold">
                            <p:stCondLst>
                              <p:cond delay="0"/>
                            </p:stCondLst>
                            <p:childTnLst>
                              <p:par>
                                <p:cTn id="24" presetID="3" presetClass="entr" presetSubtype="10" fill="hold" nodeType="clickEffect">
                                  <p:stCondLst>
                                    <p:cond delay="0"/>
                                  </p:stCondLst>
                                  <p:childTnLst>
                                    <p:set>
                                      <p:cBhvr>
                                        <p:cTn id="25" dur="1" fill="hold">
                                          <p:stCondLst>
                                            <p:cond delay="0"/>
                                          </p:stCondLst>
                                        </p:cTn>
                                        <p:tgtEl>
                                          <p:spTgt spid="129034"/>
                                        </p:tgtEl>
                                        <p:attrNameLst>
                                          <p:attrName>style.visibility</p:attrName>
                                        </p:attrNameLst>
                                      </p:cBhvr>
                                      <p:to>
                                        <p:strVal val="visible"/>
                                      </p:to>
                                    </p:set>
                                    <p:animEffect transition="in" filter="blinds(horizontal)">
                                      <p:cBhvr>
                                        <p:cTn id="26" dur="500"/>
                                        <p:tgtEl>
                                          <p:spTgt spid="1290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4"/>
          <p:cNvSpPr>
            <a:spLocks noGrp="1" noChangeArrowheads="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a:spcBef>
                <a:spcPct val="0"/>
              </a:spcBef>
              <a:buFontTx/>
              <a:buNone/>
            </a:pPr>
            <a:fld id="{16D38A7F-2B21-41C1-B0CD-D725DAB9B319}" type="datetime1">
              <a:rPr kumimoji="0" lang="zh-CN" altLang="en-US" sz="1200" smtClean="0">
                <a:solidFill>
                  <a:srgbClr val="000000"/>
                </a:solidFill>
                <a:ea typeface="宋体" panose="02010600030101010101" pitchFamily="2" charset="-122"/>
              </a:rPr>
            </a:fld>
            <a:endParaRPr kumimoji="0" lang="en-US" altLang="zh-CN" sz="1200">
              <a:solidFill>
                <a:srgbClr val="000000"/>
              </a:solidFill>
              <a:ea typeface="宋体" panose="02010600030101010101" pitchFamily="2" charset="-122"/>
            </a:endParaRPr>
          </a:p>
        </p:txBody>
      </p:sp>
      <p:sp>
        <p:nvSpPr>
          <p:cNvPr id="27650" name="Rectangle 2"/>
          <p:cNvSpPr>
            <a:spLocks noGrp="1" noChangeArrowheads="1"/>
          </p:cNvSpPr>
          <p:nvPr>
            <p:ph type="title" idx="4294967295"/>
          </p:nvPr>
        </p:nvSpPr>
        <p:spPr>
          <a:xfrm>
            <a:off x="611188" y="179388"/>
            <a:ext cx="2016125" cy="520700"/>
          </a:xfrm>
          <a:solidFill>
            <a:schemeClr val="bg1"/>
          </a:solidFill>
          <a:effectLst>
            <a:outerShdw dist="35921" dir="2700000" algn="ctr" rotWithShape="0">
              <a:srgbClr val="000000">
                <a:alpha val="74997"/>
              </a:srgbClr>
            </a:outerShdw>
          </a:effectLst>
        </p:spPr>
        <p:txBody>
          <a:bodyPr/>
          <a:lstStyle/>
          <a:p>
            <a:pPr algn="l" eaLnBrk="1" hangingPunct="1">
              <a:defRPr/>
            </a:pPr>
            <a:r>
              <a:rPr kumimoji="0" lang="en-US" altLang="zh-CN" sz="3200">
                <a:solidFill>
                  <a:schemeClr val="tx1"/>
                </a:solidFill>
                <a:effectLst>
                  <a:outerShdw blurRad="38100" dist="38100" dir="2700000" algn="tl">
                    <a:srgbClr val="000000"/>
                  </a:outerShdw>
                </a:effectLst>
              </a:rPr>
              <a:t>5.1 </a:t>
            </a:r>
            <a:r>
              <a:rPr kumimoji="0" lang="zh-CN" altLang="en-US" sz="3200">
                <a:solidFill>
                  <a:schemeClr val="tx1"/>
                </a:solidFill>
                <a:effectLst>
                  <a:outerShdw blurRad="38100" dist="38100" dir="2700000" algn="tl">
                    <a:srgbClr val="000000"/>
                  </a:outerShdw>
                </a:effectLst>
              </a:rPr>
              <a:t>引言</a:t>
            </a:r>
            <a:endParaRPr kumimoji="0" lang="zh-CN" altLang="en-US" sz="3200">
              <a:solidFill>
                <a:schemeClr val="tx1"/>
              </a:solidFill>
              <a:effectLst>
                <a:outerShdw blurRad="38100" dist="38100" dir="2700000" algn="tl">
                  <a:srgbClr val="000000"/>
                </a:outerShdw>
              </a:effectLst>
            </a:endParaRPr>
          </a:p>
        </p:txBody>
      </p:sp>
      <p:sp>
        <p:nvSpPr>
          <p:cNvPr id="27651" name="Rectangle 3"/>
          <p:cNvSpPr>
            <a:spLocks noGrp="1" noChangeArrowheads="1"/>
          </p:cNvSpPr>
          <p:nvPr>
            <p:ph type="body" sz="half" idx="4294967295"/>
          </p:nvPr>
        </p:nvSpPr>
        <p:spPr>
          <a:xfrm>
            <a:off x="2916238" y="620713"/>
            <a:ext cx="3313112" cy="431800"/>
          </a:xfrm>
          <a:solidFill>
            <a:schemeClr val="tx1"/>
          </a:solidFill>
          <a:effectLst>
            <a:outerShdw dist="35921" dir="2700000" algn="ctr" rotWithShape="0">
              <a:srgbClr val="000000">
                <a:alpha val="74997"/>
              </a:srgbClr>
            </a:outerShdw>
          </a:effectLst>
        </p:spPr>
        <p:txBody>
          <a:bodyPr/>
          <a:lstStyle/>
          <a:p>
            <a:pPr eaLnBrk="1" hangingPunct="1">
              <a:buFont typeface="Wingdings" panose="05000000000000000000" pitchFamily="2" charset="2"/>
              <a:buNone/>
              <a:defRPr/>
            </a:pPr>
            <a:r>
              <a:rPr kumimoji="0" lang="zh-CN" altLang="en-US" sz="2400" b="1">
                <a:solidFill>
                  <a:srgbClr val="FF0000"/>
                </a:solidFill>
                <a:sym typeface="Wingdings" panose="05000000000000000000" pitchFamily="2" charset="2"/>
              </a:rPr>
              <a:t>傅里叶变换法的不足：</a:t>
            </a:r>
            <a:endParaRPr kumimoji="0" lang="en-US" altLang="zh-CN" sz="2400" b="1">
              <a:solidFill>
                <a:srgbClr val="FF0000"/>
              </a:solidFill>
              <a:sym typeface="Wingdings" panose="05000000000000000000" pitchFamily="2" charset="2"/>
            </a:endParaRPr>
          </a:p>
        </p:txBody>
      </p:sp>
      <p:sp>
        <p:nvSpPr>
          <p:cNvPr id="2" name="Rectangle 3"/>
          <p:cNvSpPr>
            <a:spLocks noChangeArrowheads="1"/>
          </p:cNvSpPr>
          <p:nvPr/>
        </p:nvSpPr>
        <p:spPr bwMode="auto">
          <a:xfrm>
            <a:off x="1187450" y="1268412"/>
            <a:ext cx="7345363" cy="1656531"/>
          </a:xfrm>
          <a:prstGeom prst="rect">
            <a:avLst/>
          </a:prstGeom>
          <a:solidFill>
            <a:schemeClr val="tx1"/>
          </a:solidFill>
          <a:ln w="9525">
            <a:solidFill>
              <a:schemeClr val="bg1"/>
            </a:solidFill>
            <a:miter lim="800000"/>
          </a:ln>
          <a:effectLst>
            <a:outerShdw blurRad="63500" dist="38099" dir="2700000" algn="ctr" rotWithShape="0">
              <a:srgbClr val="000000">
                <a:alpha val="74998"/>
              </a:srgbClr>
            </a:outerShdw>
          </a:effectLst>
        </p:spPr>
        <p:txBody>
          <a:bodyPr/>
          <a:lstStyle/>
          <a:p>
            <a:pPr marL="342900" indent="-342900" eaLnBrk="1" hangingPunct="1">
              <a:lnSpc>
                <a:spcPct val="120000"/>
              </a:lnSpc>
              <a:spcBef>
                <a:spcPct val="20000"/>
              </a:spcBef>
              <a:buFont typeface="Wingdings" panose="05000000000000000000" pitchFamily="2" charset="2"/>
              <a:buChar char="l"/>
              <a:defRPr/>
            </a:pPr>
            <a:r>
              <a:rPr lang="zh-CN" altLang="en-US" sz="2400" dirty="0">
                <a:solidFill>
                  <a:srgbClr val="000000"/>
                </a:solidFill>
                <a:effectLst>
                  <a:outerShdw blurRad="38100" dist="38100" dir="2700000" algn="tl">
                    <a:srgbClr val="C0C0C0"/>
                  </a:outerShdw>
                </a:effectLst>
                <a:sym typeface="Wingdings" panose="05000000000000000000" pitchFamily="2" charset="2"/>
              </a:rPr>
              <a:t>它一般只能处理符合</a:t>
            </a:r>
            <a:r>
              <a:rPr lang="zh-CN" altLang="en-US" sz="2400" dirty="0">
                <a:solidFill>
                  <a:srgbClr val="FF0000"/>
                </a:solidFill>
                <a:effectLst>
                  <a:outerShdw blurRad="38100" dist="38100" dir="2700000" algn="tl">
                    <a:srgbClr val="C0C0C0"/>
                  </a:outerShdw>
                </a:effectLst>
                <a:sym typeface="Wingdings" panose="05000000000000000000" pitchFamily="2" charset="2"/>
              </a:rPr>
              <a:t>狄利赫利</a:t>
            </a:r>
            <a:r>
              <a:rPr lang="zh-CN" altLang="en-US" sz="2400" dirty="0">
                <a:solidFill>
                  <a:srgbClr val="000000"/>
                </a:solidFill>
                <a:effectLst>
                  <a:outerShdw blurRad="38100" dist="38100" dir="2700000" algn="tl">
                    <a:srgbClr val="C0C0C0"/>
                  </a:outerShdw>
                </a:effectLst>
                <a:sym typeface="Wingdings" panose="05000000000000000000" pitchFamily="2" charset="2"/>
              </a:rPr>
              <a:t>条件的信号。</a:t>
            </a:r>
            <a:endParaRPr lang="zh-CN" altLang="en-US" sz="2400" dirty="0">
              <a:solidFill>
                <a:srgbClr val="000000"/>
              </a:solidFill>
              <a:effectLst>
                <a:outerShdw blurRad="38100" dist="38100" dir="2700000" algn="tl">
                  <a:srgbClr val="C0C0C0"/>
                </a:outerShdw>
              </a:effectLst>
              <a:sym typeface="Wingdings" panose="05000000000000000000" pitchFamily="2" charset="2"/>
            </a:endParaRPr>
          </a:p>
          <a:p>
            <a:pPr marL="342900" indent="-342900" eaLnBrk="1" hangingPunct="1">
              <a:lnSpc>
                <a:spcPct val="120000"/>
              </a:lnSpc>
              <a:spcBef>
                <a:spcPct val="20000"/>
              </a:spcBef>
              <a:buFont typeface="Wingdings" panose="05000000000000000000" pitchFamily="2" charset="2"/>
              <a:buChar char="l"/>
              <a:defRPr/>
            </a:pPr>
            <a:r>
              <a:rPr lang="zh-CN" altLang="en-US" sz="2400" dirty="0">
                <a:solidFill>
                  <a:srgbClr val="000000"/>
                </a:solidFill>
                <a:effectLst>
                  <a:outerShdw blurRad="38100" dist="38100" dir="2700000" algn="tl">
                    <a:srgbClr val="C0C0C0"/>
                  </a:outerShdw>
                </a:effectLst>
                <a:sym typeface="Wingdings" panose="05000000000000000000" pitchFamily="2" charset="2"/>
              </a:rPr>
              <a:t>傅里叶</a:t>
            </a:r>
            <a:r>
              <a:rPr lang="zh-CN" altLang="en-US" sz="2400" dirty="0">
                <a:solidFill>
                  <a:srgbClr val="FF0000"/>
                </a:solidFill>
                <a:effectLst>
                  <a:outerShdw blurRad="38100" dist="38100" dir="2700000" algn="tl">
                    <a:srgbClr val="C0C0C0"/>
                  </a:outerShdw>
                </a:effectLst>
                <a:sym typeface="Wingdings" panose="05000000000000000000" pitchFamily="2" charset="2"/>
              </a:rPr>
              <a:t>反变换</a:t>
            </a:r>
            <a:r>
              <a:rPr lang="zh-CN" altLang="en-US" sz="2400" dirty="0">
                <a:solidFill>
                  <a:srgbClr val="000000"/>
                </a:solidFill>
                <a:effectLst>
                  <a:outerShdw blurRad="38100" dist="38100" dir="2700000" algn="tl">
                    <a:srgbClr val="C0C0C0"/>
                  </a:outerShdw>
                </a:effectLst>
                <a:sym typeface="Wingdings" panose="05000000000000000000" pitchFamily="2" charset="2"/>
              </a:rPr>
              <a:t>是复变函数的</a:t>
            </a:r>
            <a:r>
              <a:rPr lang="zh-CN" altLang="en-US" sz="2400" dirty="0">
                <a:solidFill>
                  <a:srgbClr val="FF0000"/>
                </a:solidFill>
                <a:effectLst>
                  <a:outerShdw blurRad="38100" dist="38100" dir="2700000" algn="tl">
                    <a:srgbClr val="C0C0C0"/>
                  </a:outerShdw>
                </a:effectLst>
                <a:sym typeface="Wingdings" panose="05000000000000000000" pitchFamily="2" charset="2"/>
              </a:rPr>
              <a:t>广义积分</a:t>
            </a:r>
            <a:r>
              <a:rPr lang="zh-CN" altLang="en-US" sz="2400" dirty="0">
                <a:solidFill>
                  <a:srgbClr val="000000"/>
                </a:solidFill>
                <a:effectLst>
                  <a:outerShdw blurRad="38100" dist="38100" dir="2700000" algn="tl">
                    <a:srgbClr val="C0C0C0"/>
                  </a:outerShdw>
                </a:effectLst>
                <a:sym typeface="Symbol" panose="05050102010706020507" pitchFamily="18" charset="2"/>
              </a:rPr>
              <a:t>，</a:t>
            </a:r>
            <a:r>
              <a:rPr lang="zh-CN" altLang="en-US" sz="2400" dirty="0">
                <a:solidFill>
                  <a:srgbClr val="FF0000"/>
                </a:solidFill>
                <a:effectLst>
                  <a:outerShdw blurRad="38100" dist="38100" dir="2700000" algn="tl">
                    <a:srgbClr val="C0C0C0"/>
                  </a:outerShdw>
                </a:effectLst>
                <a:sym typeface="Symbol" panose="05050102010706020507" pitchFamily="18" charset="2"/>
              </a:rPr>
              <a:t>难以</a:t>
            </a:r>
            <a:r>
              <a:rPr lang="zh-CN" altLang="en-US" sz="2400" dirty="0">
                <a:solidFill>
                  <a:srgbClr val="000000"/>
                </a:solidFill>
                <a:effectLst>
                  <a:outerShdw blurRad="38100" dist="38100" dir="2700000" algn="tl">
                    <a:srgbClr val="C0C0C0"/>
                  </a:outerShdw>
                </a:effectLst>
                <a:sym typeface="Symbol" panose="05050102010706020507" pitchFamily="18" charset="2"/>
              </a:rPr>
              <a:t>计算。</a:t>
            </a:r>
            <a:endParaRPr lang="en-US" altLang="zh-CN" sz="2400" dirty="0">
              <a:solidFill>
                <a:srgbClr val="000000"/>
              </a:solidFill>
              <a:effectLst>
                <a:outerShdw blurRad="38100" dist="38100" dir="2700000" algn="tl">
                  <a:srgbClr val="C0C0C0"/>
                </a:outerShdw>
              </a:effectLst>
              <a:sym typeface="Symbol" panose="05050102010706020507" pitchFamily="18" charset="2"/>
            </a:endParaRPr>
          </a:p>
          <a:p>
            <a:pPr marL="342900" indent="-342900" eaLnBrk="1" hangingPunct="1">
              <a:lnSpc>
                <a:spcPct val="120000"/>
              </a:lnSpc>
              <a:spcBef>
                <a:spcPct val="20000"/>
              </a:spcBef>
              <a:buFont typeface="Wingdings" panose="05000000000000000000" pitchFamily="2" charset="2"/>
              <a:buChar char="l"/>
              <a:defRPr/>
            </a:pPr>
            <a:r>
              <a:rPr lang="zh-CN" altLang="en-US" sz="2400" dirty="0">
                <a:solidFill>
                  <a:srgbClr val="000000"/>
                </a:solidFill>
                <a:effectLst>
                  <a:outerShdw blurRad="38100" dist="38100" dir="2700000" algn="tl">
                    <a:srgbClr val="C0C0C0"/>
                  </a:outerShdw>
                </a:effectLst>
                <a:sym typeface="Symbol" panose="05050102010706020507" pitchFamily="18" charset="2"/>
              </a:rPr>
              <a:t>有些信号的傅里叶变化不存在</a:t>
            </a:r>
            <a:endParaRPr lang="en-US" altLang="zh-CN" sz="2400" dirty="0">
              <a:solidFill>
                <a:srgbClr val="000000"/>
              </a:solidFill>
              <a:effectLst>
                <a:outerShdw blurRad="38100" dist="38100" dir="2700000" algn="tl">
                  <a:srgbClr val="C0C0C0"/>
                </a:outerShdw>
              </a:effectLst>
              <a:sym typeface="Wingdings" panose="05000000000000000000" pitchFamily="2" charset="2"/>
            </a:endParaRPr>
          </a:p>
        </p:txBody>
      </p:sp>
      <p:sp>
        <p:nvSpPr>
          <p:cNvPr id="130059" name="Rectangle 11"/>
          <p:cNvSpPr>
            <a:spLocks noChangeArrowheads="1"/>
          </p:cNvSpPr>
          <p:nvPr/>
        </p:nvSpPr>
        <p:spPr bwMode="auto">
          <a:xfrm>
            <a:off x="755576" y="3212976"/>
            <a:ext cx="5761037"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a:buFontTx/>
              <a:buNone/>
            </a:pPr>
            <a:r>
              <a:rPr kumimoji="0" lang="zh-CN" altLang="en-US" sz="2800" dirty="0">
                <a:solidFill>
                  <a:schemeClr val="bg1"/>
                </a:solidFill>
              </a:rPr>
              <a:t>   本章引入的拉普拉斯变换分析法</a:t>
            </a:r>
            <a:r>
              <a:rPr kumimoji="0" lang="en-US" altLang="zh-CN" sz="2800" dirty="0">
                <a:solidFill>
                  <a:schemeClr val="bg1"/>
                </a:solidFill>
              </a:rPr>
              <a:t>:</a:t>
            </a:r>
            <a:endParaRPr kumimoji="0" lang="en-US" altLang="zh-CN" sz="2800" dirty="0">
              <a:solidFill>
                <a:schemeClr val="bg1"/>
              </a:solidFill>
            </a:endParaRPr>
          </a:p>
          <a:p>
            <a:pPr>
              <a:spcBef>
                <a:spcPct val="0"/>
              </a:spcBef>
              <a:buFontTx/>
              <a:buNone/>
            </a:pPr>
            <a:endParaRPr kumimoji="0" lang="zh-CN" altLang="en-US" sz="2800" dirty="0">
              <a:solidFill>
                <a:schemeClr val="bg1"/>
              </a:solidFill>
            </a:endParaRPr>
          </a:p>
        </p:txBody>
      </p:sp>
      <p:sp>
        <p:nvSpPr>
          <p:cNvPr id="130060" name="Rectangle 12"/>
          <p:cNvSpPr>
            <a:spLocks noChangeArrowheads="1"/>
          </p:cNvSpPr>
          <p:nvPr/>
        </p:nvSpPr>
        <p:spPr bwMode="auto">
          <a:xfrm>
            <a:off x="1115616" y="4014569"/>
            <a:ext cx="7345362" cy="1763713"/>
          </a:xfrm>
          <a:prstGeom prst="rect">
            <a:avLst/>
          </a:prstGeom>
          <a:solidFill>
            <a:schemeClr val="tx1"/>
          </a:solidFill>
          <a:ln w="9525">
            <a:solidFill>
              <a:schemeClr val="bg1"/>
            </a:solidFill>
            <a:miter lim="800000"/>
          </a:ln>
          <a:effectLst>
            <a:outerShdw blurRad="63500" dist="38099" dir="2700000" algn="ctr" rotWithShape="0">
              <a:schemeClr val="bg2">
                <a:alpha val="74998"/>
              </a:schemeClr>
            </a:outerShdw>
          </a:effectLst>
        </p:spPr>
        <p:txBody>
          <a:bodyPr>
            <a:spAutoFit/>
          </a:bodyPr>
          <a:lstStyle/>
          <a:p>
            <a:pPr marL="266700" indent="-266700" eaLnBrk="1" hangingPunct="1">
              <a:lnSpc>
                <a:spcPct val="140000"/>
              </a:lnSpc>
              <a:spcBef>
                <a:spcPct val="35000"/>
              </a:spcBef>
              <a:buClr>
                <a:srgbClr val="FF0000"/>
              </a:buClr>
              <a:buFont typeface="Wingdings" panose="05000000000000000000" pitchFamily="2" charset="2"/>
              <a:buChar char="l"/>
              <a:defRPr/>
            </a:pPr>
            <a:r>
              <a:rPr lang="zh-CN" altLang="en-US" sz="2400">
                <a:solidFill>
                  <a:srgbClr val="000000"/>
                </a:solidFill>
                <a:latin typeface="Times New Roman" panose="02020603050405020304" pitchFamily="18" charset="0"/>
              </a:rPr>
              <a:t>一方面可从数学中</a:t>
            </a:r>
            <a:r>
              <a:rPr lang="zh-CN" altLang="en-US" sz="2400">
                <a:solidFill>
                  <a:srgbClr val="FF0000"/>
                </a:solidFill>
                <a:latin typeface="Times New Roman" panose="02020603050405020304" pitchFamily="18" charset="0"/>
              </a:rPr>
              <a:t>积分变换</a:t>
            </a:r>
            <a:r>
              <a:rPr lang="zh-CN" altLang="en-US" sz="2400">
                <a:solidFill>
                  <a:srgbClr val="000000"/>
                </a:solidFill>
                <a:latin typeface="Times New Roman" panose="02020603050405020304" pitchFamily="18" charset="0"/>
              </a:rPr>
              <a:t>的观点直接定义；</a:t>
            </a:r>
            <a:endParaRPr lang="zh-CN" altLang="en-US" sz="2400">
              <a:solidFill>
                <a:srgbClr val="000000"/>
              </a:solidFill>
              <a:latin typeface="Times New Roman" panose="02020603050405020304" pitchFamily="18" charset="0"/>
            </a:endParaRPr>
          </a:p>
          <a:p>
            <a:pPr marL="266700" indent="-266700" eaLnBrk="1" hangingPunct="1">
              <a:lnSpc>
                <a:spcPct val="140000"/>
              </a:lnSpc>
              <a:spcBef>
                <a:spcPct val="35000"/>
              </a:spcBef>
              <a:buClr>
                <a:srgbClr val="FF0000"/>
              </a:buClr>
              <a:buFont typeface="Wingdings" panose="05000000000000000000" pitchFamily="2" charset="2"/>
              <a:buChar char="l"/>
              <a:defRPr/>
            </a:pPr>
            <a:r>
              <a:rPr lang="zh-CN" altLang="en-US" sz="2400">
                <a:solidFill>
                  <a:srgbClr val="000000"/>
                </a:solidFill>
              </a:rPr>
              <a:t>另一方面从信号分析观点可看成是傅里叶变换在</a:t>
            </a:r>
            <a:r>
              <a:rPr lang="zh-CN" altLang="en-US" sz="2400">
                <a:solidFill>
                  <a:srgbClr val="FF0000"/>
                </a:solidFill>
              </a:rPr>
              <a:t>复频域中</a:t>
            </a:r>
            <a:r>
              <a:rPr lang="zh-CN" altLang="en-US" sz="2400">
                <a:solidFill>
                  <a:srgbClr val="000000"/>
                </a:solidFill>
              </a:rPr>
              <a:t>的推广</a:t>
            </a:r>
            <a:r>
              <a:rPr lang="en-US" altLang="zh-CN" sz="2400">
                <a:solidFill>
                  <a:srgbClr val="000000"/>
                </a:solidFill>
              </a:rPr>
              <a:t>,</a:t>
            </a:r>
            <a:r>
              <a:rPr lang="zh-CN" altLang="en-US" sz="2400">
                <a:solidFill>
                  <a:srgbClr val="000000"/>
                </a:solidFill>
              </a:rPr>
              <a:t>具有更为明确的物理意义；</a:t>
            </a:r>
            <a:endParaRPr lang="zh-CN" altLang="en-US" sz="2400">
              <a:solidFill>
                <a:srgbClr val="000000"/>
              </a:solidFill>
            </a:endParaRPr>
          </a:p>
        </p:txBody>
      </p:sp>
      <p:sp>
        <p:nvSpPr>
          <p:cNvPr id="3" name="墨迹 2"/>
          <p:cNvSpPr/>
          <p:nvPr/>
        </p:nvSpPr>
        <p:spPr bwMode="auto">
          <a:xfrm>
            <a:off x="3923640" y="1724040"/>
            <a:ext cx="5158800" cy="2833920"/>
          </a:xfrm>
        </p:spPr>
      </p:sp>
    </p:spTree>
    <p:custDataLst>
      <p:tags r:id="rId1"/>
    </p:custDataLst>
  </p:cSld>
  <p:clrMapOvr>
    <a:masterClrMapping/>
  </p:clrMapOvr>
  <mc:AlternateContent xmlns:mc="http://schemas.openxmlformats.org/markup-compatibility/2006">
    <mc:Choice xmlns:p14="http://schemas.microsoft.com/office/powerpoint/2010/main" Requires="p14">
      <p:transition spd="slow" p14:dur="2000" advTm="168226"/>
    </mc:Choice>
    <mc:Fallback>
      <p:transition spd="slow" advTm="168226"/>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nodeType="withEffect">
                                  <p:stCondLst>
                                    <p:cond delay="0"/>
                                  </p:stCondLst>
                                  <p:childTnLst>
                                    <p:set>
                                      <p:cBhvr>
                                        <p:cTn id="6" dur="1" fill="hold">
                                          <p:stCondLst>
                                            <p:cond delay="0"/>
                                          </p:stCondLst>
                                        </p:cTn>
                                        <p:tgtEl>
                                          <p:spTgt spid="3"/>
                                        </p:tgtEl>
                                        <p:attrNameLst>
                                          <p:attrName>style.visibility</p:attrName>
                                        </p:attrNameLst>
                                      </p:cBhvr>
                                      <p:to>
                                        <p:strVal val="visible"/>
                                      </p:to>
                                    </p:set>
                                    <p:cmd type="call" cmd="playFrom(0.0)">
                                      <p:cBhvr>
                                        <p:cTn id="7" dur="1" fill="hold"/>
                                        <p:tgtEl>
                                          <p:spTgt spid="3"/>
                                        </p:tgtEl>
                                      </p:cBhvr>
                                    </p:cmd>
                                  </p:childTnLst>
                                </p:cTn>
                              </p:par>
                            </p:childTnLst>
                          </p:cTn>
                        </p:par>
                      </p:childTnLst>
                    </p:cTn>
                  </p:par>
                  <p:par>
                    <p:cTn id="8" fill="hold">
                      <p:stCondLst>
                        <p:cond delay="indefinite"/>
                      </p:stCondLst>
                      <p:childTnLst>
                        <p:par>
                          <p:cTn id="9" fill="hold">
                            <p:stCondLst>
                              <p:cond delay="0"/>
                            </p:stCondLst>
                            <p:childTnLst>
                              <p:par>
                                <p:cTn id="10" presetID="55" presetClass="entr" presetSubtype="0"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 calcmode="lin" valueType="num">
                                      <p:cBhvr>
                                        <p:cTn id="12" dur="1000" fill="hold"/>
                                        <p:tgtEl>
                                          <p:spTgt spid="2"/>
                                        </p:tgtEl>
                                        <p:attrNameLst>
                                          <p:attrName>ppt_w</p:attrName>
                                        </p:attrNameLst>
                                      </p:cBhvr>
                                      <p:tavLst>
                                        <p:tav tm="0">
                                          <p:val>
                                            <p:strVal val="#ppt_w*0.70"/>
                                          </p:val>
                                        </p:tav>
                                        <p:tav tm="100000">
                                          <p:val>
                                            <p:strVal val="#ppt_w"/>
                                          </p:val>
                                        </p:tav>
                                      </p:tavLst>
                                    </p:anim>
                                    <p:anim calcmode="lin" valueType="num">
                                      <p:cBhvr>
                                        <p:cTn id="13" dur="1000" fill="hold"/>
                                        <p:tgtEl>
                                          <p:spTgt spid="2"/>
                                        </p:tgtEl>
                                        <p:attrNameLst>
                                          <p:attrName>ppt_h</p:attrName>
                                        </p:attrNameLst>
                                      </p:cBhvr>
                                      <p:tavLst>
                                        <p:tav tm="0">
                                          <p:val>
                                            <p:strVal val="#ppt_h"/>
                                          </p:val>
                                        </p:tav>
                                        <p:tav tm="100000">
                                          <p:val>
                                            <p:strVal val="#ppt_h"/>
                                          </p:val>
                                        </p:tav>
                                      </p:tavLst>
                                    </p:anim>
                                    <p:animEffect transition="in" filter="fade">
                                      <p:cBhvr>
                                        <p:cTn id="14" dur="1000"/>
                                        <p:tgtEl>
                                          <p:spTgt spid="2"/>
                                        </p:tgtEl>
                                      </p:cBhvr>
                                    </p:animEffect>
                                  </p:childTnLst>
                                </p:cTn>
                              </p:par>
                            </p:childTnLst>
                          </p:cTn>
                        </p:par>
                        <p:par>
                          <p:cTn id="15" fill="hold">
                            <p:stCondLst>
                              <p:cond delay="1000"/>
                            </p:stCondLst>
                            <p:childTnLst>
                              <p:par>
                                <p:cTn id="16" presetID="55" presetClass="entr" presetSubtype="0" fill="hold" grpId="0" nodeType="afterEffect">
                                  <p:stCondLst>
                                    <p:cond delay="0"/>
                                  </p:stCondLst>
                                  <p:childTnLst>
                                    <p:set>
                                      <p:cBhvr>
                                        <p:cTn id="17" dur="1" fill="hold">
                                          <p:stCondLst>
                                            <p:cond delay="0"/>
                                          </p:stCondLst>
                                        </p:cTn>
                                        <p:tgtEl>
                                          <p:spTgt spid="130059"/>
                                        </p:tgtEl>
                                        <p:attrNameLst>
                                          <p:attrName>style.visibility</p:attrName>
                                        </p:attrNameLst>
                                      </p:cBhvr>
                                      <p:to>
                                        <p:strVal val="visible"/>
                                      </p:to>
                                    </p:set>
                                    <p:anim calcmode="lin" valueType="num">
                                      <p:cBhvr>
                                        <p:cTn id="18" dur="1000" fill="hold"/>
                                        <p:tgtEl>
                                          <p:spTgt spid="130059"/>
                                        </p:tgtEl>
                                        <p:attrNameLst>
                                          <p:attrName>ppt_w</p:attrName>
                                        </p:attrNameLst>
                                      </p:cBhvr>
                                      <p:tavLst>
                                        <p:tav tm="0">
                                          <p:val>
                                            <p:strVal val="#ppt_w*0.70"/>
                                          </p:val>
                                        </p:tav>
                                        <p:tav tm="100000">
                                          <p:val>
                                            <p:strVal val="#ppt_w"/>
                                          </p:val>
                                        </p:tav>
                                      </p:tavLst>
                                    </p:anim>
                                    <p:anim calcmode="lin" valueType="num">
                                      <p:cBhvr>
                                        <p:cTn id="19" dur="1000" fill="hold"/>
                                        <p:tgtEl>
                                          <p:spTgt spid="130059"/>
                                        </p:tgtEl>
                                        <p:attrNameLst>
                                          <p:attrName>ppt_h</p:attrName>
                                        </p:attrNameLst>
                                      </p:cBhvr>
                                      <p:tavLst>
                                        <p:tav tm="0">
                                          <p:val>
                                            <p:strVal val="#ppt_h"/>
                                          </p:val>
                                        </p:tav>
                                        <p:tav tm="100000">
                                          <p:val>
                                            <p:strVal val="#ppt_h"/>
                                          </p:val>
                                        </p:tav>
                                      </p:tavLst>
                                    </p:anim>
                                    <p:animEffect transition="in" filter="fade">
                                      <p:cBhvr>
                                        <p:cTn id="20" dur="1000"/>
                                        <p:tgtEl>
                                          <p:spTgt spid="130059"/>
                                        </p:tgtEl>
                                      </p:cBhvr>
                                    </p:animEffect>
                                  </p:childTnLst>
                                </p:cTn>
                              </p:par>
                            </p:childTnLst>
                          </p:cTn>
                        </p:par>
                      </p:childTnLst>
                    </p:cTn>
                  </p:par>
                  <p:par>
                    <p:cTn id="21" fill="hold">
                      <p:stCondLst>
                        <p:cond delay="indefinite"/>
                      </p:stCondLst>
                      <p:childTnLst>
                        <p:par>
                          <p:cTn id="22" fill="hold">
                            <p:stCondLst>
                              <p:cond delay="0"/>
                            </p:stCondLst>
                            <p:childTnLst>
                              <p:par>
                                <p:cTn id="23" presetID="55" presetClass="entr" presetSubtype="0" fill="hold" grpId="0" nodeType="clickEffect">
                                  <p:stCondLst>
                                    <p:cond delay="0"/>
                                  </p:stCondLst>
                                  <p:iterate type="lt">
                                    <p:tmPct val="0"/>
                                  </p:iterate>
                                  <p:childTnLst>
                                    <p:set>
                                      <p:cBhvr>
                                        <p:cTn id="24" dur="1" fill="hold">
                                          <p:stCondLst>
                                            <p:cond delay="0"/>
                                          </p:stCondLst>
                                        </p:cTn>
                                        <p:tgtEl>
                                          <p:spTgt spid="130060"/>
                                        </p:tgtEl>
                                        <p:attrNameLst>
                                          <p:attrName>style.visibility</p:attrName>
                                        </p:attrNameLst>
                                      </p:cBhvr>
                                      <p:to>
                                        <p:strVal val="visible"/>
                                      </p:to>
                                    </p:set>
                                    <p:anim calcmode="lin" valueType="num">
                                      <p:cBhvr>
                                        <p:cTn id="25" dur="1000" fill="hold"/>
                                        <p:tgtEl>
                                          <p:spTgt spid="130060"/>
                                        </p:tgtEl>
                                        <p:attrNameLst>
                                          <p:attrName>ppt_w</p:attrName>
                                        </p:attrNameLst>
                                      </p:cBhvr>
                                      <p:tavLst>
                                        <p:tav tm="0">
                                          <p:val>
                                            <p:strVal val="#ppt_w*0.70"/>
                                          </p:val>
                                        </p:tav>
                                        <p:tav tm="100000">
                                          <p:val>
                                            <p:strVal val="#ppt_w"/>
                                          </p:val>
                                        </p:tav>
                                      </p:tavLst>
                                    </p:anim>
                                    <p:anim calcmode="lin" valueType="num">
                                      <p:cBhvr>
                                        <p:cTn id="26" dur="1000" fill="hold"/>
                                        <p:tgtEl>
                                          <p:spTgt spid="130060"/>
                                        </p:tgtEl>
                                        <p:attrNameLst>
                                          <p:attrName>ppt_h</p:attrName>
                                        </p:attrNameLst>
                                      </p:cBhvr>
                                      <p:tavLst>
                                        <p:tav tm="0">
                                          <p:val>
                                            <p:strVal val="#ppt_h"/>
                                          </p:val>
                                        </p:tav>
                                        <p:tav tm="100000">
                                          <p:val>
                                            <p:strVal val="#ppt_h"/>
                                          </p:val>
                                        </p:tav>
                                      </p:tavLst>
                                    </p:anim>
                                    <p:animEffect transition="in" filter="fade">
                                      <p:cBhvr>
                                        <p:cTn id="27" dur="1000"/>
                                        <p:tgtEl>
                                          <p:spTgt spid="1300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130059" grpId="0"/>
      <p:bldP spid="130060"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4"/>
          <p:cNvSpPr>
            <a:spLocks noGrp="1" noChangeArrowheads="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a:spcBef>
                <a:spcPct val="0"/>
              </a:spcBef>
              <a:buFontTx/>
              <a:buNone/>
            </a:pPr>
            <a:fld id="{D35C4B93-A079-4A03-86C2-4F3757D451D9}" type="datetime1">
              <a:rPr kumimoji="0" lang="zh-CN" altLang="en-US" sz="1200" smtClean="0">
                <a:solidFill>
                  <a:srgbClr val="000000"/>
                </a:solidFill>
                <a:ea typeface="宋体" panose="02010600030101010101" pitchFamily="2" charset="-122"/>
              </a:rPr>
            </a:fld>
            <a:endParaRPr kumimoji="0" lang="en-US" altLang="zh-CN" sz="1200">
              <a:solidFill>
                <a:srgbClr val="000000"/>
              </a:solidFill>
              <a:ea typeface="宋体" panose="02010600030101010101" pitchFamily="2" charset="-122"/>
            </a:endParaRPr>
          </a:p>
        </p:txBody>
      </p:sp>
      <p:sp>
        <p:nvSpPr>
          <p:cNvPr id="131075" name="Rectangle 3"/>
          <p:cNvSpPr>
            <a:spLocks noGrp="1" noChangeArrowheads="1"/>
          </p:cNvSpPr>
          <p:nvPr>
            <p:ph type="body" sz="half" idx="1"/>
          </p:nvPr>
        </p:nvSpPr>
        <p:spPr>
          <a:xfrm>
            <a:off x="684213" y="188913"/>
            <a:ext cx="8064500" cy="2232025"/>
          </a:xfrm>
          <a:solidFill>
            <a:schemeClr val="tx1"/>
          </a:solidFill>
          <a:ln>
            <a:solidFill>
              <a:schemeClr val="bg1"/>
            </a:solidFill>
          </a:ln>
          <a:effectLst>
            <a:outerShdw dist="35921" dir="2700000" algn="ctr" rotWithShape="0">
              <a:srgbClr val="000000">
                <a:alpha val="74997"/>
              </a:srgbClr>
            </a:outerShdw>
          </a:effectLst>
        </p:spPr>
        <p:txBody>
          <a:bodyPr/>
          <a:lstStyle/>
          <a:p>
            <a:pPr marL="355600" indent="-355600">
              <a:lnSpc>
                <a:spcPct val="130000"/>
              </a:lnSpc>
              <a:spcBef>
                <a:spcPct val="30000"/>
              </a:spcBef>
              <a:buClr>
                <a:srgbClr val="FF0000"/>
              </a:buClr>
              <a:buFont typeface="Wingdings" panose="05000000000000000000" pitchFamily="2" charset="2"/>
              <a:buChar char="l"/>
            </a:pPr>
            <a:r>
              <a:rPr kumimoji="0" lang="zh-CN" altLang="en-US" sz="2400" b="1">
                <a:solidFill>
                  <a:srgbClr val="000000"/>
                </a:solidFill>
                <a:effectLst/>
              </a:rPr>
              <a:t>因而拉普拉斯变换分析法常称为</a:t>
            </a:r>
            <a:r>
              <a:rPr kumimoji="0" lang="zh-CN" altLang="en-US" sz="2400" b="1">
                <a:solidFill>
                  <a:srgbClr val="FF0000"/>
                </a:solidFill>
                <a:effectLst/>
              </a:rPr>
              <a:t>复频域分析法</a:t>
            </a:r>
            <a:r>
              <a:rPr kumimoji="0" lang="zh-CN" altLang="en-US" sz="2400" b="1">
                <a:solidFill>
                  <a:srgbClr val="000000"/>
                </a:solidFill>
                <a:effectLst/>
              </a:rPr>
              <a:t>。</a:t>
            </a:r>
            <a:endParaRPr kumimoji="0" lang="zh-CN" altLang="en-US" sz="2400" b="1">
              <a:solidFill>
                <a:srgbClr val="000000"/>
              </a:solidFill>
              <a:effectLst/>
            </a:endParaRPr>
          </a:p>
          <a:p>
            <a:pPr marL="355600" indent="-355600">
              <a:lnSpc>
                <a:spcPct val="130000"/>
              </a:lnSpc>
              <a:spcBef>
                <a:spcPct val="30000"/>
              </a:spcBef>
              <a:buClr>
                <a:srgbClr val="FF0000"/>
              </a:buClr>
              <a:buFont typeface="Wingdings" panose="05000000000000000000" pitchFamily="2" charset="2"/>
              <a:buChar char="l"/>
            </a:pPr>
            <a:r>
              <a:rPr kumimoji="0" lang="zh-CN" altLang="en-US" sz="2400" b="1">
                <a:solidFill>
                  <a:srgbClr val="000000"/>
                </a:solidFill>
                <a:effectLst/>
              </a:rPr>
              <a:t>拉普拉斯变换分析法和傅里叶变换分析法都是建立在</a:t>
            </a:r>
            <a:r>
              <a:rPr kumimoji="0" lang="zh-CN" altLang="en-US" sz="2400" b="1">
                <a:solidFill>
                  <a:srgbClr val="FF0000"/>
                </a:solidFill>
                <a:effectLst/>
              </a:rPr>
              <a:t>线性非时变系统</a:t>
            </a:r>
            <a:r>
              <a:rPr kumimoji="0" lang="zh-CN" altLang="en-US" sz="2400" b="1">
                <a:solidFill>
                  <a:srgbClr val="000000"/>
                </a:solidFill>
                <a:effectLst/>
              </a:rPr>
              <a:t>的</a:t>
            </a:r>
            <a:r>
              <a:rPr kumimoji="0" lang="zh-CN" altLang="en-US" sz="2400" b="1">
                <a:solidFill>
                  <a:srgbClr val="FF0000"/>
                </a:solidFill>
                <a:effectLst/>
              </a:rPr>
              <a:t>齐次性可迭加性</a:t>
            </a:r>
            <a:r>
              <a:rPr kumimoji="0" lang="zh-CN" altLang="en-US" sz="2400" b="1">
                <a:solidFill>
                  <a:srgbClr val="000000"/>
                </a:solidFill>
                <a:effectLst/>
              </a:rPr>
              <a:t>基础上的。只是信号分解的基本单元函数</a:t>
            </a:r>
            <a:r>
              <a:rPr kumimoji="0" lang="zh-CN" altLang="en-US" sz="2400" b="1">
                <a:solidFill>
                  <a:srgbClr val="FF0000"/>
                </a:solidFill>
                <a:effectLst/>
              </a:rPr>
              <a:t>不同</a:t>
            </a:r>
            <a:r>
              <a:rPr kumimoji="0" lang="zh-CN" altLang="en-US" sz="2400" b="1">
                <a:solidFill>
                  <a:srgbClr val="000000"/>
                </a:solidFill>
                <a:effectLst/>
              </a:rPr>
              <a:t>。</a:t>
            </a:r>
            <a:endParaRPr kumimoji="0" lang="zh-CN" altLang="en-US" sz="2400" b="1">
              <a:solidFill>
                <a:srgbClr val="000000"/>
              </a:solidFill>
              <a:effectLst/>
            </a:endParaRPr>
          </a:p>
        </p:txBody>
      </p:sp>
      <p:graphicFrame>
        <p:nvGraphicFramePr>
          <p:cNvPr id="131079" name="Object 7"/>
          <p:cNvGraphicFramePr>
            <a:graphicFrameLocks noChangeAspect="1"/>
          </p:cNvGraphicFramePr>
          <p:nvPr/>
        </p:nvGraphicFramePr>
        <p:xfrm>
          <a:off x="1259632" y="3246110"/>
          <a:ext cx="6048523" cy="503237"/>
        </p:xfrm>
        <a:graphic>
          <a:graphicData uri="http://schemas.openxmlformats.org/presentationml/2006/ole">
            <mc:AlternateContent xmlns:mc="http://schemas.openxmlformats.org/markup-compatibility/2006">
              <mc:Choice xmlns:v="urn:schemas-microsoft-com:vml" Requires="v">
                <p:oleObj spid="_x0000_s2" name="公式" r:id="rId1" imgW="2463800" imgH="215900" progId="Equation.3">
                  <p:embed/>
                </p:oleObj>
              </mc:Choice>
              <mc:Fallback>
                <p:oleObj name="公式" r:id="rId1" imgW="2463800" imgH="215900" progId="Equation.3">
                  <p:embed/>
                  <p:pic>
                    <p:nvPicPr>
                      <p:cNvPr id="0" name="Object 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59632" y="3246110"/>
                        <a:ext cx="6048523" cy="503237"/>
                      </a:xfrm>
                      <a:prstGeom prst="rect">
                        <a:avLst/>
                      </a:prstGeom>
                      <a:solidFill>
                        <a:schemeClr val="tx1"/>
                      </a:solidFill>
                      <a:ln>
                        <a:noFill/>
                      </a:ln>
                      <a:effectLst>
                        <a:outerShdw dist="35921" dir="2700000" algn="ctr" rotWithShape="0">
                          <a:schemeClr val="bg2">
                            <a:alpha val="74997"/>
                          </a:schemeClr>
                        </a:outerShdw>
                      </a:effectLst>
                    </p:spPr>
                  </p:pic>
                </p:oleObj>
              </mc:Fallback>
            </mc:AlternateContent>
          </a:graphicData>
        </a:graphic>
      </p:graphicFrame>
      <p:sp>
        <p:nvSpPr>
          <p:cNvPr id="27651" name="Rectangle 3"/>
          <p:cNvSpPr>
            <a:spLocks noChangeArrowheads="1"/>
          </p:cNvSpPr>
          <p:nvPr/>
        </p:nvSpPr>
        <p:spPr bwMode="auto">
          <a:xfrm>
            <a:off x="971550" y="2636838"/>
            <a:ext cx="5256213" cy="576262"/>
          </a:xfrm>
          <a:prstGeom prst="rect">
            <a:avLst/>
          </a:prstGeom>
          <a:solidFill>
            <a:schemeClr val="tx1"/>
          </a:solidFill>
          <a:ln>
            <a:noFill/>
          </a:ln>
          <a:effectLst/>
        </p:spPr>
        <p:txBody>
          <a:bodyPr/>
          <a:lstStyle/>
          <a:p>
            <a:pPr marL="342900" indent="-342900" eaLnBrk="1" hangingPunct="1">
              <a:spcBef>
                <a:spcPct val="20000"/>
              </a:spcBef>
              <a:buFont typeface="Wingdings" panose="05000000000000000000" pitchFamily="2" charset="2"/>
              <a:buNone/>
              <a:defRPr/>
            </a:pPr>
            <a:r>
              <a:rPr lang="zh-CN" altLang="en-US" sz="2400" b="0">
                <a:solidFill>
                  <a:schemeClr val="bg1"/>
                </a:solidFill>
                <a:effectLst>
                  <a:outerShdw blurRad="38100" dist="38100" dir="2700000" algn="tl">
                    <a:srgbClr val="C0C0C0"/>
                  </a:outerShdw>
                </a:effectLst>
                <a:ea typeface="华文中宋" panose="02010600040101010101" charset="-122"/>
                <a:sym typeface="Wingdings" panose="05000000000000000000" pitchFamily="2" charset="2"/>
              </a:rPr>
              <a:t>傅里叶变换分解的基本单元信号为：</a:t>
            </a:r>
            <a:endParaRPr lang="en-US" altLang="zh-CN" sz="2400" b="0">
              <a:solidFill>
                <a:schemeClr val="bg1"/>
              </a:solidFill>
              <a:effectLst>
                <a:outerShdw blurRad="38100" dist="38100" dir="2700000" algn="tl">
                  <a:srgbClr val="C0C0C0"/>
                </a:outerShdw>
              </a:effectLst>
              <a:ea typeface="华文中宋" panose="02010600040101010101" charset="-122"/>
              <a:sym typeface="Wingdings" panose="05000000000000000000" pitchFamily="2" charset="2"/>
            </a:endParaRPr>
          </a:p>
        </p:txBody>
      </p:sp>
      <p:sp>
        <p:nvSpPr>
          <p:cNvPr id="3" name="Rectangle 3"/>
          <p:cNvSpPr>
            <a:spLocks noChangeArrowheads="1"/>
          </p:cNvSpPr>
          <p:nvPr/>
        </p:nvSpPr>
        <p:spPr bwMode="auto">
          <a:xfrm>
            <a:off x="1042988" y="3933825"/>
            <a:ext cx="5543550" cy="576263"/>
          </a:xfrm>
          <a:prstGeom prst="rect">
            <a:avLst/>
          </a:prstGeom>
          <a:solidFill>
            <a:schemeClr val="tx1"/>
          </a:solidFill>
          <a:ln>
            <a:noFill/>
          </a:ln>
          <a:effectLst/>
        </p:spPr>
        <p:txBody>
          <a:bodyPr/>
          <a:lstStyle/>
          <a:p>
            <a:pPr marL="342900" indent="-342900" eaLnBrk="1" hangingPunct="1">
              <a:spcBef>
                <a:spcPct val="20000"/>
              </a:spcBef>
              <a:buFont typeface="Wingdings" panose="05000000000000000000" pitchFamily="2" charset="2"/>
              <a:buNone/>
              <a:defRPr/>
            </a:pPr>
            <a:r>
              <a:rPr lang="zh-CN" altLang="en-US" sz="2400" b="0">
                <a:solidFill>
                  <a:schemeClr val="bg1"/>
                </a:solidFill>
                <a:effectLst>
                  <a:outerShdw blurRad="38100" dist="38100" dir="2700000" algn="tl">
                    <a:srgbClr val="C0C0C0"/>
                  </a:outerShdw>
                </a:effectLst>
                <a:ea typeface="华文中宋" panose="02010600040101010101" charset="-122"/>
                <a:sym typeface="Wingdings" panose="05000000000000000000" pitchFamily="2" charset="2"/>
              </a:rPr>
              <a:t>拉普拉斯变换分解的基本单元信号为：</a:t>
            </a:r>
            <a:endParaRPr lang="en-US" altLang="zh-CN" sz="2400" b="0">
              <a:solidFill>
                <a:schemeClr val="bg1"/>
              </a:solidFill>
              <a:effectLst>
                <a:outerShdw blurRad="38100" dist="38100" dir="2700000" algn="tl">
                  <a:srgbClr val="C0C0C0"/>
                </a:outerShdw>
              </a:effectLst>
              <a:ea typeface="华文中宋" panose="02010600040101010101" charset="-122"/>
              <a:sym typeface="Wingdings" panose="05000000000000000000" pitchFamily="2" charset="2"/>
            </a:endParaRPr>
          </a:p>
        </p:txBody>
      </p:sp>
      <p:graphicFrame>
        <p:nvGraphicFramePr>
          <p:cNvPr id="131082" name="Object 10"/>
          <p:cNvGraphicFramePr>
            <a:graphicFrameLocks noChangeAspect="1"/>
          </p:cNvGraphicFramePr>
          <p:nvPr/>
        </p:nvGraphicFramePr>
        <p:xfrm>
          <a:off x="1116013" y="4437063"/>
          <a:ext cx="7777162" cy="504825"/>
        </p:xfrm>
        <a:graphic>
          <a:graphicData uri="http://schemas.openxmlformats.org/presentationml/2006/ole">
            <mc:AlternateContent xmlns:mc="http://schemas.openxmlformats.org/markup-compatibility/2006">
              <mc:Choice xmlns:v="urn:schemas-microsoft-com:vml" Requires="v">
                <p:oleObj spid="_x0000_s4" name="公式" r:id="rId3" imgW="3327400" imgH="215900" progId="Equation.3">
                  <p:embed/>
                </p:oleObj>
              </mc:Choice>
              <mc:Fallback>
                <p:oleObj name="公式" r:id="rId3" imgW="3327400" imgH="215900" progId="Equation.3">
                  <p:embed/>
                  <p:pic>
                    <p:nvPicPr>
                      <p:cNvPr id="0" name="Object 1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16013" y="4437063"/>
                        <a:ext cx="7777162" cy="504825"/>
                      </a:xfrm>
                      <a:prstGeom prst="rect">
                        <a:avLst/>
                      </a:prstGeom>
                      <a:solidFill>
                        <a:schemeClr val="tx1"/>
                      </a:solidFill>
                      <a:ln>
                        <a:noFill/>
                      </a:ln>
                      <a:effectLst>
                        <a:outerShdw dist="35921" dir="2700000" algn="ctr" rotWithShape="0">
                          <a:schemeClr val="bg2">
                            <a:alpha val="74997"/>
                          </a:schemeClr>
                        </a:outerShdw>
                      </a:effectLst>
                      <a:extLs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sp>
        <p:nvSpPr>
          <p:cNvPr id="131083" name="Rectangle 11"/>
          <p:cNvSpPr>
            <a:spLocks noChangeArrowheads="1"/>
          </p:cNvSpPr>
          <p:nvPr/>
        </p:nvSpPr>
        <p:spPr bwMode="auto">
          <a:xfrm>
            <a:off x="871781" y="5149194"/>
            <a:ext cx="7704137" cy="1439863"/>
          </a:xfrm>
          <a:prstGeom prst="rect">
            <a:avLst/>
          </a:prstGeom>
          <a:solidFill>
            <a:schemeClr val="tx1"/>
          </a:solidFill>
          <a:ln w="9525">
            <a:solidFill>
              <a:schemeClr val="bg1"/>
            </a:solidFill>
            <a:miter lim="800000"/>
          </a:ln>
          <a:effectLst>
            <a:outerShdw blurRad="63500" dist="38099" dir="2700000" algn="ctr" rotWithShape="0">
              <a:schemeClr val="bg2">
                <a:alpha val="74998"/>
              </a:schemeClr>
            </a:outerShdw>
          </a:effectLst>
        </p:spPr>
        <p:txBody>
          <a:bodyPr/>
          <a:lstStyle/>
          <a:p>
            <a:pPr eaLnBrk="1" hangingPunct="1">
              <a:lnSpc>
                <a:spcPct val="120000"/>
              </a:lnSpc>
              <a:spcBef>
                <a:spcPct val="15000"/>
              </a:spcBef>
              <a:defRPr/>
            </a:pPr>
            <a:r>
              <a:rPr lang="zh-CN" altLang="en-US" sz="2400">
                <a:solidFill>
                  <a:srgbClr val="000000"/>
                </a:solidFill>
              </a:rPr>
              <a:t>由此可见，拉普拉斯变换分析法和傅里叶变换分析法有许多类似之处，事实上，</a:t>
            </a:r>
            <a:r>
              <a:rPr lang="zh-CN" altLang="en-US" sz="2400">
                <a:solidFill>
                  <a:srgbClr val="FF0000"/>
                </a:solidFill>
                <a:effectLst>
                  <a:outerShdw blurRad="38100" dist="38100" dir="2700000" algn="tl">
                    <a:srgbClr val="C0C0C0"/>
                  </a:outerShdw>
                </a:effectLst>
              </a:rPr>
              <a:t>傅里叶变换可视为拉普拉斯变换在</a:t>
            </a:r>
            <a:r>
              <a:rPr lang="el-GR" altLang="zh-CN" sz="2400">
                <a:solidFill>
                  <a:srgbClr val="FF0000"/>
                </a:solidFill>
                <a:effectLst>
                  <a:outerShdw blurRad="38100" dist="38100" dir="2700000" algn="tl">
                    <a:srgbClr val="C0C0C0"/>
                  </a:outerShdw>
                </a:effectLst>
              </a:rPr>
              <a:t>σ</a:t>
            </a:r>
            <a:r>
              <a:rPr lang="en-US" altLang="zh-CN" sz="2400">
                <a:solidFill>
                  <a:srgbClr val="FF0000"/>
                </a:solidFill>
                <a:effectLst>
                  <a:outerShdw blurRad="38100" dist="38100" dir="2700000" algn="tl">
                    <a:srgbClr val="C0C0C0"/>
                  </a:outerShdw>
                </a:effectLst>
              </a:rPr>
              <a:t>=0</a:t>
            </a:r>
            <a:r>
              <a:rPr lang="zh-CN" altLang="en-US" sz="2400">
                <a:solidFill>
                  <a:srgbClr val="FF0000"/>
                </a:solidFill>
                <a:effectLst>
                  <a:outerShdw blurRad="38100" dist="38100" dir="2700000" algn="tl">
                    <a:srgbClr val="C0C0C0"/>
                  </a:outerShdw>
                </a:effectLst>
              </a:rPr>
              <a:t>时的一种特殊情况。</a:t>
            </a:r>
            <a:endParaRPr lang="zh-CN" altLang="en-US" sz="2400">
              <a:solidFill>
                <a:srgbClr val="FF0000"/>
              </a:solidFill>
              <a:effectLst>
                <a:outerShdw blurRad="38100" dist="38100" dir="2700000" algn="tl">
                  <a:srgbClr val="C0C0C0"/>
                </a:outerShdw>
              </a:effectLst>
            </a:endParaRPr>
          </a:p>
        </p:txBody>
      </p:sp>
      <p:sp>
        <p:nvSpPr>
          <p:cNvPr id="5" name="墨迹 2"/>
          <p:cNvSpPr/>
          <p:nvPr/>
        </p:nvSpPr>
        <p:spPr bwMode="auto">
          <a:xfrm>
            <a:off x="871920" y="642960"/>
            <a:ext cx="7504560" cy="4371480"/>
          </a:xfrm>
        </p:spPr>
      </p:sp>
    </p:spTree>
    <p:custDataLst>
      <p:tags r:id="rId5"/>
    </p:custDataLst>
  </p:cSld>
  <p:clrMapOvr>
    <a:masterClrMapping/>
  </p:clrMapOvr>
  <p:transition advTm="198852"/>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nodeType="withEffect">
                                  <p:stCondLst>
                                    <p:cond delay="0"/>
                                  </p:stCondLst>
                                  <p:childTnLst>
                                    <p:set>
                                      <p:cBhvr>
                                        <p:cTn id="6" dur="1" fill="hold">
                                          <p:stCondLst>
                                            <p:cond delay="0"/>
                                          </p:stCondLst>
                                        </p:cTn>
                                        <p:tgtEl>
                                          <p:spTgt spid="3"/>
                                        </p:tgtEl>
                                        <p:attrNameLst>
                                          <p:attrName>style.visibility</p:attrName>
                                        </p:attrNameLst>
                                      </p:cBhvr>
                                      <p:to>
                                        <p:strVal val="visible"/>
                                      </p:to>
                                    </p:set>
                                    <p:cmd type="call" cmd="playFrom(0.0)">
                                      <p:cBhvr>
                                        <p:cTn id="7" dur="1" fill="hold"/>
                                        <p:tgtEl>
                                          <p:spTgt spid="3"/>
                                        </p:tgtEl>
                                      </p:cBhvr>
                                    </p:cmd>
                                  </p:childTnLst>
                                </p:cTn>
                              </p:par>
                            </p:childTnLst>
                          </p:cTn>
                        </p:par>
                        <p:par>
                          <p:cTn id="8" fill="hold">
                            <p:stCondLst>
                              <p:cond delay="0"/>
                            </p:stCondLst>
                            <p:childTnLst>
                              <p:par>
                                <p:cTn id="9" presetID="55" presetClass="entr" presetSubtype="0" fill="hold" nodeType="afterEffect">
                                  <p:stCondLst>
                                    <p:cond delay="0"/>
                                  </p:stCondLst>
                                  <p:childTnLst>
                                    <p:set>
                                      <p:cBhvr>
                                        <p:cTn id="10" dur="1" fill="hold">
                                          <p:stCondLst>
                                            <p:cond delay="0"/>
                                          </p:stCondLst>
                                        </p:cTn>
                                        <p:tgtEl>
                                          <p:spTgt spid="131075">
                                            <p:txEl>
                                              <p:pRg st="1" end="1"/>
                                            </p:txEl>
                                          </p:spTgt>
                                        </p:tgtEl>
                                        <p:attrNameLst>
                                          <p:attrName>style.visibility</p:attrName>
                                        </p:attrNameLst>
                                      </p:cBhvr>
                                      <p:to>
                                        <p:strVal val="visible"/>
                                      </p:to>
                                    </p:set>
                                    <p:anim calcmode="lin" valueType="num">
                                      <p:cBhvr>
                                        <p:cTn id="11" dur="1000" fill="hold"/>
                                        <p:tgtEl>
                                          <p:spTgt spid="131075">
                                            <p:txEl>
                                              <p:pRg st="1" end="1"/>
                                            </p:txEl>
                                          </p:spTgt>
                                        </p:tgtEl>
                                        <p:attrNameLst>
                                          <p:attrName>ppt_w</p:attrName>
                                        </p:attrNameLst>
                                      </p:cBhvr>
                                      <p:tavLst>
                                        <p:tav tm="0">
                                          <p:val>
                                            <p:strVal val="#ppt_w*0.70"/>
                                          </p:val>
                                        </p:tav>
                                        <p:tav tm="100000">
                                          <p:val>
                                            <p:strVal val="#ppt_w"/>
                                          </p:val>
                                        </p:tav>
                                      </p:tavLst>
                                    </p:anim>
                                    <p:anim calcmode="lin" valueType="num">
                                      <p:cBhvr>
                                        <p:cTn id="12" dur="1000" fill="hold"/>
                                        <p:tgtEl>
                                          <p:spTgt spid="131075">
                                            <p:txEl>
                                              <p:pRg st="1" end="1"/>
                                            </p:txEl>
                                          </p:spTgt>
                                        </p:tgtEl>
                                        <p:attrNameLst>
                                          <p:attrName>ppt_h</p:attrName>
                                        </p:attrNameLst>
                                      </p:cBhvr>
                                      <p:tavLst>
                                        <p:tav tm="0">
                                          <p:val>
                                            <p:strVal val="#ppt_h"/>
                                          </p:val>
                                        </p:tav>
                                        <p:tav tm="100000">
                                          <p:val>
                                            <p:strVal val="#ppt_h"/>
                                          </p:val>
                                        </p:tav>
                                      </p:tavLst>
                                    </p:anim>
                                    <p:animEffect transition="in" filter="fade">
                                      <p:cBhvr>
                                        <p:cTn id="13" dur="1000"/>
                                        <p:tgtEl>
                                          <p:spTgt spid="131075">
                                            <p:txEl>
                                              <p:pRg st="1" end="1"/>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55" presetClass="entr" presetSubtype="0" fill="hold" grpId="0" nodeType="clickEffect">
                                  <p:stCondLst>
                                    <p:cond delay="0"/>
                                  </p:stCondLst>
                                  <p:childTnLst>
                                    <p:set>
                                      <p:cBhvr>
                                        <p:cTn id="17" dur="1" fill="hold">
                                          <p:stCondLst>
                                            <p:cond delay="0"/>
                                          </p:stCondLst>
                                        </p:cTn>
                                        <p:tgtEl>
                                          <p:spTgt spid="27651"/>
                                        </p:tgtEl>
                                        <p:attrNameLst>
                                          <p:attrName>style.visibility</p:attrName>
                                        </p:attrNameLst>
                                      </p:cBhvr>
                                      <p:to>
                                        <p:strVal val="visible"/>
                                      </p:to>
                                    </p:set>
                                    <p:anim calcmode="lin" valueType="num">
                                      <p:cBhvr>
                                        <p:cTn id="18" dur="1000" fill="hold"/>
                                        <p:tgtEl>
                                          <p:spTgt spid="27651"/>
                                        </p:tgtEl>
                                        <p:attrNameLst>
                                          <p:attrName>ppt_w</p:attrName>
                                        </p:attrNameLst>
                                      </p:cBhvr>
                                      <p:tavLst>
                                        <p:tav tm="0">
                                          <p:val>
                                            <p:strVal val="#ppt_w*0.70"/>
                                          </p:val>
                                        </p:tav>
                                        <p:tav tm="100000">
                                          <p:val>
                                            <p:strVal val="#ppt_w"/>
                                          </p:val>
                                        </p:tav>
                                      </p:tavLst>
                                    </p:anim>
                                    <p:anim calcmode="lin" valueType="num">
                                      <p:cBhvr>
                                        <p:cTn id="19" dur="1000" fill="hold"/>
                                        <p:tgtEl>
                                          <p:spTgt spid="27651"/>
                                        </p:tgtEl>
                                        <p:attrNameLst>
                                          <p:attrName>ppt_h</p:attrName>
                                        </p:attrNameLst>
                                      </p:cBhvr>
                                      <p:tavLst>
                                        <p:tav tm="0">
                                          <p:val>
                                            <p:strVal val="#ppt_h"/>
                                          </p:val>
                                        </p:tav>
                                        <p:tav tm="100000">
                                          <p:val>
                                            <p:strVal val="#ppt_h"/>
                                          </p:val>
                                        </p:tav>
                                      </p:tavLst>
                                    </p:anim>
                                    <p:animEffect transition="in" filter="fade">
                                      <p:cBhvr>
                                        <p:cTn id="20" dur="1000"/>
                                        <p:tgtEl>
                                          <p:spTgt spid="27651"/>
                                        </p:tgtEl>
                                      </p:cBhvr>
                                    </p:animEffect>
                                  </p:childTnLst>
                                </p:cTn>
                              </p:par>
                            </p:childTnLst>
                          </p:cTn>
                        </p:par>
                        <p:par>
                          <p:cTn id="21" fill="hold">
                            <p:stCondLst>
                              <p:cond delay="1000"/>
                            </p:stCondLst>
                            <p:childTnLst>
                              <p:par>
                                <p:cTn id="22" presetID="55" presetClass="entr" presetSubtype="0" fill="hold" nodeType="afterEffect">
                                  <p:stCondLst>
                                    <p:cond delay="0"/>
                                  </p:stCondLst>
                                  <p:childTnLst>
                                    <p:set>
                                      <p:cBhvr>
                                        <p:cTn id="23" dur="1" fill="hold">
                                          <p:stCondLst>
                                            <p:cond delay="0"/>
                                          </p:stCondLst>
                                        </p:cTn>
                                        <p:tgtEl>
                                          <p:spTgt spid="131079"/>
                                        </p:tgtEl>
                                        <p:attrNameLst>
                                          <p:attrName>style.visibility</p:attrName>
                                        </p:attrNameLst>
                                      </p:cBhvr>
                                      <p:to>
                                        <p:strVal val="visible"/>
                                      </p:to>
                                    </p:set>
                                    <p:anim calcmode="lin" valueType="num">
                                      <p:cBhvr>
                                        <p:cTn id="24" dur="1000" fill="hold"/>
                                        <p:tgtEl>
                                          <p:spTgt spid="131079"/>
                                        </p:tgtEl>
                                        <p:attrNameLst>
                                          <p:attrName>ppt_w</p:attrName>
                                        </p:attrNameLst>
                                      </p:cBhvr>
                                      <p:tavLst>
                                        <p:tav tm="0">
                                          <p:val>
                                            <p:strVal val="#ppt_w*0.70"/>
                                          </p:val>
                                        </p:tav>
                                        <p:tav tm="100000">
                                          <p:val>
                                            <p:strVal val="#ppt_w"/>
                                          </p:val>
                                        </p:tav>
                                      </p:tavLst>
                                    </p:anim>
                                    <p:anim calcmode="lin" valueType="num">
                                      <p:cBhvr>
                                        <p:cTn id="25" dur="1000" fill="hold"/>
                                        <p:tgtEl>
                                          <p:spTgt spid="131079"/>
                                        </p:tgtEl>
                                        <p:attrNameLst>
                                          <p:attrName>ppt_h</p:attrName>
                                        </p:attrNameLst>
                                      </p:cBhvr>
                                      <p:tavLst>
                                        <p:tav tm="0">
                                          <p:val>
                                            <p:strVal val="#ppt_h"/>
                                          </p:val>
                                        </p:tav>
                                        <p:tav tm="100000">
                                          <p:val>
                                            <p:strVal val="#ppt_h"/>
                                          </p:val>
                                        </p:tav>
                                      </p:tavLst>
                                    </p:anim>
                                    <p:animEffect transition="in" filter="fade">
                                      <p:cBhvr>
                                        <p:cTn id="26" dur="1000"/>
                                        <p:tgtEl>
                                          <p:spTgt spid="131079"/>
                                        </p:tgtEl>
                                      </p:cBhvr>
                                    </p:animEffect>
                                  </p:childTnLst>
                                </p:cTn>
                              </p:par>
                            </p:childTnLst>
                          </p:cTn>
                        </p:par>
                        <p:par>
                          <p:cTn id="27" fill="hold">
                            <p:stCondLst>
                              <p:cond delay="2000"/>
                            </p:stCondLst>
                            <p:childTnLst>
                              <p:par>
                                <p:cTn id="28" presetID="55" presetClass="entr" presetSubtype="0" fill="hold" nodeType="afterEffect">
                                  <p:stCondLst>
                                    <p:cond delay="0"/>
                                  </p:stCondLst>
                                  <p:childTnLst>
                                    <p:set>
                                      <p:cBhvr>
                                        <p:cTn id="29" dur="1" fill="hold">
                                          <p:stCondLst>
                                            <p:cond delay="0"/>
                                          </p:stCondLst>
                                        </p:cTn>
                                        <p:tgtEl>
                                          <p:spTgt spid="131082"/>
                                        </p:tgtEl>
                                        <p:attrNameLst>
                                          <p:attrName>style.visibility</p:attrName>
                                        </p:attrNameLst>
                                      </p:cBhvr>
                                      <p:to>
                                        <p:strVal val="visible"/>
                                      </p:to>
                                    </p:set>
                                    <p:anim calcmode="lin" valueType="num">
                                      <p:cBhvr>
                                        <p:cTn id="30" dur="1000" fill="hold"/>
                                        <p:tgtEl>
                                          <p:spTgt spid="131082"/>
                                        </p:tgtEl>
                                        <p:attrNameLst>
                                          <p:attrName>ppt_w</p:attrName>
                                        </p:attrNameLst>
                                      </p:cBhvr>
                                      <p:tavLst>
                                        <p:tav tm="0">
                                          <p:val>
                                            <p:strVal val="#ppt_w*0.70"/>
                                          </p:val>
                                        </p:tav>
                                        <p:tav tm="100000">
                                          <p:val>
                                            <p:strVal val="#ppt_w"/>
                                          </p:val>
                                        </p:tav>
                                      </p:tavLst>
                                    </p:anim>
                                    <p:anim calcmode="lin" valueType="num">
                                      <p:cBhvr>
                                        <p:cTn id="31" dur="1000" fill="hold"/>
                                        <p:tgtEl>
                                          <p:spTgt spid="131082"/>
                                        </p:tgtEl>
                                        <p:attrNameLst>
                                          <p:attrName>ppt_h</p:attrName>
                                        </p:attrNameLst>
                                      </p:cBhvr>
                                      <p:tavLst>
                                        <p:tav tm="0">
                                          <p:val>
                                            <p:strVal val="#ppt_h"/>
                                          </p:val>
                                        </p:tav>
                                        <p:tav tm="100000">
                                          <p:val>
                                            <p:strVal val="#ppt_h"/>
                                          </p:val>
                                        </p:tav>
                                      </p:tavLst>
                                    </p:anim>
                                    <p:animEffect transition="in" filter="fade">
                                      <p:cBhvr>
                                        <p:cTn id="32" dur="1000"/>
                                        <p:tgtEl>
                                          <p:spTgt spid="131082"/>
                                        </p:tgtEl>
                                      </p:cBhvr>
                                    </p:animEffect>
                                  </p:childTnLst>
                                </p:cTn>
                              </p:par>
                            </p:childTnLst>
                          </p:cTn>
                        </p:par>
                      </p:childTnLst>
                    </p:cTn>
                  </p:par>
                  <p:par>
                    <p:cTn id="33" fill="hold">
                      <p:stCondLst>
                        <p:cond delay="indefinite"/>
                      </p:stCondLst>
                      <p:childTnLst>
                        <p:par>
                          <p:cTn id="34" fill="hold">
                            <p:stCondLst>
                              <p:cond delay="0"/>
                            </p:stCondLst>
                            <p:childTnLst>
                              <p:par>
                                <p:cTn id="35" presetID="55" presetClass="entr" presetSubtype="0" fill="hold" grpId="0" nodeType="clickEffect">
                                  <p:stCondLst>
                                    <p:cond delay="0"/>
                                  </p:stCondLst>
                                  <p:childTnLst>
                                    <p:set>
                                      <p:cBhvr>
                                        <p:cTn id="36" dur="1" fill="hold">
                                          <p:stCondLst>
                                            <p:cond delay="0"/>
                                          </p:stCondLst>
                                        </p:cTn>
                                        <p:tgtEl>
                                          <p:spTgt spid="131083"/>
                                        </p:tgtEl>
                                        <p:attrNameLst>
                                          <p:attrName>style.visibility</p:attrName>
                                        </p:attrNameLst>
                                      </p:cBhvr>
                                      <p:to>
                                        <p:strVal val="visible"/>
                                      </p:to>
                                    </p:set>
                                    <p:anim calcmode="lin" valueType="num">
                                      <p:cBhvr>
                                        <p:cTn id="37" dur="1000" fill="hold"/>
                                        <p:tgtEl>
                                          <p:spTgt spid="131083"/>
                                        </p:tgtEl>
                                        <p:attrNameLst>
                                          <p:attrName>ppt_w</p:attrName>
                                        </p:attrNameLst>
                                      </p:cBhvr>
                                      <p:tavLst>
                                        <p:tav tm="0">
                                          <p:val>
                                            <p:strVal val="#ppt_w*0.70"/>
                                          </p:val>
                                        </p:tav>
                                        <p:tav tm="100000">
                                          <p:val>
                                            <p:strVal val="#ppt_w"/>
                                          </p:val>
                                        </p:tav>
                                      </p:tavLst>
                                    </p:anim>
                                    <p:anim calcmode="lin" valueType="num">
                                      <p:cBhvr>
                                        <p:cTn id="38" dur="1000" fill="hold"/>
                                        <p:tgtEl>
                                          <p:spTgt spid="131083"/>
                                        </p:tgtEl>
                                        <p:attrNameLst>
                                          <p:attrName>ppt_h</p:attrName>
                                        </p:attrNameLst>
                                      </p:cBhvr>
                                      <p:tavLst>
                                        <p:tav tm="0">
                                          <p:val>
                                            <p:strVal val="#ppt_h"/>
                                          </p:val>
                                        </p:tav>
                                        <p:tav tm="100000">
                                          <p:val>
                                            <p:strVal val="#ppt_h"/>
                                          </p:val>
                                        </p:tav>
                                      </p:tavLst>
                                    </p:anim>
                                    <p:animEffect transition="in" filter="fade">
                                      <p:cBhvr>
                                        <p:cTn id="39" dur="1000"/>
                                        <p:tgtEl>
                                          <p:spTgt spid="13108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651" grpId="0" animBg="1"/>
      <p:bldP spid="131083" grpId="0" bldLvl="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4"/>
          <p:cNvSpPr>
            <a:spLocks noGrp="1" noChangeArrowheads="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a:spcBef>
                <a:spcPct val="0"/>
              </a:spcBef>
              <a:buFontTx/>
              <a:buNone/>
            </a:pPr>
            <a:fld id="{E8AF5D7B-11C5-4FD1-BDB0-DDA041FD76B0}" type="datetime1">
              <a:rPr kumimoji="0" lang="zh-CN" altLang="en-US" sz="1200" smtClean="0">
                <a:solidFill>
                  <a:srgbClr val="000000"/>
                </a:solidFill>
                <a:ea typeface="宋体" panose="02010600030101010101" pitchFamily="2" charset="-122"/>
              </a:rPr>
            </a:fld>
            <a:endParaRPr kumimoji="0" lang="en-US" altLang="zh-CN" sz="1200">
              <a:solidFill>
                <a:srgbClr val="000000"/>
              </a:solidFill>
              <a:ea typeface="宋体" panose="02010600030101010101" pitchFamily="2" charset="-122"/>
            </a:endParaRPr>
          </a:p>
        </p:txBody>
      </p:sp>
      <p:sp>
        <p:nvSpPr>
          <p:cNvPr id="132100" name="Rectangle 4"/>
          <p:cNvSpPr>
            <a:spLocks noChangeArrowheads="1"/>
          </p:cNvSpPr>
          <p:nvPr/>
        </p:nvSpPr>
        <p:spPr bwMode="auto">
          <a:xfrm>
            <a:off x="1403350" y="3462338"/>
            <a:ext cx="6337300" cy="1079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lnSpc>
                <a:spcPct val="135000"/>
              </a:lnSpc>
              <a:spcBef>
                <a:spcPct val="25000"/>
              </a:spcBef>
              <a:buFontTx/>
              <a:buNone/>
            </a:pPr>
            <a:r>
              <a:rPr kumimoji="0" lang="zh-CN" altLang="en-US" sz="2400" dirty="0">
                <a:solidFill>
                  <a:srgbClr val="000000"/>
                </a:solidFill>
                <a:latin typeface="Times New Roman" panose="02020603050405020304" pitchFamily="18" charset="0"/>
                <a:ea typeface="宋体" panose="02010600030101010101" pitchFamily="2" charset="-122"/>
              </a:rPr>
              <a:t>（</a:t>
            </a:r>
            <a:r>
              <a:rPr kumimoji="0" lang="en-US" altLang="zh-CN" sz="2400" dirty="0">
                <a:solidFill>
                  <a:srgbClr val="000000"/>
                </a:solidFill>
                <a:latin typeface="Times New Roman" panose="02020603050405020304" pitchFamily="18" charset="0"/>
                <a:ea typeface="宋体" panose="02010600030101010101" pitchFamily="2" charset="-122"/>
              </a:rPr>
              <a:t>2</a:t>
            </a:r>
            <a:r>
              <a:rPr kumimoji="0" lang="zh-CN" altLang="en-US" sz="2400" dirty="0">
                <a:solidFill>
                  <a:srgbClr val="000000"/>
                </a:solidFill>
                <a:latin typeface="Times New Roman" panose="02020603050405020304" pitchFamily="18" charset="0"/>
                <a:ea typeface="宋体" panose="02010600030101010101" pitchFamily="2" charset="-122"/>
              </a:rPr>
              <a:t>）基于拉普拉斯变换的复频域</a:t>
            </a:r>
            <a:r>
              <a:rPr kumimoji="0" lang="zh-CN" altLang="en-US" sz="2400" dirty="0">
                <a:solidFill>
                  <a:srgbClr val="FF0000"/>
                </a:solidFill>
                <a:latin typeface="Times New Roman" panose="02020603050405020304" pitchFamily="18" charset="0"/>
                <a:ea typeface="宋体" panose="02010600030101010101" pitchFamily="2" charset="-122"/>
              </a:rPr>
              <a:t>转移函数的零、极点</a:t>
            </a:r>
            <a:r>
              <a:rPr kumimoji="0" lang="zh-CN" altLang="en-US" sz="2400" dirty="0">
                <a:solidFill>
                  <a:srgbClr val="000000"/>
                </a:solidFill>
                <a:latin typeface="Times New Roman" panose="02020603050405020304" pitchFamily="18" charset="0"/>
                <a:ea typeface="宋体" panose="02010600030101010101" pitchFamily="2" charset="-122"/>
              </a:rPr>
              <a:t>分析是系统综合所依赖的基础之一。</a:t>
            </a:r>
            <a:endParaRPr kumimoji="0" lang="zh-CN" altLang="en-US" sz="2400" dirty="0">
              <a:solidFill>
                <a:srgbClr val="000000"/>
              </a:solidFill>
              <a:latin typeface="Times New Roman" panose="02020603050405020304" pitchFamily="18" charset="0"/>
              <a:ea typeface="宋体" panose="02010600030101010101" pitchFamily="2" charset="-122"/>
            </a:endParaRPr>
          </a:p>
        </p:txBody>
      </p:sp>
      <p:sp>
        <p:nvSpPr>
          <p:cNvPr id="9220" name="Rectangle 5"/>
          <p:cNvSpPr>
            <a:spLocks noChangeArrowheads="1"/>
          </p:cNvSpPr>
          <p:nvPr/>
        </p:nvSpPr>
        <p:spPr bwMode="auto">
          <a:xfrm>
            <a:off x="1187450" y="476250"/>
            <a:ext cx="6516688" cy="1203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lnSpc>
                <a:spcPct val="130000"/>
              </a:lnSpc>
              <a:buFontTx/>
              <a:buNone/>
            </a:pPr>
            <a:r>
              <a:rPr kumimoji="0" lang="zh-CN" altLang="en-US" sz="2800">
                <a:solidFill>
                  <a:schemeClr val="bg1"/>
                </a:solidFill>
                <a:latin typeface="Times New Roman" panose="02020603050405020304" pitchFamily="18" charset="0"/>
                <a:ea typeface="宋体" panose="02010600030101010101" pitchFamily="2" charset="-122"/>
              </a:rPr>
              <a:t>        </a:t>
            </a:r>
            <a:r>
              <a:rPr kumimoji="0" lang="zh-CN" altLang="en-US" sz="2800">
                <a:solidFill>
                  <a:schemeClr val="bg1"/>
                </a:solidFill>
                <a:latin typeface="华文中宋" panose="02010600040101010101" charset="-122"/>
                <a:ea typeface="宋体" panose="02010600030101010101" pitchFamily="2" charset="-122"/>
              </a:rPr>
              <a:t>拉普拉斯变换分析法是一个重要而有效的方法。</a:t>
            </a:r>
            <a:endParaRPr kumimoji="0" lang="zh-CN" altLang="en-US" sz="2800">
              <a:solidFill>
                <a:schemeClr val="bg1"/>
              </a:solidFill>
              <a:latin typeface="华文中宋" panose="02010600040101010101" charset="-122"/>
              <a:ea typeface="宋体" panose="02010600030101010101" pitchFamily="2" charset="-122"/>
            </a:endParaRPr>
          </a:p>
        </p:txBody>
      </p:sp>
      <p:sp>
        <p:nvSpPr>
          <p:cNvPr id="132102" name="Rectangle 6"/>
          <p:cNvSpPr>
            <a:spLocks noChangeArrowheads="1"/>
          </p:cNvSpPr>
          <p:nvPr/>
        </p:nvSpPr>
        <p:spPr bwMode="auto">
          <a:xfrm>
            <a:off x="1476375" y="1989138"/>
            <a:ext cx="6119813" cy="140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lnSpc>
                <a:spcPct val="120000"/>
              </a:lnSpc>
              <a:spcBef>
                <a:spcPct val="0"/>
              </a:spcBef>
              <a:buFontTx/>
              <a:buNone/>
            </a:pPr>
            <a:r>
              <a:rPr kumimoji="0" lang="zh-CN" altLang="en-US" sz="2400">
                <a:solidFill>
                  <a:srgbClr val="000000"/>
                </a:solidFill>
                <a:latin typeface="Times New Roman" panose="02020603050405020304" pitchFamily="18" charset="0"/>
                <a:ea typeface="宋体" panose="02010600030101010101" pitchFamily="2" charset="-122"/>
              </a:rPr>
              <a:t>（</a:t>
            </a:r>
            <a:r>
              <a:rPr kumimoji="0" lang="en-US" altLang="zh-CN" sz="2400">
                <a:solidFill>
                  <a:srgbClr val="000000"/>
                </a:solidFill>
                <a:latin typeface="Times New Roman" panose="02020603050405020304" pitchFamily="18" charset="0"/>
                <a:ea typeface="宋体" panose="02010600030101010101" pitchFamily="2" charset="-122"/>
              </a:rPr>
              <a:t>1</a:t>
            </a:r>
            <a:r>
              <a:rPr kumimoji="0" lang="zh-CN" altLang="en-US" sz="2400">
                <a:solidFill>
                  <a:srgbClr val="000000"/>
                </a:solidFill>
                <a:latin typeface="Times New Roman" panose="02020603050405020304" pitchFamily="18" charset="0"/>
                <a:ea typeface="宋体" panose="02010600030101010101" pitchFamily="2" charset="-122"/>
              </a:rPr>
              <a:t>）运算简捷，且对系统微分方程进行变换时，能够</a:t>
            </a:r>
            <a:r>
              <a:rPr kumimoji="0" lang="zh-CN" altLang="en-US" sz="2400">
                <a:solidFill>
                  <a:srgbClr val="FF0000"/>
                </a:solidFill>
                <a:latin typeface="Times New Roman" panose="02020603050405020304" pitchFamily="18" charset="0"/>
                <a:ea typeface="宋体" panose="02010600030101010101" pitchFamily="2" charset="-122"/>
              </a:rPr>
              <a:t>自动记入初始条件</a:t>
            </a:r>
            <a:r>
              <a:rPr kumimoji="0" lang="zh-CN" altLang="en-US" sz="2400">
                <a:solidFill>
                  <a:srgbClr val="000000"/>
                </a:solidFill>
                <a:latin typeface="Times New Roman" panose="02020603050405020304" pitchFamily="18" charset="0"/>
                <a:ea typeface="宋体" panose="02010600030101010101" pitchFamily="2" charset="-122"/>
              </a:rPr>
              <a:t>。</a:t>
            </a:r>
            <a:br>
              <a:rPr kumimoji="0" lang="zh-CN" altLang="en-US" sz="2400">
                <a:latin typeface="Times New Roman" panose="02020603050405020304" pitchFamily="18" charset="0"/>
                <a:ea typeface="宋体" panose="02010600030101010101" pitchFamily="2" charset="-122"/>
              </a:rPr>
            </a:br>
            <a:endParaRPr kumimoji="0" lang="zh-CN" altLang="en-US" sz="2400">
              <a:latin typeface="Times New Roman" panose="02020603050405020304" pitchFamily="18" charset="0"/>
              <a:ea typeface="宋体" panose="02010600030101010101" pitchFamily="2" charset="-122"/>
            </a:endParaRPr>
          </a:p>
        </p:txBody>
      </p:sp>
      <p:sp>
        <p:nvSpPr>
          <p:cNvPr id="2" name="墨迹 1"/>
          <p:cNvSpPr/>
          <p:nvPr/>
        </p:nvSpPr>
        <p:spPr bwMode="auto">
          <a:xfrm>
            <a:off x="1531800" y="2430000"/>
            <a:ext cx="7384680" cy="2502360"/>
          </a:xfrm>
        </p:spPr>
      </p:sp>
    </p:spTree>
    <p:custDataLst>
      <p:tags r:id="rId1"/>
    </p:custDataLst>
  </p:cSld>
  <p:clrMapOvr>
    <a:masterClrMapping/>
  </p:clrMapOvr>
  <p:transition advTm="62728"/>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nodeType="withEffect">
                                  <p:stCondLst>
                                    <p:cond delay="0"/>
                                  </p:stCondLst>
                                  <p:childTnLst>
                                    <p:set>
                                      <p:cBhvr>
                                        <p:cTn id="6" dur="1" fill="hold">
                                          <p:stCondLst>
                                            <p:cond delay="0"/>
                                          </p:stCondLst>
                                        </p:cTn>
                                        <p:tgtEl>
                                          <p:spTgt spid="2"/>
                                        </p:tgtEl>
                                        <p:attrNameLst>
                                          <p:attrName>style.visibility</p:attrName>
                                        </p:attrNameLst>
                                      </p:cBhvr>
                                      <p:to>
                                        <p:strVal val="visible"/>
                                      </p:to>
                                    </p:set>
                                    <p:cmd type="call" cmd="playFrom(0.0)">
                                      <p:cBhvr>
                                        <p:cTn id="7" dur="1" fill="hold"/>
                                        <p:tgtEl>
                                          <p:spTgt spid="2"/>
                                        </p:tgtEl>
                                      </p:cBhvr>
                                    </p:cmd>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32102"/>
                                        </p:tgtEl>
                                        <p:attrNameLst>
                                          <p:attrName>style.visibility</p:attrName>
                                        </p:attrNameLst>
                                      </p:cBhvr>
                                      <p:to>
                                        <p:strVal val="visible"/>
                                      </p:to>
                                    </p:set>
                                    <p:animEffect transition="in" filter="dissolve">
                                      <p:cBhvr>
                                        <p:cTn id="12" dur="500"/>
                                        <p:tgtEl>
                                          <p:spTgt spid="132102"/>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132100"/>
                                        </p:tgtEl>
                                        <p:attrNameLst>
                                          <p:attrName>style.visibility</p:attrName>
                                        </p:attrNameLst>
                                      </p:cBhvr>
                                      <p:to>
                                        <p:strVal val="visible"/>
                                      </p:to>
                                    </p:set>
                                    <p:animEffect transition="in" filter="dissolve">
                                      <p:cBhvr>
                                        <p:cTn id="17" dur="500"/>
                                        <p:tgtEl>
                                          <p:spTgt spid="13210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2100" grpId="0"/>
      <p:bldP spid="132102"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4"/>
          <p:cNvSpPr>
            <a:spLocks noGrp="1" noChangeArrowheads="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a:spcBef>
                <a:spcPct val="0"/>
              </a:spcBef>
              <a:buFontTx/>
              <a:buNone/>
            </a:pPr>
            <a:fld id="{4634FE14-BADB-4DD3-8C83-5D93B96A4DA1}" type="datetime1">
              <a:rPr kumimoji="0" lang="zh-CN" altLang="en-US" sz="1200" smtClean="0">
                <a:solidFill>
                  <a:srgbClr val="000000"/>
                </a:solidFill>
                <a:ea typeface="宋体" panose="02010600030101010101" pitchFamily="2" charset="-122"/>
              </a:rPr>
            </a:fld>
            <a:endParaRPr kumimoji="0" lang="en-US" altLang="zh-CN" sz="1200">
              <a:solidFill>
                <a:srgbClr val="000000"/>
              </a:solidFill>
              <a:ea typeface="宋体" panose="02010600030101010101" pitchFamily="2" charset="-122"/>
            </a:endParaRPr>
          </a:p>
        </p:txBody>
      </p:sp>
      <p:sp>
        <p:nvSpPr>
          <p:cNvPr id="111618" name="Rectangle 2"/>
          <p:cNvSpPr>
            <a:spLocks noGrp="1" noChangeArrowheads="1"/>
          </p:cNvSpPr>
          <p:nvPr>
            <p:ph type="title" idx="4294967295"/>
          </p:nvPr>
        </p:nvSpPr>
        <p:spPr>
          <a:xfrm>
            <a:off x="611188" y="179388"/>
            <a:ext cx="3240087" cy="511175"/>
          </a:xfrm>
          <a:solidFill>
            <a:schemeClr val="bg1"/>
          </a:solidFill>
          <a:effectLst>
            <a:outerShdw dist="35921" dir="2700000" algn="ctr" rotWithShape="0">
              <a:srgbClr val="000000">
                <a:alpha val="74997"/>
              </a:srgbClr>
            </a:outerShdw>
          </a:effectLst>
        </p:spPr>
        <p:txBody>
          <a:bodyPr/>
          <a:lstStyle/>
          <a:p>
            <a:pPr eaLnBrk="1" hangingPunct="1">
              <a:defRPr/>
            </a:pPr>
            <a:r>
              <a:rPr kumimoji="0" lang="zh-CN" altLang="en-US" sz="2800" b="1">
                <a:solidFill>
                  <a:schemeClr val="tx1"/>
                </a:solidFill>
                <a:effectLst>
                  <a:outerShdw blurRad="38100" dist="38100" dir="2700000" algn="tl">
                    <a:srgbClr val="000000"/>
                  </a:outerShdw>
                </a:effectLst>
              </a:rPr>
              <a:t>本章内容概要</a:t>
            </a:r>
            <a:endParaRPr kumimoji="0" lang="zh-CN" altLang="en-US" sz="2800" b="1">
              <a:solidFill>
                <a:schemeClr val="tx1"/>
              </a:solidFill>
              <a:effectLst>
                <a:outerShdw blurRad="38100" dist="38100" dir="2700000" algn="tl">
                  <a:srgbClr val="000000"/>
                </a:outerShdw>
              </a:effectLst>
            </a:endParaRPr>
          </a:p>
        </p:txBody>
      </p:sp>
      <p:sp>
        <p:nvSpPr>
          <p:cNvPr id="111619" name="Rectangle 3"/>
          <p:cNvSpPr>
            <a:spLocks noGrp="1" noChangeArrowheads="1"/>
          </p:cNvSpPr>
          <p:nvPr>
            <p:ph type="body" idx="1"/>
          </p:nvPr>
        </p:nvSpPr>
        <p:spPr>
          <a:xfrm>
            <a:off x="1258888" y="1196975"/>
            <a:ext cx="5256212" cy="4535488"/>
          </a:xfrm>
          <a:solidFill>
            <a:schemeClr val="tx1"/>
          </a:solidFill>
          <a:ln>
            <a:solidFill>
              <a:schemeClr val="bg1"/>
            </a:solidFill>
          </a:ln>
          <a:effectLst>
            <a:outerShdw dist="35921" dir="2700000" algn="ctr" rotWithShape="0">
              <a:srgbClr val="000000">
                <a:alpha val="74997"/>
              </a:srgbClr>
            </a:outerShdw>
          </a:effectLst>
        </p:spPr>
        <p:txBody>
          <a:bodyPr/>
          <a:lstStyle/>
          <a:p>
            <a:pPr eaLnBrk="1" hangingPunct="1">
              <a:lnSpc>
                <a:spcPct val="140000"/>
              </a:lnSpc>
              <a:defRPr/>
            </a:pPr>
            <a:r>
              <a:rPr kumimoji="0" lang="zh-CN" altLang="en-US" sz="2400">
                <a:solidFill>
                  <a:srgbClr val="000000"/>
                </a:solidFill>
              </a:rPr>
              <a:t>引言</a:t>
            </a:r>
            <a:endParaRPr kumimoji="0" lang="zh-CN" altLang="en-US" sz="2400">
              <a:solidFill>
                <a:srgbClr val="000000"/>
              </a:solidFill>
            </a:endParaRPr>
          </a:p>
          <a:p>
            <a:pPr eaLnBrk="1" hangingPunct="1">
              <a:lnSpc>
                <a:spcPct val="140000"/>
              </a:lnSpc>
              <a:defRPr/>
            </a:pPr>
            <a:r>
              <a:rPr kumimoji="0" lang="zh-CN" altLang="en-US" sz="2400">
                <a:solidFill>
                  <a:srgbClr val="000000"/>
                </a:solidFill>
              </a:rPr>
              <a:t>拉普拉斯变换</a:t>
            </a:r>
            <a:endParaRPr kumimoji="0" lang="zh-CN" altLang="en-US" sz="2400">
              <a:solidFill>
                <a:srgbClr val="000000"/>
              </a:solidFill>
            </a:endParaRPr>
          </a:p>
          <a:p>
            <a:pPr eaLnBrk="1" hangingPunct="1">
              <a:lnSpc>
                <a:spcPct val="140000"/>
              </a:lnSpc>
              <a:defRPr/>
            </a:pPr>
            <a:r>
              <a:rPr kumimoji="0" lang="zh-CN" altLang="en-US" sz="2400">
                <a:solidFill>
                  <a:srgbClr val="000000"/>
                </a:solidFill>
              </a:rPr>
              <a:t>拉普拉斯变换的收敛区</a:t>
            </a:r>
            <a:endParaRPr kumimoji="0" lang="zh-CN" altLang="en-US" sz="2400">
              <a:solidFill>
                <a:srgbClr val="000000"/>
              </a:solidFill>
            </a:endParaRPr>
          </a:p>
          <a:p>
            <a:pPr eaLnBrk="1" hangingPunct="1">
              <a:lnSpc>
                <a:spcPct val="140000"/>
              </a:lnSpc>
              <a:defRPr/>
            </a:pPr>
            <a:r>
              <a:rPr kumimoji="0" lang="zh-CN" altLang="en-US" sz="2400">
                <a:solidFill>
                  <a:srgbClr val="000000"/>
                </a:solidFill>
              </a:rPr>
              <a:t>常用函数的拉普拉斯变换</a:t>
            </a:r>
            <a:endParaRPr kumimoji="0" lang="zh-CN" altLang="en-US" sz="2400">
              <a:solidFill>
                <a:srgbClr val="000000"/>
              </a:solidFill>
            </a:endParaRPr>
          </a:p>
          <a:p>
            <a:pPr eaLnBrk="1" hangingPunct="1">
              <a:lnSpc>
                <a:spcPct val="140000"/>
              </a:lnSpc>
              <a:defRPr/>
            </a:pPr>
            <a:r>
              <a:rPr kumimoji="0" lang="zh-CN" altLang="en-US" sz="2400">
                <a:solidFill>
                  <a:srgbClr val="000000"/>
                </a:solidFill>
              </a:rPr>
              <a:t>拉普拉斯反变换</a:t>
            </a:r>
            <a:endParaRPr kumimoji="0" lang="zh-CN" altLang="en-US" sz="2400">
              <a:solidFill>
                <a:srgbClr val="000000"/>
              </a:solidFill>
            </a:endParaRPr>
          </a:p>
          <a:p>
            <a:pPr eaLnBrk="1" hangingPunct="1">
              <a:lnSpc>
                <a:spcPct val="140000"/>
              </a:lnSpc>
              <a:defRPr/>
            </a:pPr>
            <a:r>
              <a:rPr kumimoji="0" lang="zh-CN" altLang="en-US" sz="2400">
                <a:solidFill>
                  <a:srgbClr val="000000"/>
                </a:solidFill>
              </a:rPr>
              <a:t>拉普拉斯的基本性质</a:t>
            </a:r>
            <a:endParaRPr kumimoji="0" lang="zh-CN" altLang="en-US" sz="2400">
              <a:solidFill>
                <a:srgbClr val="000000"/>
              </a:solidFill>
            </a:endParaRPr>
          </a:p>
          <a:p>
            <a:pPr eaLnBrk="1" hangingPunct="1">
              <a:lnSpc>
                <a:spcPct val="140000"/>
              </a:lnSpc>
              <a:defRPr/>
            </a:pPr>
            <a:r>
              <a:rPr kumimoji="0" lang="zh-CN" altLang="en-US" sz="2400">
                <a:solidFill>
                  <a:srgbClr val="000000"/>
                </a:solidFill>
              </a:rPr>
              <a:t>线性系统的拉普拉斯变换分析法</a:t>
            </a:r>
            <a:endParaRPr kumimoji="0" lang="zh-CN" altLang="en-US" sz="2400">
              <a:solidFill>
                <a:srgbClr val="000000"/>
              </a:solidFill>
            </a:endParaRPr>
          </a:p>
        </p:txBody>
      </p:sp>
      <p:sp>
        <p:nvSpPr>
          <p:cNvPr id="2" name="墨迹 1"/>
          <p:cNvSpPr/>
          <p:nvPr/>
        </p:nvSpPr>
        <p:spPr bwMode="auto">
          <a:xfrm>
            <a:off x="1715040" y="1847880"/>
            <a:ext cx="6374160" cy="3458880"/>
          </a:xfrm>
        </p:spPr>
      </p:sp>
    </p:spTree>
  </p:cSld>
  <p:clrMapOvr>
    <a:masterClrMapping/>
  </p:clrMapOvr>
  <mc:AlternateContent xmlns:mc="http://schemas.openxmlformats.org/markup-compatibility/2006">
    <mc:Choice xmlns:p14="http://schemas.microsoft.com/office/powerpoint/2010/main" Requires="p14">
      <p:transition spd="slow" p14:dur="2000" advTm="73758"/>
    </mc:Choice>
    <mc:Fallback>
      <p:transition spd="slow" advTm="73758"/>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nodeType="withEffect">
                                  <p:stCondLst>
                                    <p:cond delay="0"/>
                                  </p:stCondLst>
                                  <p:childTnLst>
                                    <p:set>
                                      <p:cBhvr>
                                        <p:cTn id="6" dur="1" fill="hold">
                                          <p:stCondLst>
                                            <p:cond delay="0"/>
                                          </p:stCondLst>
                                        </p:cTn>
                                        <p:tgtEl>
                                          <p:spTgt spid="2"/>
                                        </p:tgtEl>
                                        <p:attrNameLst>
                                          <p:attrName>style.visibility</p:attrName>
                                        </p:attrNameLst>
                                      </p:cBhvr>
                                      <p:to>
                                        <p:strVal val="visible"/>
                                      </p:to>
                                    </p:set>
                                    <p:cmd type="call" cmd="playFrom(0.0)">
                                      <p:cBhvr>
                                        <p:cTn id="7" dur="1" fill="hold"/>
                                        <p:tgtEl>
                                          <p:spTgt spid="2"/>
                                        </p:tgtEl>
                                      </p:cBhvr>
                                    </p:cmd>
                                  </p:childTnLst>
                                </p:cTn>
                              </p:par>
                              <p:par>
                                <p:cTn id="8" presetID="55" presetClass="entr" presetSubtype="0" fill="hold" grpId="0" nodeType="withEffect">
                                  <p:stCondLst>
                                    <p:cond delay="0"/>
                                  </p:stCondLst>
                                  <p:childTnLst>
                                    <p:set>
                                      <p:cBhvr>
                                        <p:cTn id="9" dur="1" fill="hold">
                                          <p:stCondLst>
                                            <p:cond delay="0"/>
                                          </p:stCondLst>
                                        </p:cTn>
                                        <p:tgtEl>
                                          <p:spTgt spid="111619">
                                            <p:bg/>
                                          </p:spTgt>
                                        </p:tgtEl>
                                        <p:attrNameLst>
                                          <p:attrName>style.visibility</p:attrName>
                                        </p:attrNameLst>
                                      </p:cBhvr>
                                      <p:to>
                                        <p:strVal val="visible"/>
                                      </p:to>
                                    </p:set>
                                    <p:anim calcmode="lin" valueType="num">
                                      <p:cBhvr>
                                        <p:cTn id="10" dur="1000" fill="hold"/>
                                        <p:tgtEl>
                                          <p:spTgt spid="111619">
                                            <p:bg/>
                                          </p:spTgt>
                                        </p:tgtEl>
                                        <p:attrNameLst>
                                          <p:attrName>ppt_w</p:attrName>
                                        </p:attrNameLst>
                                      </p:cBhvr>
                                      <p:tavLst>
                                        <p:tav tm="0">
                                          <p:val>
                                            <p:strVal val="#ppt_w*0.70"/>
                                          </p:val>
                                        </p:tav>
                                        <p:tav tm="100000">
                                          <p:val>
                                            <p:strVal val="#ppt_w"/>
                                          </p:val>
                                        </p:tav>
                                      </p:tavLst>
                                    </p:anim>
                                    <p:anim calcmode="lin" valueType="num">
                                      <p:cBhvr>
                                        <p:cTn id="11" dur="1000" fill="hold"/>
                                        <p:tgtEl>
                                          <p:spTgt spid="111619">
                                            <p:bg/>
                                          </p:spTgt>
                                        </p:tgtEl>
                                        <p:attrNameLst>
                                          <p:attrName>ppt_h</p:attrName>
                                        </p:attrNameLst>
                                      </p:cBhvr>
                                      <p:tavLst>
                                        <p:tav tm="0">
                                          <p:val>
                                            <p:strVal val="#ppt_h"/>
                                          </p:val>
                                        </p:tav>
                                        <p:tav tm="100000">
                                          <p:val>
                                            <p:strVal val="#ppt_h"/>
                                          </p:val>
                                        </p:tav>
                                      </p:tavLst>
                                    </p:anim>
                                    <p:animEffect transition="in" filter="fade">
                                      <p:cBhvr>
                                        <p:cTn id="12" dur="1000"/>
                                        <p:tgtEl>
                                          <p:spTgt spid="111619">
                                            <p:bg/>
                                          </p:spTgt>
                                        </p:tgtEl>
                                      </p:cBhvr>
                                    </p:animEffect>
                                  </p:childTnLst>
                                </p:cTn>
                              </p:par>
                              <p:par>
                                <p:cTn id="13" presetID="55" presetClass="entr" presetSubtype="0" fill="hold" grpId="0" nodeType="withEffect">
                                  <p:stCondLst>
                                    <p:cond delay="0"/>
                                  </p:stCondLst>
                                  <p:childTnLst>
                                    <p:set>
                                      <p:cBhvr>
                                        <p:cTn id="14" dur="1" fill="hold">
                                          <p:stCondLst>
                                            <p:cond delay="0"/>
                                          </p:stCondLst>
                                        </p:cTn>
                                        <p:tgtEl>
                                          <p:spTgt spid="111619">
                                            <p:txEl>
                                              <p:pRg st="0" end="0"/>
                                            </p:txEl>
                                          </p:spTgt>
                                        </p:tgtEl>
                                        <p:attrNameLst>
                                          <p:attrName>style.visibility</p:attrName>
                                        </p:attrNameLst>
                                      </p:cBhvr>
                                      <p:to>
                                        <p:strVal val="visible"/>
                                      </p:to>
                                    </p:set>
                                    <p:anim calcmode="lin" valueType="num">
                                      <p:cBhvr>
                                        <p:cTn id="15" dur="1000" fill="hold"/>
                                        <p:tgtEl>
                                          <p:spTgt spid="111619">
                                            <p:txEl>
                                              <p:pRg st="0" end="0"/>
                                            </p:txEl>
                                          </p:spTgt>
                                        </p:tgtEl>
                                        <p:attrNameLst>
                                          <p:attrName>ppt_w</p:attrName>
                                        </p:attrNameLst>
                                      </p:cBhvr>
                                      <p:tavLst>
                                        <p:tav tm="0">
                                          <p:val>
                                            <p:strVal val="#ppt_w*0.70"/>
                                          </p:val>
                                        </p:tav>
                                        <p:tav tm="100000">
                                          <p:val>
                                            <p:strVal val="#ppt_w"/>
                                          </p:val>
                                        </p:tav>
                                      </p:tavLst>
                                    </p:anim>
                                    <p:anim calcmode="lin" valueType="num">
                                      <p:cBhvr>
                                        <p:cTn id="16" dur="1000" fill="hold"/>
                                        <p:tgtEl>
                                          <p:spTgt spid="111619">
                                            <p:txEl>
                                              <p:pRg st="0" end="0"/>
                                            </p:txEl>
                                          </p:spTgt>
                                        </p:tgtEl>
                                        <p:attrNameLst>
                                          <p:attrName>ppt_h</p:attrName>
                                        </p:attrNameLst>
                                      </p:cBhvr>
                                      <p:tavLst>
                                        <p:tav tm="0">
                                          <p:val>
                                            <p:strVal val="#ppt_h"/>
                                          </p:val>
                                        </p:tav>
                                        <p:tav tm="100000">
                                          <p:val>
                                            <p:strVal val="#ppt_h"/>
                                          </p:val>
                                        </p:tav>
                                      </p:tavLst>
                                    </p:anim>
                                    <p:animEffect transition="in" filter="fade">
                                      <p:cBhvr>
                                        <p:cTn id="17" dur="1000"/>
                                        <p:tgtEl>
                                          <p:spTgt spid="111619">
                                            <p:txEl>
                                              <p:pRg st="0" end="0"/>
                                            </p:txEl>
                                          </p:spTgt>
                                        </p:tgtEl>
                                      </p:cBhvr>
                                    </p:animEffect>
                                  </p:childTnLst>
                                </p:cTn>
                              </p:par>
                              <p:par>
                                <p:cTn id="18" presetID="55" presetClass="entr" presetSubtype="0" fill="hold" grpId="0" nodeType="withEffect">
                                  <p:stCondLst>
                                    <p:cond delay="0"/>
                                  </p:stCondLst>
                                  <p:childTnLst>
                                    <p:set>
                                      <p:cBhvr>
                                        <p:cTn id="19" dur="1" fill="hold">
                                          <p:stCondLst>
                                            <p:cond delay="0"/>
                                          </p:stCondLst>
                                        </p:cTn>
                                        <p:tgtEl>
                                          <p:spTgt spid="111619">
                                            <p:txEl>
                                              <p:pRg st="1" end="1"/>
                                            </p:txEl>
                                          </p:spTgt>
                                        </p:tgtEl>
                                        <p:attrNameLst>
                                          <p:attrName>style.visibility</p:attrName>
                                        </p:attrNameLst>
                                      </p:cBhvr>
                                      <p:to>
                                        <p:strVal val="visible"/>
                                      </p:to>
                                    </p:set>
                                    <p:anim calcmode="lin" valueType="num">
                                      <p:cBhvr>
                                        <p:cTn id="20" dur="1000" fill="hold"/>
                                        <p:tgtEl>
                                          <p:spTgt spid="111619">
                                            <p:txEl>
                                              <p:pRg st="1" end="1"/>
                                            </p:txEl>
                                          </p:spTgt>
                                        </p:tgtEl>
                                        <p:attrNameLst>
                                          <p:attrName>ppt_w</p:attrName>
                                        </p:attrNameLst>
                                      </p:cBhvr>
                                      <p:tavLst>
                                        <p:tav tm="0">
                                          <p:val>
                                            <p:strVal val="#ppt_w*0.70"/>
                                          </p:val>
                                        </p:tav>
                                        <p:tav tm="100000">
                                          <p:val>
                                            <p:strVal val="#ppt_w"/>
                                          </p:val>
                                        </p:tav>
                                      </p:tavLst>
                                    </p:anim>
                                    <p:anim calcmode="lin" valueType="num">
                                      <p:cBhvr>
                                        <p:cTn id="21" dur="1000" fill="hold"/>
                                        <p:tgtEl>
                                          <p:spTgt spid="111619">
                                            <p:txEl>
                                              <p:pRg st="1" end="1"/>
                                            </p:txEl>
                                          </p:spTgt>
                                        </p:tgtEl>
                                        <p:attrNameLst>
                                          <p:attrName>ppt_h</p:attrName>
                                        </p:attrNameLst>
                                      </p:cBhvr>
                                      <p:tavLst>
                                        <p:tav tm="0">
                                          <p:val>
                                            <p:strVal val="#ppt_h"/>
                                          </p:val>
                                        </p:tav>
                                        <p:tav tm="100000">
                                          <p:val>
                                            <p:strVal val="#ppt_h"/>
                                          </p:val>
                                        </p:tav>
                                      </p:tavLst>
                                    </p:anim>
                                    <p:animEffect transition="in" filter="fade">
                                      <p:cBhvr>
                                        <p:cTn id="22" dur="1000"/>
                                        <p:tgtEl>
                                          <p:spTgt spid="111619">
                                            <p:txEl>
                                              <p:pRg st="1" end="1"/>
                                            </p:txEl>
                                          </p:spTgt>
                                        </p:tgtEl>
                                      </p:cBhvr>
                                    </p:animEffect>
                                  </p:childTnLst>
                                </p:cTn>
                              </p:par>
                              <p:par>
                                <p:cTn id="23" presetID="55" presetClass="entr" presetSubtype="0" fill="hold" grpId="0" nodeType="withEffect">
                                  <p:stCondLst>
                                    <p:cond delay="0"/>
                                  </p:stCondLst>
                                  <p:childTnLst>
                                    <p:set>
                                      <p:cBhvr>
                                        <p:cTn id="24" dur="1" fill="hold">
                                          <p:stCondLst>
                                            <p:cond delay="0"/>
                                          </p:stCondLst>
                                        </p:cTn>
                                        <p:tgtEl>
                                          <p:spTgt spid="111619">
                                            <p:txEl>
                                              <p:pRg st="2" end="2"/>
                                            </p:txEl>
                                          </p:spTgt>
                                        </p:tgtEl>
                                        <p:attrNameLst>
                                          <p:attrName>style.visibility</p:attrName>
                                        </p:attrNameLst>
                                      </p:cBhvr>
                                      <p:to>
                                        <p:strVal val="visible"/>
                                      </p:to>
                                    </p:set>
                                    <p:anim calcmode="lin" valueType="num">
                                      <p:cBhvr>
                                        <p:cTn id="25" dur="1000" fill="hold"/>
                                        <p:tgtEl>
                                          <p:spTgt spid="111619">
                                            <p:txEl>
                                              <p:pRg st="2" end="2"/>
                                            </p:txEl>
                                          </p:spTgt>
                                        </p:tgtEl>
                                        <p:attrNameLst>
                                          <p:attrName>ppt_w</p:attrName>
                                        </p:attrNameLst>
                                      </p:cBhvr>
                                      <p:tavLst>
                                        <p:tav tm="0">
                                          <p:val>
                                            <p:strVal val="#ppt_w*0.70"/>
                                          </p:val>
                                        </p:tav>
                                        <p:tav tm="100000">
                                          <p:val>
                                            <p:strVal val="#ppt_w"/>
                                          </p:val>
                                        </p:tav>
                                      </p:tavLst>
                                    </p:anim>
                                    <p:anim calcmode="lin" valueType="num">
                                      <p:cBhvr>
                                        <p:cTn id="26" dur="1000" fill="hold"/>
                                        <p:tgtEl>
                                          <p:spTgt spid="111619">
                                            <p:txEl>
                                              <p:pRg st="2" end="2"/>
                                            </p:txEl>
                                          </p:spTgt>
                                        </p:tgtEl>
                                        <p:attrNameLst>
                                          <p:attrName>ppt_h</p:attrName>
                                        </p:attrNameLst>
                                      </p:cBhvr>
                                      <p:tavLst>
                                        <p:tav tm="0">
                                          <p:val>
                                            <p:strVal val="#ppt_h"/>
                                          </p:val>
                                        </p:tav>
                                        <p:tav tm="100000">
                                          <p:val>
                                            <p:strVal val="#ppt_h"/>
                                          </p:val>
                                        </p:tav>
                                      </p:tavLst>
                                    </p:anim>
                                    <p:animEffect transition="in" filter="fade">
                                      <p:cBhvr>
                                        <p:cTn id="27" dur="1000"/>
                                        <p:tgtEl>
                                          <p:spTgt spid="111619">
                                            <p:txEl>
                                              <p:pRg st="2" end="2"/>
                                            </p:txEl>
                                          </p:spTgt>
                                        </p:tgtEl>
                                      </p:cBhvr>
                                    </p:animEffect>
                                  </p:childTnLst>
                                </p:cTn>
                              </p:par>
                              <p:par>
                                <p:cTn id="28" presetID="55" presetClass="entr" presetSubtype="0" fill="hold" grpId="0" nodeType="withEffect">
                                  <p:stCondLst>
                                    <p:cond delay="0"/>
                                  </p:stCondLst>
                                  <p:childTnLst>
                                    <p:set>
                                      <p:cBhvr>
                                        <p:cTn id="29" dur="1" fill="hold">
                                          <p:stCondLst>
                                            <p:cond delay="0"/>
                                          </p:stCondLst>
                                        </p:cTn>
                                        <p:tgtEl>
                                          <p:spTgt spid="111619">
                                            <p:txEl>
                                              <p:pRg st="3" end="3"/>
                                            </p:txEl>
                                          </p:spTgt>
                                        </p:tgtEl>
                                        <p:attrNameLst>
                                          <p:attrName>style.visibility</p:attrName>
                                        </p:attrNameLst>
                                      </p:cBhvr>
                                      <p:to>
                                        <p:strVal val="visible"/>
                                      </p:to>
                                    </p:set>
                                    <p:anim calcmode="lin" valueType="num">
                                      <p:cBhvr>
                                        <p:cTn id="30" dur="1000" fill="hold"/>
                                        <p:tgtEl>
                                          <p:spTgt spid="111619">
                                            <p:txEl>
                                              <p:pRg st="3" end="3"/>
                                            </p:txEl>
                                          </p:spTgt>
                                        </p:tgtEl>
                                        <p:attrNameLst>
                                          <p:attrName>ppt_w</p:attrName>
                                        </p:attrNameLst>
                                      </p:cBhvr>
                                      <p:tavLst>
                                        <p:tav tm="0">
                                          <p:val>
                                            <p:strVal val="#ppt_w*0.70"/>
                                          </p:val>
                                        </p:tav>
                                        <p:tav tm="100000">
                                          <p:val>
                                            <p:strVal val="#ppt_w"/>
                                          </p:val>
                                        </p:tav>
                                      </p:tavLst>
                                    </p:anim>
                                    <p:anim calcmode="lin" valueType="num">
                                      <p:cBhvr>
                                        <p:cTn id="31" dur="1000" fill="hold"/>
                                        <p:tgtEl>
                                          <p:spTgt spid="111619">
                                            <p:txEl>
                                              <p:pRg st="3" end="3"/>
                                            </p:txEl>
                                          </p:spTgt>
                                        </p:tgtEl>
                                        <p:attrNameLst>
                                          <p:attrName>ppt_h</p:attrName>
                                        </p:attrNameLst>
                                      </p:cBhvr>
                                      <p:tavLst>
                                        <p:tav tm="0">
                                          <p:val>
                                            <p:strVal val="#ppt_h"/>
                                          </p:val>
                                        </p:tav>
                                        <p:tav tm="100000">
                                          <p:val>
                                            <p:strVal val="#ppt_h"/>
                                          </p:val>
                                        </p:tav>
                                      </p:tavLst>
                                    </p:anim>
                                    <p:animEffect transition="in" filter="fade">
                                      <p:cBhvr>
                                        <p:cTn id="32" dur="1000"/>
                                        <p:tgtEl>
                                          <p:spTgt spid="111619">
                                            <p:txEl>
                                              <p:pRg st="3" end="3"/>
                                            </p:txEl>
                                          </p:spTgt>
                                        </p:tgtEl>
                                      </p:cBhvr>
                                    </p:animEffect>
                                  </p:childTnLst>
                                </p:cTn>
                              </p:par>
                              <p:par>
                                <p:cTn id="33" presetID="55" presetClass="entr" presetSubtype="0" fill="hold" grpId="0" nodeType="withEffect">
                                  <p:stCondLst>
                                    <p:cond delay="0"/>
                                  </p:stCondLst>
                                  <p:childTnLst>
                                    <p:set>
                                      <p:cBhvr>
                                        <p:cTn id="34" dur="1" fill="hold">
                                          <p:stCondLst>
                                            <p:cond delay="0"/>
                                          </p:stCondLst>
                                        </p:cTn>
                                        <p:tgtEl>
                                          <p:spTgt spid="111619">
                                            <p:txEl>
                                              <p:pRg st="4" end="4"/>
                                            </p:txEl>
                                          </p:spTgt>
                                        </p:tgtEl>
                                        <p:attrNameLst>
                                          <p:attrName>style.visibility</p:attrName>
                                        </p:attrNameLst>
                                      </p:cBhvr>
                                      <p:to>
                                        <p:strVal val="visible"/>
                                      </p:to>
                                    </p:set>
                                    <p:anim calcmode="lin" valueType="num">
                                      <p:cBhvr>
                                        <p:cTn id="35" dur="1000" fill="hold"/>
                                        <p:tgtEl>
                                          <p:spTgt spid="111619">
                                            <p:txEl>
                                              <p:pRg st="4" end="4"/>
                                            </p:txEl>
                                          </p:spTgt>
                                        </p:tgtEl>
                                        <p:attrNameLst>
                                          <p:attrName>ppt_w</p:attrName>
                                        </p:attrNameLst>
                                      </p:cBhvr>
                                      <p:tavLst>
                                        <p:tav tm="0">
                                          <p:val>
                                            <p:strVal val="#ppt_w*0.70"/>
                                          </p:val>
                                        </p:tav>
                                        <p:tav tm="100000">
                                          <p:val>
                                            <p:strVal val="#ppt_w"/>
                                          </p:val>
                                        </p:tav>
                                      </p:tavLst>
                                    </p:anim>
                                    <p:anim calcmode="lin" valueType="num">
                                      <p:cBhvr>
                                        <p:cTn id="36" dur="1000" fill="hold"/>
                                        <p:tgtEl>
                                          <p:spTgt spid="111619">
                                            <p:txEl>
                                              <p:pRg st="4" end="4"/>
                                            </p:txEl>
                                          </p:spTgt>
                                        </p:tgtEl>
                                        <p:attrNameLst>
                                          <p:attrName>ppt_h</p:attrName>
                                        </p:attrNameLst>
                                      </p:cBhvr>
                                      <p:tavLst>
                                        <p:tav tm="0">
                                          <p:val>
                                            <p:strVal val="#ppt_h"/>
                                          </p:val>
                                        </p:tav>
                                        <p:tav tm="100000">
                                          <p:val>
                                            <p:strVal val="#ppt_h"/>
                                          </p:val>
                                        </p:tav>
                                      </p:tavLst>
                                    </p:anim>
                                    <p:animEffect transition="in" filter="fade">
                                      <p:cBhvr>
                                        <p:cTn id="37" dur="1000"/>
                                        <p:tgtEl>
                                          <p:spTgt spid="111619">
                                            <p:txEl>
                                              <p:pRg st="4" end="4"/>
                                            </p:txEl>
                                          </p:spTgt>
                                        </p:tgtEl>
                                      </p:cBhvr>
                                    </p:animEffect>
                                  </p:childTnLst>
                                </p:cTn>
                              </p:par>
                              <p:par>
                                <p:cTn id="38" presetID="55" presetClass="entr" presetSubtype="0" fill="hold" grpId="0" nodeType="withEffect">
                                  <p:stCondLst>
                                    <p:cond delay="0"/>
                                  </p:stCondLst>
                                  <p:childTnLst>
                                    <p:set>
                                      <p:cBhvr>
                                        <p:cTn id="39" dur="1" fill="hold">
                                          <p:stCondLst>
                                            <p:cond delay="0"/>
                                          </p:stCondLst>
                                        </p:cTn>
                                        <p:tgtEl>
                                          <p:spTgt spid="111619">
                                            <p:txEl>
                                              <p:pRg st="5" end="5"/>
                                            </p:txEl>
                                          </p:spTgt>
                                        </p:tgtEl>
                                        <p:attrNameLst>
                                          <p:attrName>style.visibility</p:attrName>
                                        </p:attrNameLst>
                                      </p:cBhvr>
                                      <p:to>
                                        <p:strVal val="visible"/>
                                      </p:to>
                                    </p:set>
                                    <p:anim calcmode="lin" valueType="num">
                                      <p:cBhvr>
                                        <p:cTn id="40" dur="1000" fill="hold"/>
                                        <p:tgtEl>
                                          <p:spTgt spid="111619">
                                            <p:txEl>
                                              <p:pRg st="5" end="5"/>
                                            </p:txEl>
                                          </p:spTgt>
                                        </p:tgtEl>
                                        <p:attrNameLst>
                                          <p:attrName>ppt_w</p:attrName>
                                        </p:attrNameLst>
                                      </p:cBhvr>
                                      <p:tavLst>
                                        <p:tav tm="0">
                                          <p:val>
                                            <p:strVal val="#ppt_w*0.70"/>
                                          </p:val>
                                        </p:tav>
                                        <p:tav tm="100000">
                                          <p:val>
                                            <p:strVal val="#ppt_w"/>
                                          </p:val>
                                        </p:tav>
                                      </p:tavLst>
                                    </p:anim>
                                    <p:anim calcmode="lin" valueType="num">
                                      <p:cBhvr>
                                        <p:cTn id="41" dur="1000" fill="hold"/>
                                        <p:tgtEl>
                                          <p:spTgt spid="111619">
                                            <p:txEl>
                                              <p:pRg st="5" end="5"/>
                                            </p:txEl>
                                          </p:spTgt>
                                        </p:tgtEl>
                                        <p:attrNameLst>
                                          <p:attrName>ppt_h</p:attrName>
                                        </p:attrNameLst>
                                      </p:cBhvr>
                                      <p:tavLst>
                                        <p:tav tm="0">
                                          <p:val>
                                            <p:strVal val="#ppt_h"/>
                                          </p:val>
                                        </p:tav>
                                        <p:tav tm="100000">
                                          <p:val>
                                            <p:strVal val="#ppt_h"/>
                                          </p:val>
                                        </p:tav>
                                      </p:tavLst>
                                    </p:anim>
                                    <p:animEffect transition="in" filter="fade">
                                      <p:cBhvr>
                                        <p:cTn id="42" dur="1000"/>
                                        <p:tgtEl>
                                          <p:spTgt spid="111619">
                                            <p:txEl>
                                              <p:pRg st="5" end="5"/>
                                            </p:txEl>
                                          </p:spTgt>
                                        </p:tgtEl>
                                      </p:cBhvr>
                                    </p:animEffect>
                                  </p:childTnLst>
                                </p:cTn>
                              </p:par>
                              <p:par>
                                <p:cTn id="43" presetID="55" presetClass="entr" presetSubtype="0" fill="hold" grpId="0" nodeType="withEffect">
                                  <p:stCondLst>
                                    <p:cond delay="0"/>
                                  </p:stCondLst>
                                  <p:childTnLst>
                                    <p:set>
                                      <p:cBhvr>
                                        <p:cTn id="44" dur="1" fill="hold">
                                          <p:stCondLst>
                                            <p:cond delay="0"/>
                                          </p:stCondLst>
                                        </p:cTn>
                                        <p:tgtEl>
                                          <p:spTgt spid="111619">
                                            <p:txEl>
                                              <p:pRg st="6" end="6"/>
                                            </p:txEl>
                                          </p:spTgt>
                                        </p:tgtEl>
                                        <p:attrNameLst>
                                          <p:attrName>style.visibility</p:attrName>
                                        </p:attrNameLst>
                                      </p:cBhvr>
                                      <p:to>
                                        <p:strVal val="visible"/>
                                      </p:to>
                                    </p:set>
                                    <p:anim calcmode="lin" valueType="num">
                                      <p:cBhvr>
                                        <p:cTn id="45" dur="1000" fill="hold"/>
                                        <p:tgtEl>
                                          <p:spTgt spid="111619">
                                            <p:txEl>
                                              <p:pRg st="6" end="6"/>
                                            </p:txEl>
                                          </p:spTgt>
                                        </p:tgtEl>
                                        <p:attrNameLst>
                                          <p:attrName>ppt_w</p:attrName>
                                        </p:attrNameLst>
                                      </p:cBhvr>
                                      <p:tavLst>
                                        <p:tav tm="0">
                                          <p:val>
                                            <p:strVal val="#ppt_w*0.70"/>
                                          </p:val>
                                        </p:tav>
                                        <p:tav tm="100000">
                                          <p:val>
                                            <p:strVal val="#ppt_w"/>
                                          </p:val>
                                        </p:tav>
                                      </p:tavLst>
                                    </p:anim>
                                    <p:anim calcmode="lin" valueType="num">
                                      <p:cBhvr>
                                        <p:cTn id="46" dur="1000" fill="hold"/>
                                        <p:tgtEl>
                                          <p:spTgt spid="111619">
                                            <p:txEl>
                                              <p:pRg st="6" end="6"/>
                                            </p:txEl>
                                          </p:spTgt>
                                        </p:tgtEl>
                                        <p:attrNameLst>
                                          <p:attrName>ppt_h</p:attrName>
                                        </p:attrNameLst>
                                      </p:cBhvr>
                                      <p:tavLst>
                                        <p:tav tm="0">
                                          <p:val>
                                            <p:strVal val="#ppt_h"/>
                                          </p:val>
                                        </p:tav>
                                        <p:tav tm="100000">
                                          <p:val>
                                            <p:strVal val="#ppt_h"/>
                                          </p:val>
                                        </p:tav>
                                      </p:tavLst>
                                    </p:anim>
                                    <p:animEffect transition="in" filter="fade">
                                      <p:cBhvr>
                                        <p:cTn id="47" dur="1000"/>
                                        <p:tgtEl>
                                          <p:spTgt spid="111619">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1619" grpId="0" animBg="1"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4"/>
          <p:cNvSpPr>
            <a:spLocks noGrp="1" noChangeArrowheads="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a:spcBef>
                <a:spcPct val="0"/>
              </a:spcBef>
              <a:buFontTx/>
              <a:buNone/>
            </a:pPr>
            <a:fld id="{5F9D39BC-0E2E-4F5F-B0A1-AB2239E7BEB6}" type="datetime1">
              <a:rPr kumimoji="0" lang="zh-CN" altLang="en-US" sz="1200" smtClean="0">
                <a:solidFill>
                  <a:srgbClr val="000000"/>
                </a:solidFill>
                <a:ea typeface="宋体" panose="02010600030101010101" pitchFamily="2" charset="-122"/>
              </a:rPr>
            </a:fld>
            <a:endParaRPr kumimoji="0" lang="en-US" altLang="zh-CN" sz="1200">
              <a:solidFill>
                <a:srgbClr val="000000"/>
              </a:solidFill>
              <a:ea typeface="宋体" panose="02010600030101010101" pitchFamily="2" charset="-122"/>
            </a:endParaRPr>
          </a:p>
        </p:txBody>
      </p:sp>
      <p:sp>
        <p:nvSpPr>
          <p:cNvPr id="133123" name="Rectangle 3"/>
          <p:cNvSpPr>
            <a:spLocks noGrp="1" noChangeArrowheads="1"/>
          </p:cNvSpPr>
          <p:nvPr>
            <p:ph type="body" idx="1"/>
          </p:nvPr>
        </p:nvSpPr>
        <p:spPr>
          <a:xfrm>
            <a:off x="1511300" y="1666875"/>
            <a:ext cx="6483350" cy="2767013"/>
          </a:xfrm>
          <a:solidFill>
            <a:schemeClr val="tx1"/>
          </a:solidFill>
          <a:ln>
            <a:solidFill>
              <a:schemeClr val="bg1"/>
            </a:solidFill>
          </a:ln>
          <a:effectLst>
            <a:outerShdw dist="35921" dir="2700000" algn="ctr" rotWithShape="0">
              <a:srgbClr val="000000">
                <a:alpha val="74997"/>
              </a:srgbClr>
            </a:outerShdw>
          </a:effectLst>
        </p:spPr>
        <p:txBody>
          <a:bodyPr/>
          <a:lstStyle/>
          <a:p>
            <a:pPr>
              <a:lnSpc>
                <a:spcPct val="145000"/>
              </a:lnSpc>
              <a:buFontTx/>
              <a:buNone/>
            </a:pPr>
            <a:r>
              <a:rPr kumimoji="0" lang="zh-CN" altLang="en-US" sz="2400">
                <a:solidFill>
                  <a:srgbClr val="000000"/>
                </a:solidFill>
                <a:effectLst/>
              </a:rPr>
              <a:t>（</a:t>
            </a:r>
            <a:r>
              <a:rPr kumimoji="0" lang="en-US" altLang="zh-CN" sz="2400">
                <a:solidFill>
                  <a:srgbClr val="000000"/>
                </a:solidFill>
                <a:effectLst/>
              </a:rPr>
              <a:t>1</a:t>
            </a:r>
            <a:r>
              <a:rPr kumimoji="0" lang="zh-CN" altLang="en-US" sz="2400">
                <a:solidFill>
                  <a:srgbClr val="000000"/>
                </a:solidFill>
                <a:effectLst/>
              </a:rPr>
              <a:t>）拉普拉斯变换的数学定义和物理意义</a:t>
            </a:r>
            <a:endParaRPr kumimoji="0" lang="zh-CN" altLang="en-US" sz="2400">
              <a:solidFill>
                <a:srgbClr val="000000"/>
              </a:solidFill>
              <a:effectLst/>
            </a:endParaRPr>
          </a:p>
          <a:p>
            <a:pPr>
              <a:lnSpc>
                <a:spcPct val="145000"/>
              </a:lnSpc>
              <a:buFontTx/>
              <a:buNone/>
            </a:pPr>
            <a:r>
              <a:rPr kumimoji="0" lang="zh-CN" altLang="en-US" sz="2400">
                <a:solidFill>
                  <a:srgbClr val="000000"/>
                </a:solidFill>
                <a:effectLst/>
              </a:rPr>
              <a:t>（</a:t>
            </a:r>
            <a:r>
              <a:rPr kumimoji="0" lang="en-US" altLang="zh-CN" sz="2400">
                <a:solidFill>
                  <a:srgbClr val="000000"/>
                </a:solidFill>
                <a:effectLst/>
              </a:rPr>
              <a:t>2</a:t>
            </a:r>
            <a:r>
              <a:rPr kumimoji="0" lang="zh-CN" altLang="en-US" sz="2400">
                <a:solidFill>
                  <a:srgbClr val="000000"/>
                </a:solidFill>
                <a:effectLst/>
              </a:rPr>
              <a:t>）拉普拉斯变换的性质及计算方法</a:t>
            </a:r>
            <a:endParaRPr kumimoji="0" lang="zh-CN" altLang="en-US" sz="2400">
              <a:solidFill>
                <a:srgbClr val="000000"/>
              </a:solidFill>
              <a:effectLst/>
            </a:endParaRPr>
          </a:p>
          <a:p>
            <a:pPr>
              <a:lnSpc>
                <a:spcPct val="145000"/>
              </a:lnSpc>
              <a:buFontTx/>
              <a:buNone/>
            </a:pPr>
            <a:r>
              <a:rPr kumimoji="0" lang="zh-CN" altLang="en-US" sz="2400">
                <a:solidFill>
                  <a:srgbClr val="000000"/>
                </a:solidFill>
                <a:effectLst/>
              </a:rPr>
              <a:t>（</a:t>
            </a:r>
            <a:r>
              <a:rPr kumimoji="0" lang="en-US" altLang="zh-CN" sz="2400">
                <a:solidFill>
                  <a:srgbClr val="000000"/>
                </a:solidFill>
                <a:effectLst/>
              </a:rPr>
              <a:t>3</a:t>
            </a:r>
            <a:r>
              <a:rPr kumimoji="0" lang="zh-CN" altLang="en-US" sz="2400">
                <a:solidFill>
                  <a:srgbClr val="000000"/>
                </a:solidFill>
                <a:effectLst/>
              </a:rPr>
              <a:t>）连续时间系统的复频域分析法</a:t>
            </a:r>
            <a:endParaRPr kumimoji="0" lang="zh-CN" altLang="en-US" sz="2400">
              <a:solidFill>
                <a:srgbClr val="000000"/>
              </a:solidFill>
              <a:effectLst/>
            </a:endParaRPr>
          </a:p>
          <a:p>
            <a:pPr>
              <a:lnSpc>
                <a:spcPct val="145000"/>
              </a:lnSpc>
              <a:buFontTx/>
              <a:buNone/>
            </a:pPr>
            <a:r>
              <a:rPr kumimoji="0" lang="zh-CN" altLang="en-US" sz="2400">
                <a:solidFill>
                  <a:srgbClr val="000000"/>
                </a:solidFill>
                <a:effectLst/>
              </a:rPr>
              <a:t>（</a:t>
            </a:r>
            <a:r>
              <a:rPr kumimoji="0" lang="en-US" altLang="zh-CN" sz="2400">
                <a:solidFill>
                  <a:srgbClr val="000000"/>
                </a:solidFill>
                <a:effectLst/>
              </a:rPr>
              <a:t>4</a:t>
            </a:r>
            <a:r>
              <a:rPr kumimoji="0" lang="zh-CN" altLang="en-US" sz="2400">
                <a:solidFill>
                  <a:srgbClr val="000000"/>
                </a:solidFill>
                <a:effectLst/>
              </a:rPr>
              <a:t>）系统函数的定义 </a:t>
            </a:r>
            <a:endParaRPr kumimoji="0" lang="zh-CN" altLang="en-US" sz="2400">
              <a:solidFill>
                <a:srgbClr val="000000"/>
              </a:solidFill>
              <a:effectLst/>
            </a:endParaRPr>
          </a:p>
        </p:txBody>
      </p:sp>
      <p:sp>
        <p:nvSpPr>
          <p:cNvPr id="133124" name="WordArt 4"/>
          <p:cNvSpPr>
            <a:spLocks noChangeArrowheads="1" noChangeShapeType="1" noTextEdit="1"/>
          </p:cNvSpPr>
          <p:nvPr/>
        </p:nvSpPr>
        <p:spPr bwMode="auto">
          <a:xfrm>
            <a:off x="7772400" y="6400800"/>
            <a:ext cx="1371600" cy="457200"/>
          </a:xfrm>
          <a:prstGeom prst="rect">
            <a:avLst/>
          </a:prstGeom>
        </p:spPr>
        <p:txBody>
          <a:bodyPr wrap="none"/>
          <a:lstStyle/>
          <a:p>
            <a:pPr algn="ctr" eaLnBrk="1" hangingPunct="1">
              <a:defRPr/>
            </a:pPr>
            <a:r>
              <a:rPr lang="zh-CN" altLang="en-US" sz="3600">
                <a:effectLst>
                  <a:outerShdw blurRad="38100" dist="38100" dir="2700000" algn="tl">
                    <a:srgbClr val="C0C0C0"/>
                  </a:outerShdw>
                </a:effectLst>
                <a:latin typeface="宋体" panose="02010600030101010101" pitchFamily="2" charset="-122"/>
              </a:rPr>
              <a:t>   </a:t>
            </a:r>
            <a:endParaRPr lang="zh-CN" altLang="en-US" sz="3600">
              <a:effectLst>
                <a:outerShdw blurRad="38100" dist="38100" dir="2700000" algn="tl">
                  <a:srgbClr val="C0C0C0"/>
                </a:outerShdw>
              </a:effectLst>
              <a:latin typeface="宋体" panose="02010600030101010101" pitchFamily="2" charset="-122"/>
            </a:endParaRPr>
          </a:p>
        </p:txBody>
      </p:sp>
      <p:sp>
        <p:nvSpPr>
          <p:cNvPr id="133127" name="Rectangle 7"/>
          <p:cNvSpPr>
            <a:spLocks noChangeArrowheads="1"/>
          </p:cNvSpPr>
          <p:nvPr/>
        </p:nvSpPr>
        <p:spPr bwMode="auto">
          <a:xfrm>
            <a:off x="971550" y="260350"/>
            <a:ext cx="3529013" cy="576263"/>
          </a:xfrm>
          <a:prstGeom prst="rect">
            <a:avLst/>
          </a:prstGeom>
          <a:solidFill>
            <a:schemeClr val="bg1"/>
          </a:solidFill>
          <a:ln>
            <a:noFill/>
          </a:ln>
          <a:effectLst>
            <a:outerShdw blurRad="63500" dist="38099" dir="2700000" algn="ctr" rotWithShape="0">
              <a:srgbClr val="000000">
                <a:alpha val="74998"/>
              </a:srgbClr>
            </a:outerShdw>
          </a:effectLst>
        </p:spPr>
        <p:txBody>
          <a:bodyPr/>
          <a:lstStyle/>
          <a:p>
            <a:pPr marL="342900" indent="-342900">
              <a:spcBef>
                <a:spcPct val="20000"/>
              </a:spcBef>
              <a:defRPr/>
            </a:pPr>
            <a:r>
              <a:rPr lang="zh-CN" altLang="en-US" sz="2800" b="0">
                <a:ea typeface="华文中宋" panose="02010600040101010101" charset="-122"/>
              </a:rPr>
              <a:t>学习本章要求掌握：</a:t>
            </a:r>
            <a:endParaRPr lang="zh-CN" altLang="en-US" sz="2800" b="0">
              <a:ea typeface="华文中宋" panose="02010600040101010101" charset="-122"/>
            </a:endParaRPr>
          </a:p>
        </p:txBody>
      </p:sp>
      <p:sp>
        <p:nvSpPr>
          <p:cNvPr id="2" name="墨迹 1"/>
          <p:cNvSpPr/>
          <p:nvPr/>
        </p:nvSpPr>
        <p:spPr bwMode="auto">
          <a:xfrm>
            <a:off x="4522680" y="2768760"/>
            <a:ext cx="2667600" cy="1449360"/>
          </a:xfrm>
        </p:spPr>
      </p:sp>
    </p:spTree>
    <p:custDataLst>
      <p:tags r:id="rId1"/>
    </p:custDataLst>
  </p:cSld>
  <p:clrMapOvr>
    <a:masterClrMapping/>
  </p:clrMapOvr>
  <p:transition advTm="27896"/>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nodeType="withEffect">
                                  <p:stCondLst>
                                    <p:cond delay="0"/>
                                  </p:stCondLst>
                                  <p:childTnLst>
                                    <p:set>
                                      <p:cBhvr>
                                        <p:cTn id="6" dur="1" fill="hold">
                                          <p:stCondLst>
                                            <p:cond delay="0"/>
                                          </p:stCondLst>
                                        </p:cTn>
                                        <p:tgtEl>
                                          <p:spTgt spid="2"/>
                                        </p:tgtEl>
                                        <p:attrNameLst>
                                          <p:attrName>style.visibility</p:attrName>
                                        </p:attrNameLst>
                                      </p:cBhvr>
                                      <p:to>
                                        <p:strVal val="visible"/>
                                      </p:to>
                                    </p:set>
                                    <p:cmd type="call" cmd="playFrom(0.0)">
                                      <p:cBhvr>
                                        <p:cTn id="7" dur="1" fill="hold"/>
                                        <p:tgtEl>
                                          <p:spTgt spid="2"/>
                                        </p:tgtEl>
                                      </p:cBhvr>
                                    </p:cmd>
                                  </p:childTnLst>
                                </p:cTn>
                              </p:par>
                            </p:childTnLst>
                          </p:cTn>
                        </p:par>
                      </p:childTnLst>
                    </p:cTn>
                  </p:par>
                  <p:par>
                    <p:cTn id="8" fill="hold">
                      <p:stCondLst>
                        <p:cond delay="indefinite"/>
                      </p:stCondLst>
                      <p:childTnLst>
                        <p:par>
                          <p:cTn id="9" fill="hold">
                            <p:stCondLst>
                              <p:cond delay="0"/>
                            </p:stCondLst>
                            <p:childTnLst>
                              <p:par>
                                <p:cTn id="10" presetID="16" presetClass="emph" presetSubtype="0" fill="hold" nodeType="clickEffect">
                                  <p:stCondLst>
                                    <p:cond delay="0"/>
                                  </p:stCondLst>
                                  <p:iterate type="lt">
                                    <p:tmPct val="4000"/>
                                  </p:iterate>
                                  <p:childTnLst>
                                    <p:set>
                                      <p:cBhvr override="childStyle">
                                        <p:cTn id="11" dur="500" fill="hold"/>
                                        <p:tgtEl>
                                          <p:spTgt spid="133123">
                                            <p:txEl>
                                              <p:pRg st="2" end="2"/>
                                            </p:txEl>
                                          </p:spTgt>
                                        </p:tgtEl>
                                        <p:attrNameLst>
                                          <p:attrName>style.color</p:attrName>
                                        </p:attrNameLst>
                                      </p:cBhvr>
                                      <p:to>
                                        <p:clrVal>
                                          <a:srgbClr val="FF0000"/>
                                        </p:clrVal>
                                      </p:to>
                                    </p:set>
                                    <p:set>
                                      <p:cBhvr>
                                        <p:cTn id="12" dur="500" fill="hold"/>
                                        <p:tgtEl>
                                          <p:spTgt spid="133123">
                                            <p:txEl>
                                              <p:pRg st="2" end="2"/>
                                            </p:txEl>
                                          </p:spTgt>
                                        </p:tgtEl>
                                        <p:attrNameLst>
                                          <p:attrName>fillcolor</p:attrName>
                                        </p:attrNameLst>
                                      </p:cBhvr>
                                      <p:to>
                                        <p:clrVal>
                                          <a:srgbClr val="FF0000"/>
                                        </p:clrVal>
                                      </p:to>
                                    </p:set>
                                    <p:set>
                                      <p:cBhvr>
                                        <p:cTn id="13" dur="500" fill="hold"/>
                                        <p:tgtEl>
                                          <p:spTgt spid="133123">
                                            <p:txEl>
                                              <p:pRg st="2" end="2"/>
                                            </p:txEl>
                                          </p:spTgt>
                                        </p:tgtEl>
                                        <p:attrNameLst>
                                          <p:attrName>fill.type</p:attrName>
                                        </p:attrNameLst>
                                      </p:cBhvr>
                                      <p:to>
                                        <p:strVal val="solid"/>
                                      </p:to>
                                    </p:set>
                                  </p:childTnLst>
                                </p:cTn>
                              </p:par>
                            </p:childTnLst>
                          </p:cTn>
                        </p:par>
                        <p:par>
                          <p:cTn id="14" fill="hold">
                            <p:stCondLst>
                              <p:cond delay="800"/>
                            </p:stCondLst>
                            <p:childTnLst>
                              <p:par>
                                <p:cTn id="15" presetID="16" presetClass="emph" presetSubtype="0" fill="hold" nodeType="afterEffect">
                                  <p:stCondLst>
                                    <p:cond delay="0"/>
                                  </p:stCondLst>
                                  <p:iterate type="lt">
                                    <p:tmPct val="4000"/>
                                  </p:iterate>
                                  <p:childTnLst>
                                    <p:set>
                                      <p:cBhvr override="childStyle">
                                        <p:cTn id="16" dur="500" fill="hold"/>
                                        <p:tgtEl>
                                          <p:spTgt spid="133123">
                                            <p:txEl>
                                              <p:pRg st="3" end="3"/>
                                            </p:txEl>
                                          </p:spTgt>
                                        </p:tgtEl>
                                        <p:attrNameLst>
                                          <p:attrName>style.color</p:attrName>
                                        </p:attrNameLst>
                                      </p:cBhvr>
                                      <p:to>
                                        <p:clrVal>
                                          <a:srgbClr val="FF0000"/>
                                        </p:clrVal>
                                      </p:to>
                                    </p:set>
                                    <p:set>
                                      <p:cBhvr>
                                        <p:cTn id="17" dur="500" fill="hold"/>
                                        <p:tgtEl>
                                          <p:spTgt spid="133123">
                                            <p:txEl>
                                              <p:pRg st="3" end="3"/>
                                            </p:txEl>
                                          </p:spTgt>
                                        </p:tgtEl>
                                        <p:attrNameLst>
                                          <p:attrName>fillcolor</p:attrName>
                                        </p:attrNameLst>
                                      </p:cBhvr>
                                      <p:to>
                                        <p:clrVal>
                                          <a:srgbClr val="FF0000"/>
                                        </p:clrVal>
                                      </p:to>
                                    </p:set>
                                    <p:set>
                                      <p:cBhvr>
                                        <p:cTn id="18" dur="500" fill="hold"/>
                                        <p:tgtEl>
                                          <p:spTgt spid="133123">
                                            <p:txEl>
                                              <p:pRg st="3" end="3"/>
                                            </p:txEl>
                                          </p:spTgt>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4"/>
          <p:cNvSpPr>
            <a:spLocks noGrp="1" noChangeArrowheads="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a:spcBef>
                <a:spcPct val="0"/>
              </a:spcBef>
              <a:buFontTx/>
              <a:buNone/>
            </a:pPr>
            <a:fld id="{442348E6-8933-4886-8AB4-DD4609C4F368}" type="datetime1">
              <a:rPr kumimoji="0" lang="zh-CN" altLang="en-US" sz="1200" smtClean="0">
                <a:solidFill>
                  <a:srgbClr val="000000"/>
                </a:solidFill>
                <a:ea typeface="宋体" panose="02010600030101010101" pitchFamily="2" charset="-122"/>
              </a:rPr>
            </a:fld>
            <a:endParaRPr kumimoji="0" lang="en-US" altLang="zh-CN" sz="1200">
              <a:solidFill>
                <a:srgbClr val="000000"/>
              </a:solidFill>
              <a:ea typeface="宋体" panose="02010600030101010101" pitchFamily="2" charset="-122"/>
            </a:endParaRPr>
          </a:p>
        </p:txBody>
      </p:sp>
      <p:sp>
        <p:nvSpPr>
          <p:cNvPr id="31746" name="Rectangle 2"/>
          <p:cNvSpPr>
            <a:spLocks noGrp="1" noChangeArrowheads="1"/>
          </p:cNvSpPr>
          <p:nvPr>
            <p:ph type="title"/>
          </p:nvPr>
        </p:nvSpPr>
        <p:spPr>
          <a:xfrm>
            <a:off x="684213" y="179388"/>
            <a:ext cx="4032250" cy="588962"/>
          </a:xfrm>
          <a:solidFill>
            <a:schemeClr val="bg1"/>
          </a:solidFill>
          <a:effectLst>
            <a:outerShdw dist="35921" dir="2700000" algn="ctr" rotWithShape="0">
              <a:srgbClr val="000000">
                <a:alpha val="74997"/>
              </a:srgbClr>
            </a:outerShdw>
          </a:effectLst>
        </p:spPr>
        <p:txBody>
          <a:bodyPr/>
          <a:lstStyle/>
          <a:p>
            <a:pPr algn="l" eaLnBrk="1" hangingPunct="1">
              <a:defRPr/>
            </a:pPr>
            <a:r>
              <a:rPr kumimoji="0" lang="en-US" altLang="zh-CN" sz="2800" b="1">
                <a:solidFill>
                  <a:schemeClr val="tx1"/>
                </a:solidFill>
                <a:effectLst>
                  <a:outerShdw blurRad="38100" dist="38100" dir="2700000" algn="tl">
                    <a:srgbClr val="000000"/>
                  </a:outerShdw>
                </a:effectLst>
              </a:rPr>
              <a:t>5.2  </a:t>
            </a:r>
            <a:r>
              <a:rPr kumimoji="0" lang="zh-CN" altLang="en-US" sz="2800" b="1">
                <a:solidFill>
                  <a:schemeClr val="tx1"/>
                </a:solidFill>
                <a:effectLst>
                  <a:outerShdw blurRad="38100" dist="38100" dir="2700000" algn="tl">
                    <a:srgbClr val="000000"/>
                  </a:outerShdw>
                </a:effectLst>
              </a:rPr>
              <a:t>拉普拉斯变换定义</a:t>
            </a:r>
            <a:endParaRPr kumimoji="0" lang="zh-CN" altLang="en-US" sz="2800" b="1">
              <a:solidFill>
                <a:schemeClr val="tx1"/>
              </a:solidFill>
              <a:effectLst>
                <a:outerShdw blurRad="38100" dist="38100" dir="2700000" algn="tl">
                  <a:srgbClr val="000000"/>
                </a:outerShdw>
              </a:effectLst>
            </a:endParaRPr>
          </a:p>
        </p:txBody>
      </p:sp>
      <p:graphicFrame>
        <p:nvGraphicFramePr>
          <p:cNvPr id="3078" name="Object 6"/>
          <p:cNvGraphicFramePr>
            <a:graphicFrameLocks noChangeAspect="1"/>
          </p:cNvGraphicFramePr>
          <p:nvPr/>
        </p:nvGraphicFramePr>
        <p:xfrm>
          <a:off x="900113" y="981075"/>
          <a:ext cx="6769100" cy="1008063"/>
        </p:xfrm>
        <a:graphic>
          <a:graphicData uri="http://schemas.openxmlformats.org/presentationml/2006/ole">
            <mc:AlternateContent xmlns:mc="http://schemas.openxmlformats.org/markup-compatibility/2006">
              <mc:Choice xmlns:v="urn:schemas-microsoft-com:vml" Requires="v">
                <p:oleObj spid="_x0000_s2" name="公式" r:id="rId1" imgW="3060700" imgH="457200" progId="Equation.3">
                  <p:embed/>
                </p:oleObj>
              </mc:Choice>
              <mc:Fallback>
                <p:oleObj name="公式" r:id="rId1" imgW="3060700" imgH="457200" progId="Equation.3">
                  <p:embed/>
                  <p:pic>
                    <p:nvPicPr>
                      <p:cNvPr id="0" name="Object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00113" y="981075"/>
                        <a:ext cx="6769100" cy="1008063"/>
                      </a:xfrm>
                      <a:prstGeom prst="rect">
                        <a:avLst/>
                      </a:prstGeom>
                      <a:solidFill>
                        <a:schemeClr val="tx1"/>
                      </a:solidFill>
                      <a:ln>
                        <a:noFill/>
                      </a:ln>
                      <a:effectLst>
                        <a:outerShdw dist="35921" dir="2700000" algn="ctr" rotWithShape="0">
                          <a:schemeClr val="bg2">
                            <a:alpha val="74997"/>
                          </a:schemeClr>
                        </a:outerShdw>
                      </a:effectLst>
                      <a:extLs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graphicFrame>
        <p:nvGraphicFramePr>
          <p:cNvPr id="3080" name="Object 8"/>
          <p:cNvGraphicFramePr>
            <a:graphicFrameLocks noChangeAspect="1"/>
          </p:cNvGraphicFramePr>
          <p:nvPr/>
        </p:nvGraphicFramePr>
        <p:xfrm>
          <a:off x="1040765" y="5611813"/>
          <a:ext cx="7342188" cy="912812"/>
        </p:xfrm>
        <a:graphic>
          <a:graphicData uri="http://schemas.openxmlformats.org/presentationml/2006/ole">
            <mc:AlternateContent xmlns:mc="http://schemas.openxmlformats.org/markup-compatibility/2006">
              <mc:Choice xmlns:v="urn:schemas-microsoft-com:vml" Requires="v">
                <p:oleObj spid="_x0000_s3" name="公式" r:id="rId3" imgW="3822700" imgH="482600" progId="Equation.3">
                  <p:embed/>
                </p:oleObj>
              </mc:Choice>
              <mc:Fallback>
                <p:oleObj name="公式" r:id="rId3" imgW="3822700" imgH="482600" progId="Equation.3">
                  <p:embed/>
                  <p:pic>
                    <p:nvPicPr>
                      <p:cNvPr id="0" name="Object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40765" y="5611813"/>
                        <a:ext cx="7342188" cy="912812"/>
                      </a:xfrm>
                      <a:prstGeom prst="rect">
                        <a:avLst/>
                      </a:prstGeom>
                      <a:solidFill>
                        <a:schemeClr val="tx1"/>
                      </a:solidFill>
                      <a:ln w="9525">
                        <a:solidFill>
                          <a:schemeClr val="bg1"/>
                        </a:solidFill>
                        <a:miter lim="800000"/>
                        <a:headEnd/>
                        <a:tailEnd/>
                      </a:ln>
                      <a:effectLst>
                        <a:outerShdw dist="35921" dir="2700000" algn="ctr" rotWithShape="0">
                          <a:schemeClr val="bg2">
                            <a:alpha val="74997"/>
                          </a:schemeClr>
                        </a:outerShdw>
                      </a:effectLst>
                    </p:spPr>
                  </p:pic>
                </p:oleObj>
              </mc:Fallback>
            </mc:AlternateContent>
          </a:graphicData>
        </a:graphic>
      </p:graphicFrame>
      <p:pic>
        <p:nvPicPr>
          <p:cNvPr id="3084" name="Picture 1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692275" y="2205038"/>
            <a:ext cx="5472113" cy="3200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295" name="Freeform 32"/>
          <p:cNvSpPr/>
          <p:nvPr/>
        </p:nvSpPr>
        <p:spPr bwMode="auto">
          <a:xfrm>
            <a:off x="323850" y="4508500"/>
            <a:ext cx="1800225" cy="588963"/>
          </a:xfrm>
          <a:custGeom>
            <a:avLst/>
            <a:gdLst>
              <a:gd name="T0" fmla="*/ 2147483646 w 1134"/>
              <a:gd name="T1" fmla="*/ 0 h 371"/>
              <a:gd name="T2" fmla="*/ 2147483646 w 1134"/>
              <a:gd name="T3" fmla="*/ 2147483646 h 371"/>
              <a:gd name="T4" fmla="*/ 2147483646 w 1134"/>
              <a:gd name="T5" fmla="*/ 2147483646 h 371"/>
              <a:gd name="T6" fmla="*/ 2147483646 w 1134"/>
              <a:gd name="T7" fmla="*/ 2147483646 h 371"/>
              <a:gd name="T8" fmla="*/ 2147483646 w 1134"/>
              <a:gd name="T9" fmla="*/ 2147483646 h 371"/>
              <a:gd name="T10" fmla="*/ 0 60000 65536"/>
              <a:gd name="T11" fmla="*/ 0 60000 65536"/>
              <a:gd name="T12" fmla="*/ 0 60000 65536"/>
              <a:gd name="T13" fmla="*/ 0 60000 65536"/>
              <a:gd name="T14" fmla="*/ 0 60000 65536"/>
              <a:gd name="T15" fmla="*/ 0 w 1134"/>
              <a:gd name="T16" fmla="*/ 0 h 371"/>
              <a:gd name="T17" fmla="*/ 1134 w 1134"/>
              <a:gd name="T18" fmla="*/ 371 h 371"/>
            </a:gdLst>
            <a:ahLst/>
            <a:cxnLst>
              <a:cxn ang="T10">
                <a:pos x="T0" y="T1"/>
              </a:cxn>
              <a:cxn ang="T11">
                <a:pos x="T2" y="T3"/>
              </a:cxn>
              <a:cxn ang="T12">
                <a:pos x="T4" y="T5"/>
              </a:cxn>
              <a:cxn ang="T13">
                <a:pos x="T6" y="T7"/>
              </a:cxn>
              <a:cxn ang="T14">
                <a:pos x="T8" y="T9"/>
              </a:cxn>
            </a:cxnLst>
            <a:rect l="T15" t="T16" r="T17" b="T18"/>
            <a:pathLst>
              <a:path w="1134" h="371">
                <a:moveTo>
                  <a:pt x="1134" y="0"/>
                </a:moveTo>
                <a:cubicBezTo>
                  <a:pt x="703" y="132"/>
                  <a:pt x="272" y="265"/>
                  <a:pt x="136" y="318"/>
                </a:cubicBezTo>
                <a:cubicBezTo>
                  <a:pt x="0" y="371"/>
                  <a:pt x="302" y="311"/>
                  <a:pt x="317" y="318"/>
                </a:cubicBezTo>
                <a:cubicBezTo>
                  <a:pt x="332" y="325"/>
                  <a:pt x="182" y="363"/>
                  <a:pt x="227" y="363"/>
                </a:cubicBezTo>
                <a:cubicBezTo>
                  <a:pt x="272" y="363"/>
                  <a:pt x="430" y="340"/>
                  <a:pt x="589" y="318"/>
                </a:cubicBezTo>
              </a:path>
            </a:pathLst>
          </a:cu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grpSp>
        <p:nvGrpSpPr>
          <p:cNvPr id="4" name="Group 44"/>
          <p:cNvGrpSpPr/>
          <p:nvPr/>
        </p:nvGrpSpPr>
        <p:grpSpPr bwMode="auto">
          <a:xfrm>
            <a:off x="2411413" y="3357563"/>
            <a:ext cx="6022975" cy="1874837"/>
            <a:chOff x="1519" y="3067"/>
            <a:chExt cx="3794" cy="1181"/>
          </a:xfrm>
        </p:grpSpPr>
        <p:pic>
          <p:nvPicPr>
            <p:cNvPr id="12297" name="Picture 30"/>
            <p:cNvPicPr>
              <a:picLocks noChangeAspect="1" noChangeArrowheads="1"/>
            </p:cNvPicPr>
            <p:nvPr/>
          </p:nvPicPr>
          <p:blipFill>
            <a:blip r:embed="rId6">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519" y="3067"/>
              <a:ext cx="1140" cy="6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298" name="Picture 31"/>
            <p:cNvPicPr>
              <a:picLocks noChangeAspect="1" noChangeArrowheads="1"/>
            </p:cNvPicPr>
            <p:nvPr/>
          </p:nvPicPr>
          <p:blipFill>
            <a:blip r:embed="rId7">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655" y="3702"/>
              <a:ext cx="997" cy="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299" name="Picture 33"/>
            <p:cNvPicPr>
              <a:picLocks noChangeAspect="1" noChangeArrowheads="1"/>
            </p:cNvPicPr>
            <p:nvPr/>
          </p:nvPicPr>
          <p:blipFill>
            <a:blip r:embed="rId8">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2699" y="3702"/>
              <a:ext cx="1884" cy="5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300" name="Picture 34"/>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969" y="3385"/>
              <a:ext cx="1344" cy="2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301" name="Picture 3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604" y="4020"/>
              <a:ext cx="426" cy="2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5" name="墨迹 2"/>
          <p:cNvSpPr/>
          <p:nvPr/>
        </p:nvSpPr>
        <p:spPr bwMode="auto">
          <a:xfrm>
            <a:off x="2700000" y="1402200"/>
            <a:ext cx="6504840" cy="4696200"/>
          </a:xfrm>
        </p:spPr>
      </p:sp>
    </p:spTree>
    <p:custDataLst>
      <p:tags r:id="rId11"/>
    </p:custDataLst>
  </p:cSld>
  <p:clrMapOvr>
    <a:masterClrMapping/>
  </p:clrMapOvr>
  <mc:AlternateContent xmlns:mc="http://schemas.openxmlformats.org/markup-compatibility/2006">
    <mc:Choice xmlns:p14="http://schemas.microsoft.com/office/powerpoint/2010/main" Requires="p14">
      <p:transition spd="slow" p14:dur="2000" advTm="312376"/>
    </mc:Choice>
    <mc:Fallback>
      <p:transition spd="slow" advTm="312376"/>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5" presetClass="entr" presetSubtype="0" fill="hold" nodeType="afterEffect">
                                  <p:stCondLst>
                                    <p:cond delay="0"/>
                                  </p:stCondLst>
                                  <p:childTnLst>
                                    <p:set>
                                      <p:cBhvr>
                                        <p:cTn id="6" dur="1" fill="hold">
                                          <p:stCondLst>
                                            <p:cond delay="0"/>
                                          </p:stCondLst>
                                        </p:cTn>
                                        <p:tgtEl>
                                          <p:spTgt spid="3078"/>
                                        </p:tgtEl>
                                        <p:attrNameLst>
                                          <p:attrName>style.visibility</p:attrName>
                                        </p:attrNameLst>
                                      </p:cBhvr>
                                      <p:to>
                                        <p:strVal val="visible"/>
                                      </p:to>
                                    </p:set>
                                    <p:anim calcmode="lin" valueType="num">
                                      <p:cBhvr>
                                        <p:cTn id="7" dur="1000" fill="hold"/>
                                        <p:tgtEl>
                                          <p:spTgt spid="3078"/>
                                        </p:tgtEl>
                                        <p:attrNameLst>
                                          <p:attrName>ppt_w</p:attrName>
                                        </p:attrNameLst>
                                      </p:cBhvr>
                                      <p:tavLst>
                                        <p:tav tm="0">
                                          <p:val>
                                            <p:strVal val="#ppt_w*0.70"/>
                                          </p:val>
                                        </p:tav>
                                        <p:tav tm="100000">
                                          <p:val>
                                            <p:strVal val="#ppt_w"/>
                                          </p:val>
                                        </p:tav>
                                      </p:tavLst>
                                    </p:anim>
                                    <p:anim calcmode="lin" valueType="num">
                                      <p:cBhvr>
                                        <p:cTn id="8" dur="1000" fill="hold"/>
                                        <p:tgtEl>
                                          <p:spTgt spid="3078"/>
                                        </p:tgtEl>
                                        <p:attrNameLst>
                                          <p:attrName>ppt_h</p:attrName>
                                        </p:attrNameLst>
                                      </p:cBhvr>
                                      <p:tavLst>
                                        <p:tav tm="0">
                                          <p:val>
                                            <p:strVal val="#ppt_h"/>
                                          </p:val>
                                        </p:tav>
                                        <p:tav tm="100000">
                                          <p:val>
                                            <p:strVal val="#ppt_h"/>
                                          </p:val>
                                        </p:tav>
                                      </p:tavLst>
                                    </p:anim>
                                    <p:animEffect transition="in" filter="fade">
                                      <p:cBhvr>
                                        <p:cTn id="9" dur="1000"/>
                                        <p:tgtEl>
                                          <p:spTgt spid="3078"/>
                                        </p:tgtEl>
                                      </p:cBhvr>
                                    </p:animEffect>
                                  </p:childTnLst>
                                </p:cTn>
                              </p:par>
                            </p:childTnLst>
                          </p:cTn>
                        </p:par>
                      </p:childTnLst>
                    </p:cTn>
                  </p:par>
                  <p:par>
                    <p:cTn id="10" fill="hold">
                      <p:stCondLst>
                        <p:cond delay="indefinite"/>
                      </p:stCondLst>
                      <p:childTnLst>
                        <p:par>
                          <p:cTn id="11" fill="hold">
                            <p:stCondLst>
                              <p:cond delay="0"/>
                            </p:stCondLst>
                            <p:childTnLst>
                              <p:par>
                                <p:cTn id="12" presetID="55" presetClass="entr" presetSubtype="0" fill="hold" nodeType="clickEffect">
                                  <p:stCondLst>
                                    <p:cond delay="0"/>
                                  </p:stCondLst>
                                  <p:childTnLst>
                                    <p:set>
                                      <p:cBhvr>
                                        <p:cTn id="13" dur="1" fill="hold">
                                          <p:stCondLst>
                                            <p:cond delay="0"/>
                                          </p:stCondLst>
                                        </p:cTn>
                                        <p:tgtEl>
                                          <p:spTgt spid="3084"/>
                                        </p:tgtEl>
                                        <p:attrNameLst>
                                          <p:attrName>style.visibility</p:attrName>
                                        </p:attrNameLst>
                                      </p:cBhvr>
                                      <p:to>
                                        <p:strVal val="visible"/>
                                      </p:to>
                                    </p:set>
                                    <p:anim calcmode="lin" valueType="num">
                                      <p:cBhvr>
                                        <p:cTn id="14" dur="1000" fill="hold"/>
                                        <p:tgtEl>
                                          <p:spTgt spid="3084"/>
                                        </p:tgtEl>
                                        <p:attrNameLst>
                                          <p:attrName>ppt_w</p:attrName>
                                        </p:attrNameLst>
                                      </p:cBhvr>
                                      <p:tavLst>
                                        <p:tav tm="0">
                                          <p:val>
                                            <p:strVal val="#ppt_w*0.70"/>
                                          </p:val>
                                        </p:tav>
                                        <p:tav tm="100000">
                                          <p:val>
                                            <p:strVal val="#ppt_w"/>
                                          </p:val>
                                        </p:tav>
                                      </p:tavLst>
                                    </p:anim>
                                    <p:anim calcmode="lin" valueType="num">
                                      <p:cBhvr>
                                        <p:cTn id="15" dur="1000" fill="hold"/>
                                        <p:tgtEl>
                                          <p:spTgt spid="3084"/>
                                        </p:tgtEl>
                                        <p:attrNameLst>
                                          <p:attrName>ppt_h</p:attrName>
                                        </p:attrNameLst>
                                      </p:cBhvr>
                                      <p:tavLst>
                                        <p:tav tm="0">
                                          <p:val>
                                            <p:strVal val="#ppt_h"/>
                                          </p:val>
                                        </p:tav>
                                        <p:tav tm="100000">
                                          <p:val>
                                            <p:strVal val="#ppt_h"/>
                                          </p:val>
                                        </p:tav>
                                      </p:tavLst>
                                    </p:anim>
                                    <p:animEffect transition="in" filter="fade">
                                      <p:cBhvr>
                                        <p:cTn id="16" dur="1000"/>
                                        <p:tgtEl>
                                          <p:spTgt spid="3084"/>
                                        </p:tgtEl>
                                      </p:cBhvr>
                                    </p:animEffect>
                                  </p:childTnLst>
                                </p:cTn>
                              </p:par>
                            </p:childTnLst>
                          </p:cTn>
                        </p:par>
                      </p:childTnLst>
                    </p:cTn>
                  </p:par>
                  <p:par>
                    <p:cTn id="17" fill="hold">
                      <p:stCondLst>
                        <p:cond delay="indefinite"/>
                      </p:stCondLst>
                      <p:childTnLst>
                        <p:par>
                          <p:cTn id="18" fill="hold">
                            <p:stCondLst>
                              <p:cond delay="0"/>
                            </p:stCondLst>
                            <p:childTnLst>
                              <p:par>
                                <p:cTn id="19" presetID="55" presetClass="entr" presetSubtype="0" fill="hold" nodeType="clickEffect">
                                  <p:stCondLst>
                                    <p:cond delay="0"/>
                                  </p:stCondLst>
                                  <p:childTnLst>
                                    <p:set>
                                      <p:cBhvr>
                                        <p:cTn id="20" dur="1" fill="hold">
                                          <p:stCondLst>
                                            <p:cond delay="0"/>
                                          </p:stCondLst>
                                        </p:cTn>
                                        <p:tgtEl>
                                          <p:spTgt spid="3080"/>
                                        </p:tgtEl>
                                        <p:attrNameLst>
                                          <p:attrName>style.visibility</p:attrName>
                                        </p:attrNameLst>
                                      </p:cBhvr>
                                      <p:to>
                                        <p:strVal val="visible"/>
                                      </p:to>
                                    </p:set>
                                    <p:anim calcmode="lin" valueType="num">
                                      <p:cBhvr>
                                        <p:cTn id="21" dur="1000" fill="hold"/>
                                        <p:tgtEl>
                                          <p:spTgt spid="3080"/>
                                        </p:tgtEl>
                                        <p:attrNameLst>
                                          <p:attrName>ppt_w</p:attrName>
                                        </p:attrNameLst>
                                      </p:cBhvr>
                                      <p:tavLst>
                                        <p:tav tm="0">
                                          <p:val>
                                            <p:strVal val="#ppt_w*0.70"/>
                                          </p:val>
                                        </p:tav>
                                        <p:tav tm="100000">
                                          <p:val>
                                            <p:strVal val="#ppt_w"/>
                                          </p:val>
                                        </p:tav>
                                      </p:tavLst>
                                    </p:anim>
                                    <p:anim calcmode="lin" valueType="num">
                                      <p:cBhvr>
                                        <p:cTn id="22" dur="1000" fill="hold"/>
                                        <p:tgtEl>
                                          <p:spTgt spid="3080"/>
                                        </p:tgtEl>
                                        <p:attrNameLst>
                                          <p:attrName>ppt_h</p:attrName>
                                        </p:attrNameLst>
                                      </p:cBhvr>
                                      <p:tavLst>
                                        <p:tav tm="0">
                                          <p:val>
                                            <p:strVal val="#ppt_h"/>
                                          </p:val>
                                        </p:tav>
                                        <p:tav tm="100000">
                                          <p:val>
                                            <p:strVal val="#ppt_h"/>
                                          </p:val>
                                        </p:tav>
                                      </p:tavLst>
                                    </p:anim>
                                    <p:animEffect transition="in" filter="fade">
                                      <p:cBhvr>
                                        <p:cTn id="23" dur="1000"/>
                                        <p:tgtEl>
                                          <p:spTgt spid="308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4"/>
          <p:cNvSpPr>
            <a:spLocks noGrp="1" noChangeArrowheads="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a:spcBef>
                <a:spcPct val="0"/>
              </a:spcBef>
              <a:buFontTx/>
              <a:buNone/>
            </a:pPr>
            <a:fld id="{6EF6F546-4593-463D-9E9A-A73F3AD51F19}" type="datetime1">
              <a:rPr kumimoji="0" lang="zh-CN" altLang="en-US" sz="1200" smtClean="0">
                <a:solidFill>
                  <a:srgbClr val="000000"/>
                </a:solidFill>
                <a:ea typeface="宋体" panose="02010600030101010101" pitchFamily="2" charset="-122"/>
              </a:rPr>
            </a:fld>
            <a:endParaRPr kumimoji="0" lang="en-US" altLang="zh-CN" sz="1200">
              <a:solidFill>
                <a:srgbClr val="000000"/>
              </a:solidFill>
              <a:ea typeface="宋体" panose="02010600030101010101" pitchFamily="2" charset="-122"/>
            </a:endParaRPr>
          </a:p>
        </p:txBody>
      </p:sp>
      <p:sp>
        <p:nvSpPr>
          <p:cNvPr id="31746" name="Rectangle 2"/>
          <p:cNvSpPr>
            <a:spLocks noGrp="1" noChangeArrowheads="1"/>
          </p:cNvSpPr>
          <p:nvPr>
            <p:ph type="title" idx="4294967295"/>
          </p:nvPr>
        </p:nvSpPr>
        <p:spPr>
          <a:xfrm>
            <a:off x="684213" y="101600"/>
            <a:ext cx="4032250" cy="498475"/>
          </a:xfrm>
          <a:solidFill>
            <a:schemeClr val="bg1"/>
          </a:solidFill>
          <a:effectLst>
            <a:outerShdw dist="35921" dir="2700000" algn="ctr" rotWithShape="0">
              <a:srgbClr val="000000">
                <a:alpha val="74997"/>
              </a:srgbClr>
            </a:outerShdw>
          </a:effectLst>
        </p:spPr>
        <p:txBody>
          <a:bodyPr/>
          <a:lstStyle/>
          <a:p>
            <a:pPr algn="l" eaLnBrk="1" hangingPunct="1">
              <a:defRPr/>
            </a:pPr>
            <a:r>
              <a:rPr kumimoji="0" lang="en-US" altLang="zh-CN" sz="2800" b="1">
                <a:solidFill>
                  <a:schemeClr val="tx1"/>
                </a:solidFill>
                <a:effectLst>
                  <a:outerShdw blurRad="38100" dist="38100" dir="2700000" algn="tl">
                    <a:srgbClr val="000000"/>
                  </a:outerShdw>
                </a:effectLst>
              </a:rPr>
              <a:t>5.2  </a:t>
            </a:r>
            <a:r>
              <a:rPr kumimoji="0" lang="zh-CN" altLang="en-US" sz="2800" b="1">
                <a:solidFill>
                  <a:schemeClr val="tx1"/>
                </a:solidFill>
                <a:effectLst>
                  <a:outerShdw blurRad="38100" dist="38100" dir="2700000" algn="tl">
                    <a:srgbClr val="000000"/>
                  </a:outerShdw>
                </a:effectLst>
              </a:rPr>
              <a:t>拉普拉斯变换定义</a:t>
            </a:r>
            <a:endParaRPr kumimoji="0" lang="zh-CN" altLang="en-US" sz="2800" b="1">
              <a:solidFill>
                <a:schemeClr val="tx1"/>
              </a:solidFill>
              <a:effectLst>
                <a:outerShdw blurRad="38100" dist="38100" dir="2700000" algn="tl">
                  <a:srgbClr val="000000"/>
                </a:outerShdw>
              </a:effectLst>
            </a:endParaRPr>
          </a:p>
        </p:txBody>
      </p:sp>
      <p:graphicFrame>
        <p:nvGraphicFramePr>
          <p:cNvPr id="135172" name="Object 4"/>
          <p:cNvGraphicFramePr>
            <a:graphicFrameLocks noChangeAspect="1"/>
          </p:cNvGraphicFramePr>
          <p:nvPr/>
        </p:nvGraphicFramePr>
        <p:xfrm>
          <a:off x="2700338" y="836613"/>
          <a:ext cx="5400675" cy="700087"/>
        </p:xfrm>
        <a:graphic>
          <a:graphicData uri="http://schemas.openxmlformats.org/presentationml/2006/ole">
            <mc:AlternateContent xmlns:mc="http://schemas.openxmlformats.org/markup-compatibility/2006">
              <mc:Choice xmlns:v="urn:schemas-microsoft-com:vml" Requires="v">
                <p:oleObj spid="_x0000_s2" name="公式" r:id="rId1" imgW="2082800" imgH="330200" progId="Equation.3">
                  <p:embed/>
                </p:oleObj>
              </mc:Choice>
              <mc:Fallback>
                <p:oleObj name="公式" r:id="rId1" imgW="2082800" imgH="330200" progId="Equation.3">
                  <p:embed/>
                  <p:pic>
                    <p:nvPicPr>
                      <p:cNvPr id="0" name="Object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00338" y="836613"/>
                        <a:ext cx="5400675" cy="700087"/>
                      </a:xfrm>
                      <a:prstGeom prst="rect">
                        <a:avLst/>
                      </a:prstGeom>
                      <a:solidFill>
                        <a:schemeClr val="tx1"/>
                      </a:solidFill>
                      <a:ln w="9525">
                        <a:solidFill>
                          <a:schemeClr val="bg1"/>
                        </a:solidFill>
                        <a:miter lim="800000"/>
                        <a:headEnd/>
                        <a:tailEnd/>
                      </a:ln>
                      <a:effectLst>
                        <a:outerShdw dist="35921" dir="2700000" algn="ctr" rotWithShape="0">
                          <a:schemeClr val="bg2">
                            <a:alpha val="74997"/>
                          </a:schemeClr>
                        </a:outerShdw>
                      </a:effectLst>
                    </p:spPr>
                  </p:pic>
                </p:oleObj>
              </mc:Fallback>
            </mc:AlternateContent>
          </a:graphicData>
        </a:graphic>
      </p:graphicFrame>
      <p:graphicFrame>
        <p:nvGraphicFramePr>
          <p:cNvPr id="135174" name="Object 6"/>
          <p:cNvGraphicFramePr>
            <a:graphicFrameLocks noChangeAspect="1"/>
          </p:cNvGraphicFramePr>
          <p:nvPr/>
        </p:nvGraphicFramePr>
        <p:xfrm>
          <a:off x="900113" y="1844675"/>
          <a:ext cx="2951162" cy="504825"/>
        </p:xfrm>
        <a:graphic>
          <a:graphicData uri="http://schemas.openxmlformats.org/presentationml/2006/ole">
            <mc:AlternateContent xmlns:mc="http://schemas.openxmlformats.org/markup-compatibility/2006">
              <mc:Choice xmlns:v="urn:schemas-microsoft-com:vml" Requires="v">
                <p:oleObj spid="_x0000_s3" name="公式" r:id="rId3" imgW="1078865" imgH="215900" progId="Equation.3">
                  <p:embed/>
                </p:oleObj>
              </mc:Choice>
              <mc:Fallback>
                <p:oleObj name="公式" r:id="rId3" imgW="1078865" imgH="215900" progId="Equation.3">
                  <p:embed/>
                  <p:pic>
                    <p:nvPicPr>
                      <p:cNvPr id="0"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00113" y="1844675"/>
                        <a:ext cx="2951162" cy="504825"/>
                      </a:xfrm>
                      <a:prstGeom prst="rect">
                        <a:avLst/>
                      </a:prstGeom>
                      <a:solidFill>
                        <a:schemeClr val="tx1"/>
                      </a:solidFill>
                      <a:ln w="9525">
                        <a:solidFill>
                          <a:srgbClr val="FF0000"/>
                        </a:solidFill>
                        <a:miter lim="800000"/>
                        <a:headEnd/>
                        <a:tailEnd/>
                      </a:ln>
                      <a:effectLst>
                        <a:outerShdw dist="35921" dir="2700000" algn="ctr" rotWithShape="0">
                          <a:schemeClr val="bg2">
                            <a:alpha val="74997"/>
                          </a:schemeClr>
                        </a:outerShdw>
                      </a:effectLst>
                    </p:spPr>
                  </p:pic>
                </p:oleObj>
              </mc:Fallback>
            </mc:AlternateContent>
          </a:graphicData>
        </a:graphic>
      </p:graphicFrame>
      <p:graphicFrame>
        <p:nvGraphicFramePr>
          <p:cNvPr id="135175" name="Object 7"/>
          <p:cNvGraphicFramePr>
            <a:graphicFrameLocks noChangeAspect="1"/>
          </p:cNvGraphicFramePr>
          <p:nvPr/>
        </p:nvGraphicFramePr>
        <p:xfrm>
          <a:off x="4140200" y="1700213"/>
          <a:ext cx="4392613" cy="744537"/>
        </p:xfrm>
        <a:graphic>
          <a:graphicData uri="http://schemas.openxmlformats.org/presentationml/2006/ole">
            <mc:AlternateContent xmlns:mc="http://schemas.openxmlformats.org/markup-compatibility/2006">
              <mc:Choice xmlns:v="urn:schemas-microsoft-com:vml" Requires="v">
                <p:oleObj spid="_x0000_s4" name="公式" r:id="rId5" imgW="1854200" imgH="330200" progId="Equation.3">
                  <p:embed/>
                </p:oleObj>
              </mc:Choice>
              <mc:Fallback>
                <p:oleObj name="公式" r:id="rId5" imgW="1854200" imgH="330200" progId="Equation.3">
                  <p:embed/>
                  <p:pic>
                    <p:nvPicPr>
                      <p:cNvPr id="0" name="Object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140200" y="1700213"/>
                        <a:ext cx="4392613" cy="744537"/>
                      </a:xfrm>
                      <a:prstGeom prst="rect">
                        <a:avLst/>
                      </a:prstGeom>
                      <a:solidFill>
                        <a:schemeClr val="tx1"/>
                      </a:solidFill>
                      <a:ln w="19050">
                        <a:solidFill>
                          <a:schemeClr val="bg1"/>
                        </a:solidFill>
                        <a:miter lim="800000"/>
                        <a:headEnd/>
                        <a:tailEnd/>
                      </a:ln>
                      <a:effectLst>
                        <a:outerShdw dist="35921" dir="2700000" algn="ctr" rotWithShape="0">
                          <a:schemeClr val="bg2">
                            <a:alpha val="74997"/>
                          </a:schemeClr>
                        </a:outerShdw>
                      </a:effectLst>
                    </p:spPr>
                  </p:pic>
                </p:oleObj>
              </mc:Fallback>
            </mc:AlternateContent>
          </a:graphicData>
        </a:graphic>
      </p:graphicFrame>
      <p:graphicFrame>
        <p:nvGraphicFramePr>
          <p:cNvPr id="135176" name="Object 8"/>
          <p:cNvGraphicFramePr>
            <a:graphicFrameLocks noChangeAspect="1"/>
          </p:cNvGraphicFramePr>
          <p:nvPr/>
        </p:nvGraphicFramePr>
        <p:xfrm>
          <a:off x="1042988" y="981075"/>
          <a:ext cx="1381125" cy="407988"/>
        </p:xfrm>
        <a:graphic>
          <a:graphicData uri="http://schemas.openxmlformats.org/presentationml/2006/ole">
            <mc:AlternateContent xmlns:mc="http://schemas.openxmlformats.org/markup-compatibility/2006">
              <mc:Choice xmlns:v="urn:schemas-microsoft-com:vml" Requires="v">
                <p:oleObj spid="_x0000_s5" name="公式" r:id="rId7" imgW="596900" imgH="215900" progId="Equation.3">
                  <p:embed/>
                </p:oleObj>
              </mc:Choice>
              <mc:Fallback>
                <p:oleObj name="公式" r:id="rId7" imgW="596900" imgH="215900" progId="Equation.3">
                  <p:embed/>
                  <p:pic>
                    <p:nvPicPr>
                      <p:cNvPr id="0" name="Object 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042988" y="981075"/>
                        <a:ext cx="1381125" cy="407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aphicFrame>
        <p:nvGraphicFramePr>
          <p:cNvPr id="13320" name="Object 9"/>
          <p:cNvGraphicFramePr>
            <a:graphicFrameLocks noChangeAspect="1"/>
          </p:cNvGraphicFramePr>
          <p:nvPr/>
        </p:nvGraphicFramePr>
        <p:xfrm>
          <a:off x="4787900" y="0"/>
          <a:ext cx="4032250" cy="579438"/>
        </p:xfrm>
        <a:graphic>
          <a:graphicData uri="http://schemas.openxmlformats.org/presentationml/2006/ole">
            <mc:AlternateContent xmlns:mc="http://schemas.openxmlformats.org/markup-compatibility/2006">
              <mc:Choice xmlns:v="urn:schemas-microsoft-com:vml" Requires="v">
                <p:oleObj spid="_x0000_s6" name="公式" r:id="rId9" imgW="2006600" imgH="241300" progId="Equation.3">
                  <p:embed/>
                </p:oleObj>
              </mc:Choice>
              <mc:Fallback>
                <p:oleObj name="公式" r:id="rId9" imgW="2006600" imgH="241300" progId="Equation.3">
                  <p:embed/>
                  <p:pic>
                    <p:nvPicPr>
                      <p:cNvPr id="0" name="Object 9"/>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787900" y="0"/>
                        <a:ext cx="403225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aphicFrame>
        <p:nvGraphicFramePr>
          <p:cNvPr id="135178" name="Object 10"/>
          <p:cNvGraphicFramePr>
            <a:graphicFrameLocks noChangeAspect="1"/>
          </p:cNvGraphicFramePr>
          <p:nvPr/>
        </p:nvGraphicFramePr>
        <p:xfrm>
          <a:off x="755650" y="2781300"/>
          <a:ext cx="7777163" cy="503238"/>
        </p:xfrm>
        <a:graphic>
          <a:graphicData uri="http://schemas.openxmlformats.org/presentationml/2006/ole">
            <mc:AlternateContent xmlns:mc="http://schemas.openxmlformats.org/markup-compatibility/2006">
              <mc:Choice xmlns:v="urn:schemas-microsoft-com:vml" Requires="v">
                <p:oleObj spid="_x0000_s7" name="公式" r:id="rId11" imgW="3479800" imgH="241300" progId="Equation.3">
                  <p:embed/>
                </p:oleObj>
              </mc:Choice>
              <mc:Fallback>
                <p:oleObj name="公式" r:id="rId11" imgW="3479800" imgH="241300" progId="Equation.3">
                  <p:embed/>
                  <p:pic>
                    <p:nvPicPr>
                      <p:cNvPr id="0" name="Object 10"/>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755650" y="2781300"/>
                        <a:ext cx="7777163" cy="503238"/>
                      </a:xfrm>
                      <a:prstGeom prst="rect">
                        <a:avLst/>
                      </a:prstGeom>
                      <a:solidFill>
                        <a:schemeClr val="tx1"/>
                      </a:solidFill>
                      <a:ln w="9525">
                        <a:solidFill>
                          <a:srgbClr val="C0C0C0"/>
                        </a:solidFill>
                        <a:miter lim="800000"/>
                        <a:headEnd/>
                        <a:tailEnd/>
                      </a:ln>
                      <a:effectLst>
                        <a:outerShdw dist="35921" dir="2700000" algn="ctr" rotWithShape="0">
                          <a:schemeClr val="bg2">
                            <a:alpha val="74997"/>
                          </a:schemeClr>
                        </a:outerShdw>
                      </a:effectLst>
                    </p:spPr>
                  </p:pic>
                </p:oleObj>
              </mc:Fallback>
            </mc:AlternateContent>
          </a:graphicData>
        </a:graphic>
      </p:graphicFrame>
      <p:graphicFrame>
        <p:nvGraphicFramePr>
          <p:cNvPr id="135179" name="Object 11"/>
          <p:cNvGraphicFramePr>
            <a:graphicFrameLocks noChangeAspect="1"/>
          </p:cNvGraphicFramePr>
          <p:nvPr/>
        </p:nvGraphicFramePr>
        <p:xfrm>
          <a:off x="827088" y="3573463"/>
          <a:ext cx="2738437" cy="508000"/>
        </p:xfrm>
        <a:graphic>
          <a:graphicData uri="http://schemas.openxmlformats.org/presentationml/2006/ole">
            <mc:AlternateContent xmlns:mc="http://schemas.openxmlformats.org/markup-compatibility/2006">
              <mc:Choice xmlns:v="urn:schemas-microsoft-com:vml" Requires="v">
                <p:oleObj spid="_x0000_s8" name="公式" r:id="rId13" imgW="1079500" imgH="228600" progId="Equation.3">
                  <p:embed/>
                </p:oleObj>
              </mc:Choice>
              <mc:Fallback>
                <p:oleObj name="公式" r:id="rId13" imgW="1079500" imgH="228600" progId="Equation.3">
                  <p:embed/>
                  <p:pic>
                    <p:nvPicPr>
                      <p:cNvPr id="0" name="Object 11"/>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827088" y="3573463"/>
                        <a:ext cx="2738437" cy="508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aphicFrame>
        <p:nvGraphicFramePr>
          <p:cNvPr id="135180" name="Object 12"/>
          <p:cNvGraphicFramePr>
            <a:graphicFrameLocks noChangeAspect="1"/>
          </p:cNvGraphicFramePr>
          <p:nvPr/>
        </p:nvGraphicFramePr>
        <p:xfrm>
          <a:off x="1979613" y="5589588"/>
          <a:ext cx="5400675" cy="930275"/>
        </p:xfrm>
        <a:graphic>
          <a:graphicData uri="http://schemas.openxmlformats.org/presentationml/2006/ole">
            <mc:AlternateContent xmlns:mc="http://schemas.openxmlformats.org/markup-compatibility/2006">
              <mc:Choice xmlns:v="urn:schemas-microsoft-com:vml" Requires="v">
                <p:oleObj spid="_x0000_s9" name="公式" r:id="rId15" imgW="1625600" imgH="419100" progId="Equation.3">
                  <p:embed/>
                </p:oleObj>
              </mc:Choice>
              <mc:Fallback>
                <p:oleObj name="公式" r:id="rId15" imgW="1625600" imgH="419100" progId="Equation.3">
                  <p:embed/>
                  <p:pic>
                    <p:nvPicPr>
                      <p:cNvPr id="0" name="Object 12"/>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1979613" y="5589588"/>
                        <a:ext cx="5400675" cy="930275"/>
                      </a:xfrm>
                      <a:prstGeom prst="rect">
                        <a:avLst/>
                      </a:prstGeom>
                      <a:solidFill>
                        <a:schemeClr val="tx1"/>
                      </a:solidFill>
                      <a:ln w="9525">
                        <a:solidFill>
                          <a:schemeClr val="bg1"/>
                        </a:solidFill>
                        <a:miter lim="800000"/>
                        <a:headEnd/>
                        <a:tailEnd/>
                      </a:ln>
                      <a:effectLst>
                        <a:outerShdw dist="35921" dir="2700000" algn="ctr" rotWithShape="0">
                          <a:schemeClr val="bg2">
                            <a:alpha val="74997"/>
                          </a:schemeClr>
                        </a:outerShdw>
                      </a:effectLst>
                    </p:spPr>
                  </p:pic>
                </p:oleObj>
              </mc:Fallback>
            </mc:AlternateContent>
          </a:graphicData>
        </a:graphic>
      </p:graphicFrame>
      <p:graphicFrame>
        <p:nvGraphicFramePr>
          <p:cNvPr id="135181" name="Object 13"/>
          <p:cNvGraphicFramePr>
            <a:graphicFrameLocks noChangeAspect="1"/>
          </p:cNvGraphicFramePr>
          <p:nvPr/>
        </p:nvGraphicFramePr>
        <p:xfrm>
          <a:off x="3635375" y="3429000"/>
          <a:ext cx="3028950" cy="874713"/>
        </p:xfrm>
        <a:graphic>
          <a:graphicData uri="http://schemas.openxmlformats.org/presentationml/2006/ole">
            <mc:AlternateContent xmlns:mc="http://schemas.openxmlformats.org/markup-compatibility/2006">
              <mc:Choice xmlns:v="urn:schemas-microsoft-com:vml" Requires="v">
                <p:oleObj spid="_x0000_s10" name="公式" r:id="rId17" imgW="1193800" imgH="393700" progId="Equation.3">
                  <p:embed/>
                </p:oleObj>
              </mc:Choice>
              <mc:Fallback>
                <p:oleObj name="公式" r:id="rId17" imgW="1193800" imgH="393700" progId="Equation.3">
                  <p:embed/>
                  <p:pic>
                    <p:nvPicPr>
                      <p:cNvPr id="0" name="Object 13"/>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3635375" y="3429000"/>
                        <a:ext cx="3028950" cy="874713"/>
                      </a:xfrm>
                      <a:prstGeom prst="rect">
                        <a:avLst/>
                      </a:prstGeom>
                      <a:solidFill>
                        <a:schemeClr val="tx1"/>
                      </a:solidFill>
                      <a:ln w="9525">
                        <a:solidFill>
                          <a:schemeClr val="bg1"/>
                        </a:solidFill>
                        <a:miter lim="800000"/>
                        <a:headEnd/>
                        <a:tailEnd/>
                      </a:ln>
                      <a:effectLst>
                        <a:outerShdw dist="35921" dir="2700000" algn="ctr" rotWithShape="0">
                          <a:schemeClr val="bg2">
                            <a:alpha val="74997"/>
                          </a:schemeClr>
                        </a:outerShdw>
                      </a:effectLst>
                    </p:spPr>
                  </p:pic>
                </p:oleObj>
              </mc:Fallback>
            </mc:AlternateContent>
          </a:graphicData>
        </a:graphic>
      </p:graphicFrame>
      <p:graphicFrame>
        <p:nvGraphicFramePr>
          <p:cNvPr id="135182" name="Object 14"/>
          <p:cNvGraphicFramePr>
            <a:graphicFrameLocks noChangeAspect="1"/>
          </p:cNvGraphicFramePr>
          <p:nvPr/>
        </p:nvGraphicFramePr>
        <p:xfrm>
          <a:off x="755650" y="4581525"/>
          <a:ext cx="1095375" cy="452438"/>
        </p:xfrm>
        <a:graphic>
          <a:graphicData uri="http://schemas.openxmlformats.org/presentationml/2006/ole">
            <mc:AlternateContent xmlns:mc="http://schemas.openxmlformats.org/markup-compatibility/2006">
              <mc:Choice xmlns:v="urn:schemas-microsoft-com:vml" Requires="v">
                <p:oleObj spid="_x0000_s11" name="公式" r:id="rId19" imgW="431800" imgH="203200" progId="Equation.3">
                  <p:embed/>
                </p:oleObj>
              </mc:Choice>
              <mc:Fallback>
                <p:oleObj name="公式" r:id="rId19" imgW="431800" imgH="203200" progId="Equation.3">
                  <p:embed/>
                  <p:pic>
                    <p:nvPicPr>
                      <p:cNvPr id="0" name="Object 14"/>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755650" y="4581525"/>
                        <a:ext cx="1095375" cy="452438"/>
                      </a:xfrm>
                      <a:prstGeom prst="rect">
                        <a:avLst/>
                      </a:prstGeom>
                      <a:solidFill>
                        <a:schemeClr val="tx1"/>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aphicFrame>
        <p:nvGraphicFramePr>
          <p:cNvPr id="135183" name="Object 15"/>
          <p:cNvGraphicFramePr>
            <a:graphicFrameLocks noChangeAspect="1"/>
          </p:cNvGraphicFramePr>
          <p:nvPr/>
        </p:nvGraphicFramePr>
        <p:xfrm>
          <a:off x="1908175" y="4437063"/>
          <a:ext cx="3606800" cy="874712"/>
        </p:xfrm>
        <a:graphic>
          <a:graphicData uri="http://schemas.openxmlformats.org/presentationml/2006/ole">
            <mc:AlternateContent xmlns:mc="http://schemas.openxmlformats.org/markup-compatibility/2006">
              <mc:Choice xmlns:v="urn:schemas-microsoft-com:vml" Requires="v">
                <p:oleObj spid="_x0000_s12" name="公式" r:id="rId21" imgW="1417320" imgH="393065" progId="Equation.3">
                  <p:embed/>
                </p:oleObj>
              </mc:Choice>
              <mc:Fallback>
                <p:oleObj name="公式" r:id="rId21" imgW="1417320" imgH="393065" progId="Equation.3">
                  <p:embed/>
                  <p:pic>
                    <p:nvPicPr>
                      <p:cNvPr id="0" name="Object 15"/>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1908175" y="4437063"/>
                        <a:ext cx="3606800" cy="874712"/>
                      </a:xfrm>
                      <a:prstGeom prst="rect">
                        <a:avLst/>
                      </a:prstGeom>
                      <a:solidFill>
                        <a:schemeClr val="tx1"/>
                      </a:solidFill>
                      <a:ln w="9525">
                        <a:solidFill>
                          <a:srgbClr val="C0C0C0"/>
                        </a:solidFill>
                        <a:miter lim="800000"/>
                        <a:headEnd/>
                        <a:tailEnd/>
                      </a:ln>
                      <a:effectLst>
                        <a:outerShdw dist="35921" dir="2700000" algn="ctr" rotWithShape="0">
                          <a:schemeClr val="bg2">
                            <a:alpha val="74997"/>
                          </a:schemeClr>
                        </a:outerShdw>
                      </a:effectLst>
                    </p:spPr>
                  </p:pic>
                </p:oleObj>
              </mc:Fallback>
            </mc:AlternateContent>
          </a:graphicData>
        </a:graphic>
      </p:graphicFrame>
      <p:graphicFrame>
        <p:nvGraphicFramePr>
          <p:cNvPr id="16" name="Object 13"/>
          <p:cNvGraphicFramePr>
            <a:graphicFrameLocks noChangeAspect="1"/>
          </p:cNvGraphicFramePr>
          <p:nvPr/>
        </p:nvGraphicFramePr>
        <p:xfrm>
          <a:off x="5651500" y="4581525"/>
          <a:ext cx="2951163" cy="504825"/>
        </p:xfrm>
        <a:graphic>
          <a:graphicData uri="http://schemas.openxmlformats.org/presentationml/2006/ole">
            <mc:AlternateContent xmlns:mc="http://schemas.openxmlformats.org/markup-compatibility/2006">
              <mc:Choice xmlns:v="urn:schemas-microsoft-com:vml" Requires="v">
                <p:oleObj spid="_x0000_s13" name="公式" r:id="rId23" imgW="1078865" imgH="215900" progId="Equation.3">
                  <p:embed/>
                </p:oleObj>
              </mc:Choice>
              <mc:Fallback>
                <p:oleObj name="公式" r:id="rId23" imgW="1078865" imgH="215900" progId="Equation.3">
                  <p:embed/>
                  <p:pic>
                    <p:nvPicPr>
                      <p:cNvPr id="0" name="Object 1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651500" y="4581525"/>
                        <a:ext cx="2951163" cy="504825"/>
                      </a:xfrm>
                      <a:prstGeom prst="rect">
                        <a:avLst/>
                      </a:prstGeom>
                      <a:solidFill>
                        <a:schemeClr val="tx1"/>
                      </a:solidFill>
                      <a:ln w="9525">
                        <a:solidFill>
                          <a:srgbClr val="FF0000"/>
                        </a:solidFill>
                        <a:miter lim="800000"/>
                        <a:headEnd/>
                        <a:tailEnd/>
                      </a:ln>
                      <a:effectLst>
                        <a:outerShdw dist="35921" dir="2700000" algn="ctr" rotWithShape="0">
                          <a:schemeClr val="bg2">
                            <a:alpha val="74997"/>
                          </a:schemeClr>
                        </a:outerShdw>
                      </a:effectLst>
                    </p:spPr>
                  </p:pic>
                </p:oleObj>
              </mc:Fallback>
            </mc:AlternateContent>
          </a:graphicData>
        </a:graphic>
      </p:graphicFrame>
      <p:sp>
        <p:nvSpPr>
          <p:cNvPr id="14" name="墨迹 1"/>
          <p:cNvSpPr/>
          <p:nvPr/>
        </p:nvSpPr>
        <p:spPr bwMode="auto">
          <a:xfrm>
            <a:off x="830160" y="0"/>
            <a:ext cx="7768080" cy="6609600"/>
          </a:xfrm>
        </p:spPr>
      </p:sp>
    </p:spTree>
    <p:custDataLst>
      <p:tags r:id="rId24"/>
    </p:custDataLst>
  </p:cSld>
  <p:clrMapOvr>
    <a:masterClrMapping/>
  </p:clrMapOvr>
  <mc:AlternateContent xmlns:mc="http://schemas.openxmlformats.org/markup-compatibility/2006">
    <mc:Choice xmlns:p14="http://schemas.microsoft.com/office/powerpoint/2010/main" Requires="p14">
      <p:transition spd="slow" p14:dur="2000" advTm="218351"/>
    </mc:Choice>
    <mc:Fallback>
      <p:transition spd="slow" advTm="218351"/>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5" presetClass="entr" presetSubtype="0" fill="hold" nodeType="afterEffect">
                                  <p:stCondLst>
                                    <p:cond delay="0"/>
                                  </p:stCondLst>
                                  <p:childTnLst>
                                    <p:set>
                                      <p:cBhvr>
                                        <p:cTn id="6" dur="1" fill="hold">
                                          <p:stCondLst>
                                            <p:cond delay="0"/>
                                          </p:stCondLst>
                                        </p:cTn>
                                        <p:tgtEl>
                                          <p:spTgt spid="135176"/>
                                        </p:tgtEl>
                                        <p:attrNameLst>
                                          <p:attrName>style.visibility</p:attrName>
                                        </p:attrNameLst>
                                      </p:cBhvr>
                                      <p:to>
                                        <p:strVal val="visible"/>
                                      </p:to>
                                    </p:set>
                                    <p:anim calcmode="lin" valueType="num">
                                      <p:cBhvr>
                                        <p:cTn id="7" dur="1000" fill="hold"/>
                                        <p:tgtEl>
                                          <p:spTgt spid="135176"/>
                                        </p:tgtEl>
                                        <p:attrNameLst>
                                          <p:attrName>ppt_w</p:attrName>
                                        </p:attrNameLst>
                                      </p:cBhvr>
                                      <p:tavLst>
                                        <p:tav tm="0">
                                          <p:val>
                                            <p:strVal val="#ppt_w*0.70"/>
                                          </p:val>
                                        </p:tav>
                                        <p:tav tm="100000">
                                          <p:val>
                                            <p:strVal val="#ppt_w"/>
                                          </p:val>
                                        </p:tav>
                                      </p:tavLst>
                                    </p:anim>
                                    <p:anim calcmode="lin" valueType="num">
                                      <p:cBhvr>
                                        <p:cTn id="8" dur="1000" fill="hold"/>
                                        <p:tgtEl>
                                          <p:spTgt spid="135176"/>
                                        </p:tgtEl>
                                        <p:attrNameLst>
                                          <p:attrName>ppt_h</p:attrName>
                                        </p:attrNameLst>
                                      </p:cBhvr>
                                      <p:tavLst>
                                        <p:tav tm="0">
                                          <p:val>
                                            <p:strVal val="#ppt_h"/>
                                          </p:val>
                                        </p:tav>
                                        <p:tav tm="100000">
                                          <p:val>
                                            <p:strVal val="#ppt_h"/>
                                          </p:val>
                                        </p:tav>
                                      </p:tavLst>
                                    </p:anim>
                                    <p:animEffect transition="in" filter="fade">
                                      <p:cBhvr>
                                        <p:cTn id="9" dur="1000"/>
                                        <p:tgtEl>
                                          <p:spTgt spid="135176"/>
                                        </p:tgtEl>
                                      </p:cBhvr>
                                    </p:animEffect>
                                  </p:childTnLst>
                                </p:cTn>
                              </p:par>
                            </p:childTnLst>
                          </p:cTn>
                        </p:par>
                      </p:childTnLst>
                    </p:cTn>
                  </p:par>
                  <p:par>
                    <p:cTn id="10" fill="hold">
                      <p:stCondLst>
                        <p:cond delay="indefinite"/>
                      </p:stCondLst>
                      <p:childTnLst>
                        <p:par>
                          <p:cTn id="11" fill="hold">
                            <p:stCondLst>
                              <p:cond delay="0"/>
                            </p:stCondLst>
                            <p:childTnLst>
                              <p:par>
                                <p:cTn id="12" presetID="55" presetClass="entr" presetSubtype="0" fill="hold" nodeType="clickEffect">
                                  <p:stCondLst>
                                    <p:cond delay="0"/>
                                  </p:stCondLst>
                                  <p:childTnLst>
                                    <p:set>
                                      <p:cBhvr>
                                        <p:cTn id="13" dur="1" fill="hold">
                                          <p:stCondLst>
                                            <p:cond delay="0"/>
                                          </p:stCondLst>
                                        </p:cTn>
                                        <p:tgtEl>
                                          <p:spTgt spid="135172"/>
                                        </p:tgtEl>
                                        <p:attrNameLst>
                                          <p:attrName>style.visibility</p:attrName>
                                        </p:attrNameLst>
                                      </p:cBhvr>
                                      <p:to>
                                        <p:strVal val="visible"/>
                                      </p:to>
                                    </p:set>
                                    <p:anim calcmode="lin" valueType="num">
                                      <p:cBhvr>
                                        <p:cTn id="14" dur="1000" fill="hold"/>
                                        <p:tgtEl>
                                          <p:spTgt spid="135172"/>
                                        </p:tgtEl>
                                        <p:attrNameLst>
                                          <p:attrName>ppt_w</p:attrName>
                                        </p:attrNameLst>
                                      </p:cBhvr>
                                      <p:tavLst>
                                        <p:tav tm="0">
                                          <p:val>
                                            <p:strVal val="#ppt_w*0.70"/>
                                          </p:val>
                                        </p:tav>
                                        <p:tav tm="100000">
                                          <p:val>
                                            <p:strVal val="#ppt_w"/>
                                          </p:val>
                                        </p:tav>
                                      </p:tavLst>
                                    </p:anim>
                                    <p:anim calcmode="lin" valueType="num">
                                      <p:cBhvr>
                                        <p:cTn id="15" dur="1000" fill="hold"/>
                                        <p:tgtEl>
                                          <p:spTgt spid="135172"/>
                                        </p:tgtEl>
                                        <p:attrNameLst>
                                          <p:attrName>ppt_h</p:attrName>
                                        </p:attrNameLst>
                                      </p:cBhvr>
                                      <p:tavLst>
                                        <p:tav tm="0">
                                          <p:val>
                                            <p:strVal val="#ppt_h"/>
                                          </p:val>
                                        </p:tav>
                                        <p:tav tm="100000">
                                          <p:val>
                                            <p:strVal val="#ppt_h"/>
                                          </p:val>
                                        </p:tav>
                                      </p:tavLst>
                                    </p:anim>
                                    <p:animEffect transition="in" filter="fade">
                                      <p:cBhvr>
                                        <p:cTn id="16" dur="1000"/>
                                        <p:tgtEl>
                                          <p:spTgt spid="135172"/>
                                        </p:tgtEl>
                                      </p:cBhvr>
                                    </p:animEffect>
                                  </p:childTnLst>
                                </p:cTn>
                              </p:par>
                            </p:childTnLst>
                          </p:cTn>
                        </p:par>
                        <p:par>
                          <p:cTn id="17" fill="hold">
                            <p:stCondLst>
                              <p:cond delay="1000"/>
                            </p:stCondLst>
                            <p:childTnLst>
                              <p:par>
                                <p:cTn id="18" presetID="55" presetClass="entr" presetSubtype="0" fill="hold" nodeType="afterEffect">
                                  <p:stCondLst>
                                    <p:cond delay="0"/>
                                  </p:stCondLst>
                                  <p:childTnLst>
                                    <p:set>
                                      <p:cBhvr>
                                        <p:cTn id="19" dur="1" fill="hold">
                                          <p:stCondLst>
                                            <p:cond delay="0"/>
                                          </p:stCondLst>
                                        </p:cTn>
                                        <p:tgtEl>
                                          <p:spTgt spid="135174"/>
                                        </p:tgtEl>
                                        <p:attrNameLst>
                                          <p:attrName>style.visibility</p:attrName>
                                        </p:attrNameLst>
                                      </p:cBhvr>
                                      <p:to>
                                        <p:strVal val="visible"/>
                                      </p:to>
                                    </p:set>
                                    <p:anim calcmode="lin" valueType="num">
                                      <p:cBhvr>
                                        <p:cTn id="20" dur="1000" fill="hold"/>
                                        <p:tgtEl>
                                          <p:spTgt spid="135174"/>
                                        </p:tgtEl>
                                        <p:attrNameLst>
                                          <p:attrName>ppt_w</p:attrName>
                                        </p:attrNameLst>
                                      </p:cBhvr>
                                      <p:tavLst>
                                        <p:tav tm="0">
                                          <p:val>
                                            <p:strVal val="#ppt_w*0.70"/>
                                          </p:val>
                                        </p:tav>
                                        <p:tav tm="100000">
                                          <p:val>
                                            <p:strVal val="#ppt_w"/>
                                          </p:val>
                                        </p:tav>
                                      </p:tavLst>
                                    </p:anim>
                                    <p:anim calcmode="lin" valueType="num">
                                      <p:cBhvr>
                                        <p:cTn id="21" dur="1000" fill="hold"/>
                                        <p:tgtEl>
                                          <p:spTgt spid="135174"/>
                                        </p:tgtEl>
                                        <p:attrNameLst>
                                          <p:attrName>ppt_h</p:attrName>
                                        </p:attrNameLst>
                                      </p:cBhvr>
                                      <p:tavLst>
                                        <p:tav tm="0">
                                          <p:val>
                                            <p:strVal val="#ppt_h"/>
                                          </p:val>
                                        </p:tav>
                                        <p:tav tm="100000">
                                          <p:val>
                                            <p:strVal val="#ppt_h"/>
                                          </p:val>
                                        </p:tav>
                                      </p:tavLst>
                                    </p:anim>
                                    <p:animEffect transition="in" filter="fade">
                                      <p:cBhvr>
                                        <p:cTn id="22" dur="1000"/>
                                        <p:tgtEl>
                                          <p:spTgt spid="135174"/>
                                        </p:tgtEl>
                                      </p:cBhvr>
                                    </p:animEffect>
                                  </p:childTnLst>
                                </p:cTn>
                              </p:par>
                            </p:childTnLst>
                          </p:cTn>
                        </p:par>
                      </p:childTnLst>
                    </p:cTn>
                  </p:par>
                  <p:par>
                    <p:cTn id="23" fill="hold">
                      <p:stCondLst>
                        <p:cond delay="indefinite"/>
                      </p:stCondLst>
                      <p:childTnLst>
                        <p:par>
                          <p:cTn id="24" fill="hold">
                            <p:stCondLst>
                              <p:cond delay="0"/>
                            </p:stCondLst>
                            <p:childTnLst>
                              <p:par>
                                <p:cTn id="25" presetID="55" presetClass="entr" presetSubtype="0" fill="hold" nodeType="clickEffect">
                                  <p:stCondLst>
                                    <p:cond delay="0"/>
                                  </p:stCondLst>
                                  <p:childTnLst>
                                    <p:set>
                                      <p:cBhvr>
                                        <p:cTn id="26" dur="1" fill="hold">
                                          <p:stCondLst>
                                            <p:cond delay="0"/>
                                          </p:stCondLst>
                                        </p:cTn>
                                        <p:tgtEl>
                                          <p:spTgt spid="135175"/>
                                        </p:tgtEl>
                                        <p:attrNameLst>
                                          <p:attrName>style.visibility</p:attrName>
                                        </p:attrNameLst>
                                      </p:cBhvr>
                                      <p:to>
                                        <p:strVal val="visible"/>
                                      </p:to>
                                    </p:set>
                                    <p:anim calcmode="lin" valueType="num">
                                      <p:cBhvr>
                                        <p:cTn id="27" dur="1000" fill="hold"/>
                                        <p:tgtEl>
                                          <p:spTgt spid="135175"/>
                                        </p:tgtEl>
                                        <p:attrNameLst>
                                          <p:attrName>ppt_w</p:attrName>
                                        </p:attrNameLst>
                                      </p:cBhvr>
                                      <p:tavLst>
                                        <p:tav tm="0">
                                          <p:val>
                                            <p:strVal val="#ppt_w*0.70"/>
                                          </p:val>
                                        </p:tav>
                                        <p:tav tm="100000">
                                          <p:val>
                                            <p:strVal val="#ppt_w"/>
                                          </p:val>
                                        </p:tav>
                                      </p:tavLst>
                                    </p:anim>
                                    <p:anim calcmode="lin" valueType="num">
                                      <p:cBhvr>
                                        <p:cTn id="28" dur="1000" fill="hold"/>
                                        <p:tgtEl>
                                          <p:spTgt spid="135175"/>
                                        </p:tgtEl>
                                        <p:attrNameLst>
                                          <p:attrName>ppt_h</p:attrName>
                                        </p:attrNameLst>
                                      </p:cBhvr>
                                      <p:tavLst>
                                        <p:tav tm="0">
                                          <p:val>
                                            <p:strVal val="#ppt_h"/>
                                          </p:val>
                                        </p:tav>
                                        <p:tav tm="100000">
                                          <p:val>
                                            <p:strVal val="#ppt_h"/>
                                          </p:val>
                                        </p:tav>
                                      </p:tavLst>
                                    </p:anim>
                                    <p:animEffect transition="in" filter="fade">
                                      <p:cBhvr>
                                        <p:cTn id="29" dur="1000"/>
                                        <p:tgtEl>
                                          <p:spTgt spid="135175"/>
                                        </p:tgtEl>
                                      </p:cBhvr>
                                    </p:animEffect>
                                  </p:childTnLst>
                                </p:cTn>
                              </p:par>
                            </p:childTnLst>
                          </p:cTn>
                        </p:par>
                      </p:childTnLst>
                    </p:cTn>
                  </p:par>
                  <p:par>
                    <p:cTn id="30" fill="hold">
                      <p:stCondLst>
                        <p:cond delay="indefinite"/>
                      </p:stCondLst>
                      <p:childTnLst>
                        <p:par>
                          <p:cTn id="31" fill="hold">
                            <p:stCondLst>
                              <p:cond delay="0"/>
                            </p:stCondLst>
                            <p:childTnLst>
                              <p:par>
                                <p:cTn id="32" presetID="55" presetClass="entr" presetSubtype="0" fill="hold" nodeType="clickEffect">
                                  <p:stCondLst>
                                    <p:cond delay="0"/>
                                  </p:stCondLst>
                                  <p:childTnLst>
                                    <p:set>
                                      <p:cBhvr>
                                        <p:cTn id="33" dur="1" fill="hold">
                                          <p:stCondLst>
                                            <p:cond delay="0"/>
                                          </p:stCondLst>
                                        </p:cTn>
                                        <p:tgtEl>
                                          <p:spTgt spid="135178"/>
                                        </p:tgtEl>
                                        <p:attrNameLst>
                                          <p:attrName>style.visibility</p:attrName>
                                        </p:attrNameLst>
                                      </p:cBhvr>
                                      <p:to>
                                        <p:strVal val="visible"/>
                                      </p:to>
                                    </p:set>
                                    <p:anim calcmode="lin" valueType="num">
                                      <p:cBhvr>
                                        <p:cTn id="34" dur="1000" fill="hold"/>
                                        <p:tgtEl>
                                          <p:spTgt spid="135178"/>
                                        </p:tgtEl>
                                        <p:attrNameLst>
                                          <p:attrName>ppt_w</p:attrName>
                                        </p:attrNameLst>
                                      </p:cBhvr>
                                      <p:tavLst>
                                        <p:tav tm="0">
                                          <p:val>
                                            <p:strVal val="#ppt_w*0.70"/>
                                          </p:val>
                                        </p:tav>
                                        <p:tav tm="100000">
                                          <p:val>
                                            <p:strVal val="#ppt_w"/>
                                          </p:val>
                                        </p:tav>
                                      </p:tavLst>
                                    </p:anim>
                                    <p:anim calcmode="lin" valueType="num">
                                      <p:cBhvr>
                                        <p:cTn id="35" dur="1000" fill="hold"/>
                                        <p:tgtEl>
                                          <p:spTgt spid="135178"/>
                                        </p:tgtEl>
                                        <p:attrNameLst>
                                          <p:attrName>ppt_h</p:attrName>
                                        </p:attrNameLst>
                                      </p:cBhvr>
                                      <p:tavLst>
                                        <p:tav tm="0">
                                          <p:val>
                                            <p:strVal val="#ppt_h"/>
                                          </p:val>
                                        </p:tav>
                                        <p:tav tm="100000">
                                          <p:val>
                                            <p:strVal val="#ppt_h"/>
                                          </p:val>
                                        </p:tav>
                                      </p:tavLst>
                                    </p:anim>
                                    <p:animEffect transition="in" filter="fade">
                                      <p:cBhvr>
                                        <p:cTn id="36" dur="1000"/>
                                        <p:tgtEl>
                                          <p:spTgt spid="135178"/>
                                        </p:tgtEl>
                                      </p:cBhvr>
                                    </p:animEffect>
                                  </p:childTnLst>
                                </p:cTn>
                              </p:par>
                            </p:childTnLst>
                          </p:cTn>
                        </p:par>
                        <p:par>
                          <p:cTn id="37" fill="hold">
                            <p:stCondLst>
                              <p:cond delay="1000"/>
                            </p:stCondLst>
                            <p:childTnLst>
                              <p:par>
                                <p:cTn id="38" presetID="55" presetClass="entr" presetSubtype="0" fill="hold" nodeType="afterEffect">
                                  <p:stCondLst>
                                    <p:cond delay="0"/>
                                  </p:stCondLst>
                                  <p:childTnLst>
                                    <p:set>
                                      <p:cBhvr>
                                        <p:cTn id="39" dur="1" fill="hold">
                                          <p:stCondLst>
                                            <p:cond delay="0"/>
                                          </p:stCondLst>
                                        </p:cTn>
                                        <p:tgtEl>
                                          <p:spTgt spid="135179"/>
                                        </p:tgtEl>
                                        <p:attrNameLst>
                                          <p:attrName>style.visibility</p:attrName>
                                        </p:attrNameLst>
                                      </p:cBhvr>
                                      <p:to>
                                        <p:strVal val="visible"/>
                                      </p:to>
                                    </p:set>
                                    <p:anim calcmode="lin" valueType="num">
                                      <p:cBhvr>
                                        <p:cTn id="40" dur="1000" fill="hold"/>
                                        <p:tgtEl>
                                          <p:spTgt spid="135179"/>
                                        </p:tgtEl>
                                        <p:attrNameLst>
                                          <p:attrName>ppt_w</p:attrName>
                                        </p:attrNameLst>
                                      </p:cBhvr>
                                      <p:tavLst>
                                        <p:tav tm="0">
                                          <p:val>
                                            <p:strVal val="#ppt_w*0.70"/>
                                          </p:val>
                                        </p:tav>
                                        <p:tav tm="100000">
                                          <p:val>
                                            <p:strVal val="#ppt_w"/>
                                          </p:val>
                                        </p:tav>
                                      </p:tavLst>
                                    </p:anim>
                                    <p:anim calcmode="lin" valueType="num">
                                      <p:cBhvr>
                                        <p:cTn id="41" dur="1000" fill="hold"/>
                                        <p:tgtEl>
                                          <p:spTgt spid="135179"/>
                                        </p:tgtEl>
                                        <p:attrNameLst>
                                          <p:attrName>ppt_h</p:attrName>
                                        </p:attrNameLst>
                                      </p:cBhvr>
                                      <p:tavLst>
                                        <p:tav tm="0">
                                          <p:val>
                                            <p:strVal val="#ppt_h"/>
                                          </p:val>
                                        </p:tav>
                                        <p:tav tm="100000">
                                          <p:val>
                                            <p:strVal val="#ppt_h"/>
                                          </p:val>
                                        </p:tav>
                                      </p:tavLst>
                                    </p:anim>
                                    <p:animEffect transition="in" filter="fade">
                                      <p:cBhvr>
                                        <p:cTn id="42" dur="1000"/>
                                        <p:tgtEl>
                                          <p:spTgt spid="135179"/>
                                        </p:tgtEl>
                                      </p:cBhvr>
                                    </p:animEffect>
                                  </p:childTnLst>
                                </p:cTn>
                              </p:par>
                            </p:childTnLst>
                          </p:cTn>
                        </p:par>
                      </p:childTnLst>
                    </p:cTn>
                  </p:par>
                  <p:par>
                    <p:cTn id="43" fill="hold">
                      <p:stCondLst>
                        <p:cond delay="indefinite"/>
                      </p:stCondLst>
                      <p:childTnLst>
                        <p:par>
                          <p:cTn id="44" fill="hold">
                            <p:stCondLst>
                              <p:cond delay="0"/>
                            </p:stCondLst>
                            <p:childTnLst>
                              <p:par>
                                <p:cTn id="45" presetID="55" presetClass="entr" presetSubtype="0" fill="hold" nodeType="clickEffect">
                                  <p:stCondLst>
                                    <p:cond delay="0"/>
                                  </p:stCondLst>
                                  <p:childTnLst>
                                    <p:set>
                                      <p:cBhvr>
                                        <p:cTn id="46" dur="1" fill="hold">
                                          <p:stCondLst>
                                            <p:cond delay="0"/>
                                          </p:stCondLst>
                                        </p:cTn>
                                        <p:tgtEl>
                                          <p:spTgt spid="135181"/>
                                        </p:tgtEl>
                                        <p:attrNameLst>
                                          <p:attrName>style.visibility</p:attrName>
                                        </p:attrNameLst>
                                      </p:cBhvr>
                                      <p:to>
                                        <p:strVal val="visible"/>
                                      </p:to>
                                    </p:set>
                                    <p:anim calcmode="lin" valueType="num">
                                      <p:cBhvr>
                                        <p:cTn id="47" dur="1000" fill="hold"/>
                                        <p:tgtEl>
                                          <p:spTgt spid="135181"/>
                                        </p:tgtEl>
                                        <p:attrNameLst>
                                          <p:attrName>ppt_w</p:attrName>
                                        </p:attrNameLst>
                                      </p:cBhvr>
                                      <p:tavLst>
                                        <p:tav tm="0">
                                          <p:val>
                                            <p:strVal val="#ppt_w*0.70"/>
                                          </p:val>
                                        </p:tav>
                                        <p:tav tm="100000">
                                          <p:val>
                                            <p:strVal val="#ppt_w"/>
                                          </p:val>
                                        </p:tav>
                                      </p:tavLst>
                                    </p:anim>
                                    <p:anim calcmode="lin" valueType="num">
                                      <p:cBhvr>
                                        <p:cTn id="48" dur="1000" fill="hold"/>
                                        <p:tgtEl>
                                          <p:spTgt spid="135181"/>
                                        </p:tgtEl>
                                        <p:attrNameLst>
                                          <p:attrName>ppt_h</p:attrName>
                                        </p:attrNameLst>
                                      </p:cBhvr>
                                      <p:tavLst>
                                        <p:tav tm="0">
                                          <p:val>
                                            <p:strVal val="#ppt_h"/>
                                          </p:val>
                                        </p:tav>
                                        <p:tav tm="100000">
                                          <p:val>
                                            <p:strVal val="#ppt_h"/>
                                          </p:val>
                                        </p:tav>
                                      </p:tavLst>
                                    </p:anim>
                                    <p:animEffect transition="in" filter="fade">
                                      <p:cBhvr>
                                        <p:cTn id="49" dur="1000"/>
                                        <p:tgtEl>
                                          <p:spTgt spid="135181"/>
                                        </p:tgtEl>
                                      </p:cBhvr>
                                    </p:animEffect>
                                  </p:childTnLst>
                                </p:cTn>
                              </p:par>
                            </p:childTnLst>
                          </p:cTn>
                        </p:par>
                        <p:par>
                          <p:cTn id="50" fill="hold">
                            <p:stCondLst>
                              <p:cond delay="1000"/>
                            </p:stCondLst>
                            <p:childTnLst>
                              <p:par>
                                <p:cTn id="51" presetID="55" presetClass="entr" presetSubtype="0" fill="hold" nodeType="afterEffect">
                                  <p:stCondLst>
                                    <p:cond delay="0"/>
                                  </p:stCondLst>
                                  <p:childTnLst>
                                    <p:set>
                                      <p:cBhvr>
                                        <p:cTn id="52" dur="1" fill="hold">
                                          <p:stCondLst>
                                            <p:cond delay="0"/>
                                          </p:stCondLst>
                                        </p:cTn>
                                        <p:tgtEl>
                                          <p:spTgt spid="135182"/>
                                        </p:tgtEl>
                                        <p:attrNameLst>
                                          <p:attrName>style.visibility</p:attrName>
                                        </p:attrNameLst>
                                      </p:cBhvr>
                                      <p:to>
                                        <p:strVal val="visible"/>
                                      </p:to>
                                    </p:set>
                                    <p:anim calcmode="lin" valueType="num">
                                      <p:cBhvr>
                                        <p:cTn id="53" dur="1000" fill="hold"/>
                                        <p:tgtEl>
                                          <p:spTgt spid="135182"/>
                                        </p:tgtEl>
                                        <p:attrNameLst>
                                          <p:attrName>ppt_w</p:attrName>
                                        </p:attrNameLst>
                                      </p:cBhvr>
                                      <p:tavLst>
                                        <p:tav tm="0">
                                          <p:val>
                                            <p:strVal val="#ppt_w*0.70"/>
                                          </p:val>
                                        </p:tav>
                                        <p:tav tm="100000">
                                          <p:val>
                                            <p:strVal val="#ppt_w"/>
                                          </p:val>
                                        </p:tav>
                                      </p:tavLst>
                                    </p:anim>
                                    <p:anim calcmode="lin" valueType="num">
                                      <p:cBhvr>
                                        <p:cTn id="54" dur="1000" fill="hold"/>
                                        <p:tgtEl>
                                          <p:spTgt spid="135182"/>
                                        </p:tgtEl>
                                        <p:attrNameLst>
                                          <p:attrName>ppt_h</p:attrName>
                                        </p:attrNameLst>
                                      </p:cBhvr>
                                      <p:tavLst>
                                        <p:tav tm="0">
                                          <p:val>
                                            <p:strVal val="#ppt_h"/>
                                          </p:val>
                                        </p:tav>
                                        <p:tav tm="100000">
                                          <p:val>
                                            <p:strVal val="#ppt_h"/>
                                          </p:val>
                                        </p:tav>
                                      </p:tavLst>
                                    </p:anim>
                                    <p:animEffect transition="in" filter="fade">
                                      <p:cBhvr>
                                        <p:cTn id="55" dur="1000"/>
                                        <p:tgtEl>
                                          <p:spTgt spid="135182"/>
                                        </p:tgtEl>
                                      </p:cBhvr>
                                    </p:animEffect>
                                  </p:childTnLst>
                                </p:cTn>
                              </p:par>
                            </p:childTnLst>
                          </p:cTn>
                        </p:par>
                      </p:childTnLst>
                    </p:cTn>
                  </p:par>
                  <p:par>
                    <p:cTn id="56" fill="hold">
                      <p:stCondLst>
                        <p:cond delay="indefinite"/>
                      </p:stCondLst>
                      <p:childTnLst>
                        <p:par>
                          <p:cTn id="57" fill="hold">
                            <p:stCondLst>
                              <p:cond delay="0"/>
                            </p:stCondLst>
                            <p:childTnLst>
                              <p:par>
                                <p:cTn id="58" presetID="55" presetClass="entr" presetSubtype="0" fill="hold" nodeType="clickEffect">
                                  <p:stCondLst>
                                    <p:cond delay="0"/>
                                  </p:stCondLst>
                                  <p:childTnLst>
                                    <p:set>
                                      <p:cBhvr>
                                        <p:cTn id="59" dur="1" fill="hold">
                                          <p:stCondLst>
                                            <p:cond delay="0"/>
                                          </p:stCondLst>
                                        </p:cTn>
                                        <p:tgtEl>
                                          <p:spTgt spid="135183"/>
                                        </p:tgtEl>
                                        <p:attrNameLst>
                                          <p:attrName>style.visibility</p:attrName>
                                        </p:attrNameLst>
                                      </p:cBhvr>
                                      <p:to>
                                        <p:strVal val="visible"/>
                                      </p:to>
                                    </p:set>
                                    <p:anim calcmode="lin" valueType="num">
                                      <p:cBhvr>
                                        <p:cTn id="60" dur="1000" fill="hold"/>
                                        <p:tgtEl>
                                          <p:spTgt spid="135183"/>
                                        </p:tgtEl>
                                        <p:attrNameLst>
                                          <p:attrName>ppt_w</p:attrName>
                                        </p:attrNameLst>
                                      </p:cBhvr>
                                      <p:tavLst>
                                        <p:tav tm="0">
                                          <p:val>
                                            <p:strVal val="#ppt_w*0.70"/>
                                          </p:val>
                                        </p:tav>
                                        <p:tav tm="100000">
                                          <p:val>
                                            <p:strVal val="#ppt_w"/>
                                          </p:val>
                                        </p:tav>
                                      </p:tavLst>
                                    </p:anim>
                                    <p:anim calcmode="lin" valueType="num">
                                      <p:cBhvr>
                                        <p:cTn id="61" dur="1000" fill="hold"/>
                                        <p:tgtEl>
                                          <p:spTgt spid="135183"/>
                                        </p:tgtEl>
                                        <p:attrNameLst>
                                          <p:attrName>ppt_h</p:attrName>
                                        </p:attrNameLst>
                                      </p:cBhvr>
                                      <p:tavLst>
                                        <p:tav tm="0">
                                          <p:val>
                                            <p:strVal val="#ppt_h"/>
                                          </p:val>
                                        </p:tav>
                                        <p:tav tm="100000">
                                          <p:val>
                                            <p:strVal val="#ppt_h"/>
                                          </p:val>
                                        </p:tav>
                                      </p:tavLst>
                                    </p:anim>
                                    <p:animEffect transition="in" filter="fade">
                                      <p:cBhvr>
                                        <p:cTn id="62" dur="1000"/>
                                        <p:tgtEl>
                                          <p:spTgt spid="135183"/>
                                        </p:tgtEl>
                                      </p:cBhvr>
                                    </p:animEffect>
                                  </p:childTnLst>
                                </p:cTn>
                              </p:par>
                            </p:childTnLst>
                          </p:cTn>
                        </p:par>
                      </p:childTnLst>
                    </p:cTn>
                  </p:par>
                  <p:par>
                    <p:cTn id="63" fill="hold">
                      <p:stCondLst>
                        <p:cond delay="indefinite"/>
                      </p:stCondLst>
                      <p:childTnLst>
                        <p:par>
                          <p:cTn id="64" fill="hold">
                            <p:stCondLst>
                              <p:cond delay="0"/>
                            </p:stCondLst>
                            <p:childTnLst>
                              <p:par>
                                <p:cTn id="65" presetID="55" presetClass="entr" presetSubtype="0" fill="hold" nodeType="clickEffect">
                                  <p:stCondLst>
                                    <p:cond delay="0"/>
                                  </p:stCondLst>
                                  <p:childTnLst>
                                    <p:set>
                                      <p:cBhvr>
                                        <p:cTn id="66" dur="1" fill="hold">
                                          <p:stCondLst>
                                            <p:cond delay="0"/>
                                          </p:stCondLst>
                                        </p:cTn>
                                        <p:tgtEl>
                                          <p:spTgt spid="135180"/>
                                        </p:tgtEl>
                                        <p:attrNameLst>
                                          <p:attrName>style.visibility</p:attrName>
                                        </p:attrNameLst>
                                      </p:cBhvr>
                                      <p:to>
                                        <p:strVal val="visible"/>
                                      </p:to>
                                    </p:set>
                                    <p:anim calcmode="lin" valueType="num">
                                      <p:cBhvr>
                                        <p:cTn id="67" dur="1000" fill="hold"/>
                                        <p:tgtEl>
                                          <p:spTgt spid="135180"/>
                                        </p:tgtEl>
                                        <p:attrNameLst>
                                          <p:attrName>ppt_w</p:attrName>
                                        </p:attrNameLst>
                                      </p:cBhvr>
                                      <p:tavLst>
                                        <p:tav tm="0">
                                          <p:val>
                                            <p:strVal val="#ppt_w*0.70"/>
                                          </p:val>
                                        </p:tav>
                                        <p:tav tm="100000">
                                          <p:val>
                                            <p:strVal val="#ppt_w"/>
                                          </p:val>
                                        </p:tav>
                                      </p:tavLst>
                                    </p:anim>
                                    <p:anim calcmode="lin" valueType="num">
                                      <p:cBhvr>
                                        <p:cTn id="68" dur="1000" fill="hold"/>
                                        <p:tgtEl>
                                          <p:spTgt spid="135180"/>
                                        </p:tgtEl>
                                        <p:attrNameLst>
                                          <p:attrName>ppt_h</p:attrName>
                                        </p:attrNameLst>
                                      </p:cBhvr>
                                      <p:tavLst>
                                        <p:tav tm="0">
                                          <p:val>
                                            <p:strVal val="#ppt_h"/>
                                          </p:val>
                                        </p:tav>
                                        <p:tav tm="100000">
                                          <p:val>
                                            <p:strVal val="#ppt_h"/>
                                          </p:val>
                                        </p:tav>
                                      </p:tavLst>
                                    </p:anim>
                                    <p:animEffect transition="in" filter="fade">
                                      <p:cBhvr>
                                        <p:cTn id="69" dur="1000"/>
                                        <p:tgtEl>
                                          <p:spTgt spid="135180"/>
                                        </p:tgtEl>
                                      </p:cBhvr>
                                    </p:animEffect>
                                  </p:childTnLst>
                                </p:cTn>
                              </p:par>
                            </p:childTnLst>
                          </p:cTn>
                        </p:par>
                        <p:par>
                          <p:cTn id="70" fill="hold">
                            <p:stCondLst>
                              <p:cond delay="1000"/>
                            </p:stCondLst>
                            <p:childTnLst>
                              <p:par>
                                <p:cTn id="71" presetID="55" presetClass="entr" presetSubtype="0" fill="hold" nodeType="afterEffect">
                                  <p:stCondLst>
                                    <p:cond delay="0"/>
                                  </p:stCondLst>
                                  <p:childTnLst>
                                    <p:set>
                                      <p:cBhvr>
                                        <p:cTn id="72" dur="1" fill="hold">
                                          <p:stCondLst>
                                            <p:cond delay="0"/>
                                          </p:stCondLst>
                                        </p:cTn>
                                        <p:tgtEl>
                                          <p:spTgt spid="16"/>
                                        </p:tgtEl>
                                        <p:attrNameLst>
                                          <p:attrName>style.visibility</p:attrName>
                                        </p:attrNameLst>
                                      </p:cBhvr>
                                      <p:to>
                                        <p:strVal val="visible"/>
                                      </p:to>
                                    </p:set>
                                    <p:anim calcmode="lin" valueType="num">
                                      <p:cBhvr>
                                        <p:cTn id="73" dur="1000" fill="hold"/>
                                        <p:tgtEl>
                                          <p:spTgt spid="16"/>
                                        </p:tgtEl>
                                        <p:attrNameLst>
                                          <p:attrName>ppt_w</p:attrName>
                                        </p:attrNameLst>
                                      </p:cBhvr>
                                      <p:tavLst>
                                        <p:tav tm="0">
                                          <p:val>
                                            <p:strVal val="#ppt_w*0.70"/>
                                          </p:val>
                                        </p:tav>
                                        <p:tav tm="100000">
                                          <p:val>
                                            <p:strVal val="#ppt_w"/>
                                          </p:val>
                                        </p:tav>
                                      </p:tavLst>
                                    </p:anim>
                                    <p:anim calcmode="lin" valueType="num">
                                      <p:cBhvr>
                                        <p:cTn id="74" dur="1000" fill="hold"/>
                                        <p:tgtEl>
                                          <p:spTgt spid="16"/>
                                        </p:tgtEl>
                                        <p:attrNameLst>
                                          <p:attrName>ppt_h</p:attrName>
                                        </p:attrNameLst>
                                      </p:cBhvr>
                                      <p:tavLst>
                                        <p:tav tm="0">
                                          <p:val>
                                            <p:strVal val="#ppt_h"/>
                                          </p:val>
                                        </p:tav>
                                        <p:tav tm="100000">
                                          <p:val>
                                            <p:strVal val="#ppt_h"/>
                                          </p:val>
                                        </p:tav>
                                      </p:tavLst>
                                    </p:anim>
                                    <p:animEffect transition="in" filter="fade">
                                      <p:cBhvr>
                                        <p:cTn id="75" dur="10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4"/>
          <p:cNvSpPr>
            <a:spLocks noGrp="1" noChangeArrowheads="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a:spcBef>
                <a:spcPct val="0"/>
              </a:spcBef>
              <a:buFontTx/>
              <a:buNone/>
            </a:pPr>
            <a:fld id="{8BDF7C97-ABEB-47B9-A975-0FD9867C86BE}" type="datetime1">
              <a:rPr kumimoji="0" lang="zh-CN" altLang="en-US" sz="1200" smtClean="0">
                <a:solidFill>
                  <a:srgbClr val="000000"/>
                </a:solidFill>
                <a:ea typeface="宋体" panose="02010600030101010101" pitchFamily="2" charset="-122"/>
              </a:rPr>
            </a:fld>
            <a:endParaRPr kumimoji="0" lang="en-US" altLang="zh-CN" sz="1200">
              <a:solidFill>
                <a:srgbClr val="000000"/>
              </a:solidFill>
              <a:ea typeface="宋体" panose="02010600030101010101" pitchFamily="2" charset="-122"/>
            </a:endParaRPr>
          </a:p>
        </p:txBody>
      </p:sp>
      <p:grpSp>
        <p:nvGrpSpPr>
          <p:cNvPr id="3" name="Group 24"/>
          <p:cNvGrpSpPr/>
          <p:nvPr/>
        </p:nvGrpSpPr>
        <p:grpSpPr bwMode="auto">
          <a:xfrm>
            <a:off x="971550" y="1412875"/>
            <a:ext cx="7885113" cy="790575"/>
            <a:chOff x="612" y="709"/>
            <a:chExt cx="4967" cy="498"/>
          </a:xfrm>
        </p:grpSpPr>
        <p:sp>
          <p:nvSpPr>
            <p:cNvPr id="2" name="Rectangle 12"/>
            <p:cNvSpPr>
              <a:spLocks noChangeArrowheads="1"/>
            </p:cNvSpPr>
            <p:nvPr/>
          </p:nvSpPr>
          <p:spPr bwMode="auto">
            <a:xfrm>
              <a:off x="2653" y="799"/>
              <a:ext cx="2926" cy="408"/>
            </a:xfrm>
            <a:prstGeom prst="rect">
              <a:avLst/>
            </a:prstGeom>
            <a:noFill/>
            <a:ln w="9525">
              <a:noFill/>
              <a:miter lim="800000"/>
            </a:ln>
            <a:effectLst/>
          </p:spPr>
          <p:txBody>
            <a:bodyPr/>
            <a:lstStyle/>
            <a:p>
              <a:pPr marL="342900" indent="-342900" eaLnBrk="1" hangingPunct="1">
                <a:spcBef>
                  <a:spcPct val="20000"/>
                </a:spcBef>
                <a:defRPr/>
              </a:pPr>
              <a:r>
                <a:rPr lang="zh-CN" altLang="en-US" sz="2400" b="0">
                  <a:solidFill>
                    <a:srgbClr val="000000"/>
                  </a:solidFill>
                  <a:effectLst>
                    <a:outerShdw blurRad="38100" dist="38100" dir="2700000" algn="tl">
                      <a:srgbClr val="C0C0C0"/>
                    </a:outerShdw>
                  </a:effectLst>
                  <a:ea typeface="华文中宋" panose="02010600040101010101" charset="-122"/>
                </a:rPr>
                <a:t>称为</a:t>
              </a:r>
              <a:r>
                <a:rPr lang="zh-CN" altLang="en-US" sz="2400" b="0">
                  <a:solidFill>
                    <a:srgbClr val="FF0000"/>
                  </a:solidFill>
                  <a:effectLst>
                    <a:outerShdw blurRad="38100" dist="38100" dir="2700000" algn="tl">
                      <a:srgbClr val="C0C0C0"/>
                    </a:outerShdw>
                  </a:effectLst>
                  <a:ea typeface="华文中宋" panose="02010600040101010101" charset="-122"/>
                </a:rPr>
                <a:t>双边拉普拉斯变换</a:t>
              </a:r>
              <a:r>
                <a:rPr lang="zh-CN" altLang="en-US" sz="2400" b="0">
                  <a:solidFill>
                    <a:srgbClr val="000000"/>
                  </a:solidFill>
                  <a:effectLst>
                    <a:outerShdw blurRad="38100" dist="38100" dir="2700000" algn="tl">
                      <a:srgbClr val="C0C0C0"/>
                    </a:outerShdw>
                  </a:effectLst>
                  <a:ea typeface="华文中宋" panose="02010600040101010101" charset="-122"/>
                </a:rPr>
                <a:t>或</a:t>
              </a:r>
              <a:r>
                <a:rPr lang="zh-CN" altLang="en-US" sz="2400" b="0">
                  <a:solidFill>
                    <a:srgbClr val="FF0000"/>
                  </a:solidFill>
                  <a:effectLst>
                    <a:outerShdw blurRad="38100" dist="38100" dir="2700000" algn="tl">
                      <a:srgbClr val="C0C0C0"/>
                    </a:outerShdw>
                  </a:effectLst>
                  <a:ea typeface="华文中宋" panose="02010600040101010101" charset="-122"/>
                </a:rPr>
                <a:t>象函数</a:t>
              </a:r>
              <a:endParaRPr lang="zh-CN" altLang="en-US" sz="2400" b="0">
                <a:solidFill>
                  <a:srgbClr val="FF0000"/>
                </a:solidFill>
                <a:effectLst>
                  <a:outerShdw blurRad="38100" dist="38100" dir="2700000" algn="tl">
                    <a:srgbClr val="C0C0C0"/>
                  </a:outerShdw>
                </a:effectLst>
                <a:ea typeface="华文中宋" panose="02010600040101010101" charset="-122"/>
              </a:endParaRPr>
            </a:p>
            <a:p>
              <a:pPr marL="342900" indent="-342900" eaLnBrk="1" hangingPunct="1">
                <a:spcBef>
                  <a:spcPct val="20000"/>
                </a:spcBef>
                <a:defRPr/>
              </a:pPr>
              <a:endParaRPr lang="en-US" altLang="zh-CN" sz="2400" b="0">
                <a:solidFill>
                  <a:srgbClr val="000000"/>
                </a:solidFill>
                <a:effectLst>
                  <a:outerShdw blurRad="38100" dist="38100" dir="2700000" algn="tl">
                    <a:srgbClr val="C0C0C0"/>
                  </a:outerShdw>
                </a:effectLst>
                <a:ea typeface="华文中宋" panose="02010600040101010101" charset="-122"/>
              </a:endParaRPr>
            </a:p>
          </p:txBody>
        </p:sp>
        <p:graphicFrame>
          <p:nvGraphicFramePr>
            <p:cNvPr id="14350" name="Object 16"/>
            <p:cNvGraphicFramePr>
              <a:graphicFrameLocks noChangeAspect="1"/>
            </p:cNvGraphicFramePr>
            <p:nvPr/>
          </p:nvGraphicFramePr>
          <p:xfrm>
            <a:off x="612" y="709"/>
            <a:ext cx="1814" cy="472"/>
          </p:xfrm>
          <a:graphic>
            <a:graphicData uri="http://schemas.openxmlformats.org/presentationml/2006/ole">
              <mc:AlternateContent xmlns:mc="http://schemas.openxmlformats.org/markup-compatibility/2006">
                <mc:Choice xmlns:v="urn:schemas-microsoft-com:vml" Requires="v">
                  <p:oleObj spid="_x0000_s4" name="公式" r:id="rId1" imgW="1269365" imgH="330200" progId="Equation.3">
                    <p:embed/>
                  </p:oleObj>
                </mc:Choice>
                <mc:Fallback>
                  <p:oleObj name="公式" r:id="rId1" imgW="1269365" imgH="330200" progId="Equation.3">
                    <p:embed/>
                    <p:pic>
                      <p:nvPicPr>
                        <p:cNvPr id="0" name="Object 1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2" y="709"/>
                          <a:ext cx="1814" cy="4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pSp>
      <p:graphicFrame>
        <p:nvGraphicFramePr>
          <p:cNvPr id="14340" name="Object 17"/>
          <p:cNvGraphicFramePr>
            <a:graphicFrameLocks noChangeAspect="1"/>
          </p:cNvGraphicFramePr>
          <p:nvPr/>
        </p:nvGraphicFramePr>
        <p:xfrm>
          <a:off x="827088" y="404813"/>
          <a:ext cx="3887787" cy="654050"/>
        </p:xfrm>
        <a:graphic>
          <a:graphicData uri="http://schemas.openxmlformats.org/presentationml/2006/ole">
            <mc:AlternateContent xmlns:mc="http://schemas.openxmlformats.org/markup-compatibility/2006">
              <mc:Choice xmlns:v="urn:schemas-microsoft-com:vml" Requires="v">
                <p:oleObj spid="_x0000_s5" name="公式" r:id="rId3" imgW="1435100" imgH="241300" progId="Equation.3">
                  <p:embed/>
                </p:oleObj>
              </mc:Choice>
              <mc:Fallback>
                <p:oleObj name="公式" r:id="rId3" imgW="1435100" imgH="241300" progId="Equation.3">
                  <p:embed/>
                  <p:pic>
                    <p:nvPicPr>
                      <p:cNvPr id="0" name="Object 1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27088" y="404813"/>
                        <a:ext cx="3887787" cy="6540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14341" name="Object 18"/>
          <p:cNvGraphicFramePr>
            <a:graphicFrameLocks noChangeAspect="1"/>
          </p:cNvGraphicFramePr>
          <p:nvPr/>
        </p:nvGraphicFramePr>
        <p:xfrm>
          <a:off x="4932363" y="549275"/>
          <a:ext cx="2425700" cy="490538"/>
        </p:xfrm>
        <a:graphic>
          <a:graphicData uri="http://schemas.openxmlformats.org/presentationml/2006/ole">
            <mc:AlternateContent xmlns:mc="http://schemas.openxmlformats.org/markup-compatibility/2006">
              <mc:Choice xmlns:v="urn:schemas-microsoft-com:vml" Requires="v">
                <p:oleObj spid="_x0000_s6" name="公式" r:id="rId5" imgW="1066165" imgH="215900" progId="Equation.3">
                  <p:embed/>
                </p:oleObj>
              </mc:Choice>
              <mc:Fallback>
                <p:oleObj name="公式" r:id="rId5" imgW="1066165" imgH="215900" progId="Equation.3">
                  <p:embed/>
                  <p:pic>
                    <p:nvPicPr>
                      <p:cNvPr id="0" name="Object 1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932363" y="549275"/>
                        <a:ext cx="2425700" cy="4905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pSp>
        <p:nvGrpSpPr>
          <p:cNvPr id="7" name="Group 23"/>
          <p:cNvGrpSpPr/>
          <p:nvPr/>
        </p:nvGrpSpPr>
        <p:grpSpPr bwMode="auto">
          <a:xfrm>
            <a:off x="971550" y="3068638"/>
            <a:ext cx="7493000" cy="461962"/>
            <a:chOff x="793" y="1525"/>
            <a:chExt cx="4720" cy="291"/>
          </a:xfrm>
        </p:grpSpPr>
        <p:sp>
          <p:nvSpPr>
            <p:cNvPr id="14347" name="Rectangle 19"/>
            <p:cNvSpPr>
              <a:spLocks noChangeArrowheads="1"/>
            </p:cNvSpPr>
            <p:nvPr/>
          </p:nvSpPr>
          <p:spPr bwMode="auto">
            <a:xfrm>
              <a:off x="1882" y="1525"/>
              <a:ext cx="3631"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spcBef>
                  <a:spcPct val="0"/>
                </a:spcBef>
                <a:buFontTx/>
                <a:buNone/>
              </a:pPr>
              <a:r>
                <a:rPr kumimoji="0" lang="zh-CN" altLang="en-US" sz="2400">
                  <a:solidFill>
                    <a:srgbClr val="000000"/>
                  </a:solidFill>
                  <a:ea typeface="宋体" panose="02010600030101010101" pitchFamily="2" charset="-122"/>
                </a:rPr>
                <a:t>称为双边拉普拉斯变换的</a:t>
              </a:r>
              <a:r>
                <a:rPr kumimoji="0" lang="zh-CN" altLang="en-US" sz="2400">
                  <a:solidFill>
                    <a:srgbClr val="FF0000"/>
                  </a:solidFill>
                  <a:ea typeface="宋体" panose="02010600030101010101" pitchFamily="2" charset="-122"/>
                </a:rPr>
                <a:t>收敛域</a:t>
              </a:r>
              <a:r>
                <a:rPr kumimoji="0" lang="zh-CN" altLang="en-US" sz="2400">
                  <a:solidFill>
                    <a:srgbClr val="000000"/>
                  </a:solidFill>
                  <a:ea typeface="宋体" panose="02010600030101010101" pitchFamily="2" charset="-122"/>
                </a:rPr>
                <a:t>（</a:t>
              </a:r>
              <a:r>
                <a:rPr kumimoji="0" lang="en-US" altLang="zh-CN" sz="2400">
                  <a:solidFill>
                    <a:srgbClr val="000000"/>
                  </a:solidFill>
                  <a:ea typeface="宋体" panose="02010600030101010101" pitchFamily="2" charset="-122"/>
                </a:rPr>
                <a:t>ROC</a:t>
              </a:r>
              <a:r>
                <a:rPr kumimoji="0" lang="zh-CN" altLang="en-US" sz="2400">
                  <a:solidFill>
                    <a:srgbClr val="000000"/>
                  </a:solidFill>
                  <a:ea typeface="宋体" panose="02010600030101010101" pitchFamily="2" charset="-122"/>
                </a:rPr>
                <a:t>）</a:t>
              </a:r>
              <a:endParaRPr kumimoji="0" lang="zh-CN" altLang="en-US" sz="2400">
                <a:solidFill>
                  <a:srgbClr val="000000"/>
                </a:solidFill>
                <a:ea typeface="宋体" panose="02010600030101010101" pitchFamily="2" charset="-122"/>
              </a:endParaRPr>
            </a:p>
          </p:txBody>
        </p:sp>
        <p:graphicFrame>
          <p:nvGraphicFramePr>
            <p:cNvPr id="14348" name="Object 20"/>
            <p:cNvGraphicFramePr>
              <a:graphicFrameLocks noChangeAspect="1"/>
            </p:cNvGraphicFramePr>
            <p:nvPr/>
          </p:nvGraphicFramePr>
          <p:xfrm>
            <a:off x="793" y="1525"/>
            <a:ext cx="946" cy="291"/>
          </p:xfrm>
          <a:graphic>
            <a:graphicData uri="http://schemas.openxmlformats.org/presentationml/2006/ole">
              <mc:AlternateContent xmlns:mc="http://schemas.openxmlformats.org/markup-compatibility/2006">
                <mc:Choice xmlns:v="urn:schemas-microsoft-com:vml" Requires="v">
                  <p:oleObj spid="_x0000_s8" name="公式" r:id="rId7" imgW="660400" imgH="203200" progId="Equation.3">
                    <p:embed/>
                  </p:oleObj>
                </mc:Choice>
                <mc:Fallback>
                  <p:oleObj name="公式" r:id="rId7" imgW="660400" imgH="203200" progId="Equation.3">
                    <p:embed/>
                    <p:pic>
                      <p:nvPicPr>
                        <p:cNvPr id="0" name="Object 20"/>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93" y="1525"/>
                          <a:ext cx="946"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pSp>
      <p:grpSp>
        <p:nvGrpSpPr>
          <p:cNvPr id="9" name="Group 22"/>
          <p:cNvGrpSpPr/>
          <p:nvPr/>
        </p:nvGrpSpPr>
        <p:grpSpPr bwMode="auto">
          <a:xfrm>
            <a:off x="900113" y="4365625"/>
            <a:ext cx="8388350" cy="792163"/>
            <a:chOff x="476" y="2523"/>
            <a:chExt cx="5284" cy="499"/>
          </a:xfrm>
        </p:grpSpPr>
        <p:graphicFrame>
          <p:nvGraphicFramePr>
            <p:cNvPr id="14345" name="Object 9"/>
            <p:cNvGraphicFramePr>
              <a:graphicFrameLocks noChangeAspect="1"/>
            </p:cNvGraphicFramePr>
            <p:nvPr/>
          </p:nvGraphicFramePr>
          <p:xfrm>
            <a:off x="476" y="2523"/>
            <a:ext cx="2131" cy="499"/>
          </p:xfrm>
          <a:graphic>
            <a:graphicData uri="http://schemas.openxmlformats.org/presentationml/2006/ole">
              <mc:AlternateContent xmlns:mc="http://schemas.openxmlformats.org/markup-compatibility/2006">
                <mc:Choice xmlns:v="urn:schemas-microsoft-com:vml" Requires="v">
                  <p:oleObj spid="_x0000_s10" name="公式" r:id="rId9" imgW="1625600" imgH="419100" progId="Equation.3">
                    <p:embed/>
                  </p:oleObj>
                </mc:Choice>
                <mc:Fallback>
                  <p:oleObj name="公式" r:id="rId9" imgW="1625600" imgH="419100" progId="Equation.3">
                    <p:embed/>
                    <p:pic>
                      <p:nvPicPr>
                        <p:cNvPr id="0" name="Object 9"/>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76" y="2523"/>
                          <a:ext cx="2131" cy="499"/>
                        </a:xfrm>
                        <a:prstGeom prst="rect">
                          <a:avLst/>
                        </a:prstGeom>
                        <a:solidFill>
                          <a:schemeClr val="tx1"/>
                        </a:solidFill>
                        <a:ln>
                          <a:noFill/>
                        </a:ln>
                        <a:effectLst/>
                        <a:extLs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sp>
          <p:nvSpPr>
            <p:cNvPr id="114700" name="Rectangle 12"/>
            <p:cNvSpPr>
              <a:spLocks noChangeArrowheads="1"/>
            </p:cNvSpPr>
            <p:nvPr/>
          </p:nvSpPr>
          <p:spPr bwMode="auto">
            <a:xfrm>
              <a:off x="2676" y="2614"/>
              <a:ext cx="3084" cy="318"/>
            </a:xfrm>
            <a:prstGeom prst="rect">
              <a:avLst/>
            </a:prstGeom>
            <a:noFill/>
            <a:ln w="9525">
              <a:noFill/>
              <a:miter lim="800000"/>
            </a:ln>
            <a:effectLst/>
          </p:spPr>
          <p:txBody>
            <a:bodyPr/>
            <a:lstStyle/>
            <a:p>
              <a:pPr marL="342900" indent="-342900" eaLnBrk="1" hangingPunct="1">
                <a:spcBef>
                  <a:spcPct val="20000"/>
                </a:spcBef>
                <a:defRPr/>
              </a:pPr>
              <a:r>
                <a:rPr lang="zh-CN" altLang="en-US" sz="2400" b="0">
                  <a:solidFill>
                    <a:srgbClr val="000000"/>
                  </a:solidFill>
                  <a:effectLst>
                    <a:outerShdw blurRad="38100" dist="38100" dir="2700000" algn="tl">
                      <a:srgbClr val="C0C0C0"/>
                    </a:outerShdw>
                  </a:effectLst>
                  <a:ea typeface="华文中宋" panose="02010600040101010101" charset="-122"/>
                </a:rPr>
                <a:t>称为</a:t>
              </a:r>
              <a:r>
                <a:rPr lang="zh-CN" altLang="en-US" sz="2400" b="0">
                  <a:solidFill>
                    <a:srgbClr val="FF0000"/>
                  </a:solidFill>
                  <a:effectLst>
                    <a:outerShdw blurRad="38100" dist="38100" dir="2700000" algn="tl">
                      <a:srgbClr val="C0C0C0"/>
                    </a:outerShdw>
                  </a:effectLst>
                  <a:ea typeface="华文中宋" panose="02010600040101010101" charset="-122"/>
                </a:rPr>
                <a:t>双边拉普拉斯反变换</a:t>
              </a:r>
              <a:r>
                <a:rPr lang="zh-CN" altLang="en-US" sz="2400" b="0">
                  <a:solidFill>
                    <a:srgbClr val="000000"/>
                  </a:solidFill>
                  <a:effectLst>
                    <a:outerShdw blurRad="38100" dist="38100" dir="2700000" algn="tl">
                      <a:srgbClr val="C0C0C0"/>
                    </a:outerShdw>
                  </a:effectLst>
                  <a:ea typeface="华文中宋" panose="02010600040101010101" charset="-122"/>
                </a:rPr>
                <a:t>或</a:t>
              </a:r>
              <a:r>
                <a:rPr lang="zh-CN" altLang="en-US" sz="2400" b="0">
                  <a:solidFill>
                    <a:srgbClr val="FF0000"/>
                  </a:solidFill>
                  <a:effectLst>
                    <a:outerShdw blurRad="38100" dist="38100" dir="2700000" algn="tl">
                      <a:srgbClr val="C0C0C0"/>
                    </a:outerShdw>
                  </a:effectLst>
                  <a:ea typeface="华文中宋" panose="02010600040101010101" charset="-122"/>
                </a:rPr>
                <a:t>原函数</a:t>
              </a:r>
              <a:endParaRPr lang="zh-CN" altLang="en-US" sz="2400" b="0">
                <a:solidFill>
                  <a:srgbClr val="FF0000"/>
                </a:solidFill>
                <a:effectLst>
                  <a:outerShdw blurRad="38100" dist="38100" dir="2700000" algn="tl">
                    <a:srgbClr val="C0C0C0"/>
                  </a:outerShdw>
                </a:effectLst>
                <a:ea typeface="华文中宋" panose="02010600040101010101" charset="-122"/>
              </a:endParaRPr>
            </a:p>
            <a:p>
              <a:pPr marL="342900" indent="-342900" eaLnBrk="1" hangingPunct="1">
                <a:spcBef>
                  <a:spcPct val="20000"/>
                </a:spcBef>
                <a:defRPr/>
              </a:pPr>
              <a:endParaRPr lang="en-US" altLang="zh-CN" sz="2400" b="0">
                <a:solidFill>
                  <a:srgbClr val="000000"/>
                </a:solidFill>
                <a:effectLst>
                  <a:outerShdw blurRad="38100" dist="38100" dir="2700000" algn="tl">
                    <a:srgbClr val="C0C0C0"/>
                  </a:outerShdw>
                </a:effectLst>
                <a:ea typeface="华文中宋" panose="02010600040101010101" charset="-122"/>
              </a:endParaRPr>
            </a:p>
          </p:txBody>
        </p:sp>
      </p:grpSp>
      <p:sp>
        <p:nvSpPr>
          <p:cNvPr id="4121" name="Rectangle 25"/>
          <p:cNvSpPr>
            <a:spLocks noChangeArrowheads="1"/>
          </p:cNvSpPr>
          <p:nvPr/>
        </p:nvSpPr>
        <p:spPr bwMode="auto">
          <a:xfrm>
            <a:off x="1187450" y="5589588"/>
            <a:ext cx="6769100" cy="692150"/>
          </a:xfrm>
          <a:prstGeom prst="rect">
            <a:avLst/>
          </a:prstGeom>
          <a:solidFill>
            <a:schemeClr val="folHlink"/>
          </a:solidFill>
          <a:ln>
            <a:noFill/>
          </a:ln>
          <a:effectLst>
            <a:outerShdw blurRad="63500" dist="38099" dir="2700000" algn="ctr" rotWithShape="0">
              <a:schemeClr val="bg2">
                <a:alpha val="74998"/>
              </a:schemeClr>
            </a:outerShdw>
          </a:effectLst>
        </p:spPr>
        <p:txBody>
          <a:bodyPr/>
          <a:lstStyle/>
          <a:p>
            <a:pPr marL="342900" indent="-342900" algn="ctr">
              <a:lnSpc>
                <a:spcPct val="120000"/>
              </a:lnSpc>
              <a:spcBef>
                <a:spcPct val="20000"/>
              </a:spcBef>
              <a:defRPr/>
            </a:pPr>
            <a:r>
              <a:rPr lang="zh-CN" altLang="en-US" sz="2800">
                <a:solidFill>
                  <a:srgbClr val="FF0000"/>
                </a:solidFill>
                <a:ea typeface="华文中宋" panose="02010600040101010101" charset="-122"/>
              </a:rPr>
              <a:t>注意，</a:t>
            </a:r>
            <a:r>
              <a:rPr lang="en-US" altLang="zh-CN" sz="2800">
                <a:solidFill>
                  <a:srgbClr val="FF0000"/>
                </a:solidFill>
                <a:ea typeface="华文中宋" panose="02010600040101010101" charset="-122"/>
              </a:rPr>
              <a:t>s</a:t>
            </a:r>
            <a:r>
              <a:rPr lang="zh-CN" altLang="en-US" sz="2800">
                <a:solidFill>
                  <a:srgbClr val="FF0000"/>
                </a:solidFill>
                <a:ea typeface="华文中宋" panose="02010600040101010101" charset="-122"/>
              </a:rPr>
              <a:t>要在收敛域（</a:t>
            </a:r>
            <a:r>
              <a:rPr lang="en-US" altLang="zh-CN" sz="2800">
                <a:solidFill>
                  <a:srgbClr val="FF0000"/>
                </a:solidFill>
                <a:ea typeface="华文中宋" panose="02010600040101010101" charset="-122"/>
              </a:rPr>
              <a:t>ROC</a:t>
            </a:r>
            <a:r>
              <a:rPr lang="zh-CN" altLang="en-US" sz="2800">
                <a:solidFill>
                  <a:srgbClr val="FF0000"/>
                </a:solidFill>
                <a:ea typeface="华文中宋" panose="02010600040101010101" charset="-122"/>
              </a:rPr>
              <a:t>）中</a:t>
            </a:r>
            <a:endParaRPr lang="zh-CN" altLang="en-US" sz="2800">
              <a:solidFill>
                <a:srgbClr val="FF0000"/>
              </a:solidFill>
              <a:ea typeface="华文中宋" panose="02010600040101010101" charset="-122"/>
            </a:endParaRPr>
          </a:p>
        </p:txBody>
      </p:sp>
      <p:sp>
        <p:nvSpPr>
          <p:cNvPr id="11" name="墨迹 5"/>
          <p:cNvSpPr/>
          <p:nvPr/>
        </p:nvSpPr>
        <p:spPr bwMode="auto">
          <a:xfrm>
            <a:off x="517320" y="509760"/>
            <a:ext cx="8226720" cy="5714280"/>
          </a:xfrm>
        </p:spPr>
      </p:sp>
    </p:spTree>
    <p:custDataLst>
      <p:tags r:id="rId11"/>
    </p:custDataLst>
  </p:cSld>
  <p:clrMapOvr>
    <a:masterClrMapping/>
  </p:clrMapOvr>
  <mc:AlternateContent xmlns:mc="http://schemas.openxmlformats.org/markup-compatibility/2006">
    <mc:Choice xmlns:p14="http://schemas.microsoft.com/office/powerpoint/2010/main" Requires="p14">
      <p:transition spd="slow" p14:dur="2000" advTm="138183"/>
    </mc:Choice>
    <mc:Fallback>
      <p:transition spd="slow" advTm="138183"/>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5" presetClass="entr" presetSubtype="0"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1000" fill="hold"/>
                                        <p:tgtEl>
                                          <p:spTgt spid="3"/>
                                        </p:tgtEl>
                                        <p:attrNameLst>
                                          <p:attrName>ppt_w</p:attrName>
                                        </p:attrNameLst>
                                      </p:cBhvr>
                                      <p:tavLst>
                                        <p:tav tm="0">
                                          <p:val>
                                            <p:strVal val="#ppt_w*0.70"/>
                                          </p:val>
                                        </p:tav>
                                        <p:tav tm="100000">
                                          <p:val>
                                            <p:strVal val="#ppt_w"/>
                                          </p:val>
                                        </p:tav>
                                      </p:tavLst>
                                    </p:anim>
                                    <p:anim calcmode="lin" valueType="num">
                                      <p:cBhvr>
                                        <p:cTn id="8" dur="1000" fill="hold"/>
                                        <p:tgtEl>
                                          <p:spTgt spid="3"/>
                                        </p:tgtEl>
                                        <p:attrNameLst>
                                          <p:attrName>ppt_h</p:attrName>
                                        </p:attrNameLst>
                                      </p:cBhvr>
                                      <p:tavLst>
                                        <p:tav tm="0">
                                          <p:val>
                                            <p:strVal val="#ppt_h"/>
                                          </p:val>
                                        </p:tav>
                                        <p:tav tm="100000">
                                          <p:val>
                                            <p:strVal val="#ppt_h"/>
                                          </p:val>
                                        </p:tav>
                                      </p:tavLst>
                                    </p:anim>
                                    <p:animEffect transition="in" filter="fade">
                                      <p:cBhvr>
                                        <p:cTn id="9" dur="1000"/>
                                        <p:tgtEl>
                                          <p:spTgt spid="3"/>
                                        </p:tgtEl>
                                      </p:cBhvr>
                                    </p:animEffect>
                                  </p:childTnLst>
                                </p:cTn>
                              </p:par>
                            </p:childTnLst>
                          </p:cTn>
                        </p:par>
                        <p:par>
                          <p:cTn id="10" fill="hold">
                            <p:stCondLst>
                              <p:cond delay="1000"/>
                            </p:stCondLst>
                            <p:childTnLst>
                              <p:par>
                                <p:cTn id="11" presetID="55" presetClass="entr" presetSubtype="0" fill="hold" grpId="0" nodeType="afterEffect">
                                  <p:stCondLst>
                                    <p:cond delay="0"/>
                                  </p:stCondLst>
                                  <p:childTnLst>
                                    <p:set>
                                      <p:cBhvr>
                                        <p:cTn id="12" dur="1" fill="hold">
                                          <p:stCondLst>
                                            <p:cond delay="0"/>
                                          </p:stCondLst>
                                        </p:cTn>
                                        <p:tgtEl>
                                          <p:spTgt spid="4121"/>
                                        </p:tgtEl>
                                        <p:attrNameLst>
                                          <p:attrName>style.visibility</p:attrName>
                                        </p:attrNameLst>
                                      </p:cBhvr>
                                      <p:to>
                                        <p:strVal val="visible"/>
                                      </p:to>
                                    </p:set>
                                    <p:anim calcmode="lin" valueType="num">
                                      <p:cBhvr>
                                        <p:cTn id="13" dur="1000" fill="hold"/>
                                        <p:tgtEl>
                                          <p:spTgt spid="4121"/>
                                        </p:tgtEl>
                                        <p:attrNameLst>
                                          <p:attrName>ppt_w</p:attrName>
                                        </p:attrNameLst>
                                      </p:cBhvr>
                                      <p:tavLst>
                                        <p:tav tm="0">
                                          <p:val>
                                            <p:strVal val="#ppt_w*0.70"/>
                                          </p:val>
                                        </p:tav>
                                        <p:tav tm="100000">
                                          <p:val>
                                            <p:strVal val="#ppt_w"/>
                                          </p:val>
                                        </p:tav>
                                      </p:tavLst>
                                    </p:anim>
                                    <p:anim calcmode="lin" valueType="num">
                                      <p:cBhvr>
                                        <p:cTn id="14" dur="1000" fill="hold"/>
                                        <p:tgtEl>
                                          <p:spTgt spid="4121"/>
                                        </p:tgtEl>
                                        <p:attrNameLst>
                                          <p:attrName>ppt_h</p:attrName>
                                        </p:attrNameLst>
                                      </p:cBhvr>
                                      <p:tavLst>
                                        <p:tav tm="0">
                                          <p:val>
                                            <p:strVal val="#ppt_h"/>
                                          </p:val>
                                        </p:tav>
                                        <p:tav tm="100000">
                                          <p:val>
                                            <p:strVal val="#ppt_h"/>
                                          </p:val>
                                        </p:tav>
                                      </p:tavLst>
                                    </p:anim>
                                    <p:animEffect transition="in" filter="fade">
                                      <p:cBhvr>
                                        <p:cTn id="15" dur="1000"/>
                                        <p:tgtEl>
                                          <p:spTgt spid="41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21"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4"/>
          <p:cNvSpPr>
            <a:spLocks noGrp="1" noChangeArrowheads="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a:spcBef>
                <a:spcPct val="0"/>
              </a:spcBef>
              <a:buFontTx/>
              <a:buNone/>
            </a:pPr>
            <a:fld id="{0371DCC9-8502-44D1-A01D-DE93DC14A827}" type="datetime1">
              <a:rPr kumimoji="0" lang="zh-CN" altLang="en-US" sz="1200" smtClean="0">
                <a:solidFill>
                  <a:srgbClr val="000000"/>
                </a:solidFill>
                <a:ea typeface="宋体" panose="02010600030101010101" pitchFamily="2" charset="-122"/>
              </a:rPr>
            </a:fld>
            <a:endParaRPr kumimoji="0" lang="en-US" altLang="zh-CN" sz="1200">
              <a:solidFill>
                <a:srgbClr val="000000"/>
              </a:solidFill>
              <a:ea typeface="宋体" panose="02010600030101010101" pitchFamily="2" charset="-122"/>
            </a:endParaRPr>
          </a:p>
        </p:txBody>
      </p:sp>
      <p:sp>
        <p:nvSpPr>
          <p:cNvPr id="119811" name="Rectangle 3"/>
          <p:cNvSpPr>
            <a:spLocks noGrp="1" noChangeArrowheads="1"/>
          </p:cNvSpPr>
          <p:nvPr>
            <p:ph type="body" sz="half" idx="1"/>
          </p:nvPr>
        </p:nvSpPr>
        <p:spPr>
          <a:xfrm>
            <a:off x="755650" y="260350"/>
            <a:ext cx="3600450" cy="684213"/>
          </a:xfrm>
        </p:spPr>
        <p:txBody>
          <a:bodyPr/>
          <a:lstStyle/>
          <a:p>
            <a:pPr eaLnBrk="1" hangingPunct="1">
              <a:buFontTx/>
              <a:buNone/>
              <a:defRPr/>
            </a:pPr>
            <a:r>
              <a:rPr kumimoji="0" lang="zh-CN" altLang="en-US" sz="2800" b="1">
                <a:solidFill>
                  <a:srgbClr val="FF0000"/>
                </a:solidFill>
              </a:rPr>
              <a:t>单边拉普拉斯变换：</a:t>
            </a:r>
            <a:endParaRPr kumimoji="0" lang="en-US" altLang="zh-CN" sz="2800" b="1">
              <a:solidFill>
                <a:srgbClr val="FF0000"/>
              </a:solidFill>
            </a:endParaRPr>
          </a:p>
        </p:txBody>
      </p:sp>
      <p:sp>
        <p:nvSpPr>
          <p:cNvPr id="15364" name="AutoShape 6"/>
          <p:cNvSpPr/>
          <p:nvPr/>
        </p:nvSpPr>
        <p:spPr bwMode="auto">
          <a:xfrm>
            <a:off x="827088" y="2076450"/>
            <a:ext cx="215900" cy="790575"/>
          </a:xfrm>
          <a:prstGeom prst="leftBrace">
            <a:avLst>
              <a:gd name="adj1" fmla="val 30515"/>
              <a:gd name="adj2" fmla="val 50000"/>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spcBef>
                <a:spcPct val="0"/>
              </a:spcBef>
              <a:buFontTx/>
              <a:buNone/>
            </a:pPr>
            <a:endParaRPr kumimoji="0" lang="zh-CN" altLang="en-US" sz="1800">
              <a:ea typeface="宋体" panose="02010600030101010101" pitchFamily="2" charset="-122"/>
            </a:endParaRPr>
          </a:p>
        </p:txBody>
      </p:sp>
      <p:graphicFrame>
        <p:nvGraphicFramePr>
          <p:cNvPr id="5127" name="Object 7"/>
          <p:cNvGraphicFramePr>
            <a:graphicFrameLocks noChangeAspect="1"/>
          </p:cNvGraphicFramePr>
          <p:nvPr/>
        </p:nvGraphicFramePr>
        <p:xfrm>
          <a:off x="1116013" y="2565400"/>
          <a:ext cx="6985000" cy="1655763"/>
        </p:xfrm>
        <a:graphic>
          <a:graphicData uri="http://schemas.openxmlformats.org/presentationml/2006/ole">
            <mc:AlternateContent xmlns:mc="http://schemas.openxmlformats.org/markup-compatibility/2006">
              <mc:Choice xmlns:v="urn:schemas-microsoft-com:vml" Requires="v">
                <p:oleObj spid="_x0000_s2" name="公式" r:id="rId1" imgW="3403600" imgH="736600" progId="Equation.3">
                  <p:embed/>
                </p:oleObj>
              </mc:Choice>
              <mc:Fallback>
                <p:oleObj name="公式" r:id="rId1" imgW="3403600" imgH="736600" progId="Equation.3">
                  <p:embed/>
                  <p:pic>
                    <p:nvPicPr>
                      <p:cNvPr id="0" name="Object 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16013" y="2565400"/>
                        <a:ext cx="6985000" cy="1655763"/>
                      </a:xfrm>
                      <a:prstGeom prst="rect">
                        <a:avLst/>
                      </a:prstGeom>
                      <a:solidFill>
                        <a:schemeClr val="tx1"/>
                      </a:solidFill>
                      <a:ln w="9525">
                        <a:solidFill>
                          <a:schemeClr val="bg1"/>
                        </a:solidFill>
                        <a:miter lim="800000"/>
                        <a:headEnd/>
                        <a:tailEnd/>
                      </a:ln>
                      <a:effectLst>
                        <a:outerShdw dist="35921" dir="2700000" algn="ctr" rotWithShape="0">
                          <a:schemeClr val="bg2">
                            <a:alpha val="74997"/>
                          </a:schemeClr>
                        </a:outerShdw>
                      </a:effectLst>
                    </p:spPr>
                  </p:pic>
                </p:oleObj>
              </mc:Fallback>
            </mc:AlternateContent>
          </a:graphicData>
        </a:graphic>
      </p:graphicFrame>
      <p:sp>
        <p:nvSpPr>
          <p:cNvPr id="3" name="Rectangle 3"/>
          <p:cNvSpPr>
            <a:spLocks noChangeArrowheads="1"/>
          </p:cNvSpPr>
          <p:nvPr/>
        </p:nvSpPr>
        <p:spPr bwMode="auto">
          <a:xfrm>
            <a:off x="1619250" y="4724400"/>
            <a:ext cx="5184775" cy="1368425"/>
          </a:xfrm>
          <a:prstGeom prst="rect">
            <a:avLst/>
          </a:prstGeom>
          <a:noFill/>
          <a:ln>
            <a:noFill/>
          </a:ln>
        </p:spPr>
        <p:txBody>
          <a:bodyPr/>
          <a:lstStyle/>
          <a:p>
            <a:pPr marL="342900" indent="-342900" eaLnBrk="1" hangingPunct="1">
              <a:lnSpc>
                <a:spcPct val="130000"/>
              </a:lnSpc>
              <a:spcBef>
                <a:spcPct val="25000"/>
              </a:spcBef>
              <a:defRPr/>
            </a:pPr>
            <a:r>
              <a:rPr lang="en-US" altLang="zh-CN" sz="2800" b="0" i="1">
                <a:solidFill>
                  <a:srgbClr val="000000"/>
                </a:solidFill>
                <a:effectLst>
                  <a:outerShdw blurRad="38100" dist="38100" dir="2700000" algn="tl">
                    <a:srgbClr val="C0C0C0"/>
                  </a:outerShdw>
                </a:effectLst>
                <a:latin typeface="Times New Roman" panose="02020603050405020304" pitchFamily="18" charset="0"/>
                <a:ea typeface="华文中宋" panose="02010600040101010101" charset="-122"/>
              </a:rPr>
              <a:t>F</a:t>
            </a:r>
            <a:r>
              <a:rPr lang="en-US" altLang="zh-CN" sz="2800" b="0">
                <a:solidFill>
                  <a:srgbClr val="000000"/>
                </a:solidFill>
                <a:effectLst>
                  <a:outerShdw blurRad="38100" dist="38100" dir="2700000" algn="tl">
                    <a:srgbClr val="C0C0C0"/>
                  </a:outerShdw>
                </a:effectLst>
                <a:ea typeface="华文中宋" panose="02010600040101010101" charset="-122"/>
              </a:rPr>
              <a:t>(</a:t>
            </a:r>
            <a:r>
              <a:rPr lang="en-US" altLang="zh-CN" sz="2800" b="0" i="1">
                <a:solidFill>
                  <a:srgbClr val="000000"/>
                </a:solidFill>
                <a:effectLst>
                  <a:outerShdw blurRad="38100" dist="38100" dir="2700000" algn="tl">
                    <a:srgbClr val="C0C0C0"/>
                  </a:outerShdw>
                </a:effectLst>
                <a:latin typeface="Times New Roman" panose="02020603050405020304" pitchFamily="18" charset="0"/>
                <a:ea typeface="华文中宋" panose="02010600040101010101" charset="-122"/>
              </a:rPr>
              <a:t>s</a:t>
            </a:r>
            <a:r>
              <a:rPr lang="en-US" altLang="zh-CN" sz="2800" b="0">
                <a:solidFill>
                  <a:srgbClr val="000000"/>
                </a:solidFill>
                <a:effectLst>
                  <a:outerShdw blurRad="38100" dist="38100" dir="2700000" algn="tl">
                    <a:srgbClr val="C0C0C0"/>
                  </a:outerShdw>
                </a:effectLst>
                <a:ea typeface="华文中宋" panose="02010600040101010101" charset="-122"/>
              </a:rPr>
              <a:t>)</a:t>
            </a:r>
            <a:r>
              <a:rPr lang="zh-CN" altLang="en-US" sz="2800" b="0">
                <a:solidFill>
                  <a:srgbClr val="000000"/>
                </a:solidFill>
                <a:effectLst>
                  <a:outerShdw blurRad="38100" dist="38100" dir="2700000" algn="tl">
                    <a:srgbClr val="C0C0C0"/>
                  </a:outerShdw>
                </a:effectLst>
                <a:ea typeface="华文中宋" panose="02010600040101010101" charset="-122"/>
              </a:rPr>
              <a:t>称为</a:t>
            </a:r>
            <a:r>
              <a:rPr lang="en-US" altLang="zh-CN" sz="2800" b="0" i="1">
                <a:solidFill>
                  <a:srgbClr val="000000"/>
                </a:solidFill>
                <a:effectLst>
                  <a:outerShdw blurRad="38100" dist="38100" dir="2700000" algn="tl">
                    <a:srgbClr val="C0C0C0"/>
                  </a:outerShdw>
                </a:effectLst>
                <a:latin typeface="Times New Roman" panose="02020603050405020304" pitchFamily="18" charset="0"/>
                <a:ea typeface="华文中宋" panose="02010600040101010101" charset="-122"/>
              </a:rPr>
              <a:t>f</a:t>
            </a:r>
            <a:r>
              <a:rPr lang="en-US" altLang="zh-CN" sz="2800" b="0">
                <a:solidFill>
                  <a:srgbClr val="000000"/>
                </a:solidFill>
                <a:effectLst>
                  <a:outerShdw blurRad="38100" dist="38100" dir="2700000" algn="tl">
                    <a:srgbClr val="C0C0C0"/>
                  </a:outerShdw>
                </a:effectLst>
                <a:ea typeface="华文中宋" panose="02010600040101010101" charset="-122"/>
              </a:rPr>
              <a:t>(</a:t>
            </a:r>
            <a:r>
              <a:rPr lang="en-US" altLang="zh-CN" sz="2800" b="0" i="1">
                <a:solidFill>
                  <a:srgbClr val="000000"/>
                </a:solidFill>
                <a:effectLst>
                  <a:outerShdw blurRad="38100" dist="38100" dir="2700000" algn="tl">
                    <a:srgbClr val="C0C0C0"/>
                  </a:outerShdw>
                </a:effectLst>
                <a:latin typeface="Times New Roman" panose="02020603050405020304" pitchFamily="18" charset="0"/>
                <a:ea typeface="华文中宋" panose="02010600040101010101" charset="-122"/>
              </a:rPr>
              <a:t>t</a:t>
            </a:r>
            <a:r>
              <a:rPr lang="en-US" altLang="zh-CN" sz="2800" b="0">
                <a:solidFill>
                  <a:srgbClr val="000000"/>
                </a:solidFill>
                <a:effectLst>
                  <a:outerShdw blurRad="38100" dist="38100" dir="2700000" algn="tl">
                    <a:srgbClr val="C0C0C0"/>
                  </a:outerShdw>
                </a:effectLst>
                <a:ea typeface="华文中宋" panose="02010600040101010101" charset="-122"/>
              </a:rPr>
              <a:t>)</a:t>
            </a:r>
            <a:r>
              <a:rPr lang="zh-CN" altLang="en-US" sz="2800" b="0">
                <a:solidFill>
                  <a:srgbClr val="000000"/>
                </a:solidFill>
                <a:effectLst>
                  <a:outerShdw blurRad="38100" dist="38100" dir="2700000" algn="tl">
                    <a:srgbClr val="C0C0C0"/>
                  </a:outerShdw>
                </a:effectLst>
                <a:ea typeface="华文中宋" panose="02010600040101010101" charset="-122"/>
              </a:rPr>
              <a:t>的</a:t>
            </a:r>
            <a:r>
              <a:rPr lang="zh-CN" altLang="en-US" sz="2800" b="0">
                <a:solidFill>
                  <a:srgbClr val="FF0000"/>
                </a:solidFill>
                <a:effectLst>
                  <a:outerShdw blurRad="38100" dist="38100" dir="2700000" algn="tl">
                    <a:srgbClr val="C0C0C0"/>
                  </a:outerShdw>
                </a:effectLst>
                <a:ea typeface="华文中宋" panose="02010600040101010101" charset="-122"/>
              </a:rPr>
              <a:t>拉普拉斯变换</a:t>
            </a:r>
            <a:r>
              <a:rPr lang="zh-CN" altLang="en-US" sz="2800" b="0">
                <a:solidFill>
                  <a:srgbClr val="000000"/>
                </a:solidFill>
                <a:effectLst>
                  <a:outerShdw blurRad="38100" dist="38100" dir="2700000" algn="tl">
                    <a:srgbClr val="C0C0C0"/>
                  </a:outerShdw>
                </a:effectLst>
                <a:ea typeface="华文中宋" panose="02010600040101010101" charset="-122"/>
              </a:rPr>
              <a:t>；</a:t>
            </a:r>
            <a:endParaRPr lang="zh-CN" altLang="en-US" sz="2800" b="0">
              <a:solidFill>
                <a:srgbClr val="000000"/>
              </a:solidFill>
              <a:effectLst>
                <a:outerShdw blurRad="38100" dist="38100" dir="2700000" algn="tl">
                  <a:srgbClr val="C0C0C0"/>
                </a:outerShdw>
              </a:effectLst>
              <a:ea typeface="华文中宋" panose="02010600040101010101" charset="-122"/>
            </a:endParaRPr>
          </a:p>
          <a:p>
            <a:pPr marL="342900" indent="-342900" eaLnBrk="1" hangingPunct="1">
              <a:lnSpc>
                <a:spcPct val="130000"/>
              </a:lnSpc>
              <a:spcBef>
                <a:spcPct val="25000"/>
              </a:spcBef>
              <a:defRPr/>
            </a:pPr>
            <a:r>
              <a:rPr lang="zh-CN" altLang="en-US" sz="2800" b="0">
                <a:solidFill>
                  <a:srgbClr val="000000"/>
                </a:solidFill>
                <a:effectLst>
                  <a:outerShdw blurRad="38100" dist="38100" dir="2700000" algn="tl">
                    <a:srgbClr val="C0C0C0"/>
                  </a:outerShdw>
                </a:effectLst>
                <a:ea typeface="华文中宋" panose="02010600040101010101" charset="-122"/>
              </a:rPr>
              <a:t> </a:t>
            </a:r>
            <a:r>
              <a:rPr lang="en-US" altLang="zh-CN" sz="2800" b="0" i="1">
                <a:solidFill>
                  <a:srgbClr val="000000"/>
                </a:solidFill>
                <a:effectLst>
                  <a:outerShdw blurRad="38100" dist="38100" dir="2700000" algn="tl">
                    <a:srgbClr val="C0C0C0"/>
                  </a:outerShdw>
                </a:effectLst>
                <a:latin typeface="Times New Roman" panose="02020603050405020304" pitchFamily="18" charset="0"/>
                <a:ea typeface="华文中宋" panose="02010600040101010101" charset="-122"/>
              </a:rPr>
              <a:t>f</a:t>
            </a:r>
            <a:r>
              <a:rPr lang="en-US" altLang="zh-CN" sz="2800" b="0">
                <a:solidFill>
                  <a:srgbClr val="000000"/>
                </a:solidFill>
                <a:effectLst>
                  <a:outerShdw blurRad="38100" dist="38100" dir="2700000" algn="tl">
                    <a:srgbClr val="C0C0C0"/>
                  </a:outerShdw>
                </a:effectLst>
                <a:ea typeface="华文中宋" panose="02010600040101010101" charset="-122"/>
              </a:rPr>
              <a:t>(</a:t>
            </a:r>
            <a:r>
              <a:rPr lang="en-US" altLang="zh-CN" sz="2800" b="0" i="1">
                <a:solidFill>
                  <a:srgbClr val="000000"/>
                </a:solidFill>
                <a:effectLst>
                  <a:outerShdw blurRad="38100" dist="38100" dir="2700000" algn="tl">
                    <a:srgbClr val="C0C0C0"/>
                  </a:outerShdw>
                </a:effectLst>
                <a:latin typeface="Times New Roman" panose="02020603050405020304" pitchFamily="18" charset="0"/>
                <a:ea typeface="华文中宋" panose="02010600040101010101" charset="-122"/>
              </a:rPr>
              <a:t>t</a:t>
            </a:r>
            <a:r>
              <a:rPr lang="en-US" altLang="zh-CN" sz="2800" b="0">
                <a:solidFill>
                  <a:srgbClr val="000000"/>
                </a:solidFill>
                <a:effectLst>
                  <a:outerShdw blurRad="38100" dist="38100" dir="2700000" algn="tl">
                    <a:srgbClr val="C0C0C0"/>
                  </a:outerShdw>
                </a:effectLst>
                <a:ea typeface="华文中宋" panose="02010600040101010101" charset="-122"/>
              </a:rPr>
              <a:t>)</a:t>
            </a:r>
            <a:r>
              <a:rPr lang="zh-CN" altLang="en-US" sz="2800" b="0">
                <a:solidFill>
                  <a:srgbClr val="000000"/>
                </a:solidFill>
                <a:effectLst>
                  <a:outerShdw blurRad="38100" dist="38100" dir="2700000" algn="tl">
                    <a:srgbClr val="C0C0C0"/>
                  </a:outerShdw>
                </a:effectLst>
                <a:ea typeface="华文中宋" panose="02010600040101010101" charset="-122"/>
              </a:rPr>
              <a:t>称为</a:t>
            </a:r>
            <a:r>
              <a:rPr lang="en-US" altLang="zh-CN" sz="2800" b="0" i="1">
                <a:solidFill>
                  <a:srgbClr val="000000"/>
                </a:solidFill>
                <a:effectLst>
                  <a:outerShdw blurRad="38100" dist="38100" dir="2700000" algn="tl">
                    <a:srgbClr val="C0C0C0"/>
                  </a:outerShdw>
                </a:effectLst>
                <a:latin typeface="Times New Roman" panose="02020603050405020304" pitchFamily="18" charset="0"/>
                <a:ea typeface="华文中宋" panose="02010600040101010101" charset="-122"/>
              </a:rPr>
              <a:t>F</a:t>
            </a:r>
            <a:r>
              <a:rPr lang="en-US" altLang="zh-CN" sz="2800" b="0">
                <a:solidFill>
                  <a:srgbClr val="000000"/>
                </a:solidFill>
                <a:effectLst>
                  <a:outerShdw blurRad="38100" dist="38100" dir="2700000" algn="tl">
                    <a:srgbClr val="C0C0C0"/>
                  </a:outerShdw>
                </a:effectLst>
                <a:ea typeface="华文中宋" panose="02010600040101010101" charset="-122"/>
              </a:rPr>
              <a:t>(</a:t>
            </a:r>
            <a:r>
              <a:rPr lang="en-US" altLang="zh-CN" sz="2800" b="0" i="1">
                <a:solidFill>
                  <a:srgbClr val="000000"/>
                </a:solidFill>
                <a:effectLst>
                  <a:outerShdw blurRad="38100" dist="38100" dir="2700000" algn="tl">
                    <a:srgbClr val="C0C0C0"/>
                  </a:outerShdw>
                </a:effectLst>
                <a:latin typeface="Times New Roman" panose="02020603050405020304" pitchFamily="18" charset="0"/>
                <a:ea typeface="华文中宋" panose="02010600040101010101" charset="-122"/>
              </a:rPr>
              <a:t>s</a:t>
            </a:r>
            <a:r>
              <a:rPr lang="en-US" altLang="zh-CN" sz="2800" b="0">
                <a:solidFill>
                  <a:srgbClr val="000000"/>
                </a:solidFill>
                <a:effectLst>
                  <a:outerShdw blurRad="38100" dist="38100" dir="2700000" algn="tl">
                    <a:srgbClr val="C0C0C0"/>
                  </a:outerShdw>
                </a:effectLst>
                <a:ea typeface="华文中宋" panose="02010600040101010101" charset="-122"/>
              </a:rPr>
              <a:t>)</a:t>
            </a:r>
            <a:r>
              <a:rPr lang="zh-CN" altLang="en-US" sz="2800" b="0">
                <a:solidFill>
                  <a:srgbClr val="000000"/>
                </a:solidFill>
                <a:effectLst>
                  <a:outerShdw blurRad="38100" dist="38100" dir="2700000" algn="tl">
                    <a:srgbClr val="C0C0C0"/>
                  </a:outerShdw>
                </a:effectLst>
                <a:ea typeface="华文中宋" panose="02010600040101010101" charset="-122"/>
              </a:rPr>
              <a:t>的</a:t>
            </a:r>
            <a:r>
              <a:rPr lang="zh-CN" altLang="en-US" sz="2800" b="0">
                <a:solidFill>
                  <a:srgbClr val="FF0000"/>
                </a:solidFill>
                <a:effectLst>
                  <a:outerShdw blurRad="38100" dist="38100" dir="2700000" algn="tl">
                    <a:srgbClr val="C0C0C0"/>
                  </a:outerShdw>
                </a:effectLst>
                <a:ea typeface="华文中宋" panose="02010600040101010101" charset="-122"/>
              </a:rPr>
              <a:t>原函数</a:t>
            </a:r>
            <a:r>
              <a:rPr lang="zh-CN" altLang="en-US" sz="2800" b="0">
                <a:solidFill>
                  <a:srgbClr val="000000"/>
                </a:solidFill>
                <a:effectLst>
                  <a:outerShdw blurRad="38100" dist="38100" dir="2700000" algn="tl">
                    <a:srgbClr val="C0C0C0"/>
                  </a:outerShdw>
                </a:effectLst>
                <a:ea typeface="华文中宋" panose="02010600040101010101" charset="-122"/>
              </a:rPr>
              <a:t>。</a:t>
            </a:r>
            <a:endParaRPr lang="zh-CN" altLang="en-US" sz="2800" b="0">
              <a:solidFill>
                <a:srgbClr val="000000"/>
              </a:solidFill>
              <a:effectLst>
                <a:outerShdw blurRad="38100" dist="38100" dir="2700000" algn="tl">
                  <a:srgbClr val="C0C0C0"/>
                </a:outerShdw>
              </a:effectLst>
              <a:ea typeface="华文中宋" panose="02010600040101010101" charset="-122"/>
            </a:endParaRPr>
          </a:p>
          <a:p>
            <a:pPr marL="342900" indent="-342900" eaLnBrk="1" hangingPunct="1">
              <a:lnSpc>
                <a:spcPct val="130000"/>
              </a:lnSpc>
              <a:spcBef>
                <a:spcPct val="25000"/>
              </a:spcBef>
              <a:defRPr/>
            </a:pPr>
            <a:endParaRPr lang="en-US" altLang="zh-CN" sz="2800" b="0">
              <a:solidFill>
                <a:srgbClr val="000000"/>
              </a:solidFill>
              <a:effectLst>
                <a:outerShdw blurRad="38100" dist="38100" dir="2700000" algn="tl">
                  <a:srgbClr val="C0C0C0"/>
                </a:outerShdw>
              </a:effectLst>
              <a:ea typeface="华文中宋" panose="02010600040101010101" charset="-122"/>
            </a:endParaRPr>
          </a:p>
        </p:txBody>
      </p:sp>
      <p:graphicFrame>
        <p:nvGraphicFramePr>
          <p:cNvPr id="5129" name="Object 9"/>
          <p:cNvGraphicFramePr>
            <a:graphicFrameLocks noChangeAspect="1"/>
          </p:cNvGraphicFramePr>
          <p:nvPr/>
        </p:nvGraphicFramePr>
        <p:xfrm>
          <a:off x="1476375" y="1052513"/>
          <a:ext cx="4897438" cy="1008062"/>
        </p:xfrm>
        <a:graphic>
          <a:graphicData uri="http://schemas.openxmlformats.org/presentationml/2006/ole">
            <mc:AlternateContent xmlns:mc="http://schemas.openxmlformats.org/markup-compatibility/2006">
              <mc:Choice xmlns:v="urn:schemas-microsoft-com:vml" Requires="v">
                <p:oleObj spid="_x0000_s4" name="公式" r:id="rId3" imgW="1968500" imgH="457200" progId="Equation.3">
                  <p:embed/>
                </p:oleObj>
              </mc:Choice>
              <mc:Fallback>
                <p:oleObj name="公式" r:id="rId3" imgW="1968500" imgH="457200" progId="Equation.3">
                  <p:embed/>
                  <p:pic>
                    <p:nvPicPr>
                      <p:cNvPr id="0" name="Object 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76375" y="1052513"/>
                        <a:ext cx="4897438" cy="1008062"/>
                      </a:xfrm>
                      <a:prstGeom prst="rect">
                        <a:avLst/>
                      </a:prstGeom>
                      <a:solidFill>
                        <a:schemeClr val="tx1"/>
                      </a:solidFill>
                      <a:ln>
                        <a:noFill/>
                      </a:ln>
                      <a:effectLst>
                        <a:outerShdw dist="35921" dir="2700000" algn="ctr" rotWithShape="0">
                          <a:schemeClr val="bg2">
                            <a:alpha val="74997"/>
                          </a:schemeClr>
                        </a:outerShdw>
                      </a:effectLst>
                      <a:extLs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sp>
        <p:nvSpPr>
          <p:cNvPr id="5" name="墨迹 2"/>
          <p:cNvSpPr/>
          <p:nvPr/>
        </p:nvSpPr>
        <p:spPr bwMode="auto">
          <a:xfrm>
            <a:off x="924480" y="724680"/>
            <a:ext cx="7028640" cy="4623120"/>
          </a:xfrm>
        </p:spPr>
      </p:sp>
    </p:spTree>
    <p:custDataLst>
      <p:tags r:id="rId5"/>
    </p:custDataLst>
  </p:cSld>
  <p:clrMapOvr>
    <a:masterClrMapping/>
  </p:clrMapOvr>
  <mc:AlternateContent xmlns:mc="http://schemas.openxmlformats.org/markup-compatibility/2006">
    <mc:Choice xmlns:p14="http://schemas.microsoft.com/office/powerpoint/2010/main" Requires="p14">
      <p:transition spd="slow" p14:dur="2000" advTm="110542"/>
    </mc:Choice>
    <mc:Fallback>
      <p:transition spd="slow" advTm="110542"/>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nodeType="withEffect">
                                  <p:stCondLst>
                                    <p:cond delay="0"/>
                                  </p:stCondLst>
                                  <p:childTnLst>
                                    <p:set>
                                      <p:cBhvr>
                                        <p:cTn id="6" dur="1" fill="hold">
                                          <p:stCondLst>
                                            <p:cond delay="0"/>
                                          </p:stCondLst>
                                        </p:cTn>
                                        <p:tgtEl>
                                          <p:spTgt spid="3"/>
                                        </p:tgtEl>
                                        <p:attrNameLst>
                                          <p:attrName>style.visibility</p:attrName>
                                        </p:attrNameLst>
                                      </p:cBhvr>
                                      <p:to>
                                        <p:strVal val="visible"/>
                                      </p:to>
                                    </p:set>
                                    <p:cmd type="call" cmd="playFrom(0.0)">
                                      <p:cBhvr>
                                        <p:cTn id="7" dur="1" fill="hold"/>
                                        <p:tgtEl>
                                          <p:spTgt spid="3"/>
                                        </p:tgtEl>
                                      </p:cBhvr>
                                    </p:cmd>
                                  </p:childTnLst>
                                </p:cTn>
                              </p:par>
                            </p:childTnLst>
                          </p:cTn>
                        </p:par>
                        <p:par>
                          <p:cTn id="8" fill="hold">
                            <p:stCondLst>
                              <p:cond delay="0"/>
                            </p:stCondLst>
                            <p:childTnLst>
                              <p:par>
                                <p:cTn id="9" presetID="55" presetClass="entr" presetSubtype="0" fill="hold" nodeType="afterEffect">
                                  <p:stCondLst>
                                    <p:cond delay="0"/>
                                  </p:stCondLst>
                                  <p:childTnLst>
                                    <p:set>
                                      <p:cBhvr>
                                        <p:cTn id="10" dur="1" fill="hold">
                                          <p:stCondLst>
                                            <p:cond delay="0"/>
                                          </p:stCondLst>
                                        </p:cTn>
                                        <p:tgtEl>
                                          <p:spTgt spid="5129"/>
                                        </p:tgtEl>
                                        <p:attrNameLst>
                                          <p:attrName>style.visibility</p:attrName>
                                        </p:attrNameLst>
                                      </p:cBhvr>
                                      <p:to>
                                        <p:strVal val="visible"/>
                                      </p:to>
                                    </p:set>
                                    <p:anim calcmode="lin" valueType="num">
                                      <p:cBhvr>
                                        <p:cTn id="11" dur="1000" fill="hold"/>
                                        <p:tgtEl>
                                          <p:spTgt spid="5129"/>
                                        </p:tgtEl>
                                        <p:attrNameLst>
                                          <p:attrName>ppt_w</p:attrName>
                                        </p:attrNameLst>
                                      </p:cBhvr>
                                      <p:tavLst>
                                        <p:tav tm="0">
                                          <p:val>
                                            <p:strVal val="#ppt_w*0.70"/>
                                          </p:val>
                                        </p:tav>
                                        <p:tav tm="100000">
                                          <p:val>
                                            <p:strVal val="#ppt_w"/>
                                          </p:val>
                                        </p:tav>
                                      </p:tavLst>
                                    </p:anim>
                                    <p:anim calcmode="lin" valueType="num">
                                      <p:cBhvr>
                                        <p:cTn id="12" dur="1000" fill="hold"/>
                                        <p:tgtEl>
                                          <p:spTgt spid="5129"/>
                                        </p:tgtEl>
                                        <p:attrNameLst>
                                          <p:attrName>ppt_h</p:attrName>
                                        </p:attrNameLst>
                                      </p:cBhvr>
                                      <p:tavLst>
                                        <p:tav tm="0">
                                          <p:val>
                                            <p:strVal val="#ppt_h"/>
                                          </p:val>
                                        </p:tav>
                                        <p:tav tm="100000">
                                          <p:val>
                                            <p:strVal val="#ppt_h"/>
                                          </p:val>
                                        </p:tav>
                                      </p:tavLst>
                                    </p:anim>
                                    <p:animEffect transition="in" filter="fade">
                                      <p:cBhvr>
                                        <p:cTn id="13" dur="1000"/>
                                        <p:tgtEl>
                                          <p:spTgt spid="5129"/>
                                        </p:tgtEl>
                                      </p:cBhvr>
                                    </p:animEffect>
                                  </p:childTnLst>
                                </p:cTn>
                              </p:par>
                            </p:childTnLst>
                          </p:cTn>
                        </p:par>
                      </p:childTnLst>
                    </p:cTn>
                  </p:par>
                  <p:par>
                    <p:cTn id="14" fill="hold">
                      <p:stCondLst>
                        <p:cond delay="indefinite"/>
                      </p:stCondLst>
                      <p:childTnLst>
                        <p:par>
                          <p:cTn id="15" fill="hold">
                            <p:stCondLst>
                              <p:cond delay="0"/>
                            </p:stCondLst>
                            <p:childTnLst>
                              <p:par>
                                <p:cTn id="16" presetID="55" presetClass="entr" presetSubtype="0" fill="hold" nodeType="clickEffect">
                                  <p:stCondLst>
                                    <p:cond delay="0"/>
                                  </p:stCondLst>
                                  <p:childTnLst>
                                    <p:set>
                                      <p:cBhvr>
                                        <p:cTn id="17" dur="1" fill="hold">
                                          <p:stCondLst>
                                            <p:cond delay="0"/>
                                          </p:stCondLst>
                                        </p:cTn>
                                        <p:tgtEl>
                                          <p:spTgt spid="5127"/>
                                        </p:tgtEl>
                                        <p:attrNameLst>
                                          <p:attrName>style.visibility</p:attrName>
                                        </p:attrNameLst>
                                      </p:cBhvr>
                                      <p:to>
                                        <p:strVal val="visible"/>
                                      </p:to>
                                    </p:set>
                                    <p:anim calcmode="lin" valueType="num">
                                      <p:cBhvr>
                                        <p:cTn id="18" dur="1000" fill="hold"/>
                                        <p:tgtEl>
                                          <p:spTgt spid="5127"/>
                                        </p:tgtEl>
                                        <p:attrNameLst>
                                          <p:attrName>ppt_w</p:attrName>
                                        </p:attrNameLst>
                                      </p:cBhvr>
                                      <p:tavLst>
                                        <p:tav tm="0">
                                          <p:val>
                                            <p:strVal val="#ppt_w*0.70"/>
                                          </p:val>
                                        </p:tav>
                                        <p:tav tm="100000">
                                          <p:val>
                                            <p:strVal val="#ppt_w"/>
                                          </p:val>
                                        </p:tav>
                                      </p:tavLst>
                                    </p:anim>
                                    <p:anim calcmode="lin" valueType="num">
                                      <p:cBhvr>
                                        <p:cTn id="19" dur="1000" fill="hold"/>
                                        <p:tgtEl>
                                          <p:spTgt spid="5127"/>
                                        </p:tgtEl>
                                        <p:attrNameLst>
                                          <p:attrName>ppt_h</p:attrName>
                                        </p:attrNameLst>
                                      </p:cBhvr>
                                      <p:tavLst>
                                        <p:tav tm="0">
                                          <p:val>
                                            <p:strVal val="#ppt_h"/>
                                          </p:val>
                                        </p:tav>
                                        <p:tav tm="100000">
                                          <p:val>
                                            <p:strVal val="#ppt_h"/>
                                          </p:val>
                                        </p:tav>
                                      </p:tavLst>
                                    </p:anim>
                                    <p:animEffect transition="in" filter="fade">
                                      <p:cBhvr>
                                        <p:cTn id="20" dur="1000"/>
                                        <p:tgtEl>
                                          <p:spTgt spid="51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4"/>
          <p:cNvSpPr>
            <a:spLocks noGrp="1" noChangeArrowheads="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a:spcBef>
                <a:spcPct val="0"/>
              </a:spcBef>
              <a:buFontTx/>
              <a:buNone/>
            </a:pPr>
            <a:fld id="{E266E82D-F700-4608-B12B-21C6FB29CABD}" type="datetime1">
              <a:rPr kumimoji="0" lang="zh-CN" altLang="en-US" sz="1200" smtClean="0">
                <a:solidFill>
                  <a:srgbClr val="000000"/>
                </a:solidFill>
                <a:ea typeface="宋体" panose="02010600030101010101" pitchFamily="2" charset="-122"/>
              </a:rPr>
            </a:fld>
            <a:endParaRPr kumimoji="0" lang="en-US" altLang="zh-CN" sz="1200">
              <a:solidFill>
                <a:srgbClr val="000000"/>
              </a:solidFill>
              <a:ea typeface="宋体" panose="02010600030101010101" pitchFamily="2" charset="-122"/>
            </a:endParaRPr>
          </a:p>
        </p:txBody>
      </p:sp>
      <p:sp>
        <p:nvSpPr>
          <p:cNvPr id="304130" name="Rectangle 2"/>
          <p:cNvSpPr>
            <a:spLocks noGrp="1" noChangeArrowheads="1"/>
          </p:cNvSpPr>
          <p:nvPr>
            <p:ph type="title" idx="4294967295"/>
          </p:nvPr>
        </p:nvSpPr>
        <p:spPr>
          <a:xfrm>
            <a:off x="533400" y="106363"/>
            <a:ext cx="3894138" cy="584200"/>
          </a:xfrm>
          <a:solidFill>
            <a:schemeClr val="accent1"/>
          </a:solidFill>
          <a:effectLst>
            <a:outerShdw dist="35921" dir="2700000" algn="ctr" rotWithShape="0">
              <a:srgbClr val="000000">
                <a:alpha val="74997"/>
              </a:srgbClr>
            </a:outerShdw>
          </a:effectLst>
        </p:spPr>
        <p:txBody>
          <a:bodyPr/>
          <a:lstStyle/>
          <a:p>
            <a:pPr eaLnBrk="1" hangingPunct="1">
              <a:defRPr/>
            </a:pPr>
            <a:r>
              <a:rPr kumimoji="0" lang="en-US" altLang="zh-CN" sz="2800" b="1">
                <a:solidFill>
                  <a:schemeClr val="tx1"/>
                </a:solidFill>
                <a:effectLst>
                  <a:outerShdw blurRad="38100" dist="38100" dir="2700000" algn="tl">
                    <a:srgbClr val="000000"/>
                  </a:outerShdw>
                </a:effectLst>
              </a:rPr>
              <a:t>§5.2 </a:t>
            </a:r>
            <a:r>
              <a:rPr kumimoji="0" lang="zh-CN" altLang="en-US" sz="2800" b="1">
                <a:solidFill>
                  <a:schemeClr val="tx1"/>
                </a:solidFill>
                <a:effectLst>
                  <a:outerShdw blurRad="38100" dist="38100" dir="2700000" algn="tl">
                    <a:srgbClr val="000000"/>
                  </a:outerShdw>
                </a:effectLst>
              </a:rPr>
              <a:t>拉普拉斯变换</a:t>
            </a:r>
            <a:endParaRPr kumimoji="0" lang="zh-CN" altLang="en-US" sz="2800" b="1">
              <a:solidFill>
                <a:schemeClr val="tx1"/>
              </a:solidFill>
              <a:effectLst>
                <a:outerShdw blurRad="38100" dist="38100" dir="2700000" algn="tl">
                  <a:srgbClr val="000000"/>
                </a:outerShdw>
              </a:effectLst>
            </a:endParaRPr>
          </a:p>
        </p:txBody>
      </p:sp>
      <p:sp>
        <p:nvSpPr>
          <p:cNvPr id="304131" name="Rectangle 3"/>
          <p:cNvSpPr>
            <a:spLocks noGrp="1" noChangeArrowheads="1"/>
          </p:cNvSpPr>
          <p:nvPr>
            <p:ph type="body" idx="1"/>
          </p:nvPr>
        </p:nvSpPr>
        <p:spPr>
          <a:xfrm>
            <a:off x="1042988" y="836613"/>
            <a:ext cx="1944687" cy="647700"/>
          </a:xfrm>
        </p:spPr>
        <p:txBody>
          <a:bodyPr/>
          <a:lstStyle/>
          <a:p>
            <a:pPr marL="0" indent="0" eaLnBrk="1" hangingPunct="1">
              <a:buFontTx/>
              <a:buNone/>
              <a:defRPr/>
            </a:pPr>
            <a:r>
              <a:rPr kumimoji="0" lang="zh-CN" altLang="en-US" sz="2800" b="1">
                <a:solidFill>
                  <a:srgbClr val="FF0000"/>
                </a:solidFill>
                <a:latin typeface="楷体_GB2312" pitchFamily="49" charset="-122"/>
                <a:ea typeface="楷体_GB2312" pitchFamily="49" charset="-122"/>
              </a:rPr>
              <a:t>物理意义</a:t>
            </a:r>
            <a:r>
              <a:rPr kumimoji="0" lang="en-US" altLang="zh-CN" sz="2800" b="1">
                <a:solidFill>
                  <a:srgbClr val="FF0000"/>
                </a:solidFill>
                <a:latin typeface="楷体_GB2312" pitchFamily="49" charset="-122"/>
                <a:ea typeface="楷体_GB2312" pitchFamily="49" charset="-122"/>
              </a:rPr>
              <a:t>:</a:t>
            </a:r>
            <a:endParaRPr kumimoji="0" lang="zh-CN" altLang="en-US" sz="2800" b="1">
              <a:solidFill>
                <a:srgbClr val="FF0000"/>
              </a:solidFill>
              <a:latin typeface="楷体_GB2312" pitchFamily="49" charset="-122"/>
              <a:ea typeface="楷体_GB2312" pitchFamily="49" charset="-122"/>
            </a:endParaRPr>
          </a:p>
        </p:txBody>
      </p:sp>
      <p:sp>
        <p:nvSpPr>
          <p:cNvPr id="16389" name="Rectangle 4"/>
          <p:cNvSpPr>
            <a:spLocks noChangeArrowheads="1"/>
          </p:cNvSpPr>
          <p:nvPr/>
        </p:nvSpPr>
        <p:spPr bwMode="auto">
          <a:xfrm>
            <a:off x="1042988" y="3284538"/>
            <a:ext cx="6480175" cy="604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lnSpc>
                <a:spcPct val="120000"/>
              </a:lnSpc>
              <a:buFontTx/>
              <a:buNone/>
            </a:pPr>
            <a:r>
              <a:rPr kumimoji="0" lang="zh-CN" altLang="en-US" sz="2800">
                <a:solidFill>
                  <a:srgbClr val="000000"/>
                </a:solidFill>
                <a:latin typeface="Times New Roman" panose="02020603050405020304" pitchFamily="18" charset="0"/>
                <a:ea typeface="楷体_GB2312" pitchFamily="49" charset="-122"/>
              </a:rPr>
              <a:t>     </a:t>
            </a:r>
            <a:endParaRPr kumimoji="0" lang="zh-CN" altLang="en-US" sz="2800">
              <a:solidFill>
                <a:srgbClr val="000000"/>
              </a:solidFill>
              <a:latin typeface="楷体_GB2312" pitchFamily="49" charset="-122"/>
              <a:ea typeface="楷体_GB2312" pitchFamily="49" charset="-122"/>
            </a:endParaRPr>
          </a:p>
        </p:txBody>
      </p:sp>
      <p:sp>
        <p:nvSpPr>
          <p:cNvPr id="2" name="Rectangle 3"/>
          <p:cNvSpPr>
            <a:spLocks noChangeArrowheads="1"/>
          </p:cNvSpPr>
          <p:nvPr/>
        </p:nvSpPr>
        <p:spPr bwMode="auto">
          <a:xfrm>
            <a:off x="971550" y="1557338"/>
            <a:ext cx="7632700" cy="1152525"/>
          </a:xfrm>
          <a:prstGeom prst="rect">
            <a:avLst/>
          </a:prstGeom>
          <a:noFill/>
          <a:ln>
            <a:noFill/>
          </a:ln>
        </p:spPr>
        <p:txBody>
          <a:bodyPr/>
          <a:lstStyle/>
          <a:p>
            <a:pPr eaLnBrk="1" hangingPunct="1">
              <a:lnSpc>
                <a:spcPct val="120000"/>
              </a:lnSpc>
              <a:spcBef>
                <a:spcPct val="20000"/>
              </a:spcBef>
              <a:buFont typeface="Wingdings" panose="05000000000000000000" pitchFamily="2" charset="2"/>
              <a:buChar char="l"/>
              <a:defRPr/>
            </a:pPr>
            <a:r>
              <a:rPr lang="zh-CN" altLang="en-US" sz="2400" b="0">
                <a:solidFill>
                  <a:srgbClr val="000000"/>
                </a:solidFill>
                <a:effectLst>
                  <a:outerShdw blurRad="38100" dist="38100" dir="2700000" algn="tl">
                    <a:srgbClr val="C0C0C0"/>
                  </a:outerShdw>
                </a:effectLst>
                <a:latin typeface="华文中宋" panose="02010600040101010101" charset="-122"/>
                <a:ea typeface="华文中宋" panose="02010600040101010101" charset="-122"/>
              </a:rPr>
              <a:t> 双、单边</a:t>
            </a:r>
            <a:r>
              <a:rPr lang="en-US" altLang="zh-CN" sz="2400" b="0">
                <a:solidFill>
                  <a:srgbClr val="000000"/>
                </a:solidFill>
                <a:effectLst>
                  <a:outerShdw blurRad="38100" dist="38100" dir="2700000" algn="tl">
                    <a:srgbClr val="C0C0C0"/>
                  </a:outerShdw>
                </a:effectLst>
                <a:latin typeface="华文中宋" panose="02010600040101010101" charset="-122"/>
                <a:ea typeface="楷体_GB2312" pitchFamily="49" charset="-122"/>
              </a:rPr>
              <a:t>L.T</a:t>
            </a:r>
            <a:r>
              <a:rPr lang="zh-CN" altLang="en-US" sz="2400" b="0">
                <a:solidFill>
                  <a:srgbClr val="000000"/>
                </a:solidFill>
                <a:effectLst>
                  <a:outerShdw blurRad="38100" dist="38100" dir="2700000" algn="tl">
                    <a:srgbClr val="C0C0C0"/>
                  </a:outerShdw>
                </a:effectLst>
                <a:latin typeface="华文中宋" panose="02010600040101010101" charset="-122"/>
                <a:ea typeface="华文中宋" panose="02010600040101010101" charset="-122"/>
              </a:rPr>
              <a:t>都可看作是</a:t>
            </a:r>
            <a:r>
              <a:rPr lang="en-US" altLang="zh-CN" sz="2400" b="0">
                <a:solidFill>
                  <a:srgbClr val="000000"/>
                </a:solidFill>
                <a:effectLst>
                  <a:outerShdw blurRad="38100" dist="38100" dir="2700000" algn="tl">
                    <a:srgbClr val="C0C0C0"/>
                  </a:outerShdw>
                </a:effectLst>
                <a:latin typeface="华文中宋" panose="02010600040101010101" charset="-122"/>
                <a:ea typeface="楷体_GB2312" pitchFamily="49" charset="-122"/>
              </a:rPr>
              <a:t>F.T</a:t>
            </a:r>
            <a:r>
              <a:rPr lang="zh-CN" altLang="en-US" sz="2400" b="0">
                <a:solidFill>
                  <a:srgbClr val="000000"/>
                </a:solidFill>
                <a:effectLst>
                  <a:outerShdw blurRad="38100" dist="38100" dir="2700000" algn="tl">
                    <a:srgbClr val="C0C0C0"/>
                  </a:outerShdw>
                </a:effectLst>
                <a:latin typeface="华文中宋" panose="02010600040101010101" charset="-122"/>
                <a:ea typeface="华文中宋" panose="02010600040101010101" charset="-122"/>
              </a:rPr>
              <a:t>在复频域中的推广。</a:t>
            </a:r>
            <a:endParaRPr lang="zh-CN" altLang="en-US" sz="2400" b="0">
              <a:solidFill>
                <a:srgbClr val="000000"/>
              </a:solidFill>
              <a:effectLst>
                <a:outerShdw blurRad="38100" dist="38100" dir="2700000" algn="tl">
                  <a:srgbClr val="C0C0C0"/>
                </a:outerShdw>
              </a:effectLst>
              <a:latin typeface="华文中宋" panose="02010600040101010101" charset="-122"/>
              <a:ea typeface="华文中宋" panose="02010600040101010101" charset="-122"/>
            </a:endParaRPr>
          </a:p>
          <a:p>
            <a:pPr eaLnBrk="1" hangingPunct="1">
              <a:lnSpc>
                <a:spcPct val="120000"/>
              </a:lnSpc>
              <a:spcBef>
                <a:spcPct val="20000"/>
              </a:spcBef>
              <a:buFont typeface="Wingdings" panose="05000000000000000000" pitchFamily="2" charset="2"/>
              <a:buChar char="l"/>
              <a:defRPr/>
            </a:pPr>
            <a:r>
              <a:rPr lang="zh-CN" altLang="en-US" sz="2400" b="0">
                <a:solidFill>
                  <a:srgbClr val="000000"/>
                </a:solidFill>
                <a:effectLst>
                  <a:outerShdw blurRad="38100" dist="38100" dir="2700000" algn="tl">
                    <a:srgbClr val="C0C0C0"/>
                  </a:outerShdw>
                </a:effectLst>
                <a:latin typeface="华文中宋" panose="02010600040101010101" charset="-122"/>
                <a:ea typeface="华文中宋" panose="02010600040101010101" charset="-122"/>
              </a:rPr>
              <a:t>从</a:t>
            </a:r>
            <a:r>
              <a:rPr lang="zh-CN" altLang="en-US" sz="2400" b="0">
                <a:solidFill>
                  <a:srgbClr val="FF0000"/>
                </a:solidFill>
                <a:effectLst>
                  <a:outerShdw blurRad="38100" dist="38100" dir="2700000" algn="tl">
                    <a:srgbClr val="C0C0C0"/>
                  </a:outerShdw>
                </a:effectLst>
                <a:latin typeface="华文中宋" panose="02010600040101010101" charset="-122"/>
                <a:ea typeface="华文中宋" panose="02010600040101010101" charset="-122"/>
              </a:rPr>
              <a:t>数学形式</a:t>
            </a:r>
            <a:r>
              <a:rPr lang="zh-CN" altLang="en-US" sz="2400" b="0">
                <a:solidFill>
                  <a:srgbClr val="000000"/>
                </a:solidFill>
                <a:effectLst>
                  <a:outerShdw blurRad="38100" dist="38100" dir="2700000" algn="tl">
                    <a:srgbClr val="C0C0C0"/>
                  </a:outerShdw>
                </a:effectLst>
                <a:latin typeface="华文中宋" panose="02010600040101010101" charset="-122"/>
                <a:ea typeface="华文中宋" panose="02010600040101010101" charset="-122"/>
              </a:rPr>
              <a:t>上看，</a:t>
            </a:r>
            <a:r>
              <a:rPr lang="en-US" altLang="zh-CN" sz="2400" b="0">
                <a:solidFill>
                  <a:srgbClr val="000000"/>
                </a:solidFill>
                <a:effectLst>
                  <a:outerShdw blurRad="38100" dist="38100" dir="2700000" algn="tl">
                    <a:srgbClr val="C0C0C0"/>
                  </a:outerShdw>
                </a:effectLst>
                <a:latin typeface="华文中宋" panose="02010600040101010101" charset="-122"/>
                <a:ea typeface="楷体_GB2312" pitchFamily="49" charset="-122"/>
              </a:rPr>
              <a:t>L.T</a:t>
            </a:r>
            <a:r>
              <a:rPr lang="zh-CN" altLang="en-US" sz="2400" b="0">
                <a:solidFill>
                  <a:srgbClr val="000000"/>
                </a:solidFill>
                <a:effectLst>
                  <a:outerShdw blurRad="38100" dist="38100" dir="2700000" algn="tl">
                    <a:srgbClr val="C0C0C0"/>
                  </a:outerShdw>
                </a:effectLst>
                <a:latin typeface="华文中宋" panose="02010600040101010101" charset="-122"/>
                <a:ea typeface="华文中宋" panose="02010600040101010101" charset="-122"/>
              </a:rPr>
              <a:t>为将</a:t>
            </a:r>
            <a:r>
              <a:rPr lang="en-US" altLang="zh-CN" sz="2400" b="0">
                <a:solidFill>
                  <a:srgbClr val="000000"/>
                </a:solidFill>
                <a:effectLst>
                  <a:outerShdw blurRad="38100" dist="38100" dir="2700000" algn="tl">
                    <a:srgbClr val="C0C0C0"/>
                  </a:outerShdw>
                </a:effectLst>
                <a:latin typeface="华文中宋" panose="02010600040101010101" charset="-122"/>
                <a:ea typeface="楷体_GB2312" pitchFamily="49" charset="-122"/>
              </a:rPr>
              <a:t>F.T</a:t>
            </a:r>
            <a:r>
              <a:rPr lang="zh-CN" altLang="en-US" sz="2400" b="0">
                <a:solidFill>
                  <a:srgbClr val="000000"/>
                </a:solidFill>
                <a:effectLst>
                  <a:outerShdw blurRad="38100" dist="38100" dir="2700000" algn="tl">
                    <a:srgbClr val="C0C0C0"/>
                  </a:outerShdw>
                </a:effectLst>
                <a:latin typeface="华文中宋" panose="02010600040101010101" charset="-122"/>
                <a:ea typeface="华文中宋" panose="02010600040101010101" charset="-122"/>
              </a:rPr>
              <a:t>中的</a:t>
            </a:r>
            <a:r>
              <a:rPr lang="en-US" altLang="zh-CN" sz="2400" b="0">
                <a:solidFill>
                  <a:srgbClr val="000000"/>
                </a:solidFill>
                <a:effectLst>
                  <a:outerShdw blurRad="38100" dist="38100" dir="2700000" algn="tl">
                    <a:srgbClr val="C0C0C0"/>
                  </a:outerShdw>
                </a:effectLst>
                <a:latin typeface="华文中宋" panose="02010600040101010101" charset="-122"/>
                <a:ea typeface="楷体_GB2312" pitchFamily="49" charset="-122"/>
              </a:rPr>
              <a:t>j</a:t>
            </a:r>
            <a:r>
              <a:rPr lang="el-GR" altLang="zh-CN" sz="2400" b="0">
                <a:solidFill>
                  <a:srgbClr val="000000"/>
                </a:solidFill>
                <a:effectLst>
                  <a:outerShdw blurRad="38100" dist="38100" dir="2700000" algn="tl">
                    <a:srgbClr val="C0C0C0"/>
                  </a:outerShdw>
                </a:effectLst>
                <a:latin typeface="华文中宋" panose="02010600040101010101" charset="-122"/>
                <a:ea typeface="楷体_GB2312" pitchFamily="49" charset="-122"/>
              </a:rPr>
              <a:t>ω</a:t>
            </a:r>
            <a:r>
              <a:rPr lang="zh-CN" altLang="en-US" sz="2400" b="0">
                <a:solidFill>
                  <a:srgbClr val="000000"/>
                </a:solidFill>
                <a:effectLst>
                  <a:outerShdw blurRad="38100" dist="38100" dir="2700000" algn="tl">
                    <a:srgbClr val="C0C0C0"/>
                  </a:outerShdw>
                </a:effectLst>
                <a:latin typeface="华文中宋" panose="02010600040101010101" charset="-122"/>
                <a:ea typeface="华文中宋" panose="02010600040101010101" charset="-122"/>
              </a:rPr>
              <a:t>换成</a:t>
            </a:r>
            <a:r>
              <a:rPr lang="en-US" altLang="zh-CN" sz="2400" b="0">
                <a:solidFill>
                  <a:srgbClr val="000000"/>
                </a:solidFill>
                <a:effectLst>
                  <a:outerShdw blurRad="38100" dist="38100" dir="2700000" algn="tl">
                    <a:srgbClr val="C0C0C0"/>
                  </a:outerShdw>
                </a:effectLst>
                <a:latin typeface="华文中宋" panose="02010600040101010101" charset="-122"/>
                <a:ea typeface="楷体_GB2312" pitchFamily="49" charset="-122"/>
              </a:rPr>
              <a:t>s</a:t>
            </a:r>
            <a:r>
              <a:rPr lang="zh-CN" altLang="en-US" sz="2400" b="0">
                <a:solidFill>
                  <a:srgbClr val="000000"/>
                </a:solidFill>
                <a:effectLst>
                  <a:outerShdw blurRad="38100" dist="38100" dir="2700000" algn="tl">
                    <a:srgbClr val="C0C0C0"/>
                  </a:outerShdw>
                </a:effectLst>
                <a:latin typeface="华文中宋" panose="02010600040101010101" charset="-122"/>
                <a:ea typeface="华文中宋" panose="02010600040101010101" charset="-122"/>
              </a:rPr>
              <a:t>的结果。</a:t>
            </a:r>
            <a:endParaRPr lang="zh-CN" altLang="en-US" sz="2400" b="0">
              <a:solidFill>
                <a:srgbClr val="000000"/>
              </a:solidFill>
              <a:effectLst>
                <a:outerShdw blurRad="38100" dist="38100" dir="2700000" algn="tl">
                  <a:srgbClr val="C0C0C0"/>
                </a:outerShdw>
              </a:effectLst>
              <a:latin typeface="华文中宋" panose="02010600040101010101" charset="-122"/>
              <a:ea typeface="华文中宋" panose="02010600040101010101" charset="-122"/>
            </a:endParaRPr>
          </a:p>
        </p:txBody>
      </p:sp>
      <p:grpSp>
        <p:nvGrpSpPr>
          <p:cNvPr id="4" name="Group 13"/>
          <p:cNvGrpSpPr/>
          <p:nvPr/>
        </p:nvGrpSpPr>
        <p:grpSpPr bwMode="auto">
          <a:xfrm>
            <a:off x="900113" y="2708275"/>
            <a:ext cx="7632700" cy="1800225"/>
            <a:chOff x="703" y="1706"/>
            <a:chExt cx="4808" cy="1134"/>
          </a:xfrm>
        </p:grpSpPr>
        <p:graphicFrame>
          <p:nvGraphicFramePr>
            <p:cNvPr id="16395" name="Object 4"/>
            <p:cNvGraphicFramePr>
              <a:graphicFrameLocks noChangeAspect="1"/>
            </p:cNvGraphicFramePr>
            <p:nvPr/>
          </p:nvGraphicFramePr>
          <p:xfrm>
            <a:off x="2116" y="2295"/>
            <a:ext cx="974" cy="468"/>
          </p:xfrm>
          <a:graphic>
            <a:graphicData uri="http://schemas.openxmlformats.org/presentationml/2006/ole">
              <mc:AlternateContent xmlns:mc="http://schemas.openxmlformats.org/markup-compatibility/2006">
                <mc:Choice xmlns:v="urn:schemas-microsoft-com:vml" Requires="v">
                  <p:oleObj spid="_x0000_s3" name="公式" r:id="rId1" imgW="660400" imgH="393700" progId="Equation.3">
                    <p:embed/>
                  </p:oleObj>
                </mc:Choice>
                <mc:Fallback>
                  <p:oleObj name="公式" r:id="rId1" imgW="660400" imgH="393700" progId="Equation.3">
                    <p:embed/>
                    <p:pic>
                      <p:nvPicPr>
                        <p:cNvPr id="0" name="Object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16" y="2295"/>
                          <a:ext cx="974" cy="46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5" name="Rectangle 3"/>
            <p:cNvSpPr>
              <a:spLocks noChangeArrowheads="1"/>
            </p:cNvSpPr>
            <p:nvPr/>
          </p:nvSpPr>
          <p:spPr bwMode="auto">
            <a:xfrm>
              <a:off x="703" y="1706"/>
              <a:ext cx="4808" cy="1134"/>
            </a:xfrm>
            <a:prstGeom prst="rect">
              <a:avLst/>
            </a:prstGeom>
            <a:noFill/>
            <a:ln>
              <a:noFill/>
            </a:ln>
          </p:spPr>
          <p:txBody>
            <a:bodyPr/>
            <a:lstStyle/>
            <a:p>
              <a:pPr eaLnBrk="1" hangingPunct="1">
                <a:lnSpc>
                  <a:spcPct val="130000"/>
                </a:lnSpc>
                <a:spcBef>
                  <a:spcPct val="20000"/>
                </a:spcBef>
                <a:buFont typeface="Wingdings" panose="05000000000000000000" pitchFamily="2" charset="2"/>
                <a:buChar char="l"/>
                <a:defRPr/>
              </a:pPr>
              <a:r>
                <a:rPr lang="zh-CN" altLang="en-US" sz="2400" b="0" dirty="0">
                  <a:solidFill>
                    <a:srgbClr val="000000"/>
                  </a:solidFill>
                  <a:effectLst>
                    <a:outerShdw blurRad="38100" dist="38100" dir="2700000" algn="tl">
                      <a:srgbClr val="C0C0C0"/>
                    </a:outerShdw>
                  </a:effectLst>
                  <a:latin typeface="华文中宋" panose="02010600040101010101" charset="-122"/>
                  <a:ea typeface="华文中宋" panose="02010600040101010101" charset="-122"/>
                </a:rPr>
                <a:t>从</a:t>
              </a:r>
              <a:r>
                <a:rPr lang="zh-CN" altLang="en-US" sz="2400" b="0" dirty="0">
                  <a:solidFill>
                    <a:srgbClr val="FF0000"/>
                  </a:solidFill>
                  <a:effectLst>
                    <a:outerShdw blurRad="38100" dist="38100" dir="2700000" algn="tl">
                      <a:srgbClr val="C0C0C0"/>
                    </a:outerShdw>
                  </a:effectLst>
                  <a:latin typeface="华文中宋" panose="02010600040101010101" charset="-122"/>
                  <a:ea typeface="华文中宋" panose="02010600040101010101" charset="-122"/>
                </a:rPr>
                <a:t>物理概念</a:t>
              </a:r>
              <a:r>
                <a:rPr lang="zh-CN" altLang="en-US" sz="2400" b="0" dirty="0">
                  <a:solidFill>
                    <a:srgbClr val="000000"/>
                  </a:solidFill>
                  <a:effectLst>
                    <a:outerShdw blurRad="38100" dist="38100" dir="2700000" algn="tl">
                      <a:srgbClr val="C0C0C0"/>
                    </a:outerShdw>
                  </a:effectLst>
                  <a:latin typeface="华文中宋" panose="02010600040101010101" charset="-122"/>
                  <a:ea typeface="华文中宋" panose="02010600040101010101" charset="-122"/>
                </a:rPr>
                <a:t>上讲，</a:t>
              </a:r>
              <a:r>
                <a:rPr lang="en-US" altLang="zh-CN" sz="2400" b="0" dirty="0">
                  <a:solidFill>
                    <a:srgbClr val="000000"/>
                  </a:solidFill>
                  <a:effectLst>
                    <a:outerShdw blurRad="38100" dist="38100" dir="2700000" algn="tl">
                      <a:srgbClr val="C0C0C0"/>
                    </a:outerShdw>
                  </a:effectLst>
                  <a:latin typeface="华文中宋" panose="02010600040101010101" charset="-122"/>
                  <a:ea typeface="楷体_GB2312" pitchFamily="49" charset="-122"/>
                </a:rPr>
                <a:t>F.T</a:t>
              </a:r>
              <a:r>
                <a:rPr lang="zh-CN" altLang="en-US" sz="2400" b="0" dirty="0">
                  <a:solidFill>
                    <a:srgbClr val="000000"/>
                  </a:solidFill>
                  <a:effectLst>
                    <a:outerShdw blurRad="38100" dist="38100" dir="2700000" algn="tl">
                      <a:srgbClr val="C0C0C0"/>
                    </a:outerShdw>
                  </a:effectLst>
                  <a:latin typeface="华文中宋" panose="02010600040101010101" charset="-122"/>
                  <a:ea typeface="华文中宋" panose="02010600040101010101" charset="-122"/>
                </a:rPr>
                <a:t>将函数分解为许多形如</a:t>
              </a:r>
              <a:r>
                <a:rPr lang="en-US" altLang="zh-CN" sz="2400" b="0" dirty="0" err="1">
                  <a:solidFill>
                    <a:srgbClr val="000000"/>
                  </a:solidFill>
                  <a:effectLst>
                    <a:outerShdw blurRad="38100" dist="38100" dir="2700000" algn="tl">
                      <a:srgbClr val="C0C0C0"/>
                    </a:outerShdw>
                  </a:effectLst>
                  <a:latin typeface="华文中宋" panose="02010600040101010101" charset="-122"/>
                  <a:ea typeface="楷体_GB2312" pitchFamily="49" charset="-122"/>
                </a:rPr>
                <a:t>e</a:t>
              </a:r>
              <a:r>
                <a:rPr lang="en-US" altLang="zh-CN" sz="2400" b="0" baseline="30000" dirty="0" err="1">
                  <a:solidFill>
                    <a:srgbClr val="000000"/>
                  </a:solidFill>
                  <a:effectLst>
                    <a:outerShdw blurRad="38100" dist="38100" dir="2700000" algn="tl">
                      <a:srgbClr val="C0C0C0"/>
                    </a:outerShdw>
                  </a:effectLst>
                  <a:latin typeface="华文中宋" panose="02010600040101010101" charset="-122"/>
                  <a:ea typeface="楷体_GB2312" pitchFamily="49" charset="-122"/>
                </a:rPr>
                <a:t>j</a:t>
              </a:r>
              <a:r>
                <a:rPr lang="el-GR" altLang="zh-CN" sz="2400" b="0" baseline="30000" dirty="0">
                  <a:solidFill>
                    <a:srgbClr val="000000"/>
                  </a:solidFill>
                  <a:effectLst>
                    <a:outerShdw blurRad="38100" dist="38100" dir="2700000" algn="tl">
                      <a:srgbClr val="C0C0C0"/>
                    </a:outerShdw>
                  </a:effectLst>
                  <a:latin typeface="华文中宋" panose="02010600040101010101" charset="-122"/>
                  <a:ea typeface="楷体_GB2312" pitchFamily="49" charset="-122"/>
                </a:rPr>
                <a:t>ω</a:t>
              </a:r>
              <a:r>
                <a:rPr lang="en-US" altLang="zh-CN" sz="2400" b="0" baseline="30000" dirty="0">
                  <a:solidFill>
                    <a:srgbClr val="000000"/>
                  </a:solidFill>
                  <a:effectLst>
                    <a:outerShdw blurRad="38100" dist="38100" dir="2700000" algn="tl">
                      <a:srgbClr val="C0C0C0"/>
                    </a:outerShdw>
                  </a:effectLst>
                  <a:latin typeface="华文中宋" panose="02010600040101010101" charset="-122"/>
                  <a:ea typeface="楷体_GB2312" pitchFamily="49" charset="-122"/>
                </a:rPr>
                <a:t>t</a:t>
              </a:r>
              <a:r>
                <a:rPr lang="zh-CN" altLang="en-US" sz="2400" b="0" dirty="0">
                  <a:solidFill>
                    <a:srgbClr val="000000"/>
                  </a:solidFill>
                  <a:effectLst>
                    <a:outerShdw blurRad="38100" dist="38100" dir="2700000" algn="tl">
                      <a:srgbClr val="C0C0C0"/>
                    </a:outerShdw>
                  </a:effectLst>
                  <a:latin typeface="华文中宋" panose="02010600040101010101" charset="-122"/>
                  <a:ea typeface="华文中宋" panose="02010600040101010101" charset="-122"/>
                </a:rPr>
                <a:t>或</a:t>
              </a:r>
              <a:r>
                <a:rPr lang="en-US" altLang="zh-CN" sz="2400" b="0" dirty="0" err="1">
                  <a:solidFill>
                    <a:srgbClr val="000000"/>
                  </a:solidFill>
                  <a:effectLst>
                    <a:outerShdw blurRad="38100" dist="38100" dir="2700000" algn="tl">
                      <a:srgbClr val="C0C0C0"/>
                    </a:outerShdw>
                  </a:effectLst>
                  <a:latin typeface="华文中宋" panose="02010600040101010101" charset="-122"/>
                  <a:ea typeface="楷体_GB2312" pitchFamily="49" charset="-122"/>
                </a:rPr>
                <a:t>cos</a:t>
              </a:r>
              <a:r>
                <a:rPr lang="en-US" altLang="zh-CN" sz="2400" b="0" dirty="0">
                  <a:solidFill>
                    <a:srgbClr val="000000"/>
                  </a:solidFill>
                  <a:effectLst>
                    <a:outerShdw blurRad="38100" dist="38100" dir="2700000" algn="tl">
                      <a:srgbClr val="C0C0C0"/>
                    </a:outerShdw>
                  </a:effectLst>
                  <a:latin typeface="华文中宋" panose="02010600040101010101" charset="-122"/>
                  <a:ea typeface="楷体_GB2312" pitchFamily="49" charset="-122"/>
                </a:rPr>
                <a:t>(</a:t>
              </a:r>
              <a:r>
                <a:rPr lang="el-GR" altLang="zh-CN" sz="2400" b="0" dirty="0">
                  <a:solidFill>
                    <a:srgbClr val="000000"/>
                  </a:solidFill>
                  <a:effectLst>
                    <a:outerShdw blurRad="38100" dist="38100" dir="2700000" algn="tl">
                      <a:srgbClr val="C0C0C0"/>
                    </a:outerShdw>
                  </a:effectLst>
                  <a:latin typeface="华文中宋" panose="02010600040101010101" charset="-122"/>
                  <a:ea typeface="楷体_GB2312" pitchFamily="49" charset="-122"/>
                </a:rPr>
                <a:t>ω</a:t>
              </a:r>
              <a:r>
                <a:rPr lang="en-US" altLang="zh-CN" sz="2400" b="0" dirty="0">
                  <a:solidFill>
                    <a:srgbClr val="000000"/>
                  </a:solidFill>
                  <a:effectLst>
                    <a:outerShdw blurRad="38100" dist="38100" dir="2700000" algn="tl">
                      <a:srgbClr val="C0C0C0"/>
                    </a:outerShdw>
                  </a:effectLst>
                  <a:latin typeface="华文中宋" panose="02010600040101010101" charset="-122"/>
                  <a:ea typeface="楷体_GB2312" pitchFamily="49" charset="-122"/>
                </a:rPr>
                <a:t>t)</a:t>
              </a:r>
              <a:r>
                <a:rPr lang="zh-CN" altLang="en-US" sz="2400" b="0" dirty="0">
                  <a:solidFill>
                    <a:srgbClr val="000000"/>
                  </a:solidFill>
                  <a:effectLst>
                    <a:outerShdw blurRad="38100" dist="38100" dir="2700000" algn="tl">
                      <a:srgbClr val="C0C0C0"/>
                    </a:outerShdw>
                  </a:effectLst>
                  <a:latin typeface="华文中宋" panose="02010600040101010101" charset="-122"/>
                  <a:ea typeface="华文中宋" panose="02010600040101010101" charset="-122"/>
                </a:rPr>
                <a:t>的单元函数之和。每一对正负</a:t>
              </a:r>
              <a:r>
                <a:rPr lang="el-GR" altLang="zh-CN" sz="2400" b="0" dirty="0">
                  <a:solidFill>
                    <a:srgbClr val="000000"/>
                  </a:solidFill>
                  <a:effectLst>
                    <a:outerShdw blurRad="38100" dist="38100" dir="2700000" algn="tl">
                      <a:srgbClr val="C0C0C0"/>
                    </a:outerShdw>
                  </a:effectLst>
                  <a:latin typeface="华文中宋" panose="02010600040101010101" charset="-122"/>
                  <a:ea typeface="楷体_GB2312" pitchFamily="49" charset="-122"/>
                </a:rPr>
                <a:t>ω</a:t>
              </a:r>
              <a:r>
                <a:rPr lang="zh-CN" altLang="en-US" sz="2400" b="0" dirty="0">
                  <a:solidFill>
                    <a:srgbClr val="000000"/>
                  </a:solidFill>
                  <a:effectLst>
                    <a:outerShdw blurRad="38100" dist="38100" dir="2700000" algn="tl">
                      <a:srgbClr val="C0C0C0"/>
                    </a:outerShdw>
                  </a:effectLst>
                  <a:latin typeface="华文中宋" panose="02010600040101010101" charset="-122"/>
                  <a:ea typeface="华文中宋" panose="02010600040101010101" charset="-122"/>
                </a:rPr>
                <a:t>分量构成一等幅正弦振荡，振幅                为无穷小量。  </a:t>
              </a:r>
              <a:endParaRPr lang="zh-CN" altLang="en-US" sz="2400" b="0" dirty="0">
                <a:solidFill>
                  <a:srgbClr val="000000"/>
                </a:solidFill>
                <a:effectLst>
                  <a:outerShdw blurRad="38100" dist="38100" dir="2700000" algn="tl">
                    <a:srgbClr val="C0C0C0"/>
                  </a:outerShdw>
                </a:effectLst>
                <a:latin typeface="华文中宋" panose="02010600040101010101" charset="-122"/>
                <a:ea typeface="华文中宋" panose="02010600040101010101" charset="-122"/>
              </a:endParaRPr>
            </a:p>
          </p:txBody>
        </p:sp>
      </p:grpSp>
      <p:grpSp>
        <p:nvGrpSpPr>
          <p:cNvPr id="6" name="Group 14"/>
          <p:cNvGrpSpPr/>
          <p:nvPr/>
        </p:nvGrpSpPr>
        <p:grpSpPr bwMode="auto">
          <a:xfrm>
            <a:off x="611188" y="4437063"/>
            <a:ext cx="7632700" cy="2087562"/>
            <a:chOff x="567" y="2795"/>
            <a:chExt cx="4808" cy="1315"/>
          </a:xfrm>
        </p:grpSpPr>
        <p:sp>
          <p:nvSpPr>
            <p:cNvPr id="305155" name="Rectangle 3"/>
            <p:cNvSpPr>
              <a:spLocks noChangeArrowheads="1"/>
            </p:cNvSpPr>
            <p:nvPr/>
          </p:nvSpPr>
          <p:spPr bwMode="auto">
            <a:xfrm>
              <a:off x="567" y="2795"/>
              <a:ext cx="4808" cy="1315"/>
            </a:xfrm>
            <a:prstGeom prst="rect">
              <a:avLst/>
            </a:prstGeom>
            <a:noFill/>
            <a:ln>
              <a:noFill/>
            </a:ln>
          </p:spPr>
          <p:txBody>
            <a:bodyPr/>
            <a:lstStyle/>
            <a:p>
              <a:pPr marL="446405" indent="-182880" eaLnBrk="1" hangingPunct="1">
                <a:lnSpc>
                  <a:spcPct val="130000"/>
                </a:lnSpc>
                <a:spcBef>
                  <a:spcPct val="20000"/>
                </a:spcBef>
                <a:buFont typeface="Wingdings" panose="05000000000000000000" pitchFamily="2" charset="2"/>
                <a:buChar char="l"/>
                <a:defRPr/>
              </a:pPr>
              <a:r>
                <a:rPr lang="en-US" altLang="zh-CN" sz="2400" b="0" dirty="0">
                  <a:solidFill>
                    <a:srgbClr val="000000"/>
                  </a:solidFill>
                  <a:effectLst>
                    <a:outerShdw blurRad="38100" dist="38100" dir="2700000" algn="tl">
                      <a:srgbClr val="C0C0C0"/>
                    </a:outerShdw>
                  </a:effectLst>
                  <a:latin typeface="华文中宋" panose="02010600040101010101" charset="-122"/>
                  <a:ea typeface="楷体_GB2312" pitchFamily="49" charset="-122"/>
                </a:rPr>
                <a:t>L.T</a:t>
              </a:r>
              <a:r>
                <a:rPr lang="zh-CN" altLang="en-US" sz="2400" b="0" dirty="0">
                  <a:solidFill>
                    <a:srgbClr val="000000"/>
                  </a:solidFill>
                  <a:effectLst>
                    <a:outerShdw blurRad="38100" dist="38100" dir="2700000" algn="tl">
                      <a:srgbClr val="C0C0C0"/>
                    </a:outerShdw>
                  </a:effectLst>
                  <a:latin typeface="华文中宋" panose="02010600040101010101" charset="-122"/>
                  <a:ea typeface="华文中宋" panose="02010600040101010101" charset="-122"/>
                </a:rPr>
                <a:t>将函数分解为形如</a:t>
              </a:r>
              <a:r>
                <a:rPr lang="en-US" altLang="zh-CN" sz="2400" b="0" dirty="0" err="1">
                  <a:solidFill>
                    <a:srgbClr val="000000"/>
                  </a:solidFill>
                  <a:effectLst>
                    <a:outerShdw blurRad="38100" dist="38100" dir="2700000" algn="tl">
                      <a:srgbClr val="C0C0C0"/>
                    </a:outerShdw>
                  </a:effectLst>
                  <a:latin typeface="华文中宋" panose="02010600040101010101" charset="-122"/>
                  <a:ea typeface="楷体_GB2312" pitchFamily="49" charset="-122"/>
                </a:rPr>
                <a:t>e</a:t>
              </a:r>
              <a:r>
                <a:rPr lang="en-US" altLang="zh-CN" sz="2400" b="0" baseline="30000" dirty="0" err="1">
                  <a:solidFill>
                    <a:srgbClr val="000000"/>
                  </a:solidFill>
                  <a:effectLst>
                    <a:outerShdw blurRad="38100" dist="38100" dir="2700000" algn="tl">
                      <a:srgbClr val="C0C0C0"/>
                    </a:outerShdw>
                  </a:effectLst>
                  <a:latin typeface="华文中宋" panose="02010600040101010101" charset="-122"/>
                  <a:ea typeface="楷体_GB2312" pitchFamily="49" charset="-122"/>
                </a:rPr>
                <a:t>st</a:t>
              </a:r>
              <a:r>
                <a:rPr lang="zh-CN" altLang="en-US" sz="2400" b="0" dirty="0">
                  <a:solidFill>
                    <a:srgbClr val="000000"/>
                  </a:solidFill>
                  <a:effectLst>
                    <a:outerShdw blurRad="38100" dist="38100" dir="2700000" algn="tl">
                      <a:srgbClr val="C0C0C0"/>
                    </a:outerShdw>
                  </a:effectLst>
                  <a:latin typeface="华文中宋" panose="02010600040101010101" charset="-122"/>
                  <a:ea typeface="华文中宋" panose="02010600040101010101" charset="-122"/>
                </a:rPr>
                <a:t>或</a:t>
              </a:r>
              <a:r>
                <a:rPr lang="en-US" altLang="zh-CN" sz="2400" b="0" dirty="0">
                  <a:solidFill>
                    <a:srgbClr val="000000"/>
                  </a:solidFill>
                  <a:effectLst>
                    <a:outerShdw blurRad="38100" dist="38100" dir="2700000" algn="tl">
                      <a:srgbClr val="C0C0C0"/>
                    </a:outerShdw>
                  </a:effectLst>
                  <a:latin typeface="华文中宋" panose="02010600040101010101" charset="-122"/>
                  <a:ea typeface="楷体_GB2312" pitchFamily="49" charset="-122"/>
                </a:rPr>
                <a:t>e</a:t>
              </a:r>
              <a:r>
                <a:rPr lang="el-GR" altLang="zh-CN" sz="2400" b="0" baseline="30000" dirty="0">
                  <a:solidFill>
                    <a:srgbClr val="000000"/>
                  </a:solidFill>
                  <a:effectLst>
                    <a:outerShdw blurRad="38100" dist="38100" dir="2700000" algn="tl">
                      <a:srgbClr val="C0C0C0"/>
                    </a:outerShdw>
                  </a:effectLst>
                  <a:latin typeface="华文中宋" panose="02010600040101010101" charset="-122"/>
                  <a:ea typeface="楷体_GB2312" pitchFamily="49" charset="-122"/>
                </a:rPr>
                <a:t>σ</a:t>
              </a:r>
              <a:r>
                <a:rPr lang="en-US" altLang="zh-CN" sz="2400" b="0" baseline="30000" dirty="0">
                  <a:solidFill>
                    <a:srgbClr val="000000"/>
                  </a:solidFill>
                  <a:effectLst>
                    <a:outerShdw blurRad="38100" dist="38100" dir="2700000" algn="tl">
                      <a:srgbClr val="C0C0C0"/>
                    </a:outerShdw>
                  </a:effectLst>
                  <a:latin typeface="华文中宋" panose="02010600040101010101" charset="-122"/>
                  <a:ea typeface="楷体_GB2312" pitchFamily="49" charset="-122"/>
                </a:rPr>
                <a:t>t</a:t>
              </a:r>
              <a:r>
                <a:rPr lang="en-US" altLang="zh-CN" sz="2400" b="0" dirty="0">
                  <a:solidFill>
                    <a:srgbClr val="000000"/>
                  </a:solidFill>
                  <a:effectLst>
                    <a:outerShdw blurRad="38100" dist="38100" dir="2700000" algn="tl">
                      <a:srgbClr val="C0C0C0"/>
                    </a:outerShdw>
                  </a:effectLst>
                  <a:latin typeface="华文中宋" panose="02010600040101010101" charset="-122"/>
                  <a:ea typeface="楷体_GB2312" pitchFamily="49" charset="-122"/>
                </a:rPr>
                <a:t> </a:t>
              </a:r>
              <a:r>
                <a:rPr lang="en-US" altLang="zh-CN" sz="2400" b="0" dirty="0" err="1">
                  <a:solidFill>
                    <a:srgbClr val="000000"/>
                  </a:solidFill>
                  <a:effectLst>
                    <a:outerShdw blurRad="38100" dist="38100" dir="2700000" algn="tl">
                      <a:srgbClr val="C0C0C0"/>
                    </a:outerShdw>
                  </a:effectLst>
                  <a:latin typeface="华文中宋" panose="02010600040101010101" charset="-122"/>
                  <a:ea typeface="楷体_GB2312" pitchFamily="49" charset="-122"/>
                </a:rPr>
                <a:t>cos</a:t>
              </a:r>
              <a:r>
                <a:rPr lang="en-US" altLang="zh-CN" sz="2400" b="0" dirty="0">
                  <a:solidFill>
                    <a:srgbClr val="000000"/>
                  </a:solidFill>
                  <a:effectLst>
                    <a:outerShdw blurRad="38100" dist="38100" dir="2700000" algn="tl">
                      <a:srgbClr val="C0C0C0"/>
                    </a:outerShdw>
                  </a:effectLst>
                  <a:latin typeface="华文中宋" panose="02010600040101010101" charset="-122"/>
                  <a:ea typeface="楷体_GB2312" pitchFamily="49" charset="-122"/>
                </a:rPr>
                <a:t>(</a:t>
              </a:r>
              <a:r>
                <a:rPr lang="el-GR" altLang="zh-CN" sz="2400" b="0" dirty="0">
                  <a:solidFill>
                    <a:srgbClr val="000000"/>
                  </a:solidFill>
                  <a:effectLst>
                    <a:outerShdw blurRad="38100" dist="38100" dir="2700000" algn="tl">
                      <a:srgbClr val="C0C0C0"/>
                    </a:outerShdw>
                  </a:effectLst>
                  <a:latin typeface="华文中宋" panose="02010600040101010101" charset="-122"/>
                  <a:ea typeface="楷体_GB2312" pitchFamily="49" charset="-122"/>
                </a:rPr>
                <a:t>ω</a:t>
              </a:r>
              <a:r>
                <a:rPr lang="en-US" altLang="zh-CN" sz="2400" b="0" dirty="0">
                  <a:solidFill>
                    <a:srgbClr val="000000"/>
                  </a:solidFill>
                  <a:effectLst>
                    <a:outerShdw blurRad="38100" dist="38100" dir="2700000" algn="tl">
                      <a:srgbClr val="C0C0C0"/>
                    </a:outerShdw>
                  </a:effectLst>
                  <a:latin typeface="华文中宋" panose="02010600040101010101" charset="-122"/>
                  <a:ea typeface="楷体_GB2312" pitchFamily="49" charset="-122"/>
                </a:rPr>
                <a:t>t)</a:t>
              </a:r>
              <a:r>
                <a:rPr lang="zh-CN" altLang="en-US" sz="2400" b="0" dirty="0">
                  <a:solidFill>
                    <a:srgbClr val="000000"/>
                  </a:solidFill>
                  <a:effectLst>
                    <a:outerShdw blurRad="38100" dist="38100" dir="2700000" algn="tl">
                      <a:srgbClr val="C0C0C0"/>
                    </a:outerShdw>
                  </a:effectLst>
                  <a:latin typeface="华文中宋" panose="02010600040101010101" charset="-122"/>
                  <a:ea typeface="华文中宋" panose="02010600040101010101" charset="-122"/>
                </a:rPr>
                <a:t>指数分量之和，每一对正负</a:t>
              </a:r>
              <a:r>
                <a:rPr lang="el-GR" altLang="zh-CN" sz="2400" b="0" dirty="0">
                  <a:solidFill>
                    <a:srgbClr val="000000"/>
                  </a:solidFill>
                  <a:effectLst>
                    <a:outerShdw blurRad="38100" dist="38100" dir="2700000" algn="tl">
                      <a:srgbClr val="C0C0C0"/>
                    </a:outerShdw>
                  </a:effectLst>
                  <a:latin typeface="华文中宋" panose="02010600040101010101" charset="-122"/>
                  <a:ea typeface="楷体_GB2312" pitchFamily="49" charset="-122"/>
                </a:rPr>
                <a:t>ω</a:t>
              </a:r>
              <a:r>
                <a:rPr lang="zh-CN" altLang="en-US" sz="2400" b="0" dirty="0">
                  <a:solidFill>
                    <a:srgbClr val="000000"/>
                  </a:solidFill>
                  <a:effectLst>
                    <a:outerShdw blurRad="38100" dist="38100" dir="2700000" algn="tl">
                      <a:srgbClr val="C0C0C0"/>
                    </a:outerShdw>
                  </a:effectLst>
                  <a:latin typeface="华文中宋" panose="02010600040101010101" charset="-122"/>
                  <a:ea typeface="华文中宋" panose="02010600040101010101" charset="-122"/>
                </a:rPr>
                <a:t>的指数分量构成一个变幅的正弦振荡，振幅            也为无穷小量。</a:t>
              </a:r>
              <a:r>
                <a:rPr lang="en-US" altLang="zh-CN" sz="2400" b="0" dirty="0">
                  <a:solidFill>
                    <a:srgbClr val="000000"/>
                  </a:solidFill>
                  <a:effectLst>
                    <a:outerShdw blurRad="38100" dist="38100" dir="2700000" algn="tl">
                      <a:srgbClr val="C0C0C0"/>
                    </a:outerShdw>
                  </a:effectLst>
                  <a:latin typeface="华文中宋" panose="02010600040101010101" charset="-122"/>
                  <a:ea typeface="楷体_GB2312" pitchFamily="49" charset="-122"/>
                </a:rPr>
                <a:t>s</a:t>
              </a:r>
              <a:r>
                <a:rPr lang="zh-CN" altLang="en-US" sz="2400" b="0" dirty="0">
                  <a:solidFill>
                    <a:srgbClr val="000000"/>
                  </a:solidFill>
                  <a:effectLst>
                    <a:outerShdw blurRad="38100" dist="38100" dir="2700000" algn="tl">
                      <a:srgbClr val="C0C0C0"/>
                    </a:outerShdw>
                  </a:effectLst>
                  <a:latin typeface="华文中宋" panose="02010600040101010101" charset="-122"/>
                  <a:ea typeface="华文中宋" panose="02010600040101010101" charset="-122"/>
                </a:rPr>
                <a:t>称为复频率，</a:t>
              </a:r>
              <a:r>
                <a:rPr lang="en-US" altLang="zh-CN" sz="2400" b="0" dirty="0">
                  <a:solidFill>
                    <a:srgbClr val="000000"/>
                  </a:solidFill>
                  <a:effectLst>
                    <a:outerShdw blurRad="38100" dist="38100" dir="2700000" algn="tl">
                      <a:srgbClr val="C0C0C0"/>
                    </a:outerShdw>
                  </a:effectLst>
                  <a:latin typeface="华文中宋" panose="02010600040101010101" charset="-122"/>
                  <a:ea typeface="楷体_GB2312" pitchFamily="49" charset="-122"/>
                </a:rPr>
                <a:t>F(s)</a:t>
              </a:r>
              <a:r>
                <a:rPr lang="zh-CN" altLang="en-US" sz="2400" b="0" dirty="0">
                  <a:solidFill>
                    <a:srgbClr val="000000"/>
                  </a:solidFill>
                  <a:effectLst>
                    <a:outerShdw blurRad="38100" dist="38100" dir="2700000" algn="tl">
                      <a:srgbClr val="C0C0C0"/>
                    </a:outerShdw>
                  </a:effectLst>
                  <a:latin typeface="华文中宋" panose="02010600040101010101" charset="-122"/>
                  <a:ea typeface="华文中宋" panose="02010600040101010101" charset="-122"/>
                </a:rPr>
                <a:t>称为复频谱。</a:t>
              </a:r>
              <a:endParaRPr lang="zh-CN" altLang="en-US" sz="2400" b="0" dirty="0">
                <a:solidFill>
                  <a:srgbClr val="000000"/>
                </a:solidFill>
                <a:effectLst>
                  <a:outerShdw blurRad="38100" dist="38100" dir="2700000" algn="tl">
                    <a:srgbClr val="C0C0C0"/>
                  </a:outerShdw>
                </a:effectLst>
                <a:latin typeface="华文中宋" panose="02010600040101010101" charset="-122"/>
                <a:ea typeface="华文中宋" panose="02010600040101010101" charset="-122"/>
              </a:endParaRPr>
            </a:p>
          </p:txBody>
        </p:sp>
        <p:graphicFrame>
          <p:nvGraphicFramePr>
            <p:cNvPr id="16394" name="Object 5"/>
            <p:cNvGraphicFramePr>
              <a:graphicFrameLocks noChangeAspect="1"/>
            </p:cNvGraphicFramePr>
            <p:nvPr/>
          </p:nvGraphicFramePr>
          <p:xfrm>
            <a:off x="1352" y="3420"/>
            <a:ext cx="696" cy="390"/>
          </p:xfrm>
          <a:graphic>
            <a:graphicData uri="http://schemas.openxmlformats.org/presentationml/2006/ole">
              <mc:AlternateContent xmlns:mc="http://schemas.openxmlformats.org/markup-compatibility/2006">
                <mc:Choice xmlns:v="urn:schemas-microsoft-com:vml" Requires="v">
                  <p:oleObj spid="_x0000_s7" name="公式" r:id="rId3" imgW="658495" imgH="393065" progId="Equation.3">
                    <p:embed/>
                  </p:oleObj>
                </mc:Choice>
                <mc:Fallback>
                  <p:oleObj name="公式" r:id="rId3" imgW="658495" imgH="393065" progId="Equation.3">
                    <p:embed/>
                    <p:pic>
                      <p:nvPicPr>
                        <p:cNvPr id="0"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52" y="3420"/>
                          <a:ext cx="696" cy="39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pSp>
      <p:sp>
        <p:nvSpPr>
          <p:cNvPr id="8" name="墨迹 5"/>
          <p:cNvSpPr/>
          <p:nvPr/>
        </p:nvSpPr>
        <p:spPr bwMode="auto">
          <a:xfrm>
            <a:off x="1361520" y="0"/>
            <a:ext cx="7699680" cy="6496560"/>
          </a:xfrm>
        </p:spPr>
      </p:sp>
    </p:spTree>
    <p:custDataLst>
      <p:tags r:id="rId5"/>
    </p:custDataLst>
  </p:cSld>
  <p:clrMapOvr>
    <a:masterClrMapping/>
  </p:clrMapOvr>
  <p:transition advTm="191348"/>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nodeType="withEffect">
                                  <p:stCondLst>
                                    <p:cond delay="0"/>
                                  </p:stCondLst>
                                  <p:childTnLst>
                                    <p:set>
                                      <p:cBhvr>
                                        <p:cTn id="6" dur="1" fill="hold">
                                          <p:stCondLst>
                                            <p:cond delay="0"/>
                                          </p:stCondLst>
                                        </p:cTn>
                                        <p:tgtEl>
                                          <p:spTgt spid="6"/>
                                        </p:tgtEl>
                                        <p:attrNameLst>
                                          <p:attrName>style.visibility</p:attrName>
                                        </p:attrNameLst>
                                      </p:cBhvr>
                                      <p:to>
                                        <p:strVal val="visible"/>
                                      </p:to>
                                    </p:set>
                                    <p:cmd type="call" cmd="playFrom(0.0)">
                                      <p:cBhvr>
                                        <p:cTn id="7" dur="1" fill="hold"/>
                                        <p:tgtEl>
                                          <p:spTgt spid="6"/>
                                        </p:tgtEl>
                                      </p:cBhvr>
                                    </p:cmd>
                                  </p:childTnLst>
                                </p:cTn>
                              </p:par>
                            </p:childTnLst>
                          </p:cTn>
                        </p:par>
                        <p:par>
                          <p:cTn id="8" fill="hold">
                            <p:stCondLst>
                              <p:cond delay="0"/>
                            </p:stCondLst>
                            <p:childTnLst>
                              <p:par>
                                <p:cTn id="9" presetID="55" presetClass="entr" presetSubtype="0" fill="hold" grpId="0" nodeType="afterEffect">
                                  <p:stCondLst>
                                    <p:cond delay="0"/>
                                  </p:stCondLst>
                                  <p:childTnLst>
                                    <p:set>
                                      <p:cBhvr>
                                        <p:cTn id="10" dur="1" fill="hold">
                                          <p:stCondLst>
                                            <p:cond delay="0"/>
                                          </p:stCondLst>
                                        </p:cTn>
                                        <p:tgtEl>
                                          <p:spTgt spid="2">
                                            <p:txEl>
                                              <p:pRg st="0" end="0"/>
                                            </p:txEl>
                                          </p:spTgt>
                                        </p:tgtEl>
                                        <p:attrNameLst>
                                          <p:attrName>style.visibility</p:attrName>
                                        </p:attrNameLst>
                                      </p:cBhvr>
                                      <p:to>
                                        <p:strVal val="visible"/>
                                      </p:to>
                                    </p:set>
                                    <p:anim calcmode="lin" valueType="num">
                                      <p:cBhvr>
                                        <p:cTn id="11" dur="1000" fill="hold"/>
                                        <p:tgtEl>
                                          <p:spTgt spid="2">
                                            <p:txEl>
                                              <p:pRg st="0" end="0"/>
                                            </p:txEl>
                                          </p:spTgt>
                                        </p:tgtEl>
                                        <p:attrNameLst>
                                          <p:attrName>ppt_w</p:attrName>
                                        </p:attrNameLst>
                                      </p:cBhvr>
                                      <p:tavLst>
                                        <p:tav tm="0">
                                          <p:val>
                                            <p:strVal val="#ppt_w*0.70"/>
                                          </p:val>
                                        </p:tav>
                                        <p:tav tm="100000">
                                          <p:val>
                                            <p:strVal val="#ppt_w"/>
                                          </p:val>
                                        </p:tav>
                                      </p:tavLst>
                                    </p:anim>
                                    <p:anim calcmode="lin" valueType="num">
                                      <p:cBhvr>
                                        <p:cTn id="12" dur="1000" fill="hold"/>
                                        <p:tgtEl>
                                          <p:spTgt spid="2">
                                            <p:txEl>
                                              <p:pRg st="0" end="0"/>
                                            </p:txEl>
                                          </p:spTgt>
                                        </p:tgtEl>
                                        <p:attrNameLst>
                                          <p:attrName>ppt_h</p:attrName>
                                        </p:attrNameLst>
                                      </p:cBhvr>
                                      <p:tavLst>
                                        <p:tav tm="0">
                                          <p:val>
                                            <p:strVal val="#ppt_h"/>
                                          </p:val>
                                        </p:tav>
                                        <p:tav tm="100000">
                                          <p:val>
                                            <p:strVal val="#ppt_h"/>
                                          </p:val>
                                        </p:tav>
                                      </p:tavLst>
                                    </p:anim>
                                    <p:animEffect transition="in" filter="fade">
                                      <p:cBhvr>
                                        <p:cTn id="13" dur="1000"/>
                                        <p:tgtEl>
                                          <p:spTgt spid="2">
                                            <p:txEl>
                                              <p:pRg st="0" end="0"/>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55" presetClass="entr" presetSubtype="0" fill="hold" grpId="0" nodeType="clickEffect">
                                  <p:stCondLst>
                                    <p:cond delay="0"/>
                                  </p:stCondLst>
                                  <p:childTnLst>
                                    <p:set>
                                      <p:cBhvr>
                                        <p:cTn id="17" dur="1" fill="hold">
                                          <p:stCondLst>
                                            <p:cond delay="0"/>
                                          </p:stCondLst>
                                        </p:cTn>
                                        <p:tgtEl>
                                          <p:spTgt spid="2">
                                            <p:txEl>
                                              <p:pRg st="1" end="1"/>
                                            </p:txEl>
                                          </p:spTgt>
                                        </p:tgtEl>
                                        <p:attrNameLst>
                                          <p:attrName>style.visibility</p:attrName>
                                        </p:attrNameLst>
                                      </p:cBhvr>
                                      <p:to>
                                        <p:strVal val="visible"/>
                                      </p:to>
                                    </p:set>
                                    <p:anim calcmode="lin" valueType="num">
                                      <p:cBhvr>
                                        <p:cTn id="18" dur="1000" fill="hold"/>
                                        <p:tgtEl>
                                          <p:spTgt spid="2">
                                            <p:txEl>
                                              <p:pRg st="1" end="1"/>
                                            </p:txEl>
                                          </p:spTgt>
                                        </p:tgtEl>
                                        <p:attrNameLst>
                                          <p:attrName>ppt_w</p:attrName>
                                        </p:attrNameLst>
                                      </p:cBhvr>
                                      <p:tavLst>
                                        <p:tav tm="0">
                                          <p:val>
                                            <p:strVal val="#ppt_w*0.70"/>
                                          </p:val>
                                        </p:tav>
                                        <p:tav tm="100000">
                                          <p:val>
                                            <p:strVal val="#ppt_w"/>
                                          </p:val>
                                        </p:tav>
                                      </p:tavLst>
                                    </p:anim>
                                    <p:anim calcmode="lin" valueType="num">
                                      <p:cBhvr>
                                        <p:cTn id="19" dur="1000" fill="hold"/>
                                        <p:tgtEl>
                                          <p:spTgt spid="2">
                                            <p:txEl>
                                              <p:pRg st="1" end="1"/>
                                            </p:txEl>
                                          </p:spTgt>
                                        </p:tgtEl>
                                        <p:attrNameLst>
                                          <p:attrName>ppt_h</p:attrName>
                                        </p:attrNameLst>
                                      </p:cBhvr>
                                      <p:tavLst>
                                        <p:tav tm="0">
                                          <p:val>
                                            <p:strVal val="#ppt_h"/>
                                          </p:val>
                                        </p:tav>
                                        <p:tav tm="100000">
                                          <p:val>
                                            <p:strVal val="#ppt_h"/>
                                          </p:val>
                                        </p:tav>
                                      </p:tavLst>
                                    </p:anim>
                                    <p:animEffect transition="in" filter="fade">
                                      <p:cBhvr>
                                        <p:cTn id="20" dur="1000"/>
                                        <p:tgtEl>
                                          <p:spTgt spid="2">
                                            <p:txEl>
                                              <p:pRg st="1" end="1"/>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4" presetClass="entr" presetSubtype="16" fill="hold" nodeType="clickEffect">
                                  <p:stCondLst>
                                    <p:cond delay="0"/>
                                  </p:stCondLst>
                                  <p:childTnLst>
                                    <p:set>
                                      <p:cBhvr>
                                        <p:cTn id="24" dur="1" fill="hold">
                                          <p:stCondLst>
                                            <p:cond delay="0"/>
                                          </p:stCondLst>
                                        </p:cTn>
                                        <p:tgtEl>
                                          <p:spTgt spid="4"/>
                                        </p:tgtEl>
                                        <p:attrNameLst>
                                          <p:attrName>style.visibility</p:attrName>
                                        </p:attrNameLst>
                                      </p:cBhvr>
                                      <p:to>
                                        <p:strVal val="visible"/>
                                      </p:to>
                                    </p:set>
                                    <p:animEffect transition="in" filter="box(in)">
                                      <p:cBhvr>
                                        <p:cTn id="25"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4"/>
          <p:cNvSpPr>
            <a:spLocks noGrp="1" noChangeArrowheads="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a:spcBef>
                <a:spcPct val="0"/>
              </a:spcBef>
              <a:buFontTx/>
              <a:buNone/>
            </a:pPr>
            <a:fld id="{3EDEABFA-E2DD-4112-B991-F67D572AACAD}" type="datetime1">
              <a:rPr kumimoji="0" lang="zh-CN" altLang="en-US" sz="1200" smtClean="0">
                <a:solidFill>
                  <a:srgbClr val="000000"/>
                </a:solidFill>
                <a:ea typeface="宋体" panose="02010600030101010101" pitchFamily="2" charset="-122"/>
              </a:rPr>
            </a:fld>
            <a:endParaRPr kumimoji="0" lang="en-US" altLang="zh-CN" sz="1200">
              <a:solidFill>
                <a:srgbClr val="000000"/>
              </a:solidFill>
              <a:ea typeface="宋体" panose="02010600030101010101" pitchFamily="2" charset="-122"/>
            </a:endParaRPr>
          </a:p>
        </p:txBody>
      </p:sp>
      <p:pic>
        <p:nvPicPr>
          <p:cNvPr id="7175" name="Picture 7"/>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116013" y="1341438"/>
            <a:ext cx="7558087" cy="324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6178" name="Rectangle 2"/>
          <p:cNvSpPr>
            <a:spLocks noGrp="1" noChangeArrowheads="1"/>
          </p:cNvSpPr>
          <p:nvPr>
            <p:ph type="title"/>
          </p:nvPr>
        </p:nvSpPr>
        <p:spPr>
          <a:xfrm>
            <a:off x="527050" y="63500"/>
            <a:ext cx="3744913" cy="620713"/>
          </a:xfrm>
          <a:solidFill>
            <a:schemeClr val="accent1"/>
          </a:solidFill>
          <a:effectLst>
            <a:outerShdw dist="35921" dir="2700000" algn="ctr" rotWithShape="0">
              <a:schemeClr val="bg2">
                <a:alpha val="50000"/>
              </a:schemeClr>
            </a:outerShdw>
          </a:effectLst>
        </p:spPr>
        <p:txBody>
          <a:bodyPr/>
          <a:lstStyle/>
          <a:p>
            <a:pPr eaLnBrk="1" hangingPunct="1">
              <a:defRPr/>
            </a:pPr>
            <a:r>
              <a:rPr kumimoji="0" lang="en-US" altLang="zh-CN" sz="2800" b="1">
                <a:solidFill>
                  <a:schemeClr val="tx1"/>
                </a:solidFill>
                <a:effectLst>
                  <a:outerShdw blurRad="38100" dist="38100" dir="2700000" algn="tl">
                    <a:srgbClr val="000000"/>
                  </a:outerShdw>
                </a:effectLst>
              </a:rPr>
              <a:t>§5.2 </a:t>
            </a:r>
            <a:r>
              <a:rPr kumimoji="0" lang="zh-CN" altLang="en-US" sz="2800" b="1">
                <a:solidFill>
                  <a:schemeClr val="tx1"/>
                </a:solidFill>
                <a:effectLst>
                  <a:outerShdw blurRad="38100" dist="38100" dir="2700000" algn="tl">
                    <a:srgbClr val="000000"/>
                  </a:outerShdw>
                </a:effectLst>
              </a:rPr>
              <a:t>拉普拉斯变换</a:t>
            </a:r>
            <a:endParaRPr kumimoji="0" lang="zh-CN" altLang="en-US" sz="2800" b="1">
              <a:solidFill>
                <a:schemeClr val="tx1"/>
              </a:solidFill>
              <a:effectLst>
                <a:outerShdw blurRad="38100" dist="38100" dir="2700000" algn="tl">
                  <a:srgbClr val="000000"/>
                </a:outerShdw>
              </a:effectLst>
            </a:endParaRPr>
          </a:p>
        </p:txBody>
      </p:sp>
      <p:sp>
        <p:nvSpPr>
          <p:cNvPr id="306179" name="Rectangle 3"/>
          <p:cNvSpPr>
            <a:spLocks noGrp="1" noChangeArrowheads="1"/>
          </p:cNvSpPr>
          <p:nvPr>
            <p:ph type="body" sz="half" idx="1"/>
          </p:nvPr>
        </p:nvSpPr>
        <p:spPr>
          <a:xfrm>
            <a:off x="684213" y="836613"/>
            <a:ext cx="7632700" cy="1041400"/>
          </a:xfrm>
        </p:spPr>
        <p:txBody>
          <a:bodyPr/>
          <a:lstStyle/>
          <a:p>
            <a:pPr marL="0" indent="0" eaLnBrk="1" hangingPunct="1">
              <a:buFontTx/>
              <a:buNone/>
              <a:defRPr/>
            </a:pPr>
            <a:r>
              <a:rPr kumimoji="0" lang="en-US" altLang="zh-CN" sz="2400" dirty="0">
                <a:solidFill>
                  <a:srgbClr val="000000"/>
                </a:solidFill>
              </a:rPr>
              <a:t>F.T</a:t>
            </a:r>
            <a:r>
              <a:rPr kumimoji="0" lang="zh-CN" altLang="en-US" sz="2400" dirty="0">
                <a:solidFill>
                  <a:srgbClr val="000000"/>
                </a:solidFill>
              </a:rPr>
              <a:t>中</a:t>
            </a:r>
            <a:r>
              <a:rPr kumimoji="0" lang="en-US" altLang="zh-CN" sz="2400" dirty="0">
                <a:solidFill>
                  <a:srgbClr val="000000"/>
                </a:solidFill>
              </a:rPr>
              <a:t>ω</a:t>
            </a:r>
            <a:r>
              <a:rPr kumimoji="0" lang="zh-CN" altLang="en-US" sz="2400" dirty="0">
                <a:solidFill>
                  <a:srgbClr val="000000"/>
                </a:solidFill>
              </a:rPr>
              <a:t>构成角频率轴，</a:t>
            </a:r>
            <a:r>
              <a:rPr kumimoji="0" lang="en-US" altLang="zh-CN" sz="2400" dirty="0">
                <a:solidFill>
                  <a:srgbClr val="000000"/>
                </a:solidFill>
              </a:rPr>
              <a:t>L.T</a:t>
            </a:r>
            <a:r>
              <a:rPr kumimoji="0" lang="zh-CN" altLang="en-US" sz="2400" dirty="0">
                <a:solidFill>
                  <a:srgbClr val="000000"/>
                </a:solidFill>
              </a:rPr>
              <a:t>中</a:t>
            </a:r>
            <a:r>
              <a:rPr kumimoji="0" lang="en-US" altLang="zh-CN" sz="2400" dirty="0">
                <a:solidFill>
                  <a:srgbClr val="000000"/>
                </a:solidFill>
              </a:rPr>
              <a:t>s</a:t>
            </a:r>
            <a:r>
              <a:rPr kumimoji="0" lang="zh-CN" altLang="en-US" sz="2400" dirty="0">
                <a:solidFill>
                  <a:srgbClr val="000000"/>
                </a:solidFill>
              </a:rPr>
              <a:t>构成复频平面。</a:t>
            </a:r>
            <a:r>
              <a:rPr kumimoji="0" lang="en-US" altLang="zh-CN" sz="2400" dirty="0">
                <a:solidFill>
                  <a:srgbClr val="000000"/>
                </a:solidFill>
              </a:rPr>
              <a:t>s</a:t>
            </a:r>
            <a:r>
              <a:rPr kumimoji="0" lang="zh-CN" altLang="en-US" sz="2400" dirty="0">
                <a:solidFill>
                  <a:srgbClr val="000000"/>
                </a:solidFill>
              </a:rPr>
              <a:t>上的一点对应的</a:t>
            </a:r>
            <a:r>
              <a:rPr kumimoji="0" lang="en-US" altLang="zh-CN" sz="2400" dirty="0">
                <a:solidFill>
                  <a:srgbClr val="000000"/>
                </a:solidFill>
              </a:rPr>
              <a:t>f(t)</a:t>
            </a:r>
            <a:r>
              <a:rPr kumimoji="0" lang="zh-CN" altLang="en-US" sz="2400" dirty="0">
                <a:solidFill>
                  <a:srgbClr val="000000"/>
                </a:solidFill>
              </a:rPr>
              <a:t>分量如图示： </a:t>
            </a:r>
            <a:endParaRPr kumimoji="0" lang="zh-CN" altLang="en-US" sz="2400" dirty="0">
              <a:solidFill>
                <a:srgbClr val="000000"/>
              </a:solidFill>
            </a:endParaRPr>
          </a:p>
        </p:txBody>
      </p:sp>
      <p:sp>
        <p:nvSpPr>
          <p:cNvPr id="306182" name="Rectangle 6"/>
          <p:cNvSpPr>
            <a:spLocks noChangeArrowheads="1"/>
          </p:cNvSpPr>
          <p:nvPr/>
        </p:nvSpPr>
        <p:spPr bwMode="auto">
          <a:xfrm>
            <a:off x="971550" y="5084763"/>
            <a:ext cx="7489825" cy="1468437"/>
          </a:xfrm>
          <a:prstGeom prst="rect">
            <a:avLst/>
          </a:prstGeom>
          <a:solidFill>
            <a:schemeClr val="tx1"/>
          </a:solidFill>
          <a:ln w="12700">
            <a:solidFill>
              <a:schemeClr val="bg1"/>
            </a:solidFill>
            <a:miter lim="800000"/>
          </a:ln>
          <a:effectLst>
            <a:outerShdw blurRad="63500" dist="38099" dir="2700000" algn="ctr" rotWithShape="0">
              <a:srgbClr val="000000">
                <a:alpha val="74998"/>
              </a:srgbClr>
            </a:outerShdw>
          </a:effectLst>
        </p:spPr>
        <p:txBody>
          <a:bodyPr/>
          <a:lstStyle/>
          <a:p>
            <a:pPr eaLnBrk="1" hangingPunct="1">
              <a:lnSpc>
                <a:spcPct val="120000"/>
              </a:lnSpc>
              <a:spcBef>
                <a:spcPct val="20000"/>
              </a:spcBef>
              <a:defRPr/>
            </a:pPr>
            <a:r>
              <a:rPr lang="zh-CN" altLang="en-US" sz="2400" b="0">
                <a:solidFill>
                  <a:srgbClr val="000000"/>
                </a:solidFill>
                <a:effectLst>
                  <a:outerShdw blurRad="38100" dist="38100" dir="2700000" algn="tl">
                    <a:srgbClr val="C0C0C0"/>
                  </a:outerShdw>
                </a:effectLst>
                <a:ea typeface="华文中宋" panose="02010600040101010101" charset="-122"/>
              </a:rPr>
              <a:t>对应一随时间按指数规律变化的指数函数。</a:t>
            </a:r>
            <a:r>
              <a:rPr lang="en-US" altLang="zh-CN" sz="2400" b="0">
                <a:solidFill>
                  <a:srgbClr val="000000"/>
                </a:solidFill>
                <a:effectLst>
                  <a:outerShdw blurRad="38100" dist="38100" dir="2700000" algn="tl">
                    <a:srgbClr val="C0C0C0"/>
                  </a:outerShdw>
                </a:effectLst>
                <a:ea typeface="华文中宋" panose="02010600040101010101" charset="-122"/>
              </a:rPr>
              <a:t>σ&gt;0</a:t>
            </a:r>
            <a:r>
              <a:rPr lang="zh-CN" altLang="en-US" sz="2400" b="0">
                <a:solidFill>
                  <a:srgbClr val="000000"/>
                </a:solidFill>
                <a:effectLst>
                  <a:outerShdw blurRad="38100" dist="38100" dir="2700000" algn="tl">
                    <a:srgbClr val="C0C0C0"/>
                  </a:outerShdw>
                </a:effectLst>
                <a:ea typeface="华文中宋" panose="02010600040101010101" charset="-122"/>
              </a:rPr>
              <a:t>，为单调增长指数；</a:t>
            </a:r>
            <a:r>
              <a:rPr lang="en-US" altLang="zh-CN" sz="2400" b="0">
                <a:solidFill>
                  <a:srgbClr val="000000"/>
                </a:solidFill>
                <a:effectLst>
                  <a:outerShdw blurRad="38100" dist="38100" dir="2700000" algn="tl">
                    <a:srgbClr val="C0C0C0"/>
                  </a:outerShdw>
                </a:effectLst>
                <a:ea typeface="华文中宋" panose="02010600040101010101" charset="-122"/>
              </a:rPr>
              <a:t>σ &lt;0</a:t>
            </a:r>
            <a:r>
              <a:rPr lang="zh-CN" altLang="en-US" sz="2400" b="0">
                <a:solidFill>
                  <a:srgbClr val="000000"/>
                </a:solidFill>
                <a:effectLst>
                  <a:outerShdw blurRad="38100" dist="38100" dir="2700000" algn="tl">
                    <a:srgbClr val="C0C0C0"/>
                  </a:outerShdw>
                </a:effectLst>
                <a:ea typeface="华文中宋" panose="02010600040101010101" charset="-122"/>
              </a:rPr>
              <a:t>为单调衰减指数。</a:t>
            </a:r>
            <a:r>
              <a:rPr lang="en-US" altLang="zh-CN" sz="2400" b="0">
                <a:solidFill>
                  <a:srgbClr val="000000"/>
                </a:solidFill>
                <a:effectLst>
                  <a:outerShdw blurRad="38100" dist="38100" dir="2700000" algn="tl">
                    <a:srgbClr val="C0C0C0"/>
                  </a:outerShdw>
                </a:effectLst>
                <a:ea typeface="华文中宋" panose="02010600040101010101" charset="-122"/>
              </a:rPr>
              <a:t>|σ|</a:t>
            </a:r>
            <a:r>
              <a:rPr lang="zh-CN" altLang="en-US" sz="2400" b="0">
                <a:solidFill>
                  <a:srgbClr val="000000"/>
                </a:solidFill>
                <a:effectLst>
                  <a:outerShdw blurRad="38100" dist="38100" dir="2700000" algn="tl">
                    <a:srgbClr val="C0C0C0"/>
                  </a:outerShdw>
                </a:effectLst>
                <a:ea typeface="华文中宋" panose="02010600040101010101" charset="-122"/>
              </a:rPr>
              <a:t>越大，增长</a:t>
            </a:r>
            <a:r>
              <a:rPr lang="en-US" altLang="zh-CN" sz="2400" b="0">
                <a:solidFill>
                  <a:srgbClr val="000000"/>
                </a:solidFill>
                <a:effectLst>
                  <a:outerShdw blurRad="38100" dist="38100" dir="2700000" algn="tl">
                    <a:srgbClr val="C0C0C0"/>
                  </a:outerShdw>
                </a:effectLst>
                <a:ea typeface="华文中宋" panose="02010600040101010101" charset="-122"/>
              </a:rPr>
              <a:t>/</a:t>
            </a:r>
            <a:r>
              <a:rPr lang="zh-CN" altLang="en-US" sz="2400" b="0">
                <a:solidFill>
                  <a:srgbClr val="000000"/>
                </a:solidFill>
                <a:effectLst>
                  <a:outerShdw blurRad="38100" dist="38100" dir="2700000" algn="tl">
                    <a:srgbClr val="C0C0C0"/>
                  </a:outerShdw>
                </a:effectLst>
                <a:ea typeface="华文中宋" panose="02010600040101010101" charset="-122"/>
              </a:rPr>
              <a:t>衰减速率越大；</a:t>
            </a:r>
            <a:endParaRPr lang="zh-CN" altLang="en-US" sz="2400" b="0">
              <a:solidFill>
                <a:srgbClr val="000000"/>
              </a:solidFill>
              <a:effectLst>
                <a:outerShdw blurRad="38100" dist="38100" dir="2700000" algn="tl">
                  <a:srgbClr val="C0C0C0"/>
                </a:outerShdw>
              </a:effectLst>
              <a:ea typeface="华文中宋" panose="02010600040101010101" charset="-122"/>
            </a:endParaRPr>
          </a:p>
        </p:txBody>
      </p:sp>
      <p:sp>
        <p:nvSpPr>
          <p:cNvPr id="2" name="Rectangle 6"/>
          <p:cNvSpPr>
            <a:spLocks noChangeArrowheads="1"/>
          </p:cNvSpPr>
          <p:nvPr/>
        </p:nvSpPr>
        <p:spPr bwMode="auto">
          <a:xfrm>
            <a:off x="900113" y="4292600"/>
            <a:ext cx="5327650" cy="647700"/>
          </a:xfrm>
          <a:prstGeom prst="rect">
            <a:avLst/>
          </a:prstGeom>
          <a:solidFill>
            <a:schemeClr val="tx1"/>
          </a:solidFill>
          <a:ln>
            <a:noFill/>
          </a:ln>
          <a:effectLst>
            <a:outerShdw blurRad="63500" dist="38099" dir="2700000" algn="ctr" rotWithShape="0">
              <a:srgbClr val="000000">
                <a:alpha val="74998"/>
              </a:srgbClr>
            </a:outerShdw>
          </a:effectLst>
        </p:spPr>
        <p:txBody>
          <a:bodyPr/>
          <a:lstStyle/>
          <a:p>
            <a:pPr eaLnBrk="1" hangingPunct="1">
              <a:lnSpc>
                <a:spcPct val="120000"/>
              </a:lnSpc>
              <a:spcBef>
                <a:spcPct val="20000"/>
              </a:spcBef>
              <a:defRPr/>
            </a:pPr>
            <a:r>
              <a:rPr lang="en-US" altLang="zh-CN" sz="2400" b="0">
                <a:solidFill>
                  <a:srgbClr val="000000"/>
                </a:solidFill>
                <a:effectLst>
                  <a:outerShdw blurRad="38100" dist="38100" dir="2700000" algn="tl">
                    <a:srgbClr val="C0C0C0"/>
                  </a:outerShdw>
                </a:effectLst>
                <a:ea typeface="华文中宋" panose="02010600040101010101" charset="-122"/>
              </a:rPr>
              <a:t>1</a:t>
            </a:r>
            <a:r>
              <a:rPr lang="zh-CN" altLang="en-US" sz="2400" b="0">
                <a:solidFill>
                  <a:srgbClr val="000000"/>
                </a:solidFill>
                <a:effectLst>
                  <a:outerShdw blurRad="38100" dist="38100" dir="2700000" algn="tl">
                    <a:srgbClr val="C0C0C0"/>
                  </a:outerShdw>
                </a:effectLst>
                <a:ea typeface="华文中宋" panose="02010600040101010101" charset="-122"/>
              </a:rPr>
              <a:t>）</a:t>
            </a:r>
            <a:r>
              <a:rPr lang="zh-CN" altLang="en-US" sz="2400" b="0">
                <a:solidFill>
                  <a:srgbClr val="FF0000"/>
                </a:solidFill>
                <a:effectLst>
                  <a:outerShdw blurRad="38100" dist="38100" dir="2700000" algn="tl">
                    <a:srgbClr val="C0C0C0"/>
                  </a:outerShdw>
                </a:effectLst>
                <a:ea typeface="华文中宋" panose="02010600040101010101" charset="-122"/>
              </a:rPr>
              <a:t>实轴上频率点</a:t>
            </a:r>
            <a:r>
              <a:rPr lang="zh-CN" altLang="en-US" sz="2400" b="0">
                <a:solidFill>
                  <a:srgbClr val="000000"/>
                </a:solidFill>
                <a:effectLst>
                  <a:outerShdw blurRad="38100" dist="38100" dir="2700000" algn="tl">
                    <a:srgbClr val="C0C0C0"/>
                  </a:outerShdw>
                </a:effectLst>
                <a:ea typeface="华文中宋" panose="02010600040101010101" charset="-122"/>
              </a:rPr>
              <a:t>（</a:t>
            </a:r>
            <a:r>
              <a:rPr lang="en-US" altLang="zh-CN" sz="2400" b="0">
                <a:solidFill>
                  <a:srgbClr val="000000"/>
                </a:solidFill>
                <a:effectLst>
                  <a:outerShdw blurRad="38100" dist="38100" dir="2700000" algn="tl">
                    <a:srgbClr val="C0C0C0"/>
                  </a:outerShdw>
                </a:effectLst>
                <a:ea typeface="华文中宋" panose="02010600040101010101" charset="-122"/>
              </a:rPr>
              <a:t>ω=0</a:t>
            </a:r>
            <a:r>
              <a:rPr lang="zh-CN" altLang="en-US" sz="2400" b="0">
                <a:solidFill>
                  <a:srgbClr val="000000"/>
                </a:solidFill>
                <a:effectLst>
                  <a:outerShdw blurRad="38100" dist="38100" dir="2700000" algn="tl">
                    <a:srgbClr val="C0C0C0"/>
                  </a:outerShdw>
                </a:effectLst>
                <a:ea typeface="华文中宋" panose="02010600040101010101" charset="-122"/>
              </a:rPr>
              <a:t>，</a:t>
            </a:r>
            <a:r>
              <a:rPr lang="en-US" altLang="zh-CN" sz="2400" b="0">
                <a:solidFill>
                  <a:srgbClr val="000000"/>
                </a:solidFill>
                <a:effectLst>
                  <a:outerShdw blurRad="38100" dist="38100" dir="2700000" algn="tl">
                    <a:srgbClr val="C0C0C0"/>
                  </a:outerShdw>
                </a:effectLst>
                <a:ea typeface="华文中宋" panose="02010600040101010101" charset="-122"/>
              </a:rPr>
              <a:t>e</a:t>
            </a:r>
            <a:r>
              <a:rPr lang="en-US" altLang="zh-CN" sz="2400" b="0" baseline="30000">
                <a:solidFill>
                  <a:srgbClr val="000000"/>
                </a:solidFill>
                <a:effectLst>
                  <a:outerShdw blurRad="38100" dist="38100" dir="2700000" algn="tl">
                    <a:srgbClr val="C0C0C0"/>
                  </a:outerShdw>
                </a:effectLst>
                <a:ea typeface="华文中宋" panose="02010600040101010101" charset="-122"/>
              </a:rPr>
              <a:t>st</a:t>
            </a:r>
            <a:r>
              <a:rPr lang="en-US" altLang="zh-CN" sz="2400" b="0">
                <a:solidFill>
                  <a:srgbClr val="000000"/>
                </a:solidFill>
                <a:effectLst>
                  <a:outerShdw blurRad="38100" dist="38100" dir="2700000" algn="tl">
                    <a:srgbClr val="C0C0C0"/>
                  </a:outerShdw>
                </a:effectLst>
                <a:ea typeface="华文中宋" panose="02010600040101010101" charset="-122"/>
              </a:rPr>
              <a:t>=e</a:t>
            </a:r>
            <a:r>
              <a:rPr lang="en-US" altLang="zh-CN" sz="2400" b="0" baseline="30000">
                <a:solidFill>
                  <a:srgbClr val="000000"/>
                </a:solidFill>
                <a:effectLst>
                  <a:outerShdw blurRad="38100" dist="38100" dir="2700000" algn="tl">
                    <a:srgbClr val="C0C0C0"/>
                  </a:outerShdw>
                </a:effectLst>
                <a:ea typeface="华文中宋" panose="02010600040101010101" charset="-122"/>
              </a:rPr>
              <a:t>σt</a:t>
            </a:r>
            <a:r>
              <a:rPr lang="zh-CN" altLang="en-US" sz="2400" b="0">
                <a:solidFill>
                  <a:srgbClr val="000000"/>
                </a:solidFill>
                <a:effectLst>
                  <a:outerShdw blurRad="38100" dist="38100" dir="2700000" algn="tl">
                    <a:srgbClr val="C0C0C0"/>
                  </a:outerShdw>
                </a:effectLst>
                <a:ea typeface="华文中宋" panose="02010600040101010101" charset="-122"/>
              </a:rPr>
              <a:t>）：</a:t>
            </a:r>
            <a:endParaRPr lang="zh-CN" altLang="en-US" sz="2400" b="0">
              <a:solidFill>
                <a:srgbClr val="000000"/>
              </a:solidFill>
              <a:effectLst>
                <a:outerShdw blurRad="38100" dist="38100" dir="2700000" algn="tl">
                  <a:srgbClr val="C0C0C0"/>
                </a:outerShdw>
              </a:effectLst>
              <a:ea typeface="华文中宋" panose="02010600040101010101" charset="-122"/>
            </a:endParaRPr>
          </a:p>
        </p:txBody>
      </p:sp>
      <p:sp>
        <p:nvSpPr>
          <p:cNvPr id="3" name="墨迹 2"/>
          <p:cNvSpPr/>
          <p:nvPr/>
        </p:nvSpPr>
        <p:spPr bwMode="auto">
          <a:xfrm>
            <a:off x="1110960" y="0"/>
            <a:ext cx="7601760" cy="6534360"/>
          </a:xfrm>
        </p:spPr>
      </p:sp>
    </p:spTree>
    <p:custDataLst>
      <p:tags r:id="rId2"/>
    </p:custDataLst>
  </p:cSld>
  <p:clrMapOvr>
    <a:masterClrMapping/>
  </p:clrMapOvr>
  <p:transition advTm="243240"/>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nodeType="withEffect">
                                  <p:stCondLst>
                                    <p:cond delay="0"/>
                                  </p:stCondLst>
                                  <p:childTnLst>
                                    <p:set>
                                      <p:cBhvr>
                                        <p:cTn id="6" dur="1" fill="hold">
                                          <p:stCondLst>
                                            <p:cond delay="0"/>
                                          </p:stCondLst>
                                        </p:cTn>
                                        <p:tgtEl>
                                          <p:spTgt spid="3"/>
                                        </p:tgtEl>
                                        <p:attrNameLst>
                                          <p:attrName>style.visibility</p:attrName>
                                        </p:attrNameLst>
                                      </p:cBhvr>
                                      <p:to>
                                        <p:strVal val="visible"/>
                                      </p:to>
                                    </p:set>
                                    <p:cmd type="call" cmd="playFrom(0.0)">
                                      <p:cBhvr>
                                        <p:cTn id="7" dur="1" fill="hold"/>
                                        <p:tgtEl>
                                          <p:spTgt spid="3"/>
                                        </p:tgtEl>
                                      </p:cBhvr>
                                    </p:cmd>
                                  </p:childTnLst>
                                </p:cTn>
                              </p:par>
                            </p:childTnLst>
                          </p:cTn>
                        </p:par>
                        <p:par>
                          <p:cTn id="8" fill="hold">
                            <p:stCondLst>
                              <p:cond delay="0"/>
                            </p:stCondLst>
                            <p:childTnLst>
                              <p:par>
                                <p:cTn id="9" presetID="55" presetClass="entr" presetSubtype="0" fill="hold" nodeType="afterEffect">
                                  <p:stCondLst>
                                    <p:cond delay="0"/>
                                  </p:stCondLst>
                                  <p:childTnLst>
                                    <p:set>
                                      <p:cBhvr>
                                        <p:cTn id="10" dur="1" fill="hold">
                                          <p:stCondLst>
                                            <p:cond delay="0"/>
                                          </p:stCondLst>
                                        </p:cTn>
                                        <p:tgtEl>
                                          <p:spTgt spid="7175"/>
                                        </p:tgtEl>
                                        <p:attrNameLst>
                                          <p:attrName>style.visibility</p:attrName>
                                        </p:attrNameLst>
                                      </p:cBhvr>
                                      <p:to>
                                        <p:strVal val="visible"/>
                                      </p:to>
                                    </p:set>
                                    <p:anim calcmode="lin" valueType="num">
                                      <p:cBhvr>
                                        <p:cTn id="11" dur="1000" fill="hold"/>
                                        <p:tgtEl>
                                          <p:spTgt spid="7175"/>
                                        </p:tgtEl>
                                        <p:attrNameLst>
                                          <p:attrName>ppt_w</p:attrName>
                                        </p:attrNameLst>
                                      </p:cBhvr>
                                      <p:tavLst>
                                        <p:tav tm="0">
                                          <p:val>
                                            <p:strVal val="#ppt_w*0.70"/>
                                          </p:val>
                                        </p:tav>
                                        <p:tav tm="100000">
                                          <p:val>
                                            <p:strVal val="#ppt_w"/>
                                          </p:val>
                                        </p:tav>
                                      </p:tavLst>
                                    </p:anim>
                                    <p:anim calcmode="lin" valueType="num">
                                      <p:cBhvr>
                                        <p:cTn id="12" dur="1000" fill="hold"/>
                                        <p:tgtEl>
                                          <p:spTgt spid="7175"/>
                                        </p:tgtEl>
                                        <p:attrNameLst>
                                          <p:attrName>ppt_h</p:attrName>
                                        </p:attrNameLst>
                                      </p:cBhvr>
                                      <p:tavLst>
                                        <p:tav tm="0">
                                          <p:val>
                                            <p:strVal val="#ppt_h"/>
                                          </p:val>
                                        </p:tav>
                                        <p:tav tm="100000">
                                          <p:val>
                                            <p:strVal val="#ppt_h"/>
                                          </p:val>
                                        </p:tav>
                                      </p:tavLst>
                                    </p:anim>
                                    <p:animEffect transition="in" filter="fade">
                                      <p:cBhvr>
                                        <p:cTn id="13" dur="1000"/>
                                        <p:tgtEl>
                                          <p:spTgt spid="7175"/>
                                        </p:tgtEl>
                                      </p:cBhvr>
                                    </p:animEffect>
                                  </p:childTnLst>
                                </p:cTn>
                              </p:par>
                            </p:childTnLst>
                          </p:cTn>
                        </p:par>
                        <p:par>
                          <p:cTn id="14" fill="hold">
                            <p:stCondLst>
                              <p:cond delay="1000"/>
                            </p:stCondLst>
                            <p:childTnLst>
                              <p:par>
                                <p:cTn id="15" presetID="55" presetClass="entr" presetSubtype="0" fill="hold" grpId="0" nodeType="afterEffect">
                                  <p:stCondLst>
                                    <p:cond delay="0"/>
                                  </p:stCondLst>
                                  <p:childTnLst>
                                    <p:set>
                                      <p:cBhvr>
                                        <p:cTn id="16" dur="1" fill="hold">
                                          <p:stCondLst>
                                            <p:cond delay="0"/>
                                          </p:stCondLst>
                                        </p:cTn>
                                        <p:tgtEl>
                                          <p:spTgt spid="2"/>
                                        </p:tgtEl>
                                        <p:attrNameLst>
                                          <p:attrName>style.visibility</p:attrName>
                                        </p:attrNameLst>
                                      </p:cBhvr>
                                      <p:to>
                                        <p:strVal val="visible"/>
                                      </p:to>
                                    </p:set>
                                    <p:anim calcmode="lin" valueType="num">
                                      <p:cBhvr>
                                        <p:cTn id="17" dur="1000" fill="hold"/>
                                        <p:tgtEl>
                                          <p:spTgt spid="2"/>
                                        </p:tgtEl>
                                        <p:attrNameLst>
                                          <p:attrName>ppt_w</p:attrName>
                                        </p:attrNameLst>
                                      </p:cBhvr>
                                      <p:tavLst>
                                        <p:tav tm="0">
                                          <p:val>
                                            <p:strVal val="#ppt_w*0.70"/>
                                          </p:val>
                                        </p:tav>
                                        <p:tav tm="100000">
                                          <p:val>
                                            <p:strVal val="#ppt_w"/>
                                          </p:val>
                                        </p:tav>
                                      </p:tavLst>
                                    </p:anim>
                                    <p:anim calcmode="lin" valueType="num">
                                      <p:cBhvr>
                                        <p:cTn id="18" dur="1000" fill="hold"/>
                                        <p:tgtEl>
                                          <p:spTgt spid="2"/>
                                        </p:tgtEl>
                                        <p:attrNameLst>
                                          <p:attrName>ppt_h</p:attrName>
                                        </p:attrNameLst>
                                      </p:cBhvr>
                                      <p:tavLst>
                                        <p:tav tm="0">
                                          <p:val>
                                            <p:strVal val="#ppt_h"/>
                                          </p:val>
                                        </p:tav>
                                        <p:tav tm="100000">
                                          <p:val>
                                            <p:strVal val="#ppt_h"/>
                                          </p:val>
                                        </p:tav>
                                      </p:tavLst>
                                    </p:anim>
                                    <p:animEffect transition="in" filter="fade">
                                      <p:cBhvr>
                                        <p:cTn id="19" dur="1000"/>
                                        <p:tgtEl>
                                          <p:spTgt spid="2"/>
                                        </p:tgtEl>
                                      </p:cBhvr>
                                    </p:animEffect>
                                  </p:childTnLst>
                                </p:cTn>
                              </p:par>
                            </p:childTnLst>
                          </p:cTn>
                        </p:par>
                      </p:childTnLst>
                    </p:cTn>
                  </p:par>
                  <p:par>
                    <p:cTn id="20" fill="hold">
                      <p:stCondLst>
                        <p:cond delay="indefinite"/>
                      </p:stCondLst>
                      <p:childTnLst>
                        <p:par>
                          <p:cTn id="21" fill="hold">
                            <p:stCondLst>
                              <p:cond delay="0"/>
                            </p:stCondLst>
                            <p:childTnLst>
                              <p:par>
                                <p:cTn id="22" presetID="55" presetClass="entr" presetSubtype="0" fill="hold" grpId="0" nodeType="clickEffect">
                                  <p:stCondLst>
                                    <p:cond delay="0"/>
                                  </p:stCondLst>
                                  <p:childTnLst>
                                    <p:set>
                                      <p:cBhvr>
                                        <p:cTn id="23" dur="1" fill="hold">
                                          <p:stCondLst>
                                            <p:cond delay="0"/>
                                          </p:stCondLst>
                                        </p:cTn>
                                        <p:tgtEl>
                                          <p:spTgt spid="306182"/>
                                        </p:tgtEl>
                                        <p:attrNameLst>
                                          <p:attrName>style.visibility</p:attrName>
                                        </p:attrNameLst>
                                      </p:cBhvr>
                                      <p:to>
                                        <p:strVal val="visible"/>
                                      </p:to>
                                    </p:set>
                                    <p:anim calcmode="lin" valueType="num">
                                      <p:cBhvr>
                                        <p:cTn id="24" dur="1000" fill="hold"/>
                                        <p:tgtEl>
                                          <p:spTgt spid="306182"/>
                                        </p:tgtEl>
                                        <p:attrNameLst>
                                          <p:attrName>ppt_w</p:attrName>
                                        </p:attrNameLst>
                                      </p:cBhvr>
                                      <p:tavLst>
                                        <p:tav tm="0">
                                          <p:val>
                                            <p:strVal val="#ppt_w*0.70"/>
                                          </p:val>
                                        </p:tav>
                                        <p:tav tm="100000">
                                          <p:val>
                                            <p:strVal val="#ppt_w"/>
                                          </p:val>
                                        </p:tav>
                                      </p:tavLst>
                                    </p:anim>
                                    <p:anim calcmode="lin" valueType="num">
                                      <p:cBhvr>
                                        <p:cTn id="25" dur="1000" fill="hold"/>
                                        <p:tgtEl>
                                          <p:spTgt spid="306182"/>
                                        </p:tgtEl>
                                        <p:attrNameLst>
                                          <p:attrName>ppt_h</p:attrName>
                                        </p:attrNameLst>
                                      </p:cBhvr>
                                      <p:tavLst>
                                        <p:tav tm="0">
                                          <p:val>
                                            <p:strVal val="#ppt_h"/>
                                          </p:val>
                                        </p:tav>
                                        <p:tav tm="100000">
                                          <p:val>
                                            <p:strVal val="#ppt_h"/>
                                          </p:val>
                                        </p:tav>
                                      </p:tavLst>
                                    </p:anim>
                                    <p:animEffect transition="in" filter="fade">
                                      <p:cBhvr>
                                        <p:cTn id="26" dur="1000"/>
                                        <p:tgtEl>
                                          <p:spTgt spid="30618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6182" grpId="0" animBg="1"/>
      <p:bldP spid="2" grpId="0" animBg="1"/>
    </p:bldLst>
  </p:timing>
</p:sld>
</file>

<file path=ppt/slides/slide1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8434" name="Rectangle 4"/>
          <p:cNvSpPr>
            <a:spLocks noGrp="1" noChangeArrowheads="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a:spcBef>
                <a:spcPct val="0"/>
              </a:spcBef>
              <a:buFontTx/>
              <a:buNone/>
            </a:pPr>
            <a:fld id="{0DF8F2A3-1DE2-4E5F-9902-B4E7D19A66C0}" type="datetime1">
              <a:rPr kumimoji="0" lang="zh-CN" altLang="en-US" sz="1200" smtClean="0">
                <a:solidFill>
                  <a:srgbClr val="000000"/>
                </a:solidFill>
                <a:ea typeface="宋体" panose="02010600030101010101" pitchFamily="2" charset="-122"/>
              </a:rPr>
            </a:fld>
            <a:endParaRPr kumimoji="0" lang="en-US" altLang="zh-CN" sz="1200">
              <a:solidFill>
                <a:srgbClr val="000000"/>
              </a:solidFill>
              <a:ea typeface="宋体" panose="02010600030101010101" pitchFamily="2" charset="-122"/>
            </a:endParaRPr>
          </a:p>
        </p:txBody>
      </p:sp>
      <p:sp>
        <p:nvSpPr>
          <p:cNvPr id="307203" name="Rectangle 3"/>
          <p:cNvSpPr>
            <a:spLocks noGrp="1" noChangeArrowheads="1"/>
          </p:cNvSpPr>
          <p:nvPr>
            <p:ph type="body" idx="1"/>
          </p:nvPr>
        </p:nvSpPr>
        <p:spPr>
          <a:xfrm>
            <a:off x="828675" y="4437063"/>
            <a:ext cx="7920038" cy="1728787"/>
          </a:xfrm>
          <a:ln w="38100">
            <a:solidFill>
              <a:srgbClr val="008000"/>
            </a:solidFill>
          </a:ln>
        </p:spPr>
        <p:txBody>
          <a:bodyPr/>
          <a:lstStyle/>
          <a:p>
            <a:pPr marL="92075" indent="-92075" eaLnBrk="1" hangingPunct="1">
              <a:lnSpc>
                <a:spcPct val="120000"/>
              </a:lnSpc>
              <a:buFontTx/>
              <a:buNone/>
              <a:defRPr/>
            </a:pPr>
            <a:r>
              <a:rPr kumimoji="0" lang="en-US" altLang="zh-CN" sz="2800" dirty="0">
                <a:solidFill>
                  <a:srgbClr val="000000"/>
                </a:solidFill>
              </a:rPr>
              <a:t>2</a:t>
            </a:r>
            <a:r>
              <a:rPr kumimoji="0" lang="zh-CN" altLang="en-US" sz="2800" dirty="0">
                <a:solidFill>
                  <a:srgbClr val="000000"/>
                </a:solidFill>
              </a:rPr>
              <a:t>）</a:t>
            </a:r>
            <a:r>
              <a:rPr kumimoji="0" lang="zh-CN" altLang="en-US" sz="2800" dirty="0">
                <a:solidFill>
                  <a:srgbClr val="FF0000"/>
                </a:solidFill>
              </a:rPr>
              <a:t>虚轴上频率</a:t>
            </a:r>
            <a:r>
              <a:rPr kumimoji="0" lang="zh-CN" altLang="en-US" sz="2800" dirty="0">
                <a:solidFill>
                  <a:srgbClr val="000000"/>
                </a:solidFill>
              </a:rPr>
              <a:t>点（</a:t>
            </a:r>
            <a:r>
              <a:rPr kumimoji="0" lang="en-US" altLang="zh-CN" sz="2800" dirty="0">
                <a:solidFill>
                  <a:srgbClr val="000000"/>
                </a:solidFill>
              </a:rPr>
              <a:t>σ=0</a:t>
            </a:r>
            <a:r>
              <a:rPr kumimoji="0" lang="zh-CN" altLang="en-US" sz="2800" dirty="0">
                <a:solidFill>
                  <a:srgbClr val="000000"/>
                </a:solidFill>
              </a:rPr>
              <a:t>，</a:t>
            </a:r>
            <a:r>
              <a:rPr kumimoji="0" lang="en-US" altLang="zh-CN" sz="2800" dirty="0" err="1">
                <a:solidFill>
                  <a:srgbClr val="000000"/>
                </a:solidFill>
              </a:rPr>
              <a:t>e</a:t>
            </a:r>
            <a:r>
              <a:rPr kumimoji="0" lang="en-US" altLang="zh-CN" sz="2800" baseline="30000" dirty="0" err="1">
                <a:solidFill>
                  <a:srgbClr val="000000"/>
                </a:solidFill>
              </a:rPr>
              <a:t>st</a:t>
            </a:r>
            <a:r>
              <a:rPr kumimoji="0" lang="en-US" altLang="zh-CN" sz="2800" dirty="0">
                <a:solidFill>
                  <a:srgbClr val="000000"/>
                </a:solidFill>
              </a:rPr>
              <a:t>=</a:t>
            </a:r>
            <a:r>
              <a:rPr kumimoji="0" lang="en-US" altLang="zh-CN" sz="2800" dirty="0" err="1">
                <a:solidFill>
                  <a:srgbClr val="000000"/>
                </a:solidFill>
              </a:rPr>
              <a:t>e</a:t>
            </a:r>
            <a:r>
              <a:rPr kumimoji="0" lang="en-US" altLang="zh-CN" sz="2800" baseline="30000" dirty="0" err="1">
                <a:solidFill>
                  <a:srgbClr val="000000"/>
                </a:solidFill>
              </a:rPr>
              <a:t>jωt</a:t>
            </a:r>
            <a:r>
              <a:rPr kumimoji="0" lang="zh-CN" altLang="en-US" sz="2800" dirty="0">
                <a:solidFill>
                  <a:srgbClr val="000000"/>
                </a:solidFill>
              </a:rPr>
              <a:t>）：两个正负</a:t>
            </a:r>
            <a:r>
              <a:rPr kumimoji="0" lang="en-US" altLang="zh-CN" sz="2800" dirty="0">
                <a:solidFill>
                  <a:srgbClr val="000000"/>
                </a:solidFill>
              </a:rPr>
              <a:t>ω</a:t>
            </a:r>
            <a:r>
              <a:rPr kumimoji="0" lang="zh-CN" altLang="en-US" sz="2800" dirty="0">
                <a:solidFill>
                  <a:srgbClr val="000000"/>
                </a:solidFill>
              </a:rPr>
              <a:t>值对应一等幅正弦振荡</a:t>
            </a:r>
            <a:r>
              <a:rPr kumimoji="0" lang="en-US" altLang="zh-CN" sz="2800" dirty="0" err="1">
                <a:solidFill>
                  <a:srgbClr val="000000"/>
                </a:solidFill>
              </a:rPr>
              <a:t>cosωt</a:t>
            </a:r>
            <a:r>
              <a:rPr kumimoji="0" lang="zh-CN" altLang="en-US" sz="2800" dirty="0">
                <a:solidFill>
                  <a:srgbClr val="000000"/>
                </a:solidFill>
              </a:rPr>
              <a:t>。</a:t>
            </a:r>
            <a:r>
              <a:rPr kumimoji="0" lang="en-US" altLang="zh-CN" sz="2800" dirty="0">
                <a:solidFill>
                  <a:srgbClr val="000000"/>
                </a:solidFill>
              </a:rPr>
              <a:t>s</a:t>
            </a:r>
            <a:r>
              <a:rPr kumimoji="0" lang="zh-CN" altLang="en-US" sz="2800" dirty="0">
                <a:solidFill>
                  <a:srgbClr val="000000"/>
                </a:solidFill>
              </a:rPr>
              <a:t>离</a:t>
            </a:r>
            <a:r>
              <a:rPr kumimoji="0" lang="en-US" altLang="zh-CN" sz="2800" dirty="0">
                <a:solidFill>
                  <a:srgbClr val="000000"/>
                </a:solidFill>
              </a:rPr>
              <a:t>σ</a:t>
            </a:r>
            <a:r>
              <a:rPr kumimoji="0" lang="zh-CN" altLang="en-US" sz="2800" dirty="0">
                <a:solidFill>
                  <a:srgbClr val="000000"/>
                </a:solidFill>
              </a:rPr>
              <a:t>轴越远，即</a:t>
            </a:r>
            <a:r>
              <a:rPr kumimoji="0" lang="en-US" altLang="zh-CN" sz="2800" dirty="0">
                <a:solidFill>
                  <a:srgbClr val="000000"/>
                </a:solidFill>
              </a:rPr>
              <a:t>|ω|</a:t>
            </a:r>
            <a:r>
              <a:rPr kumimoji="0" lang="zh-CN" altLang="en-US" sz="2800" dirty="0">
                <a:solidFill>
                  <a:srgbClr val="000000"/>
                </a:solidFill>
              </a:rPr>
              <a:t>越大，则振荡频率越高；  </a:t>
            </a:r>
            <a:endParaRPr kumimoji="0" lang="zh-CN" altLang="en-US" sz="2800" dirty="0">
              <a:solidFill>
                <a:srgbClr val="000000"/>
              </a:solidFill>
            </a:endParaRPr>
          </a:p>
        </p:txBody>
      </p:sp>
      <p:pic>
        <p:nvPicPr>
          <p:cNvPr id="18436" name="Picture 7"/>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233738" y="3009900"/>
            <a:ext cx="2676525"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437" name="Picture 8"/>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87450" y="188913"/>
            <a:ext cx="6913563" cy="3816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墨迹 1"/>
          <p:cNvSpPr/>
          <p:nvPr/>
        </p:nvSpPr>
        <p:spPr bwMode="auto">
          <a:xfrm>
            <a:off x="1814760" y="25560"/>
            <a:ext cx="7273080" cy="6050880"/>
          </a:xfrm>
        </p:spPr>
      </p:sp>
    </p:spTree>
  </p:cSld>
  <p:clrMapOvr>
    <a:masterClrMapping/>
  </p:clrMapOvr>
  <p:transition advTm="193678"/>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nodeType="withEffect">
                                  <p:stCondLst>
                                    <p:cond delay="0"/>
                                  </p:stCondLst>
                                  <p:childTnLst>
                                    <p:set>
                                      <p:cBhvr>
                                        <p:cTn id="6" dur="1" fill="hold">
                                          <p:stCondLst>
                                            <p:cond delay="0"/>
                                          </p:stCondLst>
                                        </p:cTn>
                                        <p:tgtEl>
                                          <p:spTgt spid="2"/>
                                        </p:tgtEl>
                                        <p:attrNameLst>
                                          <p:attrName>style.visibility</p:attrName>
                                        </p:attrNameLst>
                                      </p:cBhvr>
                                      <p:to>
                                        <p:strVal val="visible"/>
                                      </p:to>
                                    </p:set>
                                    <p:cmd type="call" cmd="playFrom(0.0)">
                                      <p:cBhvr>
                                        <p:cTn id="7" dur="1" fill="hold"/>
                                        <p:tgtEl>
                                          <p:spTgt spid="2"/>
                                        </p:tgtEl>
                                      </p:cBhvr>
                                    </p:cmd>
                                  </p:childTnLst>
                                </p:cTn>
                              </p:par>
                            </p:childTnLst>
                          </p:cTn>
                        </p:par>
                        <p:par>
                          <p:cTn id="8" fill="hold">
                            <p:stCondLst>
                              <p:cond delay="0"/>
                            </p:stCondLst>
                            <p:childTnLst>
                              <p:par>
                                <p:cTn id="9" presetID="55" presetClass="entr" presetSubtype="0" fill="hold" grpId="0" nodeType="afterEffect">
                                  <p:stCondLst>
                                    <p:cond delay="0"/>
                                  </p:stCondLst>
                                  <p:childTnLst>
                                    <p:set>
                                      <p:cBhvr>
                                        <p:cTn id="10" dur="1" fill="hold">
                                          <p:stCondLst>
                                            <p:cond delay="0"/>
                                          </p:stCondLst>
                                        </p:cTn>
                                        <p:tgtEl>
                                          <p:spTgt spid="307203">
                                            <p:bg/>
                                          </p:spTgt>
                                        </p:tgtEl>
                                        <p:attrNameLst>
                                          <p:attrName>style.visibility</p:attrName>
                                        </p:attrNameLst>
                                      </p:cBhvr>
                                      <p:to>
                                        <p:strVal val="visible"/>
                                      </p:to>
                                    </p:set>
                                    <p:anim calcmode="lin" valueType="num">
                                      <p:cBhvr>
                                        <p:cTn id="11" dur="1000" fill="hold"/>
                                        <p:tgtEl>
                                          <p:spTgt spid="307203">
                                            <p:bg/>
                                          </p:spTgt>
                                        </p:tgtEl>
                                        <p:attrNameLst>
                                          <p:attrName>ppt_w</p:attrName>
                                        </p:attrNameLst>
                                      </p:cBhvr>
                                      <p:tavLst>
                                        <p:tav tm="0">
                                          <p:val>
                                            <p:strVal val="#ppt_w*0.70"/>
                                          </p:val>
                                        </p:tav>
                                        <p:tav tm="100000">
                                          <p:val>
                                            <p:strVal val="#ppt_w"/>
                                          </p:val>
                                        </p:tav>
                                      </p:tavLst>
                                    </p:anim>
                                    <p:anim calcmode="lin" valueType="num">
                                      <p:cBhvr>
                                        <p:cTn id="12" dur="1000" fill="hold"/>
                                        <p:tgtEl>
                                          <p:spTgt spid="307203">
                                            <p:bg/>
                                          </p:spTgt>
                                        </p:tgtEl>
                                        <p:attrNameLst>
                                          <p:attrName>ppt_h</p:attrName>
                                        </p:attrNameLst>
                                      </p:cBhvr>
                                      <p:tavLst>
                                        <p:tav tm="0">
                                          <p:val>
                                            <p:strVal val="#ppt_h"/>
                                          </p:val>
                                        </p:tav>
                                        <p:tav tm="100000">
                                          <p:val>
                                            <p:strVal val="#ppt_h"/>
                                          </p:val>
                                        </p:tav>
                                      </p:tavLst>
                                    </p:anim>
                                    <p:animEffect transition="in" filter="fade">
                                      <p:cBhvr>
                                        <p:cTn id="13" dur="1000"/>
                                        <p:tgtEl>
                                          <p:spTgt spid="307203">
                                            <p:bg/>
                                          </p:spTgt>
                                        </p:tgtEl>
                                      </p:cBhvr>
                                    </p:animEffect>
                                  </p:childTnLst>
                                </p:cTn>
                              </p:par>
                            </p:childTnLst>
                          </p:cTn>
                        </p:par>
                        <p:par>
                          <p:cTn id="14" fill="hold">
                            <p:stCondLst>
                              <p:cond delay="1000"/>
                            </p:stCondLst>
                            <p:childTnLst>
                              <p:par>
                                <p:cTn id="15" presetID="55" presetClass="entr" presetSubtype="0" fill="hold" grpId="0" nodeType="afterEffect">
                                  <p:stCondLst>
                                    <p:cond delay="0"/>
                                  </p:stCondLst>
                                  <p:childTnLst>
                                    <p:set>
                                      <p:cBhvr>
                                        <p:cTn id="16" dur="1" fill="hold">
                                          <p:stCondLst>
                                            <p:cond delay="0"/>
                                          </p:stCondLst>
                                        </p:cTn>
                                        <p:tgtEl>
                                          <p:spTgt spid="307203">
                                            <p:txEl>
                                              <p:pRg st="0" end="0"/>
                                            </p:txEl>
                                          </p:spTgt>
                                        </p:tgtEl>
                                        <p:attrNameLst>
                                          <p:attrName>style.visibility</p:attrName>
                                        </p:attrNameLst>
                                      </p:cBhvr>
                                      <p:to>
                                        <p:strVal val="visible"/>
                                      </p:to>
                                    </p:set>
                                    <p:anim calcmode="lin" valueType="num">
                                      <p:cBhvr>
                                        <p:cTn id="17" dur="1000" fill="hold"/>
                                        <p:tgtEl>
                                          <p:spTgt spid="307203">
                                            <p:txEl>
                                              <p:pRg st="0" end="0"/>
                                            </p:txEl>
                                          </p:spTgt>
                                        </p:tgtEl>
                                        <p:attrNameLst>
                                          <p:attrName>ppt_w</p:attrName>
                                        </p:attrNameLst>
                                      </p:cBhvr>
                                      <p:tavLst>
                                        <p:tav tm="0">
                                          <p:val>
                                            <p:strVal val="#ppt_w*0.70"/>
                                          </p:val>
                                        </p:tav>
                                        <p:tav tm="100000">
                                          <p:val>
                                            <p:strVal val="#ppt_w"/>
                                          </p:val>
                                        </p:tav>
                                      </p:tavLst>
                                    </p:anim>
                                    <p:anim calcmode="lin" valueType="num">
                                      <p:cBhvr>
                                        <p:cTn id="18" dur="1000" fill="hold"/>
                                        <p:tgtEl>
                                          <p:spTgt spid="307203">
                                            <p:txEl>
                                              <p:pRg st="0" end="0"/>
                                            </p:txEl>
                                          </p:spTgt>
                                        </p:tgtEl>
                                        <p:attrNameLst>
                                          <p:attrName>ppt_h</p:attrName>
                                        </p:attrNameLst>
                                      </p:cBhvr>
                                      <p:tavLst>
                                        <p:tav tm="0">
                                          <p:val>
                                            <p:strVal val="#ppt_h"/>
                                          </p:val>
                                        </p:tav>
                                        <p:tav tm="100000">
                                          <p:val>
                                            <p:strVal val="#ppt_h"/>
                                          </p:val>
                                        </p:tav>
                                      </p:tavLst>
                                    </p:anim>
                                    <p:animEffect transition="in" filter="fade">
                                      <p:cBhvr>
                                        <p:cTn id="19" dur="1000"/>
                                        <p:tgtEl>
                                          <p:spTgt spid="30720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203" grpId="0" animBg="1" advAuto="0" autoUpdateAnimBg="0" build="p"/>
    </p:bldLst>
  </p:timing>
</p:sld>
</file>

<file path=ppt/slides/slide1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9458" name="Rectangle 4"/>
          <p:cNvSpPr>
            <a:spLocks noGrp="1" noChangeArrowheads="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a:spcBef>
                <a:spcPct val="0"/>
              </a:spcBef>
              <a:buFontTx/>
              <a:buNone/>
            </a:pPr>
            <a:fld id="{CF170E2D-141C-4310-BE9A-88F28BDA6B0C}" type="datetime1">
              <a:rPr kumimoji="0" lang="zh-CN" altLang="en-US" sz="1200" smtClean="0">
                <a:solidFill>
                  <a:srgbClr val="000000"/>
                </a:solidFill>
                <a:ea typeface="宋体" panose="02010600030101010101" pitchFamily="2" charset="-122"/>
              </a:rPr>
            </a:fld>
            <a:endParaRPr kumimoji="0" lang="en-US" altLang="zh-CN" sz="1200">
              <a:solidFill>
                <a:srgbClr val="000000"/>
              </a:solidFill>
              <a:ea typeface="宋体" panose="02010600030101010101" pitchFamily="2" charset="-122"/>
            </a:endParaRPr>
          </a:p>
        </p:txBody>
      </p:sp>
      <p:pic>
        <p:nvPicPr>
          <p:cNvPr id="19459" name="Picture 11"/>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4356100" y="0"/>
            <a:ext cx="4559300" cy="3263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8227" name="Rectangle 3"/>
          <p:cNvSpPr>
            <a:spLocks noGrp="1" noChangeArrowheads="1"/>
          </p:cNvSpPr>
          <p:nvPr>
            <p:ph type="body" idx="4294967295"/>
          </p:nvPr>
        </p:nvSpPr>
        <p:spPr>
          <a:xfrm>
            <a:off x="839788" y="1816100"/>
            <a:ext cx="4024312" cy="1198563"/>
          </a:xfrm>
        </p:spPr>
        <p:txBody>
          <a:bodyPr/>
          <a:lstStyle/>
          <a:p>
            <a:pPr eaLnBrk="1" hangingPunct="1">
              <a:lnSpc>
                <a:spcPct val="120000"/>
              </a:lnSpc>
              <a:buFontTx/>
              <a:buNone/>
              <a:defRPr/>
            </a:pPr>
            <a:r>
              <a:rPr kumimoji="0" lang="en-US" altLang="zh-CN" sz="2400" dirty="0">
                <a:solidFill>
                  <a:srgbClr val="000000"/>
                </a:solidFill>
              </a:rPr>
              <a:t>3</a:t>
            </a:r>
            <a:r>
              <a:rPr kumimoji="0" lang="zh-CN" altLang="en-US" sz="2400" dirty="0">
                <a:solidFill>
                  <a:srgbClr val="000000"/>
                </a:solidFill>
              </a:rPr>
              <a:t>）复平面上点</a:t>
            </a:r>
            <a:endParaRPr kumimoji="0" lang="zh-CN" altLang="en-US" sz="2400" dirty="0">
              <a:solidFill>
                <a:srgbClr val="000000"/>
              </a:solidFill>
            </a:endParaRPr>
          </a:p>
          <a:p>
            <a:pPr eaLnBrk="1" hangingPunct="1">
              <a:lnSpc>
                <a:spcPct val="120000"/>
              </a:lnSpc>
              <a:buFontTx/>
              <a:buNone/>
              <a:defRPr/>
            </a:pPr>
            <a:r>
              <a:rPr kumimoji="0" lang="zh-CN" altLang="en-US" sz="2400" dirty="0">
                <a:solidFill>
                  <a:srgbClr val="000000"/>
                </a:solidFill>
              </a:rPr>
              <a:t>（</a:t>
            </a:r>
            <a:r>
              <a:rPr kumimoji="0" lang="en-US" altLang="zh-CN" sz="2400" dirty="0">
                <a:solidFill>
                  <a:srgbClr val="000000"/>
                </a:solidFill>
              </a:rPr>
              <a:t>s=</a:t>
            </a:r>
            <a:r>
              <a:rPr kumimoji="0" lang="en-US" altLang="zh-CN" sz="2400" dirty="0" err="1">
                <a:solidFill>
                  <a:srgbClr val="000000"/>
                </a:solidFill>
              </a:rPr>
              <a:t>σ+jω</a:t>
            </a:r>
            <a:r>
              <a:rPr kumimoji="0" lang="zh-CN" altLang="en-US" sz="2400" dirty="0">
                <a:solidFill>
                  <a:srgbClr val="000000"/>
                </a:solidFill>
              </a:rPr>
              <a:t>，</a:t>
            </a:r>
            <a:r>
              <a:rPr kumimoji="0" lang="en-US" altLang="zh-CN" sz="2400" dirty="0" err="1">
                <a:solidFill>
                  <a:srgbClr val="000000"/>
                </a:solidFill>
              </a:rPr>
              <a:t>e</a:t>
            </a:r>
            <a:r>
              <a:rPr kumimoji="0" lang="en-US" altLang="zh-CN" sz="2400" baseline="30000" dirty="0" err="1">
                <a:solidFill>
                  <a:srgbClr val="000000"/>
                </a:solidFill>
              </a:rPr>
              <a:t>st</a:t>
            </a:r>
            <a:r>
              <a:rPr kumimoji="0" lang="en-US" altLang="zh-CN" sz="2400" dirty="0">
                <a:solidFill>
                  <a:srgbClr val="000000"/>
                </a:solidFill>
              </a:rPr>
              <a:t>=</a:t>
            </a:r>
            <a:r>
              <a:rPr kumimoji="0" lang="en-US" altLang="zh-CN" sz="2400" dirty="0" err="1">
                <a:solidFill>
                  <a:srgbClr val="000000"/>
                </a:solidFill>
              </a:rPr>
              <a:t>e</a:t>
            </a:r>
            <a:r>
              <a:rPr kumimoji="0" lang="en-US" altLang="zh-CN" sz="2400" baseline="30000" dirty="0" err="1">
                <a:solidFill>
                  <a:srgbClr val="000000"/>
                </a:solidFill>
              </a:rPr>
              <a:t>σt+jωt</a:t>
            </a:r>
            <a:r>
              <a:rPr kumimoji="0" lang="zh-CN" altLang="en-US" sz="2400" dirty="0">
                <a:solidFill>
                  <a:srgbClr val="000000"/>
                </a:solidFill>
              </a:rPr>
              <a:t>）：</a:t>
            </a:r>
            <a:endParaRPr kumimoji="0" lang="zh-CN" altLang="en-US" sz="2400" dirty="0">
              <a:solidFill>
                <a:srgbClr val="000000"/>
              </a:solidFill>
            </a:endParaRPr>
          </a:p>
          <a:p>
            <a:pPr eaLnBrk="1" hangingPunct="1">
              <a:lnSpc>
                <a:spcPct val="120000"/>
              </a:lnSpc>
              <a:buFontTx/>
              <a:buNone/>
              <a:defRPr/>
            </a:pPr>
            <a:r>
              <a:rPr kumimoji="0" lang="zh-CN" altLang="en-US" sz="2400" dirty="0">
                <a:solidFill>
                  <a:srgbClr val="000000"/>
                </a:solidFill>
              </a:rPr>
              <a:t>                 </a:t>
            </a:r>
            <a:endParaRPr kumimoji="0" lang="zh-CN" altLang="en-US" sz="2400" dirty="0">
              <a:solidFill>
                <a:srgbClr val="000000"/>
              </a:solidFill>
            </a:endParaRPr>
          </a:p>
        </p:txBody>
      </p:sp>
      <p:sp>
        <p:nvSpPr>
          <p:cNvPr id="308230" name="Rectangle 6"/>
          <p:cNvSpPr>
            <a:spLocks noChangeArrowheads="1"/>
          </p:cNvSpPr>
          <p:nvPr/>
        </p:nvSpPr>
        <p:spPr bwMode="auto">
          <a:xfrm>
            <a:off x="827088" y="5157788"/>
            <a:ext cx="7993062" cy="1511300"/>
          </a:xfrm>
          <a:prstGeom prst="rect">
            <a:avLst/>
          </a:prstGeom>
          <a:solidFill>
            <a:schemeClr val="tx1"/>
          </a:solidFill>
          <a:ln w="19050">
            <a:solidFill>
              <a:srgbClr val="C0C0C0"/>
            </a:solidFill>
            <a:miter lim="800000"/>
          </a:ln>
          <a:effectLst>
            <a:outerShdw blurRad="63500" dist="38099" dir="2700000" algn="ctr" rotWithShape="0">
              <a:srgbClr val="000000">
                <a:alpha val="74998"/>
              </a:srgbClr>
            </a:outerShdw>
          </a:effectLst>
        </p:spPr>
        <p:txBody>
          <a:bodyPr/>
          <a:lstStyle/>
          <a:p>
            <a:pPr marL="88900" indent="-88900" eaLnBrk="1" hangingPunct="1">
              <a:lnSpc>
                <a:spcPct val="120000"/>
              </a:lnSpc>
              <a:spcBef>
                <a:spcPct val="20000"/>
              </a:spcBef>
              <a:defRPr/>
            </a:pPr>
            <a:r>
              <a:rPr lang="en-US" altLang="zh-CN" sz="2400" b="0">
                <a:solidFill>
                  <a:srgbClr val="000000"/>
                </a:solidFill>
                <a:effectLst>
                  <a:outerShdw blurRad="38100" dist="38100" dir="2700000" algn="tl">
                    <a:srgbClr val="C0C0C0"/>
                  </a:outerShdw>
                </a:effectLst>
                <a:ea typeface="华文中宋" panose="02010600040101010101" charset="-122"/>
              </a:rPr>
              <a:t> σ&lt;0</a:t>
            </a:r>
            <a:r>
              <a:rPr lang="zh-CN" altLang="en-US" sz="2400" b="0">
                <a:solidFill>
                  <a:srgbClr val="000000"/>
                </a:solidFill>
                <a:effectLst>
                  <a:outerShdw blurRad="38100" dist="38100" dir="2700000" algn="tl">
                    <a:srgbClr val="C0C0C0"/>
                  </a:outerShdw>
                </a:effectLst>
                <a:ea typeface="华文中宋" panose="02010600040101010101" charset="-122"/>
              </a:rPr>
              <a:t>，</a:t>
            </a:r>
            <a:r>
              <a:rPr lang="en-US" altLang="zh-CN" sz="2400" b="0">
                <a:solidFill>
                  <a:srgbClr val="000000"/>
                </a:solidFill>
                <a:effectLst>
                  <a:outerShdw blurRad="38100" dist="38100" dir="2700000" algn="tl">
                    <a:srgbClr val="C0C0C0"/>
                  </a:outerShdw>
                </a:effectLst>
                <a:ea typeface="华文中宋" panose="02010600040101010101" charset="-122"/>
              </a:rPr>
              <a:t>s</a:t>
            </a:r>
            <a:r>
              <a:rPr lang="zh-CN" altLang="en-US" sz="2400" b="0">
                <a:solidFill>
                  <a:srgbClr val="000000"/>
                </a:solidFill>
                <a:effectLst>
                  <a:outerShdw blurRad="38100" dist="38100" dir="2700000" algn="tl">
                    <a:srgbClr val="C0C0C0"/>
                  </a:outerShdw>
                </a:effectLst>
                <a:ea typeface="华文中宋" panose="02010600040101010101" charset="-122"/>
              </a:rPr>
              <a:t>落在</a:t>
            </a:r>
            <a:r>
              <a:rPr lang="zh-CN" altLang="en-US" sz="2400" b="0">
                <a:solidFill>
                  <a:srgbClr val="FF0000"/>
                </a:solidFill>
                <a:effectLst>
                  <a:outerShdw blurRad="38100" dist="38100" dir="2700000" algn="tl">
                    <a:srgbClr val="C0C0C0"/>
                  </a:outerShdw>
                </a:effectLst>
                <a:ea typeface="华文中宋" panose="02010600040101010101" charset="-122"/>
              </a:rPr>
              <a:t>左半平面</a:t>
            </a:r>
            <a:r>
              <a:rPr lang="zh-CN" altLang="en-US" sz="2400" b="0">
                <a:solidFill>
                  <a:srgbClr val="000000"/>
                </a:solidFill>
                <a:effectLst>
                  <a:outerShdw blurRad="38100" dist="38100" dir="2700000" algn="tl">
                    <a:srgbClr val="C0C0C0"/>
                  </a:outerShdw>
                </a:effectLst>
                <a:ea typeface="华文中宋" panose="02010600040101010101" charset="-122"/>
              </a:rPr>
              <a:t>上 ：两正负</a:t>
            </a:r>
            <a:r>
              <a:rPr lang="en-US" altLang="zh-CN" sz="2400" b="0">
                <a:solidFill>
                  <a:srgbClr val="000000"/>
                </a:solidFill>
                <a:effectLst>
                  <a:outerShdw blurRad="38100" dist="38100" dir="2700000" algn="tl">
                    <a:srgbClr val="C0C0C0"/>
                  </a:outerShdw>
                </a:effectLst>
                <a:ea typeface="华文中宋" panose="02010600040101010101" charset="-122"/>
              </a:rPr>
              <a:t>ω</a:t>
            </a:r>
            <a:r>
              <a:rPr lang="zh-CN" altLang="en-US" sz="2400" b="0">
                <a:solidFill>
                  <a:srgbClr val="000000"/>
                </a:solidFill>
                <a:effectLst>
                  <a:outerShdw blurRad="38100" dist="38100" dir="2700000" algn="tl">
                    <a:srgbClr val="C0C0C0"/>
                  </a:outerShdw>
                </a:effectLst>
                <a:ea typeface="华文中宋" panose="02010600040101010101" charset="-122"/>
              </a:rPr>
              <a:t>的</a:t>
            </a:r>
            <a:r>
              <a:rPr lang="en-US" altLang="zh-CN" sz="2400" b="0">
                <a:solidFill>
                  <a:srgbClr val="000000"/>
                </a:solidFill>
                <a:effectLst>
                  <a:outerShdw blurRad="38100" dist="38100" dir="2700000" algn="tl">
                    <a:srgbClr val="C0C0C0"/>
                  </a:outerShdw>
                </a:effectLst>
                <a:ea typeface="华文中宋" panose="02010600040101010101" charset="-122"/>
              </a:rPr>
              <a:t>e</a:t>
            </a:r>
            <a:r>
              <a:rPr lang="en-US" altLang="zh-CN" sz="2400" b="0" baseline="30000">
                <a:solidFill>
                  <a:srgbClr val="000000"/>
                </a:solidFill>
                <a:effectLst>
                  <a:outerShdw blurRad="38100" dist="38100" dir="2700000" algn="tl">
                    <a:srgbClr val="C0C0C0"/>
                  </a:outerShdw>
                </a:effectLst>
                <a:ea typeface="华文中宋" panose="02010600040101010101" charset="-122"/>
              </a:rPr>
              <a:t>st</a:t>
            </a:r>
            <a:r>
              <a:rPr lang="zh-CN" altLang="en-US" sz="2400" b="0">
                <a:solidFill>
                  <a:srgbClr val="000000"/>
                </a:solidFill>
                <a:effectLst>
                  <a:outerShdw blurRad="38100" dist="38100" dir="2700000" algn="tl">
                    <a:srgbClr val="C0C0C0"/>
                  </a:outerShdw>
                </a:effectLst>
                <a:ea typeface="华文中宋" panose="02010600040101010101" charset="-122"/>
              </a:rPr>
              <a:t>对应一减幅正弦振荡。</a:t>
            </a:r>
            <a:r>
              <a:rPr lang="en-US" altLang="zh-CN" sz="2400" b="0">
                <a:solidFill>
                  <a:srgbClr val="000000"/>
                </a:solidFill>
                <a:effectLst>
                  <a:outerShdw blurRad="38100" dist="38100" dir="2700000" algn="tl">
                    <a:srgbClr val="C0C0C0"/>
                  </a:outerShdw>
                </a:effectLst>
                <a:ea typeface="华文中宋" panose="02010600040101010101" charset="-122"/>
              </a:rPr>
              <a:t>s</a:t>
            </a:r>
            <a:r>
              <a:rPr lang="zh-CN" altLang="en-US" sz="2400" b="0">
                <a:solidFill>
                  <a:srgbClr val="000000"/>
                </a:solidFill>
                <a:effectLst>
                  <a:outerShdw blurRad="38100" dist="38100" dir="2700000" algn="tl">
                    <a:srgbClr val="C0C0C0"/>
                  </a:outerShdw>
                </a:effectLst>
                <a:ea typeface="华文中宋" panose="02010600040101010101" charset="-122"/>
              </a:rPr>
              <a:t>点离实轴越远振荡频率越大，离虚轴越远幅值减少越快。 即在</a:t>
            </a:r>
            <a:r>
              <a:rPr lang="zh-CN" altLang="en-US" sz="2400" b="0">
                <a:solidFill>
                  <a:srgbClr val="FF0000"/>
                </a:solidFill>
                <a:effectLst>
                  <a:outerShdw blurRad="38100" dist="38100" dir="2700000" algn="tl">
                    <a:srgbClr val="C0C0C0"/>
                  </a:outerShdw>
                </a:effectLst>
                <a:ea typeface="华文中宋" panose="02010600040101010101" charset="-122"/>
              </a:rPr>
              <a:t>左半平面</a:t>
            </a:r>
            <a:r>
              <a:rPr lang="en-US" altLang="zh-CN" sz="2400" b="0">
                <a:solidFill>
                  <a:srgbClr val="FF0000"/>
                </a:solidFill>
                <a:effectLst>
                  <a:outerShdw blurRad="38100" dist="38100" dir="2700000" algn="tl">
                    <a:srgbClr val="C0C0C0"/>
                  </a:outerShdw>
                </a:effectLst>
                <a:ea typeface="华文中宋" panose="02010600040101010101" charset="-122"/>
              </a:rPr>
              <a:t>e</a:t>
            </a:r>
            <a:r>
              <a:rPr lang="en-US" altLang="zh-CN" sz="2400" b="0" baseline="30000">
                <a:solidFill>
                  <a:srgbClr val="FF0000"/>
                </a:solidFill>
                <a:effectLst>
                  <a:outerShdw blurRad="38100" dist="38100" dir="2700000" algn="tl">
                    <a:srgbClr val="C0C0C0"/>
                  </a:outerShdw>
                </a:effectLst>
                <a:ea typeface="华文中宋" panose="02010600040101010101" charset="-122"/>
              </a:rPr>
              <a:t>st</a:t>
            </a:r>
            <a:r>
              <a:rPr lang="zh-CN" altLang="en-US" sz="2400" b="0">
                <a:solidFill>
                  <a:srgbClr val="FF0000"/>
                </a:solidFill>
                <a:effectLst>
                  <a:outerShdw blurRad="38100" dist="38100" dir="2700000" algn="tl">
                    <a:srgbClr val="C0C0C0"/>
                  </a:outerShdw>
                </a:effectLst>
                <a:ea typeface="华文中宋" panose="02010600040101010101" charset="-122"/>
              </a:rPr>
              <a:t>收敛，在右半平面</a:t>
            </a:r>
            <a:r>
              <a:rPr lang="en-US" altLang="zh-CN" sz="2400" b="0">
                <a:solidFill>
                  <a:srgbClr val="FF0000"/>
                </a:solidFill>
                <a:effectLst>
                  <a:outerShdw blurRad="38100" dist="38100" dir="2700000" algn="tl">
                    <a:srgbClr val="C0C0C0"/>
                  </a:outerShdw>
                </a:effectLst>
                <a:ea typeface="华文中宋" panose="02010600040101010101" charset="-122"/>
              </a:rPr>
              <a:t>e</a:t>
            </a:r>
            <a:r>
              <a:rPr lang="en-US" altLang="zh-CN" sz="2400" b="0" baseline="30000">
                <a:solidFill>
                  <a:srgbClr val="FF0000"/>
                </a:solidFill>
                <a:effectLst>
                  <a:outerShdw blurRad="38100" dist="38100" dir="2700000" algn="tl">
                    <a:srgbClr val="C0C0C0"/>
                  </a:outerShdw>
                </a:effectLst>
                <a:ea typeface="华文中宋" panose="02010600040101010101" charset="-122"/>
              </a:rPr>
              <a:t>st</a:t>
            </a:r>
            <a:r>
              <a:rPr lang="zh-CN" altLang="en-US" sz="2400" b="0">
                <a:solidFill>
                  <a:srgbClr val="FF0000"/>
                </a:solidFill>
                <a:effectLst>
                  <a:outerShdw blurRad="38100" dist="38100" dir="2700000" algn="tl">
                    <a:srgbClr val="C0C0C0"/>
                  </a:outerShdw>
                </a:effectLst>
                <a:ea typeface="华文中宋" panose="02010600040101010101" charset="-122"/>
              </a:rPr>
              <a:t>发散</a:t>
            </a:r>
            <a:r>
              <a:rPr lang="zh-CN" altLang="en-US" sz="2400" b="0">
                <a:solidFill>
                  <a:srgbClr val="000000"/>
                </a:solidFill>
                <a:effectLst>
                  <a:outerShdw blurRad="38100" dist="38100" dir="2700000" algn="tl">
                    <a:srgbClr val="C0C0C0"/>
                  </a:outerShdw>
                </a:effectLst>
                <a:ea typeface="华文中宋" panose="02010600040101010101" charset="-122"/>
              </a:rPr>
              <a:t>。</a:t>
            </a:r>
            <a:endParaRPr lang="zh-CN" altLang="en-US" sz="2400" b="0">
              <a:solidFill>
                <a:srgbClr val="000000"/>
              </a:solidFill>
              <a:effectLst>
                <a:outerShdw blurRad="38100" dist="38100" dir="2700000" algn="tl">
                  <a:srgbClr val="C0C0C0"/>
                </a:outerShdw>
              </a:effectLst>
              <a:ea typeface="华文中宋" panose="02010600040101010101" charset="-122"/>
            </a:endParaRPr>
          </a:p>
        </p:txBody>
      </p:sp>
      <p:sp>
        <p:nvSpPr>
          <p:cNvPr id="306178" name="Rectangle 2"/>
          <p:cNvSpPr>
            <a:spLocks noChangeArrowheads="1"/>
          </p:cNvSpPr>
          <p:nvPr/>
        </p:nvSpPr>
        <p:spPr bwMode="auto">
          <a:xfrm>
            <a:off x="527050" y="63500"/>
            <a:ext cx="3744913" cy="620713"/>
          </a:xfrm>
          <a:prstGeom prst="rect">
            <a:avLst/>
          </a:prstGeom>
          <a:solidFill>
            <a:schemeClr val="accent1"/>
          </a:solidFill>
          <a:ln>
            <a:noFill/>
          </a:ln>
          <a:effectLst>
            <a:outerShdw blurRad="63500" dist="38099" dir="2700000" algn="ctr" rotWithShape="0">
              <a:schemeClr val="bg2">
                <a:alpha val="50000"/>
              </a:schemeClr>
            </a:outerShdw>
          </a:effectLst>
        </p:spPr>
        <p:txBody>
          <a:bodyPr anchor="ctr"/>
          <a:lstStyle/>
          <a:p>
            <a:pPr algn="ctr" eaLnBrk="1" hangingPunct="1">
              <a:defRPr/>
            </a:pPr>
            <a:r>
              <a:rPr lang="en-US" altLang="zh-CN" sz="2800">
                <a:effectLst>
                  <a:outerShdw blurRad="38100" dist="38100" dir="2700000" algn="tl">
                    <a:srgbClr val="000000"/>
                  </a:outerShdw>
                </a:effectLst>
                <a:ea typeface="黑体" panose="02010609060101010101" charset="-122"/>
              </a:rPr>
              <a:t>§5.2 </a:t>
            </a:r>
            <a:r>
              <a:rPr lang="zh-CN" altLang="en-US" sz="2800">
                <a:effectLst>
                  <a:outerShdw blurRad="38100" dist="38100" dir="2700000" algn="tl">
                    <a:srgbClr val="000000"/>
                  </a:outerShdw>
                </a:effectLst>
                <a:ea typeface="黑体" panose="02010609060101010101" charset="-122"/>
              </a:rPr>
              <a:t>拉普拉斯变换</a:t>
            </a:r>
            <a:endParaRPr lang="zh-CN" altLang="en-US" sz="2800">
              <a:effectLst>
                <a:outerShdw blurRad="38100" dist="38100" dir="2700000" algn="tl">
                  <a:srgbClr val="000000"/>
                </a:outerShdw>
              </a:effectLst>
              <a:ea typeface="黑体" panose="02010609060101010101" charset="-122"/>
            </a:endParaRPr>
          </a:p>
        </p:txBody>
      </p:sp>
      <p:sp>
        <p:nvSpPr>
          <p:cNvPr id="2" name="Rectangle 3"/>
          <p:cNvSpPr>
            <a:spLocks noChangeArrowheads="1"/>
          </p:cNvSpPr>
          <p:nvPr/>
        </p:nvSpPr>
        <p:spPr bwMode="auto">
          <a:xfrm>
            <a:off x="900113" y="3573463"/>
            <a:ext cx="6985000" cy="1439862"/>
          </a:xfrm>
          <a:prstGeom prst="rect">
            <a:avLst/>
          </a:prstGeom>
          <a:solidFill>
            <a:schemeClr val="tx1"/>
          </a:solidFill>
          <a:ln w="9525">
            <a:solidFill>
              <a:schemeClr val="bg1"/>
            </a:solidFill>
            <a:miter lim="800000"/>
          </a:ln>
          <a:effectLst>
            <a:outerShdw blurRad="63500" dist="38099" dir="2700000" algn="ctr" rotWithShape="0">
              <a:srgbClr val="000000">
                <a:alpha val="74998"/>
              </a:srgbClr>
            </a:outerShdw>
          </a:effectLst>
        </p:spPr>
        <p:txBody>
          <a:bodyPr/>
          <a:lstStyle/>
          <a:p>
            <a:pPr eaLnBrk="1" hangingPunct="1">
              <a:lnSpc>
                <a:spcPct val="120000"/>
              </a:lnSpc>
              <a:spcBef>
                <a:spcPct val="20000"/>
              </a:spcBef>
              <a:defRPr/>
            </a:pPr>
            <a:r>
              <a:rPr lang="zh-CN" altLang="en-US" sz="2400" b="0">
                <a:solidFill>
                  <a:srgbClr val="000000"/>
                </a:solidFill>
                <a:effectLst>
                  <a:outerShdw blurRad="38100" dist="38100" dir="2700000" algn="tl">
                    <a:srgbClr val="C0C0C0"/>
                  </a:outerShdw>
                </a:effectLst>
                <a:ea typeface="华文中宋" panose="02010600040101010101" charset="-122"/>
              </a:rPr>
              <a:t> </a:t>
            </a:r>
            <a:r>
              <a:rPr lang="en-US" altLang="zh-CN" sz="2400" b="0">
                <a:solidFill>
                  <a:srgbClr val="000000"/>
                </a:solidFill>
                <a:effectLst>
                  <a:outerShdw blurRad="38100" dist="38100" dir="2700000" algn="tl">
                    <a:srgbClr val="C0C0C0"/>
                  </a:outerShdw>
                </a:effectLst>
                <a:ea typeface="华文中宋" panose="02010600040101010101" charset="-122"/>
              </a:rPr>
              <a:t>σ&gt;0</a:t>
            </a:r>
            <a:r>
              <a:rPr lang="zh-CN" altLang="en-US" sz="2400" b="0">
                <a:solidFill>
                  <a:srgbClr val="000000"/>
                </a:solidFill>
                <a:effectLst>
                  <a:outerShdw blurRad="38100" dist="38100" dir="2700000" algn="tl">
                    <a:srgbClr val="C0C0C0"/>
                  </a:outerShdw>
                </a:effectLst>
                <a:ea typeface="华文中宋" panose="02010600040101010101" charset="-122"/>
              </a:rPr>
              <a:t>，</a:t>
            </a:r>
            <a:r>
              <a:rPr lang="en-US" altLang="zh-CN" sz="2400" b="0">
                <a:solidFill>
                  <a:srgbClr val="000000"/>
                </a:solidFill>
                <a:effectLst>
                  <a:outerShdw blurRad="38100" dist="38100" dir="2700000" algn="tl">
                    <a:srgbClr val="C0C0C0"/>
                  </a:outerShdw>
                </a:effectLst>
                <a:ea typeface="华文中宋" panose="02010600040101010101" charset="-122"/>
              </a:rPr>
              <a:t>s</a:t>
            </a:r>
            <a:r>
              <a:rPr lang="zh-CN" altLang="en-US" sz="2400" b="0">
                <a:solidFill>
                  <a:srgbClr val="000000"/>
                </a:solidFill>
                <a:effectLst>
                  <a:outerShdw blurRad="38100" dist="38100" dir="2700000" algn="tl">
                    <a:srgbClr val="C0C0C0"/>
                  </a:outerShdw>
                </a:effectLst>
                <a:ea typeface="华文中宋" panose="02010600040101010101" charset="-122"/>
              </a:rPr>
              <a:t>落在</a:t>
            </a:r>
            <a:r>
              <a:rPr lang="zh-CN" altLang="en-US" sz="2400" b="0">
                <a:solidFill>
                  <a:srgbClr val="FF0000"/>
                </a:solidFill>
                <a:effectLst>
                  <a:outerShdw blurRad="38100" dist="38100" dir="2700000" algn="tl">
                    <a:srgbClr val="C0C0C0"/>
                  </a:outerShdw>
                </a:effectLst>
                <a:ea typeface="华文中宋" panose="02010600040101010101" charset="-122"/>
              </a:rPr>
              <a:t>右半平面</a:t>
            </a:r>
            <a:r>
              <a:rPr lang="zh-CN" altLang="en-US" sz="2400" b="0">
                <a:solidFill>
                  <a:srgbClr val="000000"/>
                </a:solidFill>
                <a:effectLst>
                  <a:outerShdw blurRad="38100" dist="38100" dir="2700000" algn="tl">
                    <a:srgbClr val="C0C0C0"/>
                  </a:outerShdw>
                </a:effectLst>
                <a:ea typeface="华文中宋" panose="02010600040101010101" charset="-122"/>
              </a:rPr>
              <a:t>上：对应一增幅正弦振荡，</a:t>
            </a:r>
            <a:r>
              <a:rPr lang="en-US" altLang="zh-CN" sz="2400" b="0">
                <a:solidFill>
                  <a:srgbClr val="000000"/>
                </a:solidFill>
                <a:effectLst>
                  <a:outerShdw blurRad="38100" dist="38100" dir="2700000" algn="tl">
                    <a:srgbClr val="C0C0C0"/>
                  </a:outerShdw>
                </a:effectLst>
                <a:ea typeface="华文中宋" panose="02010600040101010101" charset="-122"/>
              </a:rPr>
              <a:t>s </a:t>
            </a:r>
            <a:r>
              <a:rPr lang="zh-CN" altLang="en-US" sz="2400" b="0">
                <a:solidFill>
                  <a:srgbClr val="000000"/>
                </a:solidFill>
                <a:effectLst>
                  <a:outerShdw blurRad="38100" dist="38100" dir="2700000" algn="tl">
                    <a:srgbClr val="C0C0C0"/>
                  </a:outerShdw>
                </a:effectLst>
                <a:ea typeface="华文中宋" panose="02010600040101010101" charset="-122"/>
              </a:rPr>
              <a:t>离</a:t>
            </a:r>
            <a:r>
              <a:rPr lang="en-US" altLang="zh-CN" sz="2400" b="0">
                <a:solidFill>
                  <a:srgbClr val="000000"/>
                </a:solidFill>
                <a:effectLst>
                  <a:outerShdw blurRad="38100" dist="38100" dir="2700000" algn="tl">
                    <a:srgbClr val="C0C0C0"/>
                  </a:outerShdw>
                </a:effectLst>
                <a:ea typeface="华文中宋" panose="02010600040101010101" charset="-122"/>
              </a:rPr>
              <a:t>σ</a:t>
            </a:r>
            <a:r>
              <a:rPr lang="zh-CN" altLang="en-US" sz="2400" b="0">
                <a:solidFill>
                  <a:srgbClr val="000000"/>
                </a:solidFill>
                <a:effectLst>
                  <a:outerShdw blurRad="38100" dist="38100" dir="2700000" algn="tl">
                    <a:srgbClr val="C0C0C0"/>
                  </a:outerShdw>
                </a:effectLst>
                <a:ea typeface="华文中宋" panose="02010600040101010101" charset="-122"/>
              </a:rPr>
              <a:t>越远，振荡频率越高；离</a:t>
            </a:r>
            <a:r>
              <a:rPr lang="en-US" altLang="zh-CN" sz="2400" b="0">
                <a:solidFill>
                  <a:srgbClr val="000000"/>
                </a:solidFill>
                <a:effectLst>
                  <a:outerShdw blurRad="38100" dist="38100" dir="2700000" algn="tl">
                    <a:srgbClr val="C0C0C0"/>
                  </a:outerShdw>
                </a:effectLst>
                <a:ea typeface="华文中宋" panose="02010600040101010101" charset="-122"/>
              </a:rPr>
              <a:t>jω</a:t>
            </a:r>
            <a:r>
              <a:rPr lang="zh-CN" altLang="en-US" sz="2400" b="0">
                <a:solidFill>
                  <a:srgbClr val="000000"/>
                </a:solidFill>
                <a:effectLst>
                  <a:outerShdw blurRad="38100" dist="38100" dir="2700000" algn="tl">
                    <a:srgbClr val="C0C0C0"/>
                  </a:outerShdw>
                </a:effectLst>
                <a:ea typeface="华文中宋" panose="02010600040101010101" charset="-122"/>
              </a:rPr>
              <a:t>轴越远，幅值增长速率越大 ；          </a:t>
            </a:r>
            <a:endParaRPr lang="zh-CN" altLang="en-US" sz="2400" b="0">
              <a:solidFill>
                <a:srgbClr val="000000"/>
              </a:solidFill>
              <a:effectLst>
                <a:outerShdw blurRad="38100" dist="38100" dir="2700000" algn="tl">
                  <a:srgbClr val="C0C0C0"/>
                </a:outerShdw>
              </a:effectLst>
              <a:ea typeface="华文中宋" panose="02010600040101010101" charset="-122"/>
            </a:endParaRPr>
          </a:p>
        </p:txBody>
      </p:sp>
      <p:sp>
        <p:nvSpPr>
          <p:cNvPr id="308231" name="Rectangle 7"/>
          <p:cNvSpPr>
            <a:spLocks noChangeArrowheads="1"/>
          </p:cNvSpPr>
          <p:nvPr/>
        </p:nvSpPr>
        <p:spPr bwMode="auto">
          <a:xfrm>
            <a:off x="1042988" y="3357563"/>
            <a:ext cx="6838950" cy="1689100"/>
          </a:xfrm>
          <a:prstGeom prst="rect">
            <a:avLst/>
          </a:prstGeom>
          <a:solidFill>
            <a:srgbClr val="FFFF99"/>
          </a:solidFill>
          <a:ln w="9525">
            <a:noFill/>
            <a:miter lim="800000"/>
          </a:ln>
          <a:effectLst/>
        </p:spPr>
        <p:txBody>
          <a:bodyPr/>
          <a:lstStyle/>
          <a:p>
            <a:pPr eaLnBrk="1" hangingPunct="1">
              <a:spcBef>
                <a:spcPct val="20000"/>
              </a:spcBef>
              <a:defRPr/>
            </a:pPr>
            <a:r>
              <a:rPr lang="en-US" altLang="zh-CN" sz="3200" b="0">
                <a:solidFill>
                  <a:srgbClr val="008000"/>
                </a:solidFill>
                <a:effectLst>
                  <a:outerShdw blurRad="38100" dist="38100" dir="2700000" algn="tl">
                    <a:srgbClr val="000000"/>
                  </a:outerShdw>
                </a:effectLst>
                <a:latin typeface="楷体_GB2312" pitchFamily="49" charset="-122"/>
                <a:ea typeface="楷体_GB2312" pitchFamily="49" charset="-122"/>
              </a:rPr>
              <a:t> </a:t>
            </a:r>
            <a:r>
              <a:rPr lang="zh-CN" altLang="en-US" sz="3200" b="0">
                <a:solidFill>
                  <a:srgbClr val="660066"/>
                </a:solidFill>
                <a:effectLst>
                  <a:outerShdw blurRad="38100" dist="38100" dir="2700000" algn="tl">
                    <a:srgbClr val="000000"/>
                  </a:outerShdw>
                </a:effectLst>
                <a:latin typeface="楷体_GB2312" pitchFamily="49" charset="-122"/>
                <a:ea typeface="楷体_GB2312" pitchFamily="49" charset="-122"/>
              </a:rPr>
              <a:t>由上可以看出，复平面</a:t>
            </a:r>
            <a:r>
              <a:rPr lang="en-US" altLang="zh-CN" sz="3200" b="0">
                <a:solidFill>
                  <a:srgbClr val="660066"/>
                </a:solidFill>
                <a:effectLst>
                  <a:outerShdw blurRad="38100" dist="38100" dir="2700000" algn="tl">
                    <a:srgbClr val="000000"/>
                  </a:outerShdw>
                </a:effectLst>
                <a:latin typeface="楷体_GB2312" pitchFamily="49" charset="-122"/>
                <a:ea typeface="楷体_GB2312" pitchFamily="49" charset="-122"/>
              </a:rPr>
              <a:t>S</a:t>
            </a:r>
            <a:r>
              <a:rPr lang="zh-CN" altLang="en-US" sz="3200" b="0">
                <a:solidFill>
                  <a:srgbClr val="660066"/>
                </a:solidFill>
                <a:effectLst>
                  <a:outerShdw blurRad="38100" dist="38100" dir="2700000" algn="tl">
                    <a:srgbClr val="000000"/>
                  </a:outerShdw>
                </a:effectLst>
                <a:latin typeface="楷体_GB2312" pitchFamily="49" charset="-122"/>
                <a:ea typeface="楷体_GB2312" pitchFamily="49" charset="-122"/>
              </a:rPr>
              <a:t>上的每一对共轭对称点或实轴上的每一点都唯一地对应于一个确定的时间函数。 </a:t>
            </a:r>
            <a:endParaRPr lang="zh-CN" altLang="en-US" sz="3200" b="0">
              <a:solidFill>
                <a:srgbClr val="660066"/>
              </a:solidFill>
              <a:effectLst>
                <a:outerShdw blurRad="38100" dist="38100" dir="2700000" algn="tl">
                  <a:srgbClr val="000000"/>
                </a:outerShdw>
              </a:effectLst>
              <a:latin typeface="楷体_GB2312" pitchFamily="49" charset="-122"/>
              <a:ea typeface="楷体_GB2312" pitchFamily="49" charset="-122"/>
            </a:endParaRPr>
          </a:p>
        </p:txBody>
      </p:sp>
      <p:sp>
        <p:nvSpPr>
          <p:cNvPr id="3" name="墨迹 2"/>
          <p:cNvSpPr/>
          <p:nvPr/>
        </p:nvSpPr>
        <p:spPr bwMode="auto">
          <a:xfrm>
            <a:off x="1015560" y="131400"/>
            <a:ext cx="7554600" cy="6543000"/>
          </a:xfrm>
        </p:spPr>
      </p:sp>
    </p:spTree>
    <p:custDataLst>
      <p:tags r:id="rId2"/>
    </p:custDataLst>
  </p:cSld>
  <p:clrMapOvr>
    <a:masterClrMapping/>
  </p:clrMapOvr>
  <p:transition advTm="218582"/>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nodeType="withEffect">
                                  <p:stCondLst>
                                    <p:cond delay="0"/>
                                  </p:stCondLst>
                                  <p:childTnLst>
                                    <p:set>
                                      <p:cBhvr>
                                        <p:cTn id="6" dur="1" fill="hold">
                                          <p:stCondLst>
                                            <p:cond delay="0"/>
                                          </p:stCondLst>
                                        </p:cTn>
                                        <p:tgtEl>
                                          <p:spTgt spid="3"/>
                                        </p:tgtEl>
                                        <p:attrNameLst>
                                          <p:attrName>style.visibility</p:attrName>
                                        </p:attrNameLst>
                                      </p:cBhvr>
                                      <p:to>
                                        <p:strVal val="visible"/>
                                      </p:to>
                                    </p:set>
                                    <p:cmd type="call" cmd="playFrom(0.0)">
                                      <p:cBhvr>
                                        <p:cTn id="7" dur="1" fill="hold"/>
                                        <p:tgtEl>
                                          <p:spTgt spid="3"/>
                                        </p:tgtEl>
                                      </p:cBhvr>
                                    </p:cmd>
                                  </p:childTnLst>
                                </p:cTn>
                              </p:par>
                            </p:childTnLst>
                          </p:cTn>
                        </p:par>
                      </p:childTnLst>
                    </p:cTn>
                  </p:par>
                  <p:par>
                    <p:cTn id="8" fill="hold">
                      <p:stCondLst>
                        <p:cond delay="indefinite"/>
                      </p:stCondLst>
                      <p:childTnLst>
                        <p:par>
                          <p:cTn id="9" fill="hold">
                            <p:stCondLst>
                              <p:cond delay="0"/>
                            </p:stCondLst>
                            <p:childTnLst>
                              <p:par>
                                <p:cTn id="10" presetID="55" presetClass="entr" presetSubtype="0"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 calcmode="lin" valueType="num">
                                      <p:cBhvr>
                                        <p:cTn id="12" dur="1000" fill="hold"/>
                                        <p:tgtEl>
                                          <p:spTgt spid="2"/>
                                        </p:tgtEl>
                                        <p:attrNameLst>
                                          <p:attrName>ppt_w</p:attrName>
                                        </p:attrNameLst>
                                      </p:cBhvr>
                                      <p:tavLst>
                                        <p:tav tm="0">
                                          <p:val>
                                            <p:strVal val="#ppt_w*0.70"/>
                                          </p:val>
                                        </p:tav>
                                        <p:tav tm="100000">
                                          <p:val>
                                            <p:strVal val="#ppt_w"/>
                                          </p:val>
                                        </p:tav>
                                      </p:tavLst>
                                    </p:anim>
                                    <p:anim calcmode="lin" valueType="num">
                                      <p:cBhvr>
                                        <p:cTn id="13" dur="1000" fill="hold"/>
                                        <p:tgtEl>
                                          <p:spTgt spid="2"/>
                                        </p:tgtEl>
                                        <p:attrNameLst>
                                          <p:attrName>ppt_h</p:attrName>
                                        </p:attrNameLst>
                                      </p:cBhvr>
                                      <p:tavLst>
                                        <p:tav tm="0">
                                          <p:val>
                                            <p:strVal val="#ppt_h"/>
                                          </p:val>
                                        </p:tav>
                                        <p:tav tm="100000">
                                          <p:val>
                                            <p:strVal val="#ppt_h"/>
                                          </p:val>
                                        </p:tav>
                                      </p:tavLst>
                                    </p:anim>
                                    <p:animEffect transition="in" filter="fade">
                                      <p:cBhvr>
                                        <p:cTn id="14" dur="1000"/>
                                        <p:tgtEl>
                                          <p:spTgt spid="2"/>
                                        </p:tgtEl>
                                      </p:cBhvr>
                                    </p:animEffect>
                                  </p:childTnLst>
                                </p:cTn>
                              </p:par>
                            </p:childTnLst>
                          </p:cTn>
                        </p:par>
                      </p:childTnLst>
                    </p:cTn>
                  </p:par>
                  <p:par>
                    <p:cTn id="15" fill="hold">
                      <p:stCondLst>
                        <p:cond delay="indefinite"/>
                      </p:stCondLst>
                      <p:childTnLst>
                        <p:par>
                          <p:cTn id="16" fill="hold">
                            <p:stCondLst>
                              <p:cond delay="0"/>
                            </p:stCondLst>
                            <p:childTnLst>
                              <p:par>
                                <p:cTn id="17" presetID="55" presetClass="entr" presetSubtype="0" fill="hold" grpId="0" nodeType="clickEffect">
                                  <p:stCondLst>
                                    <p:cond delay="0"/>
                                  </p:stCondLst>
                                  <p:childTnLst>
                                    <p:set>
                                      <p:cBhvr>
                                        <p:cTn id="18" dur="1" fill="hold">
                                          <p:stCondLst>
                                            <p:cond delay="0"/>
                                          </p:stCondLst>
                                        </p:cTn>
                                        <p:tgtEl>
                                          <p:spTgt spid="308230"/>
                                        </p:tgtEl>
                                        <p:attrNameLst>
                                          <p:attrName>style.visibility</p:attrName>
                                        </p:attrNameLst>
                                      </p:cBhvr>
                                      <p:to>
                                        <p:strVal val="visible"/>
                                      </p:to>
                                    </p:set>
                                    <p:anim calcmode="lin" valueType="num">
                                      <p:cBhvr>
                                        <p:cTn id="19" dur="1000" fill="hold"/>
                                        <p:tgtEl>
                                          <p:spTgt spid="308230"/>
                                        </p:tgtEl>
                                        <p:attrNameLst>
                                          <p:attrName>ppt_w</p:attrName>
                                        </p:attrNameLst>
                                      </p:cBhvr>
                                      <p:tavLst>
                                        <p:tav tm="0">
                                          <p:val>
                                            <p:strVal val="#ppt_w*0.70"/>
                                          </p:val>
                                        </p:tav>
                                        <p:tav tm="100000">
                                          <p:val>
                                            <p:strVal val="#ppt_w"/>
                                          </p:val>
                                        </p:tav>
                                      </p:tavLst>
                                    </p:anim>
                                    <p:anim calcmode="lin" valueType="num">
                                      <p:cBhvr>
                                        <p:cTn id="20" dur="1000" fill="hold"/>
                                        <p:tgtEl>
                                          <p:spTgt spid="308230"/>
                                        </p:tgtEl>
                                        <p:attrNameLst>
                                          <p:attrName>ppt_h</p:attrName>
                                        </p:attrNameLst>
                                      </p:cBhvr>
                                      <p:tavLst>
                                        <p:tav tm="0">
                                          <p:val>
                                            <p:strVal val="#ppt_h"/>
                                          </p:val>
                                        </p:tav>
                                        <p:tav tm="100000">
                                          <p:val>
                                            <p:strVal val="#ppt_h"/>
                                          </p:val>
                                        </p:tav>
                                      </p:tavLst>
                                    </p:anim>
                                    <p:animEffect transition="in" filter="fade">
                                      <p:cBhvr>
                                        <p:cTn id="21" dur="1000"/>
                                        <p:tgtEl>
                                          <p:spTgt spid="308230"/>
                                        </p:tgtEl>
                                      </p:cBhvr>
                                    </p:animEffect>
                                  </p:childTnLst>
                                </p:cTn>
                              </p:par>
                            </p:childTnLst>
                          </p:cTn>
                        </p:par>
                      </p:childTnLst>
                    </p:cTn>
                  </p:par>
                  <p:par>
                    <p:cTn id="22" fill="hold">
                      <p:stCondLst>
                        <p:cond delay="indefinite"/>
                      </p:stCondLst>
                      <p:childTnLst>
                        <p:par>
                          <p:cTn id="23" fill="hold">
                            <p:stCondLst>
                              <p:cond delay="0"/>
                            </p:stCondLst>
                            <p:childTnLst>
                              <p:par>
                                <p:cTn id="24" presetID="55" presetClass="entr" presetSubtype="0" fill="hold" grpId="0" nodeType="clickEffect">
                                  <p:stCondLst>
                                    <p:cond delay="0"/>
                                  </p:stCondLst>
                                  <p:childTnLst>
                                    <p:set>
                                      <p:cBhvr>
                                        <p:cTn id="25" dur="1" fill="hold">
                                          <p:stCondLst>
                                            <p:cond delay="0"/>
                                          </p:stCondLst>
                                        </p:cTn>
                                        <p:tgtEl>
                                          <p:spTgt spid="308231"/>
                                        </p:tgtEl>
                                        <p:attrNameLst>
                                          <p:attrName>style.visibility</p:attrName>
                                        </p:attrNameLst>
                                      </p:cBhvr>
                                      <p:to>
                                        <p:strVal val="visible"/>
                                      </p:to>
                                    </p:set>
                                    <p:anim calcmode="lin" valueType="num">
                                      <p:cBhvr>
                                        <p:cTn id="26" dur="1000" fill="hold"/>
                                        <p:tgtEl>
                                          <p:spTgt spid="308231"/>
                                        </p:tgtEl>
                                        <p:attrNameLst>
                                          <p:attrName>ppt_w</p:attrName>
                                        </p:attrNameLst>
                                      </p:cBhvr>
                                      <p:tavLst>
                                        <p:tav tm="0">
                                          <p:val>
                                            <p:strVal val="#ppt_w*0.70"/>
                                          </p:val>
                                        </p:tav>
                                        <p:tav tm="100000">
                                          <p:val>
                                            <p:strVal val="#ppt_w"/>
                                          </p:val>
                                        </p:tav>
                                      </p:tavLst>
                                    </p:anim>
                                    <p:anim calcmode="lin" valueType="num">
                                      <p:cBhvr>
                                        <p:cTn id="27" dur="1000" fill="hold"/>
                                        <p:tgtEl>
                                          <p:spTgt spid="308231"/>
                                        </p:tgtEl>
                                        <p:attrNameLst>
                                          <p:attrName>ppt_h</p:attrName>
                                        </p:attrNameLst>
                                      </p:cBhvr>
                                      <p:tavLst>
                                        <p:tav tm="0">
                                          <p:val>
                                            <p:strVal val="#ppt_h"/>
                                          </p:val>
                                        </p:tav>
                                        <p:tav tm="100000">
                                          <p:val>
                                            <p:strVal val="#ppt_h"/>
                                          </p:val>
                                        </p:tav>
                                      </p:tavLst>
                                    </p:anim>
                                    <p:animEffect transition="in" filter="fade">
                                      <p:cBhvr>
                                        <p:cTn id="28" dur="1000"/>
                                        <p:tgtEl>
                                          <p:spTgt spid="3082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8230" grpId="0" animBg="1"/>
      <p:bldP spid="2" grpId="0" animBg="1"/>
      <p:bldP spid="308231"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4"/>
          <p:cNvSpPr>
            <a:spLocks noGrp="1" noChangeArrowheads="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a:spcBef>
                <a:spcPct val="0"/>
              </a:spcBef>
              <a:buFontTx/>
              <a:buNone/>
            </a:pPr>
            <a:fld id="{BBB7F78D-33C2-42A7-B710-7DBC621C6C33}" type="datetime1">
              <a:rPr kumimoji="0" lang="zh-CN" altLang="en-US" sz="1200" smtClean="0">
                <a:solidFill>
                  <a:srgbClr val="000000"/>
                </a:solidFill>
                <a:ea typeface="宋体" panose="02010600030101010101" pitchFamily="2" charset="-122"/>
              </a:rPr>
            </a:fld>
            <a:endParaRPr kumimoji="0" lang="en-US" altLang="zh-CN" sz="1200">
              <a:solidFill>
                <a:srgbClr val="000000"/>
              </a:solidFill>
              <a:ea typeface="宋体" panose="02010600030101010101" pitchFamily="2" charset="-122"/>
            </a:endParaRPr>
          </a:p>
        </p:txBody>
      </p:sp>
      <p:sp>
        <p:nvSpPr>
          <p:cNvPr id="310275" name="Rectangle 3"/>
          <p:cNvSpPr>
            <a:spLocks noGrp="1" noChangeArrowheads="1"/>
          </p:cNvSpPr>
          <p:nvPr>
            <p:ph type="body" idx="1"/>
          </p:nvPr>
        </p:nvSpPr>
        <p:spPr>
          <a:xfrm>
            <a:off x="900113" y="1484313"/>
            <a:ext cx="7705725" cy="4392612"/>
          </a:xfrm>
          <a:ln w="38100">
            <a:solidFill>
              <a:srgbClr val="008000"/>
            </a:solidFill>
          </a:ln>
        </p:spPr>
        <p:txBody>
          <a:bodyPr/>
          <a:lstStyle/>
          <a:p>
            <a:pPr indent="-160655" eaLnBrk="1" hangingPunct="1">
              <a:lnSpc>
                <a:spcPct val="130000"/>
              </a:lnSpc>
              <a:buFont typeface="Wingdings" panose="05000000000000000000" pitchFamily="2" charset="2"/>
              <a:buChar char="l"/>
              <a:defRPr/>
            </a:pPr>
            <a:r>
              <a:rPr kumimoji="0" lang="en-US" altLang="zh-CN" sz="2800">
                <a:solidFill>
                  <a:srgbClr val="000000"/>
                </a:solidFill>
                <a:ea typeface="楷体_GB2312" pitchFamily="49" charset="-122"/>
              </a:rPr>
              <a:t> </a:t>
            </a:r>
            <a:r>
              <a:rPr kumimoji="0" lang="zh-CN" altLang="en-US" sz="2800">
                <a:solidFill>
                  <a:srgbClr val="000000"/>
                </a:solidFill>
                <a:latin typeface="华文中宋" panose="02010600040101010101" charset="-122"/>
                <a:ea typeface="楷体_GB2312" pitchFamily="49" charset="-122"/>
              </a:rPr>
              <a:t>前面说过，</a:t>
            </a:r>
            <a:r>
              <a:rPr kumimoji="0" lang="en-US" altLang="zh-CN" sz="2800">
                <a:solidFill>
                  <a:srgbClr val="000000"/>
                </a:solidFill>
                <a:latin typeface="华文中宋" panose="02010600040101010101" charset="-122"/>
                <a:ea typeface="楷体_GB2312" pitchFamily="49" charset="-122"/>
              </a:rPr>
              <a:t>L.T</a:t>
            </a:r>
            <a:r>
              <a:rPr kumimoji="0" lang="zh-CN" altLang="en-US" sz="2800">
                <a:solidFill>
                  <a:srgbClr val="000000"/>
                </a:solidFill>
                <a:latin typeface="华文中宋" panose="02010600040101010101" charset="-122"/>
                <a:ea typeface="楷体_GB2312" pitchFamily="49" charset="-122"/>
              </a:rPr>
              <a:t>为</a:t>
            </a:r>
            <a:r>
              <a:rPr kumimoji="0" lang="en-US" altLang="zh-CN" sz="2800">
                <a:solidFill>
                  <a:srgbClr val="000000"/>
                </a:solidFill>
                <a:latin typeface="华文中宋" panose="02010600040101010101" charset="-122"/>
                <a:ea typeface="楷体_GB2312" pitchFamily="49" charset="-122"/>
              </a:rPr>
              <a:t>F.T</a:t>
            </a:r>
            <a:r>
              <a:rPr kumimoji="0" lang="zh-CN" altLang="en-US" sz="2800">
                <a:solidFill>
                  <a:srgbClr val="000000"/>
                </a:solidFill>
                <a:latin typeface="华文中宋" panose="02010600040101010101" charset="-122"/>
                <a:ea typeface="楷体_GB2312" pitchFamily="49" charset="-122"/>
              </a:rPr>
              <a:t>的复频域推广。反过来说</a:t>
            </a:r>
            <a:r>
              <a:rPr kumimoji="0" lang="en-US" altLang="zh-CN" sz="2800">
                <a:solidFill>
                  <a:srgbClr val="000000"/>
                </a:solidFill>
                <a:latin typeface="华文中宋" panose="02010600040101010101" charset="-122"/>
                <a:ea typeface="楷体_GB2312" pitchFamily="49" charset="-122"/>
              </a:rPr>
              <a:t>F.T</a:t>
            </a:r>
            <a:r>
              <a:rPr kumimoji="0" lang="zh-CN" altLang="en-US" sz="2800">
                <a:solidFill>
                  <a:srgbClr val="000000"/>
                </a:solidFill>
                <a:latin typeface="华文中宋" panose="02010600040101010101" charset="-122"/>
                <a:ea typeface="楷体_GB2312" pitchFamily="49" charset="-122"/>
              </a:rPr>
              <a:t>为</a:t>
            </a:r>
            <a:r>
              <a:rPr kumimoji="0" lang="en-US" altLang="zh-CN" sz="2800">
                <a:solidFill>
                  <a:srgbClr val="000000"/>
                </a:solidFill>
                <a:latin typeface="华文中宋" panose="02010600040101010101" charset="-122"/>
                <a:ea typeface="楷体_GB2312" pitchFamily="49" charset="-122"/>
              </a:rPr>
              <a:t>L.T</a:t>
            </a:r>
            <a:r>
              <a:rPr kumimoji="0" lang="zh-CN" altLang="en-US" sz="2800">
                <a:solidFill>
                  <a:srgbClr val="000000"/>
                </a:solidFill>
                <a:latin typeface="华文中宋" panose="02010600040101010101" charset="-122"/>
                <a:ea typeface="楷体_GB2312" pitchFamily="49" charset="-122"/>
              </a:rPr>
              <a:t>在</a:t>
            </a:r>
            <a:r>
              <a:rPr kumimoji="0" lang="en-US" altLang="zh-CN" sz="2800">
                <a:solidFill>
                  <a:srgbClr val="000000"/>
                </a:solidFill>
                <a:latin typeface="华文中宋" panose="02010600040101010101" charset="-122"/>
                <a:ea typeface="楷体_GB2312" pitchFamily="49" charset="-122"/>
              </a:rPr>
              <a:t>s=jω</a:t>
            </a:r>
            <a:r>
              <a:rPr kumimoji="0" lang="zh-CN" altLang="en-US" sz="2800">
                <a:solidFill>
                  <a:srgbClr val="000000"/>
                </a:solidFill>
                <a:latin typeface="华文中宋" panose="02010600040101010101" charset="-122"/>
                <a:ea typeface="楷体_GB2312" pitchFamily="49" charset="-122"/>
              </a:rPr>
              <a:t>，即</a:t>
            </a:r>
            <a:r>
              <a:rPr kumimoji="0" lang="en-US" altLang="zh-CN" sz="2800">
                <a:solidFill>
                  <a:srgbClr val="000000"/>
                </a:solidFill>
                <a:latin typeface="华文中宋" panose="02010600040101010101" charset="-122"/>
                <a:ea typeface="楷体_GB2312" pitchFamily="49" charset="-122"/>
              </a:rPr>
              <a:t>σ=0</a:t>
            </a:r>
            <a:r>
              <a:rPr kumimoji="0" lang="zh-CN" altLang="en-US" sz="2800">
                <a:solidFill>
                  <a:srgbClr val="000000"/>
                </a:solidFill>
                <a:latin typeface="华文中宋" panose="02010600040101010101" charset="-122"/>
                <a:ea typeface="楷体_GB2312" pitchFamily="49" charset="-122"/>
              </a:rPr>
              <a:t>时的特殊情况。</a:t>
            </a:r>
            <a:endParaRPr kumimoji="0" lang="zh-CN" altLang="en-US" sz="2800">
              <a:solidFill>
                <a:srgbClr val="000000"/>
              </a:solidFill>
              <a:latin typeface="华文中宋" panose="02010600040101010101" charset="-122"/>
              <a:ea typeface="楷体_GB2312" pitchFamily="49" charset="-122"/>
            </a:endParaRPr>
          </a:p>
          <a:p>
            <a:pPr indent="-160655" eaLnBrk="1" hangingPunct="1">
              <a:lnSpc>
                <a:spcPct val="130000"/>
              </a:lnSpc>
              <a:buFont typeface="Wingdings" panose="05000000000000000000" pitchFamily="2" charset="2"/>
              <a:buChar char="l"/>
              <a:defRPr/>
            </a:pPr>
            <a:r>
              <a:rPr kumimoji="0" lang="zh-CN" altLang="en-US" sz="2800">
                <a:solidFill>
                  <a:srgbClr val="000000"/>
                </a:solidFill>
                <a:latin typeface="华文中宋" panose="02010600040101010101" charset="-122"/>
                <a:ea typeface="楷体_GB2312" pitchFamily="49" charset="-122"/>
              </a:rPr>
              <a:t> 求</a:t>
            </a:r>
            <a:r>
              <a:rPr kumimoji="0" lang="en-US" altLang="zh-CN" sz="2800">
                <a:solidFill>
                  <a:srgbClr val="000000"/>
                </a:solidFill>
                <a:latin typeface="华文中宋" panose="02010600040101010101" charset="-122"/>
                <a:ea typeface="楷体_GB2312" pitchFamily="49" charset="-122"/>
              </a:rPr>
              <a:t>F.T</a:t>
            </a:r>
            <a:r>
              <a:rPr kumimoji="0" lang="zh-CN" altLang="en-US" sz="2800">
                <a:solidFill>
                  <a:srgbClr val="FF0000"/>
                </a:solidFill>
                <a:latin typeface="华文中宋" panose="02010600040101010101" charset="-122"/>
                <a:ea typeface="楷体_GB2312" pitchFamily="49" charset="-122"/>
              </a:rPr>
              <a:t>反变换</a:t>
            </a:r>
            <a:r>
              <a:rPr kumimoji="0" lang="zh-CN" altLang="en-US" sz="2800">
                <a:solidFill>
                  <a:srgbClr val="000000"/>
                </a:solidFill>
                <a:latin typeface="华文中宋" panose="02010600040101010101" charset="-122"/>
                <a:ea typeface="楷体_GB2312" pitchFamily="49" charset="-122"/>
              </a:rPr>
              <a:t>时，广义积分只能沿着虚轴求取，而</a:t>
            </a:r>
            <a:r>
              <a:rPr kumimoji="0" lang="en-US" altLang="zh-CN" sz="2800">
                <a:solidFill>
                  <a:srgbClr val="000000"/>
                </a:solidFill>
                <a:latin typeface="华文中宋" panose="02010600040101010101" charset="-122"/>
                <a:ea typeface="楷体_GB2312" pitchFamily="49" charset="-122"/>
              </a:rPr>
              <a:t>L.T</a:t>
            </a:r>
            <a:r>
              <a:rPr kumimoji="0" lang="zh-CN" altLang="en-US" sz="2800">
                <a:solidFill>
                  <a:srgbClr val="000000"/>
                </a:solidFill>
                <a:latin typeface="华文中宋" panose="02010600040101010101" charset="-122"/>
                <a:ea typeface="楷体_GB2312" pitchFamily="49" charset="-122"/>
              </a:rPr>
              <a:t>的则可在收敛区内沿任何路径求取。通过</a:t>
            </a:r>
            <a:r>
              <a:rPr kumimoji="0" lang="en-US" altLang="zh-CN" sz="2800">
                <a:solidFill>
                  <a:srgbClr val="000000"/>
                </a:solidFill>
                <a:latin typeface="华文中宋" panose="02010600040101010101" charset="-122"/>
                <a:ea typeface="楷体_GB2312" pitchFamily="49" charset="-122"/>
              </a:rPr>
              <a:t>σ</a:t>
            </a:r>
            <a:r>
              <a:rPr kumimoji="0" lang="zh-CN" altLang="en-US" sz="2800">
                <a:solidFill>
                  <a:srgbClr val="000000"/>
                </a:solidFill>
                <a:latin typeface="华文中宋" panose="02010600040101010101" charset="-122"/>
                <a:ea typeface="楷体_GB2312" pitchFamily="49" charset="-122"/>
              </a:rPr>
              <a:t>取定值，则积分沿与</a:t>
            </a:r>
            <a:r>
              <a:rPr kumimoji="0" lang="en-US" altLang="zh-CN" sz="2800">
                <a:solidFill>
                  <a:srgbClr val="000000"/>
                </a:solidFill>
                <a:latin typeface="华文中宋" panose="02010600040101010101" charset="-122"/>
                <a:ea typeface="楷体_GB2312" pitchFamily="49" charset="-122"/>
              </a:rPr>
              <a:t>jω</a:t>
            </a:r>
            <a:r>
              <a:rPr kumimoji="0" lang="zh-CN" altLang="en-US" sz="2800">
                <a:solidFill>
                  <a:srgbClr val="000000"/>
                </a:solidFill>
                <a:latin typeface="华文中宋" panose="02010600040101010101" charset="-122"/>
                <a:ea typeface="楷体_GB2312" pitchFamily="49" charset="-122"/>
              </a:rPr>
              <a:t>平行且相距</a:t>
            </a:r>
            <a:r>
              <a:rPr kumimoji="0" lang="en-US" altLang="zh-CN" sz="2800">
                <a:solidFill>
                  <a:srgbClr val="000000"/>
                </a:solidFill>
                <a:latin typeface="华文中宋" panose="02010600040101010101" charset="-122"/>
                <a:ea typeface="楷体_GB2312" pitchFamily="49" charset="-122"/>
              </a:rPr>
              <a:t>σ</a:t>
            </a:r>
            <a:r>
              <a:rPr kumimoji="0" lang="zh-CN" altLang="en-US" sz="2800">
                <a:solidFill>
                  <a:srgbClr val="000000"/>
                </a:solidFill>
                <a:latin typeface="华文中宋" panose="02010600040101010101" charset="-122"/>
                <a:ea typeface="楷体_GB2312" pitchFamily="49" charset="-122"/>
              </a:rPr>
              <a:t>的直线进行。用复变函数的留数定理得知，</a:t>
            </a:r>
            <a:r>
              <a:rPr kumimoji="0" lang="en-US" altLang="zh-CN" sz="2800">
                <a:solidFill>
                  <a:srgbClr val="000000"/>
                </a:solidFill>
                <a:latin typeface="华文中宋" panose="02010600040101010101" charset="-122"/>
                <a:ea typeface="楷体_GB2312" pitchFamily="49" charset="-122"/>
              </a:rPr>
              <a:t>ILT</a:t>
            </a:r>
            <a:r>
              <a:rPr kumimoji="0" lang="zh-CN" altLang="en-US" sz="2800">
                <a:solidFill>
                  <a:srgbClr val="000000"/>
                </a:solidFill>
                <a:latin typeface="华文中宋" panose="02010600040101010101" charset="-122"/>
                <a:ea typeface="楷体_GB2312" pitchFamily="49" charset="-122"/>
              </a:rPr>
              <a:t>的求取比</a:t>
            </a:r>
            <a:r>
              <a:rPr kumimoji="0" lang="en-US" altLang="zh-CN" sz="2800">
                <a:solidFill>
                  <a:srgbClr val="000000"/>
                </a:solidFill>
                <a:latin typeface="华文中宋" panose="02010600040101010101" charset="-122"/>
                <a:ea typeface="楷体_GB2312" pitchFamily="49" charset="-122"/>
              </a:rPr>
              <a:t>IFT</a:t>
            </a:r>
            <a:r>
              <a:rPr kumimoji="0" lang="zh-CN" altLang="en-US" sz="2800">
                <a:solidFill>
                  <a:srgbClr val="000000"/>
                </a:solidFill>
                <a:latin typeface="华文中宋" panose="02010600040101010101" charset="-122"/>
                <a:ea typeface="楷体_GB2312" pitchFamily="49" charset="-122"/>
              </a:rPr>
              <a:t>的求取要简单容易的多。 </a:t>
            </a:r>
            <a:endParaRPr kumimoji="0" lang="zh-CN" altLang="en-US" sz="2800">
              <a:solidFill>
                <a:srgbClr val="000000"/>
              </a:solidFill>
              <a:latin typeface="华文中宋" panose="02010600040101010101" charset="-122"/>
              <a:ea typeface="楷体_GB2312" pitchFamily="49" charset="-122"/>
            </a:endParaRPr>
          </a:p>
        </p:txBody>
      </p:sp>
      <p:sp>
        <p:nvSpPr>
          <p:cNvPr id="306178" name="Rectangle 2"/>
          <p:cNvSpPr>
            <a:spLocks noChangeArrowheads="1"/>
          </p:cNvSpPr>
          <p:nvPr/>
        </p:nvSpPr>
        <p:spPr bwMode="auto">
          <a:xfrm>
            <a:off x="527050" y="63500"/>
            <a:ext cx="4116388" cy="620713"/>
          </a:xfrm>
          <a:prstGeom prst="rect">
            <a:avLst/>
          </a:prstGeom>
          <a:solidFill>
            <a:schemeClr val="accent1"/>
          </a:solidFill>
          <a:ln>
            <a:noFill/>
          </a:ln>
          <a:effectLst>
            <a:outerShdw blurRad="63500" dist="38099" dir="2700000" algn="ctr" rotWithShape="0">
              <a:schemeClr val="bg2">
                <a:alpha val="50000"/>
              </a:schemeClr>
            </a:outerShdw>
          </a:effectLst>
        </p:spPr>
        <p:txBody>
          <a:bodyPr anchor="ctr"/>
          <a:lstStyle/>
          <a:p>
            <a:pPr eaLnBrk="1" hangingPunct="1">
              <a:defRPr/>
            </a:pPr>
            <a:r>
              <a:rPr lang="en-US" altLang="zh-CN" sz="2800" dirty="0">
                <a:effectLst>
                  <a:outerShdw blurRad="38100" dist="38100" dir="2700000" algn="tl">
                    <a:srgbClr val="000000"/>
                  </a:outerShdw>
                </a:effectLst>
                <a:ea typeface="黑体" panose="02010609060101010101" charset="-122"/>
              </a:rPr>
              <a:t>§5.2 </a:t>
            </a:r>
            <a:r>
              <a:rPr lang="zh-CN" altLang="en-US" sz="2800" dirty="0">
                <a:effectLst>
                  <a:outerShdw blurRad="38100" dist="38100" dir="2700000" algn="tl">
                    <a:srgbClr val="000000"/>
                  </a:outerShdw>
                </a:effectLst>
                <a:ea typeface="黑体" panose="02010609060101010101" charset="-122"/>
              </a:rPr>
              <a:t>拉普拉斯变换</a:t>
            </a:r>
            <a:endParaRPr lang="zh-CN" altLang="en-US" sz="2800" dirty="0">
              <a:effectLst>
                <a:outerShdw blurRad="38100" dist="38100" dir="2700000" algn="tl">
                  <a:srgbClr val="000000"/>
                </a:outerShdw>
              </a:effectLst>
              <a:ea typeface="黑体" panose="02010609060101010101" charset="-122"/>
            </a:endParaRPr>
          </a:p>
        </p:txBody>
      </p:sp>
      <p:sp>
        <p:nvSpPr>
          <p:cNvPr id="2" name="墨迹 1"/>
          <p:cNvSpPr/>
          <p:nvPr/>
        </p:nvSpPr>
        <p:spPr bwMode="auto">
          <a:xfrm>
            <a:off x="2411640" y="2040120"/>
            <a:ext cx="5729040" cy="3631320"/>
          </a:xfrm>
        </p:spPr>
      </p:sp>
      <p:sp>
        <p:nvSpPr>
          <p:cNvPr id="4" name="文本框 3"/>
          <p:cNvSpPr txBox="1"/>
          <p:nvPr/>
        </p:nvSpPr>
        <p:spPr>
          <a:xfrm>
            <a:off x="2222438" y="3272212"/>
            <a:ext cx="4614374" cy="369332"/>
          </a:xfrm>
          <a:prstGeom prst="rect">
            <a:avLst/>
          </a:prstGeom>
          <a:noFill/>
        </p:spPr>
        <p:txBody>
          <a:bodyPr wrap="square">
            <a:spAutoFit/>
          </a:bodyPr>
          <a:lstStyle/>
          <a:p>
            <a:r>
              <a:rPr lang="zh-CN" altLang="en-US" dirty="0"/>
              <a:t>育）</a:t>
            </a:r>
            <a:endParaRPr lang="zh-CN" altLang="en-US" dirty="0"/>
          </a:p>
        </p:txBody>
      </p:sp>
      <p:sp>
        <p:nvSpPr>
          <p:cNvPr id="6" name="文本框 5"/>
          <p:cNvSpPr txBox="1"/>
          <p:nvPr/>
        </p:nvSpPr>
        <p:spPr>
          <a:xfrm>
            <a:off x="2222438" y="3272212"/>
            <a:ext cx="4614374" cy="369332"/>
          </a:xfrm>
          <a:prstGeom prst="rect">
            <a:avLst/>
          </a:prstGeom>
          <a:noFill/>
        </p:spPr>
        <p:txBody>
          <a:bodyPr wrap="square">
            <a:spAutoFit/>
          </a:bodyPr>
          <a:lstStyle/>
          <a:p>
            <a:r>
              <a:rPr lang="zh-CN" altLang="en-US" dirty="0"/>
              <a:t>育）</a:t>
            </a:r>
            <a:endParaRPr lang="zh-CN" altLang="en-US" dirty="0"/>
          </a:p>
        </p:txBody>
      </p:sp>
    </p:spTree>
    <p:custDataLst>
      <p:tags r:id="rId1"/>
    </p:custDataLst>
  </p:cSld>
  <p:clrMapOvr>
    <a:masterClrMapping/>
  </p:clrMapOvr>
  <p:transition advTm="68158"/>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nodeType="withEffect">
                                  <p:stCondLst>
                                    <p:cond delay="0"/>
                                  </p:stCondLst>
                                  <p:childTnLst>
                                    <p:set>
                                      <p:cBhvr>
                                        <p:cTn id="6" dur="1" fill="hold">
                                          <p:stCondLst>
                                            <p:cond delay="0"/>
                                          </p:stCondLst>
                                        </p:cTn>
                                        <p:tgtEl>
                                          <p:spTgt spid="2"/>
                                        </p:tgtEl>
                                        <p:attrNameLst>
                                          <p:attrName>style.visibility</p:attrName>
                                        </p:attrNameLst>
                                      </p:cBhvr>
                                      <p:to>
                                        <p:strVal val="visible"/>
                                      </p:to>
                                    </p:set>
                                    <p:cmd type="call" cmd="playFrom(0.0)">
                                      <p:cBhvr>
                                        <p:cTn id="7" dur="1" fill="hold"/>
                                        <p:tgtEl>
                                          <p:spTgt spid="2"/>
                                        </p:tgtEl>
                                      </p:cBhvr>
                                    </p:cmd>
                                  </p:childTnLst>
                                </p:cTn>
                              </p:par>
                            </p:childTnLst>
                          </p:cTn>
                        </p:par>
                        <p:par>
                          <p:cTn id="8" fill="hold">
                            <p:stCondLst>
                              <p:cond delay="0"/>
                            </p:stCondLst>
                            <p:childTnLst>
                              <p:par>
                                <p:cTn id="9" presetID="55" presetClass="entr" presetSubtype="0" fill="hold" nodeType="afterEffect">
                                  <p:stCondLst>
                                    <p:cond delay="0"/>
                                  </p:stCondLst>
                                  <p:childTnLst>
                                    <p:set>
                                      <p:cBhvr>
                                        <p:cTn id="10" dur="1" fill="hold">
                                          <p:stCondLst>
                                            <p:cond delay="0"/>
                                          </p:stCondLst>
                                        </p:cTn>
                                        <p:tgtEl>
                                          <p:spTgt spid="310275">
                                            <p:txEl>
                                              <p:pRg st="0" end="0"/>
                                            </p:txEl>
                                          </p:spTgt>
                                        </p:tgtEl>
                                        <p:attrNameLst>
                                          <p:attrName>style.visibility</p:attrName>
                                        </p:attrNameLst>
                                      </p:cBhvr>
                                      <p:to>
                                        <p:strVal val="visible"/>
                                      </p:to>
                                    </p:set>
                                    <p:anim calcmode="lin" valueType="num">
                                      <p:cBhvr>
                                        <p:cTn id="11" dur="1000" fill="hold"/>
                                        <p:tgtEl>
                                          <p:spTgt spid="310275">
                                            <p:txEl>
                                              <p:pRg st="0" end="0"/>
                                            </p:txEl>
                                          </p:spTgt>
                                        </p:tgtEl>
                                        <p:attrNameLst>
                                          <p:attrName>ppt_w</p:attrName>
                                        </p:attrNameLst>
                                      </p:cBhvr>
                                      <p:tavLst>
                                        <p:tav tm="0">
                                          <p:val>
                                            <p:strVal val="#ppt_w*0.70"/>
                                          </p:val>
                                        </p:tav>
                                        <p:tav tm="100000">
                                          <p:val>
                                            <p:strVal val="#ppt_w"/>
                                          </p:val>
                                        </p:tav>
                                      </p:tavLst>
                                    </p:anim>
                                    <p:anim calcmode="lin" valueType="num">
                                      <p:cBhvr>
                                        <p:cTn id="12" dur="1000" fill="hold"/>
                                        <p:tgtEl>
                                          <p:spTgt spid="310275">
                                            <p:txEl>
                                              <p:pRg st="0" end="0"/>
                                            </p:txEl>
                                          </p:spTgt>
                                        </p:tgtEl>
                                        <p:attrNameLst>
                                          <p:attrName>ppt_h</p:attrName>
                                        </p:attrNameLst>
                                      </p:cBhvr>
                                      <p:tavLst>
                                        <p:tav tm="0">
                                          <p:val>
                                            <p:strVal val="#ppt_h"/>
                                          </p:val>
                                        </p:tav>
                                        <p:tav tm="100000">
                                          <p:val>
                                            <p:strVal val="#ppt_h"/>
                                          </p:val>
                                        </p:tav>
                                      </p:tavLst>
                                    </p:anim>
                                    <p:animEffect transition="in" filter="fade">
                                      <p:cBhvr>
                                        <p:cTn id="13" dur="1000"/>
                                        <p:tgtEl>
                                          <p:spTgt spid="310275">
                                            <p:txEl>
                                              <p:pRg st="0" end="0"/>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55" presetClass="entr" presetSubtype="0" fill="hold" nodeType="clickEffect">
                                  <p:stCondLst>
                                    <p:cond delay="0"/>
                                  </p:stCondLst>
                                  <p:childTnLst>
                                    <p:set>
                                      <p:cBhvr>
                                        <p:cTn id="17" dur="1" fill="hold">
                                          <p:stCondLst>
                                            <p:cond delay="0"/>
                                          </p:stCondLst>
                                        </p:cTn>
                                        <p:tgtEl>
                                          <p:spTgt spid="310275">
                                            <p:txEl>
                                              <p:pRg st="1" end="1"/>
                                            </p:txEl>
                                          </p:spTgt>
                                        </p:tgtEl>
                                        <p:attrNameLst>
                                          <p:attrName>style.visibility</p:attrName>
                                        </p:attrNameLst>
                                      </p:cBhvr>
                                      <p:to>
                                        <p:strVal val="visible"/>
                                      </p:to>
                                    </p:set>
                                    <p:anim calcmode="lin" valueType="num">
                                      <p:cBhvr>
                                        <p:cTn id="18" dur="1000" fill="hold"/>
                                        <p:tgtEl>
                                          <p:spTgt spid="310275">
                                            <p:txEl>
                                              <p:pRg st="1" end="1"/>
                                            </p:txEl>
                                          </p:spTgt>
                                        </p:tgtEl>
                                        <p:attrNameLst>
                                          <p:attrName>ppt_w</p:attrName>
                                        </p:attrNameLst>
                                      </p:cBhvr>
                                      <p:tavLst>
                                        <p:tav tm="0">
                                          <p:val>
                                            <p:strVal val="#ppt_w*0.70"/>
                                          </p:val>
                                        </p:tav>
                                        <p:tav tm="100000">
                                          <p:val>
                                            <p:strVal val="#ppt_w"/>
                                          </p:val>
                                        </p:tav>
                                      </p:tavLst>
                                    </p:anim>
                                    <p:anim calcmode="lin" valueType="num">
                                      <p:cBhvr>
                                        <p:cTn id="19" dur="1000" fill="hold"/>
                                        <p:tgtEl>
                                          <p:spTgt spid="310275">
                                            <p:txEl>
                                              <p:pRg st="1" end="1"/>
                                            </p:txEl>
                                          </p:spTgt>
                                        </p:tgtEl>
                                        <p:attrNameLst>
                                          <p:attrName>ppt_h</p:attrName>
                                        </p:attrNameLst>
                                      </p:cBhvr>
                                      <p:tavLst>
                                        <p:tav tm="0">
                                          <p:val>
                                            <p:strVal val="#ppt_h"/>
                                          </p:val>
                                        </p:tav>
                                        <p:tav tm="100000">
                                          <p:val>
                                            <p:strVal val="#ppt_h"/>
                                          </p:val>
                                        </p:tav>
                                      </p:tavLst>
                                    </p:anim>
                                    <p:animEffect transition="in" filter="fade">
                                      <p:cBhvr>
                                        <p:cTn id="20" dur="1000"/>
                                        <p:tgtEl>
                                          <p:spTgt spid="310275">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4"/>
          <p:cNvSpPr>
            <a:spLocks noGrp="1" noChangeArrowheads="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a:spcBef>
                <a:spcPct val="0"/>
              </a:spcBef>
              <a:buFontTx/>
              <a:buNone/>
            </a:pPr>
            <a:fld id="{B9E16FED-71E4-4B2E-B180-01D399153E5E}" type="datetime1">
              <a:rPr kumimoji="0" lang="zh-CN" altLang="en-US" sz="1200" smtClean="0">
                <a:solidFill>
                  <a:srgbClr val="000000"/>
                </a:solidFill>
                <a:ea typeface="宋体" panose="02010600030101010101" pitchFamily="2" charset="-122"/>
              </a:rPr>
            </a:fld>
            <a:endParaRPr kumimoji="0" lang="en-US" altLang="zh-CN" sz="1200">
              <a:solidFill>
                <a:srgbClr val="000000"/>
              </a:solidFill>
              <a:ea typeface="宋体" panose="02010600030101010101" pitchFamily="2" charset="-122"/>
            </a:endParaRPr>
          </a:p>
        </p:txBody>
      </p:sp>
      <p:grpSp>
        <p:nvGrpSpPr>
          <p:cNvPr id="3" name="Group 2"/>
          <p:cNvGrpSpPr/>
          <p:nvPr/>
        </p:nvGrpSpPr>
        <p:grpSpPr bwMode="auto">
          <a:xfrm>
            <a:off x="971600" y="1267561"/>
            <a:ext cx="7885113" cy="790575"/>
            <a:chOff x="612" y="709"/>
            <a:chExt cx="4967" cy="498"/>
          </a:xfrm>
        </p:grpSpPr>
        <p:sp>
          <p:nvSpPr>
            <p:cNvPr id="2" name="Rectangle 12"/>
            <p:cNvSpPr>
              <a:spLocks noChangeArrowheads="1"/>
            </p:cNvSpPr>
            <p:nvPr/>
          </p:nvSpPr>
          <p:spPr bwMode="auto">
            <a:xfrm>
              <a:off x="2653" y="799"/>
              <a:ext cx="2926" cy="408"/>
            </a:xfrm>
            <a:prstGeom prst="rect">
              <a:avLst/>
            </a:prstGeom>
            <a:noFill/>
            <a:ln w="9525">
              <a:noFill/>
              <a:miter lim="800000"/>
            </a:ln>
            <a:effectLst/>
          </p:spPr>
          <p:txBody>
            <a:bodyPr/>
            <a:lstStyle/>
            <a:p>
              <a:pPr marL="342900" indent="-342900" eaLnBrk="1" hangingPunct="1">
                <a:spcBef>
                  <a:spcPct val="20000"/>
                </a:spcBef>
                <a:defRPr/>
              </a:pPr>
              <a:r>
                <a:rPr lang="zh-CN" altLang="en-US" sz="2400">
                  <a:solidFill>
                    <a:srgbClr val="000000"/>
                  </a:solidFill>
                  <a:effectLst>
                    <a:outerShdw blurRad="38100" dist="38100" dir="2700000" algn="tl">
                      <a:srgbClr val="C0C0C0"/>
                    </a:outerShdw>
                  </a:effectLst>
                  <a:ea typeface="华文中宋" panose="02010600040101010101" charset="-122"/>
                </a:rPr>
                <a:t>称为</a:t>
              </a:r>
              <a:r>
                <a:rPr lang="zh-CN" altLang="en-US" sz="2400">
                  <a:solidFill>
                    <a:srgbClr val="FF0000"/>
                  </a:solidFill>
                  <a:effectLst>
                    <a:outerShdw blurRad="38100" dist="38100" dir="2700000" algn="tl">
                      <a:srgbClr val="C0C0C0"/>
                    </a:outerShdw>
                  </a:effectLst>
                  <a:ea typeface="华文中宋" panose="02010600040101010101" charset="-122"/>
                </a:rPr>
                <a:t>双边拉普拉斯变换</a:t>
              </a:r>
              <a:r>
                <a:rPr lang="zh-CN" altLang="en-US" sz="2400">
                  <a:solidFill>
                    <a:srgbClr val="000000"/>
                  </a:solidFill>
                  <a:effectLst>
                    <a:outerShdw blurRad="38100" dist="38100" dir="2700000" algn="tl">
                      <a:srgbClr val="C0C0C0"/>
                    </a:outerShdw>
                  </a:effectLst>
                  <a:ea typeface="华文中宋" panose="02010600040101010101" charset="-122"/>
                </a:rPr>
                <a:t>或</a:t>
              </a:r>
              <a:r>
                <a:rPr lang="zh-CN" altLang="en-US" sz="2400">
                  <a:solidFill>
                    <a:srgbClr val="FF0000"/>
                  </a:solidFill>
                  <a:effectLst>
                    <a:outerShdw blurRad="38100" dist="38100" dir="2700000" algn="tl">
                      <a:srgbClr val="C0C0C0"/>
                    </a:outerShdw>
                  </a:effectLst>
                  <a:ea typeface="华文中宋" panose="02010600040101010101" charset="-122"/>
                </a:rPr>
                <a:t>象函数</a:t>
              </a:r>
              <a:endParaRPr lang="zh-CN" altLang="en-US" sz="2400">
                <a:solidFill>
                  <a:srgbClr val="FF0000"/>
                </a:solidFill>
                <a:effectLst>
                  <a:outerShdw blurRad="38100" dist="38100" dir="2700000" algn="tl">
                    <a:srgbClr val="C0C0C0"/>
                  </a:outerShdw>
                </a:effectLst>
                <a:ea typeface="华文中宋" panose="02010600040101010101" charset="-122"/>
              </a:endParaRPr>
            </a:p>
            <a:p>
              <a:pPr marL="342900" indent="-342900" eaLnBrk="1" hangingPunct="1">
                <a:spcBef>
                  <a:spcPct val="20000"/>
                </a:spcBef>
                <a:defRPr/>
              </a:pPr>
              <a:endParaRPr lang="en-US" altLang="zh-CN" sz="2400">
                <a:solidFill>
                  <a:srgbClr val="000000"/>
                </a:solidFill>
                <a:effectLst>
                  <a:outerShdw blurRad="38100" dist="38100" dir="2700000" algn="tl">
                    <a:srgbClr val="C0C0C0"/>
                  </a:outerShdw>
                </a:effectLst>
                <a:ea typeface="华文中宋" panose="02010600040101010101" charset="-122"/>
              </a:endParaRPr>
            </a:p>
          </p:txBody>
        </p:sp>
        <p:graphicFrame>
          <p:nvGraphicFramePr>
            <p:cNvPr id="21519" name="Object 4"/>
            <p:cNvGraphicFramePr>
              <a:graphicFrameLocks noChangeAspect="1"/>
            </p:cNvGraphicFramePr>
            <p:nvPr/>
          </p:nvGraphicFramePr>
          <p:xfrm>
            <a:off x="612" y="709"/>
            <a:ext cx="1814" cy="472"/>
          </p:xfrm>
          <a:graphic>
            <a:graphicData uri="http://schemas.openxmlformats.org/presentationml/2006/ole">
              <mc:AlternateContent xmlns:mc="http://schemas.openxmlformats.org/markup-compatibility/2006">
                <mc:Choice xmlns:v="urn:schemas-microsoft-com:vml" Requires="v">
                  <p:oleObj spid="_x0000_s4" name="公式" r:id="rId1" imgW="1269365" imgH="330200" progId="Equation.3">
                    <p:embed/>
                  </p:oleObj>
                </mc:Choice>
                <mc:Fallback>
                  <p:oleObj name="公式" r:id="rId1" imgW="1269365" imgH="330200" progId="Equation.3">
                    <p:embed/>
                    <p:pic>
                      <p:nvPicPr>
                        <p:cNvPr id="0" name="Object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2" y="709"/>
                          <a:ext cx="1814" cy="4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pSp>
      <p:grpSp>
        <p:nvGrpSpPr>
          <p:cNvPr id="5" name="Group 10"/>
          <p:cNvGrpSpPr/>
          <p:nvPr/>
        </p:nvGrpSpPr>
        <p:grpSpPr bwMode="auto">
          <a:xfrm>
            <a:off x="860745" y="2143922"/>
            <a:ext cx="8388350" cy="792163"/>
            <a:chOff x="476" y="2523"/>
            <a:chExt cx="5284" cy="499"/>
          </a:xfrm>
        </p:grpSpPr>
        <mc:AlternateContent xmlns:mc="http://schemas.openxmlformats.org/markup-compatibility/2006">
          <mc:Choice xmlns:a14="http://schemas.microsoft.com/office/drawing/2010/main" Requires="a14">
            <p:sp>
              <p:nvSpPr>
                <p:cNvPr id="21514" name="Object 11"/>
                <p:cNvSpPr txBox="1"/>
                <p:nvPr/>
              </p:nvSpPr>
              <p:spPr bwMode="auto">
                <a:xfrm>
                  <a:off x="476" y="2523"/>
                  <a:ext cx="2131" cy="499"/>
                </a:xfrm>
                <a:prstGeom prst="rect">
                  <a:avLst/>
                </a:prstGeom>
                <a:solidFill>
                  <a:schemeClr val="tx1"/>
                </a:solidFill>
                <a:ln>
                  <a:noFill/>
                </a:ln>
                <a:effectLst/>
              </p:spPr>
              <p:txBody>
                <a:bodyPr>
                  <a:normAutofit/>
                </a:bodyPr>
                <a:lstStyle/>
                <a:p>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pitchFamily="18" charset="0"/>
                          </a:rPr>
                          <m:t>𝑓</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r>
                              <a:rPr lang="zh-CN" altLang="en-US" i="1">
                                <a:solidFill>
                                  <a:srgbClr val="000000"/>
                                </a:solidFill>
                                <a:latin typeface="Cambria Math" panose="02040503050406030204" pitchFamily="18" charset="0"/>
                              </a:rPr>
                              <m:t>1</m:t>
                            </m:r>
                          </m:num>
                          <m:den>
                            <m:r>
                              <a:rPr lang="zh-CN" altLang="en-US" i="1">
                                <a:solidFill>
                                  <a:srgbClr val="000000"/>
                                </a:solidFill>
                                <a:latin typeface="Cambria Math" panose="02040503050406030204" pitchFamily="18" charset="0"/>
                              </a:rPr>
                              <m:t>2</m:t>
                            </m:r>
                            <m:r>
                              <a:rPr lang="zh-CN" altLang="en-US" i="1">
                                <a:solidFill>
                                  <a:srgbClr val="000000"/>
                                </a:solidFill>
                                <a:latin typeface="Cambria Math" panose="02040503050406030204" pitchFamily="18" charset="0"/>
                              </a:rPr>
                              <m:t>𝜋</m:t>
                            </m:r>
                            <m:r>
                              <a:rPr lang="zh-CN" altLang="en-US" i="1">
                                <a:solidFill>
                                  <a:srgbClr val="000000"/>
                                </a:solidFill>
                                <a:latin typeface="Cambria Math" panose="02040503050406030204" pitchFamily="18" charset="0"/>
                              </a:rPr>
                              <m:t>𝑗</m:t>
                            </m:r>
                          </m:den>
                        </m:f>
                        <m:nary>
                          <m:naryPr>
                            <m:ctrlPr>
                              <a:rPr lang="zh-CN" altLang="en-US" i="1">
                                <a:solidFill>
                                  <a:srgbClr val="000000"/>
                                </a:solidFill>
                                <a:latin typeface="Cambria Math" panose="02040503050406030204" pitchFamily="18" charset="0"/>
                              </a:rPr>
                            </m:ctrlPr>
                          </m:naryPr>
                          <m:sub>
                            <m:r>
                              <a:rPr lang="zh-CN" altLang="en-US" i="1">
                                <a:solidFill>
                                  <a:srgbClr val="000000"/>
                                </a:solidFill>
                                <a:latin typeface="Cambria Math" panose="02040503050406030204" pitchFamily="18" charset="0"/>
                              </a:rPr>
                              <m:t>𝜎</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𝑗</m:t>
                            </m:r>
                            <m:r>
                              <a:rPr lang="zh-CN" altLang="en-US" i="1">
                                <a:solidFill>
                                  <a:srgbClr val="000000"/>
                                </a:solidFill>
                                <a:latin typeface="Cambria Math" panose="02040503050406030204" pitchFamily="18" charset="0"/>
                              </a:rPr>
                              <m:t>∞</m:t>
                            </m:r>
                          </m:sub>
                          <m:sup>
                            <m:r>
                              <a:rPr lang="zh-CN" altLang="en-US" i="1">
                                <a:solidFill>
                                  <a:srgbClr val="000000"/>
                                </a:solidFill>
                                <a:latin typeface="Cambria Math" panose="02040503050406030204" pitchFamily="18" charset="0"/>
                              </a:rPr>
                              <m:t>𝜎</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𝑗</m:t>
                            </m:r>
                            <m:r>
                              <a:rPr lang="zh-CN" altLang="en-US" i="1">
                                <a:solidFill>
                                  <a:srgbClr val="000000"/>
                                </a:solidFill>
                                <a:latin typeface="Cambria Math" panose="02040503050406030204" pitchFamily="18" charset="0"/>
                              </a:rPr>
                              <m:t>∞</m:t>
                            </m:r>
                          </m:sup>
                          <m:e>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𝐹</m:t>
                                </m:r>
                              </m:e>
                              <m:sub>
                                <m:r>
                                  <a:rPr lang="zh-CN" altLang="en-US" i="1">
                                    <a:solidFill>
                                      <a:srgbClr val="000000"/>
                                    </a:solidFill>
                                    <a:latin typeface="Cambria Math" panose="02040503050406030204" pitchFamily="18" charset="0"/>
                                  </a:rPr>
                                  <m:t>𝑑</m:t>
                                </m:r>
                              </m:sub>
                            </m:sSub>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𝑠</m:t>
                            </m:r>
                            <m:r>
                              <a:rPr lang="zh-CN" altLang="en-US" i="1">
                                <a:solidFill>
                                  <a:srgbClr val="000000"/>
                                </a:solidFill>
                                <a:latin typeface="Cambria Math" panose="02040503050406030204" pitchFamily="18" charset="0"/>
                              </a:rPr>
                              <m:t>)</m:t>
                            </m:r>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𝑒</m:t>
                                </m:r>
                              </m:e>
                              <m:sup>
                                <m:r>
                                  <a:rPr lang="zh-CN" altLang="en-US" i="1">
                                    <a:solidFill>
                                      <a:srgbClr val="000000"/>
                                    </a:solidFill>
                                    <a:latin typeface="Cambria Math" panose="02040503050406030204" pitchFamily="18" charset="0"/>
                                  </a:rPr>
                                  <m:t>𝑠𝑡</m:t>
                                </m:r>
                              </m:sup>
                            </m:sSup>
                            <m:r>
                              <a:rPr lang="zh-CN" altLang="en-US" i="1">
                                <a:solidFill>
                                  <a:srgbClr val="000000"/>
                                </a:solidFill>
                                <a:latin typeface="Cambria Math" panose="02040503050406030204" pitchFamily="18" charset="0"/>
                              </a:rPr>
                              <m:t>𝑑𝑠</m:t>
                            </m:r>
                          </m:e>
                        </m:nary>
                      </m:oMath>
                    </m:oMathPara>
                  </a14:m>
                  <a:endParaRPr lang="zh-CN" altLang="en-US" dirty="0"/>
                </a:p>
              </p:txBody>
            </p:sp>
          </mc:Choice>
          <mc:Fallback>
            <p:sp>
              <p:nvSpPr>
                <p:cNvPr id="21514" name="Object 11"/>
                <p:cNvSpPr txBox="1">
                  <a:spLocks noRot="1" noChangeAspect="1" noMove="1" noResize="1" noEditPoints="1" noAdjustHandles="1" noChangeArrowheads="1" noChangeShapeType="1" noTextEdit="1"/>
                </p:cNvSpPr>
                <p:nvPr/>
              </p:nvSpPr>
              <p:spPr bwMode="auto">
                <a:xfrm>
                  <a:off x="476" y="2523"/>
                  <a:ext cx="2131" cy="499"/>
                </a:xfrm>
                <a:prstGeom prst="rect">
                  <a:avLst/>
                </a:prstGeom>
                <a:blipFill rotWithShape="1">
                  <a:blip r:embed="rId3"/>
                </a:blipFill>
                <a:ln>
                  <a:noFill/>
                </a:ln>
                <a:effectLst/>
              </p:spPr>
              <p:txBody>
                <a:bodyPr/>
                <a:lstStyle/>
                <a:p>
                  <a:r>
                    <a:rPr lang="zh-CN" altLang="en-US">
                      <a:noFill/>
                    </a:rPr>
                    <a:t> </a:t>
                  </a:r>
                </a:p>
              </p:txBody>
            </p:sp>
          </mc:Fallback>
        </mc:AlternateContent>
        <p:sp>
          <p:nvSpPr>
            <p:cNvPr id="114700" name="Rectangle 12"/>
            <p:cNvSpPr>
              <a:spLocks noChangeArrowheads="1"/>
            </p:cNvSpPr>
            <p:nvPr/>
          </p:nvSpPr>
          <p:spPr bwMode="auto">
            <a:xfrm>
              <a:off x="2676" y="2614"/>
              <a:ext cx="3084" cy="318"/>
            </a:xfrm>
            <a:prstGeom prst="rect">
              <a:avLst/>
            </a:prstGeom>
            <a:noFill/>
            <a:ln w="9525">
              <a:noFill/>
              <a:miter lim="800000"/>
            </a:ln>
            <a:effectLst/>
          </p:spPr>
          <p:txBody>
            <a:bodyPr/>
            <a:lstStyle/>
            <a:p>
              <a:pPr marL="342900" indent="-342900" eaLnBrk="1" hangingPunct="1">
                <a:spcBef>
                  <a:spcPct val="20000"/>
                </a:spcBef>
                <a:defRPr/>
              </a:pPr>
              <a:r>
                <a:rPr lang="zh-CN" altLang="en-US" sz="2400" dirty="0">
                  <a:solidFill>
                    <a:srgbClr val="000000"/>
                  </a:solidFill>
                  <a:effectLst>
                    <a:outerShdw blurRad="38100" dist="38100" dir="2700000" algn="tl">
                      <a:srgbClr val="C0C0C0"/>
                    </a:outerShdw>
                  </a:effectLst>
                  <a:ea typeface="华文中宋" panose="02010600040101010101" charset="-122"/>
                </a:rPr>
                <a:t>称为</a:t>
              </a:r>
              <a:r>
                <a:rPr lang="zh-CN" altLang="en-US" sz="2400" dirty="0">
                  <a:solidFill>
                    <a:srgbClr val="FF0000"/>
                  </a:solidFill>
                  <a:effectLst>
                    <a:outerShdw blurRad="38100" dist="38100" dir="2700000" algn="tl">
                      <a:srgbClr val="C0C0C0"/>
                    </a:outerShdw>
                  </a:effectLst>
                  <a:ea typeface="华文中宋" panose="02010600040101010101" charset="-122"/>
                </a:rPr>
                <a:t>双边拉普拉斯反变换</a:t>
              </a:r>
              <a:r>
                <a:rPr lang="zh-CN" altLang="en-US" sz="2400" dirty="0">
                  <a:solidFill>
                    <a:srgbClr val="000000"/>
                  </a:solidFill>
                  <a:effectLst>
                    <a:outerShdw blurRad="38100" dist="38100" dir="2700000" algn="tl">
                      <a:srgbClr val="C0C0C0"/>
                    </a:outerShdw>
                  </a:effectLst>
                  <a:ea typeface="华文中宋" panose="02010600040101010101" charset="-122"/>
                </a:rPr>
                <a:t>或</a:t>
              </a:r>
              <a:r>
                <a:rPr lang="zh-CN" altLang="en-US" sz="2400" dirty="0">
                  <a:solidFill>
                    <a:srgbClr val="FF0000"/>
                  </a:solidFill>
                  <a:effectLst>
                    <a:outerShdw blurRad="38100" dist="38100" dir="2700000" algn="tl">
                      <a:srgbClr val="C0C0C0"/>
                    </a:outerShdw>
                  </a:effectLst>
                  <a:ea typeface="华文中宋" panose="02010600040101010101" charset="-122"/>
                </a:rPr>
                <a:t>原函数</a:t>
              </a:r>
              <a:endParaRPr lang="zh-CN" altLang="en-US" sz="2400" dirty="0">
                <a:solidFill>
                  <a:srgbClr val="FF0000"/>
                </a:solidFill>
                <a:effectLst>
                  <a:outerShdw blurRad="38100" dist="38100" dir="2700000" algn="tl">
                    <a:srgbClr val="C0C0C0"/>
                  </a:outerShdw>
                </a:effectLst>
                <a:ea typeface="华文中宋" panose="02010600040101010101" charset="-122"/>
              </a:endParaRPr>
            </a:p>
            <a:p>
              <a:pPr marL="342900" indent="-342900" eaLnBrk="1" hangingPunct="1">
                <a:spcBef>
                  <a:spcPct val="20000"/>
                </a:spcBef>
                <a:defRPr/>
              </a:pPr>
              <a:endParaRPr lang="en-US" altLang="zh-CN" sz="2400" dirty="0">
                <a:solidFill>
                  <a:srgbClr val="000000"/>
                </a:solidFill>
                <a:effectLst>
                  <a:outerShdw blurRad="38100" dist="38100" dir="2700000" algn="tl">
                    <a:srgbClr val="C0C0C0"/>
                  </a:outerShdw>
                </a:effectLst>
                <a:ea typeface="华文中宋" panose="02010600040101010101" charset="-122"/>
              </a:endParaRPr>
            </a:p>
          </p:txBody>
        </p:sp>
      </p:grpSp>
      <p:graphicFrame>
        <p:nvGraphicFramePr>
          <p:cNvPr id="183310" name="Object 14"/>
          <p:cNvGraphicFramePr>
            <a:graphicFrameLocks noChangeAspect="1"/>
          </p:cNvGraphicFramePr>
          <p:nvPr/>
        </p:nvGraphicFramePr>
        <p:xfrm>
          <a:off x="1187624" y="4262709"/>
          <a:ext cx="6985000" cy="1657350"/>
        </p:xfrm>
        <a:graphic>
          <a:graphicData uri="http://schemas.openxmlformats.org/presentationml/2006/ole">
            <mc:AlternateContent xmlns:mc="http://schemas.openxmlformats.org/markup-compatibility/2006">
              <mc:Choice xmlns:v="urn:schemas-microsoft-com:vml" Requires="v">
                <p:oleObj spid="_x0000_s6" name="公式" r:id="rId4" imgW="3403600" imgH="736600" progId="Equation.3">
                  <p:embed/>
                </p:oleObj>
              </mc:Choice>
              <mc:Fallback>
                <p:oleObj name="公式" r:id="rId4" imgW="3403600" imgH="736600" progId="Equation.3">
                  <p:embed/>
                  <p:pic>
                    <p:nvPicPr>
                      <p:cNvPr id="0" name="Object 1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87624" y="4262709"/>
                        <a:ext cx="6985000" cy="1657350"/>
                      </a:xfrm>
                      <a:prstGeom prst="rect">
                        <a:avLst/>
                      </a:prstGeom>
                      <a:solidFill>
                        <a:schemeClr val="tx1"/>
                      </a:solidFill>
                      <a:ln w="9525">
                        <a:solidFill>
                          <a:schemeClr val="bg1"/>
                        </a:solidFill>
                        <a:miter lim="800000"/>
                        <a:headEnd/>
                        <a:tailEnd/>
                      </a:ln>
                      <a:effectLst>
                        <a:outerShdw dist="35921" dir="2700000" algn="ctr" rotWithShape="0">
                          <a:schemeClr val="bg2">
                            <a:alpha val="74997"/>
                          </a:schemeClr>
                        </a:outerShdw>
                      </a:effectLst>
                    </p:spPr>
                  </p:pic>
                </p:oleObj>
              </mc:Fallback>
            </mc:AlternateContent>
          </a:graphicData>
        </a:graphic>
      </p:graphicFrame>
      <p:sp>
        <p:nvSpPr>
          <p:cNvPr id="18" name="Rectangle 2"/>
          <p:cNvSpPr>
            <a:spLocks noChangeArrowheads="1"/>
          </p:cNvSpPr>
          <p:nvPr/>
        </p:nvSpPr>
        <p:spPr bwMode="auto">
          <a:xfrm>
            <a:off x="646733" y="-9946"/>
            <a:ext cx="6409084" cy="490537"/>
          </a:xfrm>
          <a:prstGeom prst="rect">
            <a:avLst/>
          </a:prstGeom>
          <a:solidFill>
            <a:schemeClr val="bg1"/>
          </a:solidFill>
          <a:ln>
            <a:noFill/>
          </a:ln>
          <a:effectLst>
            <a:outerShdw blurRad="63500" dist="38099" dir="2700000" algn="ctr" rotWithShape="0">
              <a:schemeClr val="bg2">
                <a:alpha val="74998"/>
              </a:schemeClr>
            </a:outerShdw>
          </a:effectLst>
        </p:spPr>
        <p:txBody>
          <a:bodyPr anchor="ctr"/>
          <a:lstStyle/>
          <a:p>
            <a:pPr eaLnBrk="1" hangingPunct="1">
              <a:defRPr/>
            </a:pPr>
            <a:r>
              <a:rPr lang="zh-CN" altLang="en-US" sz="2800" dirty="0">
                <a:solidFill>
                  <a:srgbClr val="FF0000"/>
                </a:solidFill>
                <a:effectLst>
                  <a:outerShdw blurRad="38100" dist="38100" dir="2700000" algn="tl">
                    <a:srgbClr val="000000"/>
                  </a:outerShdw>
                </a:effectLst>
                <a:ea typeface="黑体" panose="02010609060101010101" charset="-122"/>
              </a:rPr>
              <a:t>回顾</a:t>
            </a:r>
            <a:r>
              <a:rPr lang="en-US" altLang="zh-CN" sz="2800" dirty="0">
                <a:solidFill>
                  <a:srgbClr val="FF0000"/>
                </a:solidFill>
                <a:effectLst>
                  <a:outerShdw blurRad="38100" dist="38100" dir="2700000" algn="tl">
                    <a:srgbClr val="000000"/>
                  </a:outerShdw>
                </a:effectLst>
                <a:ea typeface="黑体" panose="02010609060101010101" charset="-122"/>
              </a:rPr>
              <a:t>   </a:t>
            </a:r>
            <a:r>
              <a:rPr lang="zh-CN" altLang="en-US" sz="2800" dirty="0">
                <a:solidFill>
                  <a:srgbClr val="FF0000"/>
                </a:solidFill>
                <a:effectLst>
                  <a:outerShdw blurRad="38100" dist="38100" dir="2700000" algn="tl">
                    <a:srgbClr val="000000"/>
                  </a:outerShdw>
                </a:effectLst>
                <a:ea typeface="黑体" panose="02010609060101010101" charset="-122"/>
              </a:rPr>
              <a:t>拉普拉斯变换的定义</a:t>
            </a:r>
            <a:endParaRPr lang="zh-CN" altLang="en-US" sz="2800" dirty="0">
              <a:solidFill>
                <a:srgbClr val="FF0000"/>
              </a:solidFill>
              <a:effectLst>
                <a:outerShdw blurRad="38100" dist="38100" dir="2700000" algn="tl">
                  <a:srgbClr val="000000"/>
                </a:outerShdw>
              </a:effectLst>
              <a:ea typeface="黑体" panose="02010609060101010101" charset="-122"/>
            </a:endParaRPr>
          </a:p>
        </p:txBody>
      </p:sp>
      <mc:AlternateContent xmlns:mc="http://schemas.openxmlformats.org/markup-compatibility/2006">
        <mc:Choice xmlns:a14="http://schemas.microsoft.com/office/drawing/2010/main" Requires="a14">
          <p:sp>
            <p:nvSpPr>
              <p:cNvPr id="19" name="Object 15"/>
              <p:cNvSpPr txBox="1"/>
              <p:nvPr/>
            </p:nvSpPr>
            <p:spPr bwMode="auto">
              <a:xfrm>
                <a:off x="528344" y="725945"/>
                <a:ext cx="8494741" cy="434123"/>
              </a:xfrm>
              <a:prstGeom prst="rect">
                <a:avLst/>
              </a:prstGeom>
              <a:solidFill>
                <a:schemeClr val="tx1"/>
              </a:solidFill>
              <a:ln w="9525">
                <a:solidFill>
                  <a:srgbClr val="C0C0C0"/>
                </a:solidFill>
                <a:miter lim="800000"/>
              </a:ln>
              <a:effectLst>
                <a:outerShdw dist="35921" dir="2700000" algn="ctr" rotWithShape="0">
                  <a:schemeClr val="bg2">
                    <a:alpha val="74997"/>
                  </a:schemeClr>
                </a:outerShdw>
              </a:effectLst>
            </p:spPr>
            <p:txBody>
              <a:bodyPr>
                <a:noAutofit/>
              </a:bodyPr>
              <a:lstStyle/>
              <a:p>
                <a:r>
                  <a:rPr lang="en-US" altLang="zh-CN" sz="2400" b="0" dirty="0">
                    <a:solidFill>
                      <a:srgbClr val="000000"/>
                    </a:solidFill>
                    <a:ea typeface="+mj-ea"/>
                  </a:rPr>
                  <a:t>1</a:t>
                </a:r>
                <a:r>
                  <a:rPr lang="zh-CN" altLang="en-US" sz="2400" b="0" dirty="0">
                    <a:solidFill>
                      <a:srgbClr val="000000"/>
                    </a:solidFill>
                    <a:ea typeface="+mj-ea"/>
                  </a:rPr>
                  <a:t>）</a:t>
                </a:r>
                <a14:m>
                  <m:oMath xmlns:m="http://schemas.openxmlformats.org/officeDocument/2006/math">
                    <m:r>
                      <a:rPr lang="zh-CN" altLang="en-US" sz="2400" b="1">
                        <a:solidFill>
                          <a:srgbClr val="FF0000"/>
                        </a:solidFill>
                        <a:latin typeface="Cambria Math" panose="02040503050406030204" pitchFamily="18" charset="0"/>
                      </a:rPr>
                      <m:t>双边</m:t>
                    </m:r>
                  </m:oMath>
                </a14:m>
                <a:r>
                  <a:rPr lang="en-US" altLang="zh-CN" sz="2400" dirty="0">
                    <a:solidFill>
                      <a:srgbClr val="FF0000"/>
                    </a:solidFill>
                    <a:latin typeface="+mj-ea"/>
                  </a:rPr>
                  <a:t>LT</a:t>
                </a:r>
                <a:r>
                  <a:rPr lang="zh-CN" altLang="en-US" sz="2400" dirty="0">
                    <a:solidFill>
                      <a:srgbClr val="FF0000"/>
                    </a:solidFill>
                    <a:latin typeface="+mj-ea"/>
                  </a:rPr>
                  <a:t>的定义：</a:t>
                </a:r>
                <a14:m>
                  <m:oMath xmlns:m="http://schemas.openxmlformats.org/officeDocument/2006/math">
                    <m:r>
                      <a:rPr lang="zh-CN" altLang="en-US" sz="2400" b="0" i="1" smtClean="0">
                        <a:solidFill>
                          <a:srgbClr val="000000"/>
                        </a:solidFill>
                        <a:latin typeface="Cambria Math" panose="02040503050406030204" pitchFamily="18" charset="0"/>
                        <a:ea typeface="+mj-ea"/>
                      </a:rPr>
                      <m:t>对于</m:t>
                    </m:r>
                    <m:r>
                      <a:rPr lang="zh-CN" altLang="en-US" sz="2400" b="0" i="1">
                        <a:solidFill>
                          <a:srgbClr val="000000"/>
                        </a:solidFill>
                        <a:latin typeface="Cambria Math" panose="02040503050406030204" pitchFamily="18" charset="0"/>
                        <a:ea typeface="+mj-ea"/>
                      </a:rPr>
                      <m:t>无始信号，</m:t>
                    </m:r>
                    <m:r>
                      <a:rPr lang="zh-CN" altLang="en-US" sz="2400" b="0" i="1">
                        <a:solidFill>
                          <a:srgbClr val="000000"/>
                        </a:solidFill>
                        <a:latin typeface="Cambria Math" panose="02040503050406030204" pitchFamily="18" charset="0"/>
                        <a:ea typeface="+mj-ea"/>
                      </a:rPr>
                      <m:t>𝑓</m:t>
                    </m:r>
                    <m:d>
                      <m:dPr>
                        <m:ctrlPr>
                          <a:rPr lang="zh-CN" altLang="en-US" sz="2400" b="0" i="1">
                            <a:solidFill>
                              <a:srgbClr val="000000"/>
                            </a:solidFill>
                            <a:latin typeface="Cambria Math" panose="02040503050406030204" pitchFamily="18" charset="0"/>
                            <a:ea typeface="+mj-ea"/>
                          </a:rPr>
                        </m:ctrlPr>
                      </m:dPr>
                      <m:e>
                        <m:r>
                          <a:rPr lang="zh-CN" altLang="en-US" sz="2400" b="0" i="1">
                            <a:solidFill>
                              <a:srgbClr val="000000"/>
                            </a:solidFill>
                            <a:latin typeface="Cambria Math" panose="02040503050406030204" pitchFamily="18" charset="0"/>
                            <a:ea typeface="+mj-ea"/>
                          </a:rPr>
                          <m:t>𝑡</m:t>
                        </m:r>
                      </m:e>
                    </m:d>
                    <m:r>
                      <a:rPr lang="zh-CN" altLang="en-US" sz="2400" b="0" i="1">
                        <a:solidFill>
                          <a:srgbClr val="000000"/>
                        </a:solidFill>
                        <a:latin typeface="Cambria Math" panose="02040503050406030204" pitchFamily="18" charset="0"/>
                        <a:ea typeface="+mj-ea"/>
                      </a:rPr>
                      <m:t>=</m:t>
                    </m:r>
                    <m:r>
                      <m:rPr>
                        <m:sty m:val="p"/>
                      </m:rPr>
                      <a:rPr lang="zh-CN" altLang="en-US" sz="2400" b="0" i="0">
                        <a:solidFill>
                          <a:srgbClr val="000000"/>
                        </a:solidFill>
                        <a:latin typeface="Cambria Math" panose="02040503050406030204" pitchFamily="18" charset="0"/>
                        <a:ea typeface="+mj-ea"/>
                      </a:rPr>
                      <m:t>f</m:t>
                    </m:r>
                    <m:d>
                      <m:dPr>
                        <m:ctrlPr>
                          <a:rPr lang="zh-CN" altLang="en-US" sz="2400" b="0" i="1">
                            <a:solidFill>
                              <a:srgbClr val="000000"/>
                            </a:solidFill>
                            <a:latin typeface="Cambria Math" panose="02040503050406030204" pitchFamily="18" charset="0"/>
                            <a:ea typeface="+mj-ea"/>
                          </a:rPr>
                        </m:ctrlPr>
                      </m:dPr>
                      <m:e>
                        <m:r>
                          <m:rPr>
                            <m:sty m:val="p"/>
                          </m:rPr>
                          <a:rPr lang="zh-CN" altLang="en-US" sz="2400" b="0" i="0">
                            <a:solidFill>
                              <a:srgbClr val="000000"/>
                            </a:solidFill>
                            <a:latin typeface="Cambria Math" panose="02040503050406030204" pitchFamily="18" charset="0"/>
                            <a:ea typeface="+mj-ea"/>
                          </a:rPr>
                          <m:t>t</m:t>
                        </m:r>
                      </m:e>
                    </m:d>
                    <m:r>
                      <a:rPr lang="zh-CN" altLang="en-US" sz="2400" b="0" i="1">
                        <a:solidFill>
                          <a:srgbClr val="000000"/>
                        </a:solidFill>
                        <a:latin typeface="Cambria Math" panose="02040503050406030204" pitchFamily="18" charset="0"/>
                        <a:ea typeface="+mj-ea"/>
                      </a:rPr>
                      <m:t>，</m:t>
                    </m:r>
                    <m:r>
                      <a:rPr lang="en-US" altLang="zh-CN" sz="2400" b="0" i="1" smtClean="0">
                        <a:solidFill>
                          <a:srgbClr val="000000"/>
                        </a:solidFill>
                        <a:latin typeface="Cambria Math" panose="02040503050406030204" pitchFamily="18" charset="0"/>
                        <a:ea typeface="+mj-ea"/>
                      </a:rPr>
                      <m:t>−</m:t>
                    </m:r>
                    <m:r>
                      <a:rPr lang="zh-CN" altLang="en-US" sz="2400" b="0" i="1" smtClean="0">
                        <a:solidFill>
                          <a:srgbClr val="000000"/>
                        </a:solidFill>
                        <a:latin typeface="Cambria Math" panose="02040503050406030204" pitchFamily="18" charset="0"/>
                        <a:ea typeface="+mj-ea"/>
                      </a:rPr>
                      <m:t>∞</m:t>
                    </m:r>
                    <m:r>
                      <a:rPr lang="en-US" altLang="zh-CN" sz="2400" b="0" i="1" smtClean="0">
                        <a:solidFill>
                          <a:srgbClr val="000000"/>
                        </a:solidFill>
                        <a:latin typeface="Cambria Math" panose="02040503050406030204" pitchFamily="18" charset="0"/>
                        <a:ea typeface="+mj-ea"/>
                      </a:rPr>
                      <m:t>&lt;</m:t>
                    </m:r>
                  </m:oMath>
                </a14:m>
                <a:r>
                  <a:rPr lang="en-US" altLang="zh-CN" sz="2400" b="0" i="1" dirty="0">
                    <a:solidFill>
                      <a:srgbClr val="000000"/>
                    </a:solidFill>
                    <a:latin typeface="+mj-ea"/>
                    <a:ea typeface="+mj-ea"/>
                  </a:rPr>
                  <a:t>t&lt;+</a:t>
                </a:r>
                <a14:m>
                  <m:oMath xmlns:m="http://schemas.openxmlformats.org/officeDocument/2006/math">
                    <m:r>
                      <a:rPr lang="zh-CN" altLang="en-US" sz="2400" b="0" i="1" smtClean="0">
                        <a:solidFill>
                          <a:srgbClr val="000000"/>
                        </a:solidFill>
                        <a:latin typeface="Cambria Math" panose="02040503050406030204" pitchFamily="18" charset="0"/>
                        <a:ea typeface="+mj-ea"/>
                      </a:rPr>
                      <m:t>∞</m:t>
                    </m:r>
                  </m:oMath>
                </a14:m>
                <a:endParaRPr lang="zh-CN" altLang="en-US" sz="2400" b="0" dirty="0">
                  <a:latin typeface="+mj-ea"/>
                  <a:ea typeface="+mj-ea"/>
                </a:endParaRPr>
              </a:p>
            </p:txBody>
          </p:sp>
        </mc:Choice>
        <mc:Fallback>
          <p:sp>
            <p:nvSpPr>
              <p:cNvPr id="19" name="Object 15"/>
              <p:cNvSpPr txBox="1">
                <a:spLocks noRot="1" noChangeAspect="1" noMove="1" noResize="1" noEditPoints="1" noAdjustHandles="1" noChangeArrowheads="1" noChangeShapeType="1" noTextEdit="1"/>
              </p:cNvSpPr>
              <p:nvPr/>
            </p:nvSpPr>
            <p:spPr bwMode="auto">
              <a:xfrm>
                <a:off x="528344" y="725945"/>
                <a:ext cx="8494741" cy="434123"/>
              </a:xfrm>
              <a:prstGeom prst="rect">
                <a:avLst/>
              </a:prstGeom>
              <a:blipFill rotWithShape="1">
                <a:blip r:embed="rId6"/>
                <a:stretch>
                  <a:fillRect l="-60" t="-1202" r="-354" b="-7039"/>
                </a:stretch>
              </a:blipFill>
              <a:ln w="9525">
                <a:solidFill>
                  <a:srgbClr val="C0C0C0"/>
                </a:solidFill>
                <a:miter lim="800000"/>
              </a:ln>
              <a:effectLst>
                <a:outerShdw dist="35921" dir="2700000" algn="ctr" rotWithShape="0">
                  <a:schemeClr val="bg2">
                    <a:alpha val="74997"/>
                  </a:schemeClr>
                </a:outerShdw>
              </a:effec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8" name="矩形 7"/>
              <p:cNvSpPr/>
              <p:nvPr/>
            </p:nvSpPr>
            <p:spPr>
              <a:xfrm>
                <a:off x="1187624" y="2952667"/>
                <a:ext cx="6480720" cy="679930"/>
              </a:xfrm>
              <a:prstGeom prst="rect">
                <a:avLst/>
              </a:prstGeom>
            </p:spPr>
            <p:txBody>
              <a:bodyPr wrap="square">
                <a:spAutoFit/>
              </a:bodyPr>
              <a:lstStyle/>
              <a:p>
                <a14:m>
                  <m:oMathPara xmlns:m="http://schemas.openxmlformats.org/officeDocument/2006/math">
                    <m:oMathParaPr>
                      <m:jc m:val="centerGroup"/>
                    </m:oMathParaPr>
                    <m:oMath xmlns:m="http://schemas.openxmlformats.org/officeDocument/2006/math">
                      <m:r>
                        <a:rPr lang="zh-CN" altLang="en-US" sz="2800" i="1">
                          <a:solidFill>
                            <a:srgbClr val="FF0000"/>
                          </a:solidFill>
                          <a:latin typeface="Cambria Math" panose="02040503050406030204" pitchFamily="18" charset="0"/>
                          <a:ea typeface="+mj-ea"/>
                        </a:rPr>
                        <m:t>双</m:t>
                      </m:r>
                      <m:r>
                        <a:rPr lang="zh-CN" altLang="en-US" sz="2800" i="1" smtClean="0">
                          <a:solidFill>
                            <a:srgbClr val="FF0000"/>
                          </a:solidFill>
                          <a:latin typeface="Cambria Math" panose="02040503050406030204" pitchFamily="18" charset="0"/>
                          <a:ea typeface="+mj-ea"/>
                        </a:rPr>
                        <m:t>边拉普拉斯变换</m:t>
                      </m:r>
                      <m:r>
                        <a:rPr lang="zh-CN" altLang="en-US" sz="2800" i="1">
                          <a:solidFill>
                            <a:srgbClr val="000000"/>
                          </a:solidFill>
                          <a:latin typeface="Cambria Math" panose="02040503050406030204" pitchFamily="18" charset="0"/>
                          <a:ea typeface="+mj-ea"/>
                        </a:rPr>
                        <m:t>对：</m:t>
                      </m:r>
                      <m:r>
                        <a:rPr lang="zh-CN" altLang="en-US" sz="2800" i="1">
                          <a:solidFill>
                            <a:srgbClr val="000000"/>
                          </a:solidFill>
                          <a:latin typeface="Cambria Math" panose="02040503050406030204" pitchFamily="18" charset="0"/>
                          <a:ea typeface="+mj-ea"/>
                        </a:rPr>
                        <m:t>𝑓</m:t>
                      </m:r>
                      <m:r>
                        <a:rPr lang="zh-CN" altLang="en-US" sz="2800" i="1">
                          <a:solidFill>
                            <a:srgbClr val="000000"/>
                          </a:solidFill>
                          <a:latin typeface="Cambria Math" panose="02040503050406030204" pitchFamily="18" charset="0"/>
                          <a:ea typeface="+mj-ea"/>
                        </a:rPr>
                        <m:t>(</m:t>
                      </m:r>
                      <m:r>
                        <a:rPr lang="zh-CN" altLang="en-US" sz="2800" i="1">
                          <a:solidFill>
                            <a:srgbClr val="000000"/>
                          </a:solidFill>
                          <a:latin typeface="Cambria Math" panose="02040503050406030204" pitchFamily="18" charset="0"/>
                          <a:ea typeface="+mj-ea"/>
                        </a:rPr>
                        <m:t>𝑡</m:t>
                      </m:r>
                      <m:r>
                        <a:rPr lang="zh-CN" altLang="en-US" sz="2800" i="1">
                          <a:solidFill>
                            <a:srgbClr val="000000"/>
                          </a:solidFill>
                          <a:latin typeface="Cambria Math" panose="02040503050406030204" pitchFamily="18" charset="0"/>
                          <a:ea typeface="+mj-ea"/>
                        </a:rPr>
                        <m:t>) </m:t>
                      </m:r>
                      <m:groupChr>
                        <m:groupChrPr>
                          <m:chr m:val="↔"/>
                          <m:vertJc m:val="bot"/>
                          <m:ctrlPr>
                            <a:rPr lang="zh-CN" altLang="en-US" sz="2800" i="1" smtClean="0">
                              <a:solidFill>
                                <a:srgbClr val="000000"/>
                              </a:solidFill>
                              <a:latin typeface="Cambria Math" panose="02040503050406030204" pitchFamily="18" charset="0"/>
                              <a:ea typeface="+mj-ea"/>
                            </a:rPr>
                          </m:ctrlPr>
                        </m:groupChrPr>
                        <m:e>
                          <m:r>
                            <m:rPr>
                              <m:sty m:val="p"/>
                              <m:brk m:alnAt="2"/>
                            </m:rPr>
                            <a:rPr lang="en-US" altLang="zh-CN" sz="2800" i="1">
                              <a:solidFill>
                                <a:srgbClr val="000000"/>
                              </a:solidFill>
                              <a:latin typeface="Cambria Math" panose="02040503050406030204" pitchFamily="18" charset="0"/>
                              <a:ea typeface="+mj-ea"/>
                            </a:rPr>
                            <m:t>L</m:t>
                          </m:r>
                          <m:r>
                            <m:rPr>
                              <m:sty m:val="p"/>
                            </m:rPr>
                            <a:rPr lang="en-US" altLang="zh-CN" sz="2800" i="1" baseline="-25000" smtClean="0">
                              <a:solidFill>
                                <a:srgbClr val="000000"/>
                              </a:solidFill>
                              <a:latin typeface="Cambria Math" panose="02040503050406030204" pitchFamily="18" charset="0"/>
                              <a:ea typeface="+mj-ea"/>
                            </a:rPr>
                            <m:t>B</m:t>
                          </m:r>
                        </m:e>
                      </m:groupChr>
                      <m:r>
                        <a:rPr lang="zh-CN" altLang="en-US" sz="2800" i="1">
                          <a:solidFill>
                            <a:srgbClr val="000000"/>
                          </a:solidFill>
                          <a:latin typeface="Cambria Math" panose="02040503050406030204" pitchFamily="18" charset="0"/>
                          <a:ea typeface="+mj-ea"/>
                        </a:rPr>
                        <m:t>𝐹</m:t>
                      </m:r>
                      <m:r>
                        <a:rPr lang="zh-CN" altLang="en-US" sz="2800" i="1">
                          <a:solidFill>
                            <a:srgbClr val="000000"/>
                          </a:solidFill>
                          <a:latin typeface="Cambria Math" panose="02040503050406030204" pitchFamily="18" charset="0"/>
                          <a:ea typeface="+mj-ea"/>
                        </a:rPr>
                        <m:t>(</m:t>
                      </m:r>
                      <m:r>
                        <a:rPr lang="zh-CN" altLang="en-US" sz="2800" i="1">
                          <a:solidFill>
                            <a:srgbClr val="000000"/>
                          </a:solidFill>
                          <a:latin typeface="Cambria Math" panose="02040503050406030204" pitchFamily="18" charset="0"/>
                          <a:ea typeface="+mj-ea"/>
                        </a:rPr>
                        <m:t>𝑠</m:t>
                      </m:r>
                      <m:r>
                        <a:rPr lang="zh-CN" altLang="en-US" sz="2800" i="1">
                          <a:solidFill>
                            <a:srgbClr val="000000"/>
                          </a:solidFill>
                          <a:latin typeface="Cambria Math" panose="02040503050406030204" pitchFamily="18" charset="0"/>
                          <a:ea typeface="+mj-ea"/>
                        </a:rPr>
                        <m:t>)</m:t>
                      </m:r>
                    </m:oMath>
                  </m:oMathPara>
                </a14:m>
                <a:endParaRPr lang="zh-CN" altLang="en-US" sz="2800" dirty="0"/>
              </a:p>
            </p:txBody>
          </p:sp>
        </mc:Choice>
        <mc:Fallback>
          <p:sp>
            <p:nvSpPr>
              <p:cNvPr id="8" name="矩形 7"/>
              <p:cNvSpPr>
                <a:spLocks noRot="1" noChangeAspect="1" noMove="1" noResize="1" noEditPoints="1" noAdjustHandles="1" noChangeArrowheads="1" noChangeShapeType="1" noTextEdit="1"/>
              </p:cNvSpPr>
              <p:nvPr/>
            </p:nvSpPr>
            <p:spPr>
              <a:xfrm>
                <a:off x="1187624" y="2952667"/>
                <a:ext cx="6480720" cy="679930"/>
              </a:xfrm>
              <a:prstGeom prst="rect">
                <a:avLst/>
              </a:prstGeom>
              <a:blipFill rotWithShape="1">
                <a:blip r:embed="rId7"/>
                <a:stretch>
                  <a:fillRect l="-3" t="-81" r="1" b="-876"/>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7" name="Object 15"/>
              <p:cNvSpPr txBox="1"/>
              <p:nvPr/>
            </p:nvSpPr>
            <p:spPr bwMode="auto">
              <a:xfrm>
                <a:off x="541755" y="3635344"/>
                <a:ext cx="8494741" cy="434123"/>
              </a:xfrm>
              <a:prstGeom prst="rect">
                <a:avLst/>
              </a:prstGeom>
              <a:solidFill>
                <a:schemeClr val="tx1"/>
              </a:solidFill>
              <a:ln w="9525">
                <a:solidFill>
                  <a:srgbClr val="C0C0C0"/>
                </a:solidFill>
                <a:miter lim="800000"/>
              </a:ln>
              <a:effectLst>
                <a:outerShdw dist="35921" dir="2700000" algn="ctr" rotWithShape="0">
                  <a:schemeClr val="bg2">
                    <a:alpha val="74997"/>
                  </a:schemeClr>
                </a:outerShdw>
              </a:effectLst>
            </p:spPr>
            <p:txBody>
              <a:bodyPr>
                <a:noAutofit/>
              </a:bodyPr>
              <a:lstStyle/>
              <a:p>
                <a:r>
                  <a:rPr lang="en-US" altLang="zh-CN" sz="2400" b="0" dirty="0">
                    <a:solidFill>
                      <a:srgbClr val="000000"/>
                    </a:solidFill>
                    <a:ea typeface="+mj-ea"/>
                  </a:rPr>
                  <a:t>2</a:t>
                </a:r>
                <a:r>
                  <a:rPr lang="zh-CN" altLang="en-US" sz="2400" b="0" dirty="0">
                    <a:solidFill>
                      <a:srgbClr val="000000"/>
                    </a:solidFill>
                    <a:ea typeface="+mj-ea"/>
                  </a:rPr>
                  <a:t>）</a:t>
                </a:r>
                <a14:m>
                  <m:oMath xmlns:m="http://schemas.openxmlformats.org/officeDocument/2006/math">
                    <m:r>
                      <a:rPr lang="zh-CN" altLang="en-US" sz="2400" dirty="0">
                        <a:solidFill>
                          <a:srgbClr val="FF0000"/>
                        </a:solidFill>
                        <a:latin typeface="Cambria Math" panose="02040503050406030204" pitchFamily="18" charset="0"/>
                      </a:rPr>
                      <m:t>单边</m:t>
                    </m:r>
                  </m:oMath>
                </a14:m>
                <a:r>
                  <a:rPr lang="en-US" altLang="zh-CN" sz="2400" dirty="0">
                    <a:solidFill>
                      <a:srgbClr val="FF0000"/>
                    </a:solidFill>
                    <a:latin typeface="+mj-ea"/>
                  </a:rPr>
                  <a:t>LT</a:t>
                </a:r>
                <a:r>
                  <a:rPr lang="zh-CN" altLang="en-US" sz="2400" dirty="0">
                    <a:solidFill>
                      <a:srgbClr val="FF0000"/>
                    </a:solidFill>
                    <a:latin typeface="+mj-ea"/>
                  </a:rPr>
                  <a:t>的定义：</a:t>
                </a:r>
                <a14:m>
                  <m:oMath xmlns:m="http://schemas.openxmlformats.org/officeDocument/2006/math">
                    <m:r>
                      <a:rPr lang="zh-CN" altLang="en-US" sz="2400" b="0" i="1" smtClean="0">
                        <a:solidFill>
                          <a:srgbClr val="000000"/>
                        </a:solidFill>
                        <a:latin typeface="Cambria Math" panose="02040503050406030204" pitchFamily="18" charset="0"/>
                        <a:ea typeface="+mj-ea"/>
                      </a:rPr>
                      <m:t>对于</m:t>
                    </m:r>
                    <m:r>
                      <a:rPr lang="zh-CN" altLang="en-US" sz="2400" b="0" i="1">
                        <a:solidFill>
                          <a:srgbClr val="000000"/>
                        </a:solidFill>
                        <a:latin typeface="Cambria Math" panose="02040503050406030204" pitchFamily="18" charset="0"/>
                        <a:ea typeface="+mj-ea"/>
                      </a:rPr>
                      <m:t>有始信号，</m:t>
                    </m:r>
                    <m:r>
                      <a:rPr lang="zh-CN" altLang="en-US" sz="2400" b="0" i="1">
                        <a:solidFill>
                          <a:srgbClr val="000000"/>
                        </a:solidFill>
                        <a:latin typeface="Cambria Math" panose="02040503050406030204" pitchFamily="18" charset="0"/>
                        <a:ea typeface="+mj-ea"/>
                      </a:rPr>
                      <m:t>𝑓</m:t>
                    </m:r>
                    <m:r>
                      <a:rPr lang="zh-CN" altLang="en-US" sz="2400" i="1">
                        <a:solidFill>
                          <a:srgbClr val="000000"/>
                        </a:solidFill>
                        <a:latin typeface="Cambria Math" panose="02040503050406030204" pitchFamily="18" charset="0"/>
                      </a:rPr>
                      <m:t>(</m:t>
                    </m:r>
                    <m:r>
                      <a:rPr lang="zh-CN" altLang="en-US" sz="2400" i="1">
                        <a:solidFill>
                          <a:srgbClr val="000000"/>
                        </a:solidFill>
                        <a:latin typeface="Cambria Math" panose="02040503050406030204" pitchFamily="18" charset="0"/>
                      </a:rPr>
                      <m:t>𝑡</m:t>
                    </m:r>
                    <m:r>
                      <a:rPr lang="zh-CN" altLang="en-US" sz="2400" i="1">
                        <a:solidFill>
                          <a:srgbClr val="000000"/>
                        </a:solidFill>
                        <a:latin typeface="Cambria Math" panose="02040503050406030204" pitchFamily="18" charset="0"/>
                      </a:rPr>
                      <m:t>)=</m:t>
                    </m:r>
                    <m:r>
                      <m:rPr>
                        <m:sty m:val="p"/>
                      </m:rPr>
                      <a:rPr lang="zh-CN" altLang="en-US" sz="2400">
                        <a:solidFill>
                          <a:srgbClr val="000000"/>
                        </a:solidFill>
                        <a:latin typeface="Cambria Math" panose="02040503050406030204" pitchFamily="18" charset="0"/>
                      </a:rPr>
                      <m:t>f</m:t>
                    </m:r>
                    <m:r>
                      <a:rPr lang="zh-CN" altLang="en-US" sz="2400" i="1">
                        <a:solidFill>
                          <a:srgbClr val="000000"/>
                        </a:solidFill>
                        <a:latin typeface="Cambria Math" panose="02040503050406030204" pitchFamily="18" charset="0"/>
                      </a:rPr>
                      <m:t>(</m:t>
                    </m:r>
                    <m:r>
                      <m:rPr>
                        <m:sty m:val="p"/>
                      </m:rPr>
                      <a:rPr lang="zh-CN" altLang="en-US" sz="2400">
                        <a:solidFill>
                          <a:srgbClr val="000000"/>
                        </a:solidFill>
                        <a:latin typeface="Cambria Math" panose="02040503050406030204" pitchFamily="18" charset="0"/>
                      </a:rPr>
                      <m:t>t</m:t>
                    </m:r>
                    <m:r>
                      <a:rPr lang="zh-CN" altLang="en-US" sz="2400" i="1">
                        <a:solidFill>
                          <a:srgbClr val="000000"/>
                        </a:solidFill>
                        <a:latin typeface="Cambria Math" panose="02040503050406030204" pitchFamily="18" charset="0"/>
                      </a:rPr>
                      <m:t>)</m:t>
                    </m:r>
                    <m:r>
                      <a:rPr lang="zh-CN" altLang="en-US" sz="2400" i="1">
                        <a:solidFill>
                          <a:srgbClr val="000000"/>
                        </a:solidFill>
                        <a:latin typeface="Cambria Math" panose="02040503050406030204" pitchFamily="18" charset="0"/>
                      </a:rPr>
                      <m:t>𝜀</m:t>
                    </m:r>
                    <m:r>
                      <a:rPr lang="zh-CN" altLang="en-US" sz="2400" i="1">
                        <a:solidFill>
                          <a:srgbClr val="000000"/>
                        </a:solidFill>
                        <a:latin typeface="Cambria Math" panose="02040503050406030204" pitchFamily="18" charset="0"/>
                      </a:rPr>
                      <m:t>(</m:t>
                    </m:r>
                    <m:r>
                      <m:rPr>
                        <m:sty m:val="p"/>
                      </m:rPr>
                      <a:rPr lang="zh-CN" altLang="en-US" sz="2400">
                        <a:solidFill>
                          <a:srgbClr val="000000"/>
                        </a:solidFill>
                        <a:latin typeface="Cambria Math" panose="02040503050406030204" pitchFamily="18" charset="0"/>
                      </a:rPr>
                      <m:t>t</m:t>
                    </m:r>
                    <m:r>
                      <a:rPr lang="zh-CN" altLang="en-US" sz="2400" i="1">
                        <a:solidFill>
                          <a:srgbClr val="000000"/>
                        </a:solidFill>
                        <a:latin typeface="Cambria Math" panose="02040503050406030204" pitchFamily="18" charset="0"/>
                      </a:rPr>
                      <m:t>)</m:t>
                    </m:r>
                    <m:r>
                      <a:rPr lang="zh-CN" altLang="en-US" sz="2400" b="0" i="1">
                        <a:solidFill>
                          <a:srgbClr val="000000"/>
                        </a:solidFill>
                        <a:latin typeface="Cambria Math" panose="02040503050406030204" pitchFamily="18" charset="0"/>
                        <a:ea typeface="+mj-ea"/>
                      </a:rPr>
                      <m:t>，</m:t>
                    </m:r>
                    <m:r>
                      <a:rPr lang="en-US" altLang="zh-CN" sz="2400" b="0" i="1">
                        <a:solidFill>
                          <a:srgbClr val="000000"/>
                        </a:solidFill>
                        <a:latin typeface="Cambria Math" panose="02040503050406030204" pitchFamily="18" charset="0"/>
                        <a:ea typeface="+mj-ea"/>
                      </a:rPr>
                      <m:t>0</m:t>
                    </m:r>
                    <m:r>
                      <a:rPr lang="en-US" altLang="zh-CN" sz="2400" b="0" i="1" smtClean="0">
                        <a:solidFill>
                          <a:srgbClr val="000000"/>
                        </a:solidFill>
                        <a:latin typeface="Cambria Math" panose="02040503050406030204" pitchFamily="18" charset="0"/>
                        <a:ea typeface="+mj-ea"/>
                      </a:rPr>
                      <m:t>&lt;</m:t>
                    </m:r>
                  </m:oMath>
                </a14:m>
                <a:r>
                  <a:rPr lang="en-US" altLang="zh-CN" sz="2400" b="0" i="1" dirty="0">
                    <a:solidFill>
                      <a:srgbClr val="000000"/>
                    </a:solidFill>
                    <a:latin typeface="+mj-ea"/>
                    <a:ea typeface="+mj-ea"/>
                  </a:rPr>
                  <a:t>t&lt;+</a:t>
                </a:r>
                <a14:m>
                  <m:oMath xmlns:m="http://schemas.openxmlformats.org/officeDocument/2006/math">
                    <m:r>
                      <a:rPr lang="zh-CN" altLang="en-US" sz="2400" b="0" i="1" smtClean="0">
                        <a:solidFill>
                          <a:srgbClr val="000000"/>
                        </a:solidFill>
                        <a:latin typeface="Cambria Math" panose="02040503050406030204" pitchFamily="18" charset="0"/>
                        <a:ea typeface="+mj-ea"/>
                      </a:rPr>
                      <m:t>∞</m:t>
                    </m:r>
                  </m:oMath>
                </a14:m>
                <a:endParaRPr lang="zh-CN" altLang="en-US" sz="2400" b="0" dirty="0">
                  <a:latin typeface="+mj-ea"/>
                  <a:ea typeface="+mj-ea"/>
                </a:endParaRPr>
              </a:p>
            </p:txBody>
          </p:sp>
        </mc:Choice>
        <mc:Fallback>
          <p:sp>
            <p:nvSpPr>
              <p:cNvPr id="17" name="Object 15"/>
              <p:cNvSpPr txBox="1">
                <a:spLocks noRot="1" noChangeAspect="1" noMove="1" noResize="1" noEditPoints="1" noAdjustHandles="1" noChangeArrowheads="1" noChangeShapeType="1" noTextEdit="1"/>
              </p:cNvSpPr>
              <p:nvPr/>
            </p:nvSpPr>
            <p:spPr bwMode="auto">
              <a:xfrm>
                <a:off x="541755" y="3635344"/>
                <a:ext cx="8494741" cy="434123"/>
              </a:xfrm>
              <a:prstGeom prst="rect">
                <a:avLst/>
              </a:prstGeom>
              <a:blipFill rotWithShape="1">
                <a:blip r:embed="rId8"/>
                <a:stretch>
                  <a:fillRect l="-61" t="-1163" r="-354" b="-7078"/>
                </a:stretch>
              </a:blipFill>
              <a:ln w="9525">
                <a:solidFill>
                  <a:srgbClr val="C0C0C0"/>
                </a:solidFill>
                <a:miter lim="800000"/>
              </a:ln>
              <a:effectLst>
                <a:outerShdw dist="35921" dir="2700000" algn="ctr" rotWithShape="0">
                  <a:schemeClr val="bg2">
                    <a:alpha val="74997"/>
                  </a:schemeClr>
                </a:outerShdw>
              </a:effec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0" name="矩形 19"/>
              <p:cNvSpPr/>
              <p:nvPr/>
            </p:nvSpPr>
            <p:spPr>
              <a:xfrm>
                <a:off x="1192560" y="5914366"/>
                <a:ext cx="6480720" cy="679930"/>
              </a:xfrm>
              <a:prstGeom prst="rect">
                <a:avLst/>
              </a:prstGeom>
            </p:spPr>
            <p:txBody>
              <a:bodyPr wrap="square">
                <a:spAutoFit/>
              </a:bodyPr>
              <a:lstStyle/>
              <a:p>
                <a14:m>
                  <m:oMathPara xmlns:m="http://schemas.openxmlformats.org/officeDocument/2006/math">
                    <m:oMathParaPr>
                      <m:jc m:val="centerGroup"/>
                    </m:oMathParaPr>
                    <m:oMath xmlns:m="http://schemas.openxmlformats.org/officeDocument/2006/math">
                      <m:r>
                        <a:rPr lang="zh-CN" altLang="en-US" sz="2800" i="1" smtClean="0">
                          <a:solidFill>
                            <a:srgbClr val="FF0000"/>
                          </a:solidFill>
                          <a:latin typeface="Cambria Math" panose="02040503050406030204" pitchFamily="18" charset="0"/>
                          <a:ea typeface="+mj-ea"/>
                        </a:rPr>
                        <m:t>单边拉普拉斯变换</m:t>
                      </m:r>
                      <m:r>
                        <a:rPr lang="zh-CN" altLang="en-US" sz="2800" i="1">
                          <a:solidFill>
                            <a:srgbClr val="000000"/>
                          </a:solidFill>
                          <a:latin typeface="Cambria Math" panose="02040503050406030204" pitchFamily="18" charset="0"/>
                          <a:ea typeface="+mj-ea"/>
                        </a:rPr>
                        <m:t>对：</m:t>
                      </m:r>
                      <m:r>
                        <a:rPr lang="zh-CN" altLang="en-US" sz="2800" i="1">
                          <a:solidFill>
                            <a:srgbClr val="000000"/>
                          </a:solidFill>
                          <a:latin typeface="Cambria Math" panose="02040503050406030204" pitchFamily="18" charset="0"/>
                          <a:ea typeface="+mj-ea"/>
                        </a:rPr>
                        <m:t>𝑓</m:t>
                      </m:r>
                      <m:r>
                        <a:rPr lang="zh-CN" altLang="en-US" sz="2800" i="1">
                          <a:solidFill>
                            <a:srgbClr val="000000"/>
                          </a:solidFill>
                          <a:latin typeface="Cambria Math" panose="02040503050406030204" pitchFamily="18" charset="0"/>
                          <a:ea typeface="+mj-ea"/>
                        </a:rPr>
                        <m:t>(</m:t>
                      </m:r>
                      <m:r>
                        <a:rPr lang="zh-CN" altLang="en-US" sz="2800" i="1">
                          <a:solidFill>
                            <a:srgbClr val="000000"/>
                          </a:solidFill>
                          <a:latin typeface="Cambria Math" panose="02040503050406030204" pitchFamily="18" charset="0"/>
                          <a:ea typeface="+mj-ea"/>
                        </a:rPr>
                        <m:t>𝑡</m:t>
                      </m:r>
                      <m:r>
                        <a:rPr lang="zh-CN" altLang="en-US" sz="2800" i="1">
                          <a:solidFill>
                            <a:srgbClr val="000000"/>
                          </a:solidFill>
                          <a:latin typeface="Cambria Math" panose="02040503050406030204" pitchFamily="18" charset="0"/>
                          <a:ea typeface="+mj-ea"/>
                        </a:rPr>
                        <m:t>) </m:t>
                      </m:r>
                      <m:groupChr>
                        <m:groupChrPr>
                          <m:chr m:val="↔"/>
                          <m:vertJc m:val="bot"/>
                          <m:ctrlPr>
                            <a:rPr lang="zh-CN" altLang="en-US" sz="2800" i="1" smtClean="0">
                              <a:solidFill>
                                <a:srgbClr val="000000"/>
                              </a:solidFill>
                              <a:latin typeface="Cambria Math" panose="02040503050406030204" pitchFamily="18" charset="0"/>
                              <a:ea typeface="+mj-ea"/>
                            </a:rPr>
                          </m:ctrlPr>
                        </m:groupChrPr>
                        <m:e>
                          <m:r>
                            <m:rPr>
                              <m:sty m:val="p"/>
                              <m:brk m:alnAt="2"/>
                            </m:rPr>
                            <a:rPr lang="en-US" altLang="zh-CN" sz="2800" i="1">
                              <a:solidFill>
                                <a:srgbClr val="000000"/>
                              </a:solidFill>
                              <a:latin typeface="Cambria Math" panose="02040503050406030204" pitchFamily="18" charset="0"/>
                              <a:ea typeface="+mj-ea"/>
                            </a:rPr>
                            <m:t>L</m:t>
                          </m:r>
                        </m:e>
                      </m:groupChr>
                      <m:r>
                        <a:rPr lang="zh-CN" altLang="en-US" sz="2800" i="1">
                          <a:solidFill>
                            <a:srgbClr val="000000"/>
                          </a:solidFill>
                          <a:latin typeface="Cambria Math" panose="02040503050406030204" pitchFamily="18" charset="0"/>
                          <a:ea typeface="+mj-ea"/>
                        </a:rPr>
                        <m:t>𝐹</m:t>
                      </m:r>
                      <m:r>
                        <a:rPr lang="zh-CN" altLang="en-US" sz="2800" i="1">
                          <a:solidFill>
                            <a:srgbClr val="000000"/>
                          </a:solidFill>
                          <a:latin typeface="Cambria Math" panose="02040503050406030204" pitchFamily="18" charset="0"/>
                          <a:ea typeface="+mj-ea"/>
                        </a:rPr>
                        <m:t>(</m:t>
                      </m:r>
                      <m:r>
                        <a:rPr lang="zh-CN" altLang="en-US" sz="2800" i="1">
                          <a:solidFill>
                            <a:srgbClr val="000000"/>
                          </a:solidFill>
                          <a:latin typeface="Cambria Math" panose="02040503050406030204" pitchFamily="18" charset="0"/>
                          <a:ea typeface="+mj-ea"/>
                        </a:rPr>
                        <m:t>𝑠</m:t>
                      </m:r>
                      <m:r>
                        <a:rPr lang="zh-CN" altLang="en-US" sz="2800" i="1">
                          <a:solidFill>
                            <a:srgbClr val="000000"/>
                          </a:solidFill>
                          <a:latin typeface="Cambria Math" panose="02040503050406030204" pitchFamily="18" charset="0"/>
                          <a:ea typeface="+mj-ea"/>
                        </a:rPr>
                        <m:t>)</m:t>
                      </m:r>
                    </m:oMath>
                  </m:oMathPara>
                </a14:m>
                <a:endParaRPr lang="zh-CN" altLang="en-US" sz="2800" dirty="0"/>
              </a:p>
            </p:txBody>
          </p:sp>
        </mc:Choice>
        <mc:Fallback>
          <p:sp>
            <p:nvSpPr>
              <p:cNvPr id="20" name="矩形 19"/>
              <p:cNvSpPr>
                <a:spLocks noRot="1" noChangeAspect="1" noMove="1" noResize="1" noEditPoints="1" noAdjustHandles="1" noChangeArrowheads="1" noChangeShapeType="1" noTextEdit="1"/>
              </p:cNvSpPr>
              <p:nvPr/>
            </p:nvSpPr>
            <p:spPr>
              <a:xfrm>
                <a:off x="1192560" y="5914366"/>
                <a:ext cx="6480720" cy="679930"/>
              </a:xfrm>
              <a:prstGeom prst="rect">
                <a:avLst/>
              </a:prstGeom>
              <a:blipFill rotWithShape="1">
                <a:blip r:embed="rId9"/>
                <a:stretch>
                  <a:fillRect t="-90" r="9" b="67"/>
                </a:stretch>
              </a:blipFill>
            </p:spPr>
            <p:txBody>
              <a:bodyPr/>
              <a:lstStyle/>
              <a:p>
                <a:r>
                  <a:rPr lang="zh-CN" altLang="en-US">
                    <a:noFill/>
                  </a:rPr>
                  <a:t> </a:t>
                </a:r>
              </a:p>
            </p:txBody>
          </p:sp>
        </mc:Fallback>
      </mc:AlternateContent>
      <p:sp>
        <p:nvSpPr>
          <p:cNvPr id="7" name="墨迹 3"/>
          <p:cNvSpPr/>
          <p:nvPr/>
        </p:nvSpPr>
        <p:spPr bwMode="auto">
          <a:xfrm>
            <a:off x="934920" y="1099080"/>
            <a:ext cx="7832520" cy="5116320"/>
          </a:xfrm>
        </p:spPr>
      </p:sp>
    </p:spTree>
    <p:custDataLst>
      <p:tags r:id="rId10"/>
    </p:custDataLst>
  </p:cSld>
  <p:clrMapOvr>
    <a:masterClrMapping/>
  </p:clrMapOvr>
  <mc:AlternateContent xmlns:mc="http://schemas.openxmlformats.org/markup-compatibility/2006">
    <mc:Choice xmlns:p14="http://schemas.microsoft.com/office/powerpoint/2010/main" Requires="p14">
      <p:transition spd="slow" p14:dur="2000" advTm="170266"/>
    </mc:Choice>
    <mc:Fallback>
      <p:transition spd="slow" advTm="170266"/>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0"/>
                                  </p:stCondLst>
                                  <p:childTnLst>
                                    <p:set>
                                      <p:cBhvr>
                                        <p:cTn id="6" dur="1" fill="hold">
                                          <p:stCondLst>
                                            <p:cond delay="0"/>
                                          </p:stCondLst>
                                        </p:cTn>
                                        <p:tgtEl>
                                          <p:spTgt spid="1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55" presetClass="entr" presetSubtype="0" fill="hold" nodeType="clickEffect">
                                  <p:stCondLst>
                                    <p:cond delay="0"/>
                                  </p:stCondLst>
                                  <p:childTnLst>
                                    <p:set>
                                      <p:cBhvr>
                                        <p:cTn id="10" dur="1" fill="hold">
                                          <p:stCondLst>
                                            <p:cond delay="0"/>
                                          </p:stCondLst>
                                        </p:cTn>
                                        <p:tgtEl>
                                          <p:spTgt spid="3"/>
                                        </p:tgtEl>
                                        <p:attrNameLst>
                                          <p:attrName>style.visibility</p:attrName>
                                        </p:attrNameLst>
                                      </p:cBhvr>
                                      <p:to>
                                        <p:strVal val="visible"/>
                                      </p:to>
                                    </p:set>
                                    <p:anim calcmode="lin" valueType="num">
                                      <p:cBhvr>
                                        <p:cTn id="11" dur="1000" fill="hold"/>
                                        <p:tgtEl>
                                          <p:spTgt spid="3"/>
                                        </p:tgtEl>
                                        <p:attrNameLst>
                                          <p:attrName>ppt_w</p:attrName>
                                        </p:attrNameLst>
                                      </p:cBhvr>
                                      <p:tavLst>
                                        <p:tav tm="0">
                                          <p:val>
                                            <p:strVal val="#ppt_w*0.70"/>
                                          </p:val>
                                        </p:tav>
                                        <p:tav tm="100000">
                                          <p:val>
                                            <p:strVal val="#ppt_w"/>
                                          </p:val>
                                        </p:tav>
                                      </p:tavLst>
                                    </p:anim>
                                    <p:anim calcmode="lin" valueType="num">
                                      <p:cBhvr>
                                        <p:cTn id="12" dur="1000" fill="hold"/>
                                        <p:tgtEl>
                                          <p:spTgt spid="3"/>
                                        </p:tgtEl>
                                        <p:attrNameLst>
                                          <p:attrName>ppt_h</p:attrName>
                                        </p:attrNameLst>
                                      </p:cBhvr>
                                      <p:tavLst>
                                        <p:tav tm="0">
                                          <p:val>
                                            <p:strVal val="#ppt_h"/>
                                          </p:val>
                                        </p:tav>
                                        <p:tav tm="100000">
                                          <p:val>
                                            <p:strVal val="#ppt_h"/>
                                          </p:val>
                                        </p:tav>
                                      </p:tavLst>
                                    </p:anim>
                                    <p:animEffect transition="in" filter="fade">
                                      <p:cBhvr>
                                        <p:cTn id="13" dur="1000"/>
                                        <p:tgtEl>
                                          <p:spTgt spid="3"/>
                                        </p:tgtEl>
                                      </p:cBhvr>
                                    </p:animEffect>
                                  </p:childTnLst>
                                </p:cTn>
                              </p:par>
                            </p:childTnLst>
                          </p:cTn>
                        </p:par>
                      </p:childTnLst>
                    </p:cTn>
                  </p:par>
                  <p:par>
                    <p:cTn id="14" fill="hold">
                      <p:stCondLst>
                        <p:cond delay="indefinite"/>
                      </p:stCondLst>
                      <p:childTnLst>
                        <p:par>
                          <p:cTn id="15" fill="hold">
                            <p:stCondLst>
                              <p:cond delay="0"/>
                            </p:stCondLst>
                            <p:childTnLst>
                              <p:par>
                                <p:cTn id="16" presetID="55" presetClass="entr" presetSubtype="0" fill="hold" nodeType="clickEffect">
                                  <p:stCondLst>
                                    <p:cond delay="0"/>
                                  </p:stCondLst>
                                  <p:childTnLst>
                                    <p:set>
                                      <p:cBhvr>
                                        <p:cTn id="17" dur="1" fill="hold">
                                          <p:stCondLst>
                                            <p:cond delay="0"/>
                                          </p:stCondLst>
                                        </p:cTn>
                                        <p:tgtEl>
                                          <p:spTgt spid="5"/>
                                        </p:tgtEl>
                                        <p:attrNameLst>
                                          <p:attrName>style.visibility</p:attrName>
                                        </p:attrNameLst>
                                      </p:cBhvr>
                                      <p:to>
                                        <p:strVal val="visible"/>
                                      </p:to>
                                    </p:set>
                                    <p:anim calcmode="lin" valueType="num">
                                      <p:cBhvr>
                                        <p:cTn id="18" dur="1000" fill="hold"/>
                                        <p:tgtEl>
                                          <p:spTgt spid="5"/>
                                        </p:tgtEl>
                                        <p:attrNameLst>
                                          <p:attrName>ppt_w</p:attrName>
                                        </p:attrNameLst>
                                      </p:cBhvr>
                                      <p:tavLst>
                                        <p:tav tm="0">
                                          <p:val>
                                            <p:strVal val="#ppt_w*0.70"/>
                                          </p:val>
                                        </p:tav>
                                        <p:tav tm="100000">
                                          <p:val>
                                            <p:strVal val="#ppt_w"/>
                                          </p:val>
                                        </p:tav>
                                      </p:tavLst>
                                    </p:anim>
                                    <p:anim calcmode="lin" valueType="num">
                                      <p:cBhvr>
                                        <p:cTn id="19" dur="1000" fill="hold"/>
                                        <p:tgtEl>
                                          <p:spTgt spid="5"/>
                                        </p:tgtEl>
                                        <p:attrNameLst>
                                          <p:attrName>ppt_h</p:attrName>
                                        </p:attrNameLst>
                                      </p:cBhvr>
                                      <p:tavLst>
                                        <p:tav tm="0">
                                          <p:val>
                                            <p:strVal val="#ppt_h"/>
                                          </p:val>
                                        </p:tav>
                                        <p:tav tm="100000">
                                          <p:val>
                                            <p:strVal val="#ppt_h"/>
                                          </p:val>
                                        </p:tav>
                                      </p:tavLst>
                                    </p:anim>
                                    <p:animEffect transition="in" filter="fade">
                                      <p:cBhvr>
                                        <p:cTn id="20" dur="1000"/>
                                        <p:tgtEl>
                                          <p:spTgt spid="5"/>
                                        </p:tgtEl>
                                      </p:cBhvr>
                                    </p:animEffect>
                                  </p:childTnLst>
                                </p:cTn>
                              </p:par>
                            </p:childTnLst>
                          </p:cTn>
                        </p:par>
                      </p:childTnLst>
                    </p:cTn>
                  </p:par>
                  <p:par>
                    <p:cTn id="21" fill="hold">
                      <p:stCondLst>
                        <p:cond delay="indefinite"/>
                      </p:stCondLst>
                      <p:childTnLst>
                        <p:par>
                          <p:cTn id="22" fill="hold">
                            <p:stCondLst>
                              <p:cond delay="0"/>
                            </p:stCondLst>
                            <p:childTnLst>
                              <p:par>
                                <p:cTn id="23" presetID="42" presetClass="entr" presetSubtype="0" fill="hold" grpId="0" nodeType="clickEffect">
                                  <p:stCondLst>
                                    <p:cond delay="0"/>
                                  </p:stCondLst>
                                  <p:childTnLst>
                                    <p:set>
                                      <p:cBhvr>
                                        <p:cTn id="24" dur="1" fill="hold">
                                          <p:stCondLst>
                                            <p:cond delay="0"/>
                                          </p:stCondLst>
                                        </p:cTn>
                                        <p:tgtEl>
                                          <p:spTgt spid="8"/>
                                        </p:tgtEl>
                                        <p:attrNameLst>
                                          <p:attrName>style.visibility</p:attrName>
                                        </p:attrNameLst>
                                      </p:cBhvr>
                                      <p:to>
                                        <p:strVal val="visible"/>
                                      </p:to>
                                    </p:set>
                                    <p:animEffect transition="in" filter="fade">
                                      <p:cBhvr>
                                        <p:cTn id="25" dur="1000"/>
                                        <p:tgtEl>
                                          <p:spTgt spid="8"/>
                                        </p:tgtEl>
                                      </p:cBhvr>
                                    </p:animEffect>
                                    <p:anim calcmode="lin" valueType="num">
                                      <p:cBhvr>
                                        <p:cTn id="26" dur="1000" fill="hold"/>
                                        <p:tgtEl>
                                          <p:spTgt spid="8"/>
                                        </p:tgtEl>
                                        <p:attrNameLst>
                                          <p:attrName>ppt_x</p:attrName>
                                        </p:attrNameLst>
                                      </p:cBhvr>
                                      <p:tavLst>
                                        <p:tav tm="0">
                                          <p:val>
                                            <p:strVal val="#ppt_x"/>
                                          </p:val>
                                        </p:tav>
                                        <p:tav tm="100000">
                                          <p:val>
                                            <p:strVal val="#ppt_x"/>
                                          </p:val>
                                        </p:tav>
                                      </p:tavLst>
                                    </p:anim>
                                    <p:anim calcmode="lin" valueType="num">
                                      <p:cBhvr>
                                        <p:cTn id="27"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grpId="0" nodeType="clickEffect">
                                  <p:stCondLst>
                                    <p:cond delay="0"/>
                                  </p:stCondLst>
                                  <p:childTnLst>
                                    <p:set>
                                      <p:cBhvr>
                                        <p:cTn id="31" dur="1" fill="hold">
                                          <p:stCondLst>
                                            <p:cond delay="0"/>
                                          </p:stCondLst>
                                        </p:cTn>
                                        <p:tgtEl>
                                          <p:spTgt spid="17"/>
                                        </p:tgtEl>
                                        <p:attrNameLst>
                                          <p:attrName>style.visibility</p:attrName>
                                        </p:attrNameLst>
                                      </p:cBhvr>
                                      <p:to>
                                        <p:strVal val="visible"/>
                                      </p:to>
                                    </p:set>
                                  </p:childTnLst>
                                </p:cTn>
                              </p:par>
                            </p:childTnLst>
                          </p:cTn>
                        </p:par>
                        <p:par>
                          <p:cTn id="32" fill="hold">
                            <p:stCondLst>
                              <p:cond delay="0"/>
                            </p:stCondLst>
                            <p:childTnLst>
                              <p:par>
                                <p:cTn id="33" presetID="55" presetClass="entr" presetSubtype="0" fill="hold" nodeType="afterEffect">
                                  <p:stCondLst>
                                    <p:cond delay="0"/>
                                  </p:stCondLst>
                                  <p:childTnLst>
                                    <p:set>
                                      <p:cBhvr>
                                        <p:cTn id="34" dur="1" fill="hold">
                                          <p:stCondLst>
                                            <p:cond delay="0"/>
                                          </p:stCondLst>
                                        </p:cTn>
                                        <p:tgtEl>
                                          <p:spTgt spid="183310"/>
                                        </p:tgtEl>
                                        <p:attrNameLst>
                                          <p:attrName>style.visibility</p:attrName>
                                        </p:attrNameLst>
                                      </p:cBhvr>
                                      <p:to>
                                        <p:strVal val="visible"/>
                                      </p:to>
                                    </p:set>
                                    <p:anim calcmode="lin" valueType="num">
                                      <p:cBhvr>
                                        <p:cTn id="35" dur="1000" fill="hold"/>
                                        <p:tgtEl>
                                          <p:spTgt spid="183310"/>
                                        </p:tgtEl>
                                        <p:attrNameLst>
                                          <p:attrName>ppt_w</p:attrName>
                                        </p:attrNameLst>
                                      </p:cBhvr>
                                      <p:tavLst>
                                        <p:tav tm="0">
                                          <p:val>
                                            <p:strVal val="#ppt_w*0.70"/>
                                          </p:val>
                                        </p:tav>
                                        <p:tav tm="100000">
                                          <p:val>
                                            <p:strVal val="#ppt_w"/>
                                          </p:val>
                                        </p:tav>
                                      </p:tavLst>
                                    </p:anim>
                                    <p:anim calcmode="lin" valueType="num">
                                      <p:cBhvr>
                                        <p:cTn id="36" dur="1000" fill="hold"/>
                                        <p:tgtEl>
                                          <p:spTgt spid="183310"/>
                                        </p:tgtEl>
                                        <p:attrNameLst>
                                          <p:attrName>ppt_h</p:attrName>
                                        </p:attrNameLst>
                                      </p:cBhvr>
                                      <p:tavLst>
                                        <p:tav tm="0">
                                          <p:val>
                                            <p:strVal val="#ppt_h"/>
                                          </p:val>
                                        </p:tav>
                                        <p:tav tm="100000">
                                          <p:val>
                                            <p:strVal val="#ppt_h"/>
                                          </p:val>
                                        </p:tav>
                                      </p:tavLst>
                                    </p:anim>
                                    <p:animEffect transition="in" filter="fade">
                                      <p:cBhvr>
                                        <p:cTn id="37" dur="1000"/>
                                        <p:tgtEl>
                                          <p:spTgt spid="183310"/>
                                        </p:tgtEl>
                                      </p:cBhvr>
                                    </p:animEffect>
                                  </p:childTnLst>
                                </p:cTn>
                              </p:par>
                            </p:childTnLst>
                          </p:cTn>
                        </p:par>
                      </p:childTnLst>
                    </p:cTn>
                  </p:par>
                  <p:par>
                    <p:cTn id="38" fill="hold">
                      <p:stCondLst>
                        <p:cond delay="indefinite"/>
                      </p:stCondLst>
                      <p:childTnLst>
                        <p:par>
                          <p:cTn id="39" fill="hold">
                            <p:stCondLst>
                              <p:cond delay="0"/>
                            </p:stCondLst>
                            <p:childTnLst>
                              <p:par>
                                <p:cTn id="40" presetID="6" presetClass="entr" presetSubtype="16" fill="hold" grpId="0" nodeType="clickEffect">
                                  <p:stCondLst>
                                    <p:cond delay="0"/>
                                  </p:stCondLst>
                                  <p:childTnLst>
                                    <p:set>
                                      <p:cBhvr>
                                        <p:cTn id="41" dur="1" fill="hold">
                                          <p:stCondLst>
                                            <p:cond delay="0"/>
                                          </p:stCondLst>
                                        </p:cTn>
                                        <p:tgtEl>
                                          <p:spTgt spid="20"/>
                                        </p:tgtEl>
                                        <p:attrNameLst>
                                          <p:attrName>style.visibility</p:attrName>
                                        </p:attrNameLst>
                                      </p:cBhvr>
                                      <p:to>
                                        <p:strVal val="visible"/>
                                      </p:to>
                                    </p:set>
                                    <p:animEffect transition="in" filter="circle(in)">
                                      <p:cBhvr>
                                        <p:cTn id="42" dur="20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8" grpId="0"/>
      <p:bldP spid="17" grpId="0" animBg="1"/>
      <p:bldP spid="20" grpId="0"/>
    </p:bldLst>
  </p:timing>
</p:sld>
</file>

<file path=ppt/slides/slide2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9458" name="Rectangle 4"/>
          <p:cNvSpPr>
            <a:spLocks noGrp="1" noChangeArrowheads="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a:spcBef>
                <a:spcPct val="0"/>
              </a:spcBef>
              <a:buFontTx/>
              <a:buNone/>
            </a:pPr>
            <a:fld id="{CF170E2D-141C-4310-BE9A-88F28BDA6B0C}" type="datetime1">
              <a:rPr kumimoji="0" lang="zh-CN" altLang="en-US" sz="1200" smtClean="0">
                <a:solidFill>
                  <a:srgbClr val="000000"/>
                </a:solidFill>
                <a:ea typeface="宋体" panose="02010600030101010101" pitchFamily="2" charset="-122"/>
              </a:rPr>
            </a:fld>
            <a:endParaRPr kumimoji="0" lang="en-US" altLang="zh-CN" sz="1200">
              <a:solidFill>
                <a:srgbClr val="000000"/>
              </a:solidFill>
              <a:ea typeface="宋体" panose="02010600030101010101" pitchFamily="2" charset="-122"/>
            </a:endParaRPr>
          </a:p>
        </p:txBody>
      </p:sp>
      <p:pic>
        <p:nvPicPr>
          <p:cNvPr id="19459" name="Picture 11"/>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4511675" y="621030"/>
            <a:ext cx="4559300" cy="3263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8227" name="Rectangle 3"/>
          <p:cNvSpPr>
            <a:spLocks noGrp="1" noChangeArrowheads="1"/>
          </p:cNvSpPr>
          <p:nvPr>
            <p:ph type="body" idx="4294967295"/>
          </p:nvPr>
        </p:nvSpPr>
        <p:spPr>
          <a:xfrm>
            <a:off x="395605" y="4725035"/>
            <a:ext cx="4023995" cy="512445"/>
          </a:xfrm>
        </p:spPr>
        <p:txBody>
          <a:bodyPr/>
          <a:lstStyle/>
          <a:p>
            <a:pPr eaLnBrk="1" hangingPunct="1">
              <a:lnSpc>
                <a:spcPct val="120000"/>
              </a:lnSpc>
              <a:buFontTx/>
              <a:buNone/>
              <a:defRPr/>
            </a:pPr>
            <a:r>
              <a:rPr kumimoji="0" lang="zh-CN" altLang="en-US" sz="2400" b="1" kern="1200" dirty="0">
                <a:solidFill>
                  <a:srgbClr val="FF0000"/>
                </a:solidFill>
              </a:rPr>
              <a:t>3）复平面上点</a:t>
            </a:r>
            <a:r>
              <a:rPr kumimoji="0" lang="zh-CN" altLang="en-US" sz="2400" dirty="0">
                <a:solidFill>
                  <a:srgbClr val="000000"/>
                </a:solidFill>
              </a:rPr>
              <a:t>                 </a:t>
            </a:r>
            <a:endParaRPr kumimoji="0" lang="zh-CN" altLang="en-US" sz="2400" dirty="0">
              <a:solidFill>
                <a:srgbClr val="000000"/>
              </a:solidFill>
            </a:endParaRPr>
          </a:p>
        </p:txBody>
      </p:sp>
      <p:sp>
        <p:nvSpPr>
          <p:cNvPr id="308230" name="Rectangle 6"/>
          <p:cNvSpPr>
            <a:spLocks noChangeArrowheads="1"/>
          </p:cNvSpPr>
          <p:nvPr/>
        </p:nvSpPr>
        <p:spPr bwMode="auto">
          <a:xfrm>
            <a:off x="683260" y="5753735"/>
            <a:ext cx="7992745" cy="505460"/>
          </a:xfrm>
          <a:prstGeom prst="rect">
            <a:avLst/>
          </a:prstGeom>
          <a:solidFill>
            <a:schemeClr val="tx1"/>
          </a:solidFill>
          <a:ln w="19050">
            <a:solidFill>
              <a:srgbClr val="C0C0C0"/>
            </a:solidFill>
            <a:miter lim="800000"/>
          </a:ln>
          <a:effectLst>
            <a:outerShdw blurRad="63500" dist="38099" dir="2700000" algn="ctr" rotWithShape="0">
              <a:srgbClr val="000000">
                <a:alpha val="74998"/>
              </a:srgbClr>
            </a:outerShdw>
          </a:effectLst>
        </p:spPr>
        <p:txBody>
          <a:bodyPr/>
          <a:lstStyle/>
          <a:p>
            <a:pPr marL="88900" indent="-88900" eaLnBrk="1" hangingPunct="1">
              <a:lnSpc>
                <a:spcPct val="120000"/>
              </a:lnSpc>
              <a:spcBef>
                <a:spcPct val="20000"/>
              </a:spcBef>
              <a:defRPr/>
            </a:pPr>
            <a:endParaRPr lang="zh-CN" altLang="en-US" sz="2400" b="0">
              <a:solidFill>
                <a:srgbClr val="000000"/>
              </a:solidFill>
              <a:effectLst>
                <a:outerShdw blurRad="38100" dist="38100" dir="2700000" algn="tl">
                  <a:srgbClr val="C0C0C0"/>
                </a:outerShdw>
              </a:effectLst>
              <a:ea typeface="华文中宋" panose="02010600040101010101" charset="-122"/>
            </a:endParaRPr>
          </a:p>
        </p:txBody>
      </p:sp>
      <p:sp>
        <p:nvSpPr>
          <p:cNvPr id="306178" name="Rectangle 2"/>
          <p:cNvSpPr>
            <a:spLocks noChangeArrowheads="1"/>
          </p:cNvSpPr>
          <p:nvPr/>
        </p:nvSpPr>
        <p:spPr bwMode="auto">
          <a:xfrm>
            <a:off x="527050" y="-80010"/>
            <a:ext cx="5530215" cy="621030"/>
          </a:xfrm>
          <a:prstGeom prst="rect">
            <a:avLst/>
          </a:prstGeom>
          <a:solidFill>
            <a:schemeClr val="accent1"/>
          </a:solidFill>
          <a:ln>
            <a:noFill/>
          </a:ln>
          <a:effectLst>
            <a:outerShdw blurRad="63500" dist="38099" dir="2700000" algn="ctr" rotWithShape="0">
              <a:schemeClr val="bg2">
                <a:alpha val="50000"/>
              </a:schemeClr>
            </a:outerShdw>
          </a:effectLst>
        </p:spPr>
        <p:txBody>
          <a:bodyPr anchor="ctr"/>
          <a:lstStyle/>
          <a:p>
            <a:pPr algn="l" eaLnBrk="1" hangingPunct="1">
              <a:defRPr/>
            </a:pPr>
            <a:r>
              <a:rPr lang="zh-CN" altLang="en-US" sz="2800" dirty="0">
                <a:solidFill>
                  <a:srgbClr val="FF0000"/>
                </a:solidFill>
                <a:effectLst>
                  <a:outerShdw blurRad="38100" dist="38100" dir="2700000" algn="tl">
                    <a:srgbClr val="000000"/>
                  </a:outerShdw>
                </a:effectLst>
                <a:ea typeface="黑体" panose="02010609060101010101" charset="-122"/>
                <a:sym typeface="+mn-ea"/>
              </a:rPr>
              <a:t>回顾</a:t>
            </a:r>
            <a:r>
              <a:rPr lang="en-US" altLang="zh-CN" sz="2800" dirty="0">
                <a:solidFill>
                  <a:srgbClr val="FF0000"/>
                </a:solidFill>
                <a:effectLst>
                  <a:outerShdw blurRad="38100" dist="38100" dir="2700000" algn="tl">
                    <a:srgbClr val="000000"/>
                  </a:outerShdw>
                </a:effectLst>
                <a:ea typeface="黑体" panose="02010609060101010101" charset="-122"/>
                <a:sym typeface="+mn-ea"/>
              </a:rPr>
              <a:t>--</a:t>
            </a:r>
            <a:r>
              <a:rPr lang="zh-CN" altLang="zh-CN" sz="2800">
                <a:solidFill>
                  <a:srgbClr val="FF0000"/>
                </a:solidFill>
                <a:effectLst>
                  <a:outerShdw blurRad="38100" dist="38100" dir="2700000" algn="tl">
                    <a:srgbClr val="000000"/>
                  </a:outerShdw>
                </a:effectLst>
                <a:ea typeface="黑体" panose="02010609060101010101" charset="-122"/>
              </a:rPr>
              <a:t>平面点与信号的对应关系</a:t>
            </a:r>
            <a:r>
              <a:rPr lang="en-US" altLang="zh-CN" sz="2800">
                <a:solidFill>
                  <a:srgbClr val="FF0000"/>
                </a:solidFill>
                <a:effectLst>
                  <a:outerShdw blurRad="38100" dist="38100" dir="2700000" algn="tl">
                    <a:srgbClr val="000000"/>
                  </a:outerShdw>
                </a:effectLst>
                <a:ea typeface="黑体" panose="02010609060101010101" charset="-122"/>
              </a:rPr>
              <a:t> </a:t>
            </a:r>
            <a:endParaRPr lang="en-US" altLang="zh-CN" sz="2800">
              <a:solidFill>
                <a:srgbClr val="FF0000"/>
              </a:solidFill>
              <a:effectLst>
                <a:outerShdw blurRad="38100" dist="38100" dir="2700000" algn="tl">
                  <a:srgbClr val="000000"/>
                </a:outerShdw>
              </a:effectLst>
              <a:ea typeface="黑体" panose="02010609060101010101" charset="-122"/>
            </a:endParaRPr>
          </a:p>
        </p:txBody>
      </p:sp>
      <p:sp>
        <p:nvSpPr>
          <p:cNvPr id="2" name="Rectangle 3"/>
          <p:cNvSpPr>
            <a:spLocks noChangeArrowheads="1"/>
          </p:cNvSpPr>
          <p:nvPr/>
        </p:nvSpPr>
        <p:spPr bwMode="auto">
          <a:xfrm>
            <a:off x="683260" y="5229225"/>
            <a:ext cx="8315960" cy="925830"/>
          </a:xfrm>
          <a:prstGeom prst="rect">
            <a:avLst/>
          </a:prstGeom>
          <a:solidFill>
            <a:schemeClr val="tx1"/>
          </a:solidFill>
          <a:ln w="9525">
            <a:solidFill>
              <a:schemeClr val="bg1"/>
            </a:solidFill>
            <a:miter lim="800000"/>
          </a:ln>
          <a:effectLst>
            <a:outerShdw blurRad="63500" dist="38099" dir="2700000" algn="ctr" rotWithShape="0">
              <a:srgbClr val="000000">
                <a:alpha val="74998"/>
              </a:srgbClr>
            </a:outerShdw>
          </a:effectLst>
        </p:spPr>
        <p:txBody>
          <a:bodyPr/>
          <a:lstStyle/>
          <a:p>
            <a:pPr eaLnBrk="1" hangingPunct="1">
              <a:lnSpc>
                <a:spcPct val="120000"/>
              </a:lnSpc>
              <a:spcBef>
                <a:spcPct val="20000"/>
              </a:spcBef>
              <a:defRPr/>
            </a:pPr>
            <a:r>
              <a:rPr lang="en-US" altLang="zh-CN" sz="2400" b="0">
                <a:solidFill>
                  <a:srgbClr val="000000"/>
                </a:solidFill>
                <a:effectLst>
                  <a:outerShdw blurRad="38100" dist="38100" dir="2700000" algn="tl">
                    <a:srgbClr val="C0C0C0"/>
                  </a:outerShdw>
                </a:effectLst>
                <a:ea typeface="华文中宋" panose="02010600040101010101" charset="-122"/>
              </a:rPr>
              <a:t>s</a:t>
            </a:r>
            <a:r>
              <a:rPr lang="zh-CN" altLang="en-US" sz="2400" b="0">
                <a:solidFill>
                  <a:srgbClr val="000000"/>
                </a:solidFill>
                <a:effectLst>
                  <a:outerShdw blurRad="38100" dist="38100" dir="2700000" algn="tl">
                    <a:srgbClr val="C0C0C0"/>
                  </a:outerShdw>
                </a:effectLst>
                <a:ea typeface="华文中宋" panose="02010600040101010101" charset="-122"/>
              </a:rPr>
              <a:t>落在</a:t>
            </a:r>
            <a:r>
              <a:rPr lang="zh-CN" altLang="en-US" sz="2400" b="0">
                <a:solidFill>
                  <a:srgbClr val="FF0000"/>
                </a:solidFill>
                <a:effectLst>
                  <a:outerShdw blurRad="38100" dist="38100" dir="2700000" algn="tl">
                    <a:srgbClr val="C0C0C0"/>
                  </a:outerShdw>
                </a:effectLst>
                <a:ea typeface="华文中宋" panose="02010600040101010101" charset="-122"/>
              </a:rPr>
              <a:t>右半平面</a:t>
            </a:r>
            <a:r>
              <a:rPr lang="zh-CN" altLang="en-US" sz="2400" b="0">
                <a:solidFill>
                  <a:srgbClr val="000000"/>
                </a:solidFill>
                <a:effectLst>
                  <a:outerShdw blurRad="38100" dist="38100" dir="2700000" algn="tl">
                    <a:srgbClr val="C0C0C0"/>
                  </a:outerShdw>
                </a:effectLst>
                <a:ea typeface="华文中宋" panose="02010600040101010101" charset="-122"/>
              </a:rPr>
              <a:t>上：对应一</a:t>
            </a:r>
            <a:r>
              <a:rPr lang="zh-CN" altLang="en-US" sz="2400" b="0">
                <a:solidFill>
                  <a:srgbClr val="FF0000"/>
                </a:solidFill>
                <a:effectLst>
                  <a:outerShdw blurRad="38100" dist="38100" dir="2700000" algn="tl">
                    <a:srgbClr val="C0C0C0"/>
                  </a:outerShdw>
                </a:effectLst>
                <a:ea typeface="华文中宋" panose="02010600040101010101" charset="-122"/>
              </a:rPr>
              <a:t>增幅</a:t>
            </a:r>
            <a:r>
              <a:rPr lang="zh-CN" altLang="en-US" sz="2400" b="0">
                <a:solidFill>
                  <a:srgbClr val="000000"/>
                </a:solidFill>
                <a:effectLst>
                  <a:outerShdw blurRad="38100" dist="38100" dir="2700000" algn="tl">
                    <a:srgbClr val="C0C0C0"/>
                  </a:outerShdw>
                </a:effectLst>
                <a:ea typeface="华文中宋" panose="02010600040101010101" charset="-122"/>
              </a:rPr>
              <a:t>正弦振荡</a:t>
            </a:r>
            <a:r>
              <a:rPr lang="en-US" altLang="zh-CN" sz="2400" b="0">
                <a:solidFill>
                  <a:srgbClr val="000000"/>
                </a:solidFill>
                <a:effectLst>
                  <a:outerShdw blurRad="38100" dist="38100" dir="2700000" algn="tl">
                    <a:srgbClr val="C0C0C0"/>
                  </a:outerShdw>
                </a:effectLst>
                <a:ea typeface="华文中宋" panose="02010600040101010101" charset="-122"/>
              </a:rPr>
              <a:t>;</a:t>
            </a:r>
            <a:r>
              <a:rPr lang="en-US" altLang="zh-CN" sz="2400" b="0">
                <a:solidFill>
                  <a:srgbClr val="000000"/>
                </a:solidFill>
                <a:effectLst>
                  <a:outerShdw blurRad="38100" dist="38100" dir="2700000" algn="tl">
                    <a:srgbClr val="C0C0C0"/>
                  </a:outerShdw>
                </a:effectLst>
                <a:ea typeface="华文中宋" panose="02010600040101010101" charset="-122"/>
                <a:sym typeface="+mn-ea"/>
              </a:rPr>
              <a:t>s</a:t>
            </a:r>
            <a:r>
              <a:rPr lang="zh-CN" altLang="en-US" sz="2400" b="0">
                <a:solidFill>
                  <a:srgbClr val="000000"/>
                </a:solidFill>
                <a:effectLst>
                  <a:outerShdw blurRad="38100" dist="38100" dir="2700000" algn="tl">
                    <a:srgbClr val="C0C0C0"/>
                  </a:outerShdw>
                </a:effectLst>
                <a:ea typeface="华文中宋" panose="02010600040101010101" charset="-122"/>
                <a:sym typeface="+mn-ea"/>
              </a:rPr>
              <a:t>落在</a:t>
            </a:r>
            <a:r>
              <a:rPr lang="zh-CN" altLang="en-US" sz="2400" b="0">
                <a:solidFill>
                  <a:srgbClr val="FF0000"/>
                </a:solidFill>
                <a:effectLst>
                  <a:outerShdw blurRad="38100" dist="38100" dir="2700000" algn="tl">
                    <a:srgbClr val="C0C0C0"/>
                  </a:outerShdw>
                </a:effectLst>
                <a:ea typeface="华文中宋" panose="02010600040101010101" charset="-122"/>
                <a:sym typeface="+mn-ea"/>
              </a:rPr>
              <a:t>左半平面</a:t>
            </a:r>
            <a:r>
              <a:rPr lang="zh-CN" altLang="en-US" sz="2400" b="0">
                <a:solidFill>
                  <a:srgbClr val="000000"/>
                </a:solidFill>
                <a:effectLst>
                  <a:outerShdw blurRad="38100" dist="38100" dir="2700000" algn="tl">
                    <a:srgbClr val="C0C0C0"/>
                  </a:outerShdw>
                </a:effectLst>
                <a:ea typeface="华文中宋" panose="02010600040101010101" charset="-122"/>
                <a:sym typeface="+mn-ea"/>
              </a:rPr>
              <a:t>上 ：对应一</a:t>
            </a:r>
            <a:r>
              <a:rPr lang="zh-CN" altLang="en-US" sz="2400" b="0">
                <a:solidFill>
                  <a:srgbClr val="FF0000"/>
                </a:solidFill>
                <a:effectLst>
                  <a:outerShdw blurRad="38100" dist="38100" dir="2700000" algn="tl">
                    <a:srgbClr val="C0C0C0"/>
                  </a:outerShdw>
                </a:effectLst>
                <a:ea typeface="华文中宋" panose="02010600040101010101" charset="-122"/>
                <a:sym typeface="+mn-ea"/>
              </a:rPr>
              <a:t>减幅</a:t>
            </a:r>
            <a:r>
              <a:rPr lang="zh-CN" altLang="en-US" sz="2400" b="0">
                <a:solidFill>
                  <a:srgbClr val="000000"/>
                </a:solidFill>
                <a:effectLst>
                  <a:outerShdw blurRad="38100" dist="38100" dir="2700000" algn="tl">
                    <a:srgbClr val="C0C0C0"/>
                  </a:outerShdw>
                </a:effectLst>
                <a:ea typeface="华文中宋" panose="02010600040101010101" charset="-122"/>
                <a:sym typeface="+mn-ea"/>
              </a:rPr>
              <a:t>正弦振荡。</a:t>
            </a:r>
            <a:endParaRPr lang="zh-CN" altLang="en-US" sz="2400" b="0">
              <a:solidFill>
                <a:srgbClr val="000000"/>
              </a:solidFill>
              <a:effectLst>
                <a:outerShdw blurRad="38100" dist="38100" dir="2700000" algn="tl">
                  <a:srgbClr val="C0C0C0"/>
                </a:outerShdw>
              </a:effectLst>
              <a:ea typeface="华文中宋" panose="02010600040101010101" charset="-122"/>
            </a:endParaRPr>
          </a:p>
          <a:p>
            <a:pPr eaLnBrk="1" hangingPunct="1">
              <a:lnSpc>
                <a:spcPct val="120000"/>
              </a:lnSpc>
              <a:spcBef>
                <a:spcPct val="20000"/>
              </a:spcBef>
              <a:defRPr/>
            </a:pPr>
            <a:endParaRPr lang="en-US" altLang="zh-CN" sz="2400" b="0">
              <a:solidFill>
                <a:srgbClr val="000000"/>
              </a:solidFill>
              <a:effectLst>
                <a:outerShdw blurRad="38100" dist="38100" dir="2700000" algn="tl">
                  <a:srgbClr val="C0C0C0"/>
                </a:outerShdw>
              </a:effectLst>
              <a:ea typeface="华文中宋" panose="02010600040101010101" charset="-122"/>
            </a:endParaRPr>
          </a:p>
        </p:txBody>
      </p:sp>
      <p:sp>
        <p:nvSpPr>
          <p:cNvPr id="306182" name="Rectangle 6"/>
          <p:cNvSpPr>
            <a:spLocks noChangeArrowheads="1"/>
          </p:cNvSpPr>
          <p:nvPr/>
        </p:nvSpPr>
        <p:spPr bwMode="auto">
          <a:xfrm>
            <a:off x="527050" y="1268730"/>
            <a:ext cx="3892550" cy="1468120"/>
          </a:xfrm>
          <a:prstGeom prst="rect">
            <a:avLst/>
          </a:prstGeom>
          <a:solidFill>
            <a:schemeClr val="tx1"/>
          </a:solidFill>
          <a:ln w="12700">
            <a:solidFill>
              <a:schemeClr val="bg1"/>
            </a:solidFill>
            <a:miter lim="800000"/>
          </a:ln>
          <a:effectLst>
            <a:outerShdw blurRad="63500" dist="38099" dir="2700000" algn="ctr" rotWithShape="0">
              <a:srgbClr val="000000">
                <a:alpha val="74998"/>
              </a:srgbClr>
            </a:outerShdw>
          </a:effectLst>
        </p:spPr>
        <p:txBody>
          <a:bodyPr/>
          <a:lstStyle/>
          <a:p>
            <a:pPr eaLnBrk="1" hangingPunct="1">
              <a:lnSpc>
                <a:spcPct val="120000"/>
              </a:lnSpc>
              <a:spcBef>
                <a:spcPct val="20000"/>
              </a:spcBef>
              <a:defRPr/>
            </a:pPr>
            <a:r>
              <a:rPr lang="en-US" altLang="zh-CN" sz="2400" b="0">
                <a:solidFill>
                  <a:srgbClr val="000000"/>
                </a:solidFill>
                <a:effectLst>
                  <a:outerShdw blurRad="38100" dist="38100" dir="2700000" algn="tl">
                    <a:srgbClr val="C0C0C0"/>
                  </a:outerShdw>
                </a:effectLst>
                <a:ea typeface="华文中宋" panose="02010600040101010101" charset="-122"/>
              </a:rPr>
              <a:t>σ&gt;0</a:t>
            </a:r>
            <a:r>
              <a:rPr lang="zh-CN" altLang="en-US" sz="2400" b="0">
                <a:solidFill>
                  <a:srgbClr val="000000"/>
                </a:solidFill>
                <a:effectLst>
                  <a:outerShdw blurRad="38100" dist="38100" dir="2700000" algn="tl">
                    <a:srgbClr val="C0C0C0"/>
                  </a:outerShdw>
                </a:effectLst>
                <a:ea typeface="华文中宋" panose="02010600040101010101" charset="-122"/>
              </a:rPr>
              <a:t>，为</a:t>
            </a:r>
            <a:r>
              <a:rPr lang="zh-CN" altLang="en-US" sz="2400" b="0">
                <a:solidFill>
                  <a:srgbClr val="FF0000"/>
                </a:solidFill>
                <a:effectLst>
                  <a:outerShdw blurRad="38100" dist="38100" dir="2700000" algn="tl">
                    <a:srgbClr val="C0C0C0"/>
                  </a:outerShdw>
                </a:effectLst>
                <a:ea typeface="华文中宋" panose="02010600040101010101" charset="-122"/>
              </a:rPr>
              <a:t>单调增长</a:t>
            </a:r>
            <a:r>
              <a:rPr lang="zh-CN" altLang="en-US" sz="2400" b="0">
                <a:solidFill>
                  <a:srgbClr val="000000"/>
                </a:solidFill>
                <a:effectLst>
                  <a:outerShdw blurRad="38100" dist="38100" dir="2700000" algn="tl">
                    <a:srgbClr val="C0C0C0"/>
                  </a:outerShdw>
                </a:effectLst>
                <a:ea typeface="华文中宋" panose="02010600040101010101" charset="-122"/>
              </a:rPr>
              <a:t>指数；</a:t>
            </a:r>
            <a:endParaRPr lang="zh-CN" altLang="en-US" sz="2400" b="0">
              <a:solidFill>
                <a:srgbClr val="000000"/>
              </a:solidFill>
              <a:effectLst>
                <a:outerShdw blurRad="38100" dist="38100" dir="2700000" algn="tl">
                  <a:srgbClr val="C0C0C0"/>
                </a:outerShdw>
              </a:effectLst>
              <a:ea typeface="华文中宋" panose="02010600040101010101" charset="-122"/>
            </a:endParaRPr>
          </a:p>
          <a:p>
            <a:pPr eaLnBrk="1" hangingPunct="1">
              <a:lnSpc>
                <a:spcPct val="120000"/>
              </a:lnSpc>
              <a:spcBef>
                <a:spcPct val="20000"/>
              </a:spcBef>
              <a:defRPr/>
            </a:pPr>
            <a:r>
              <a:rPr lang="en-US" altLang="zh-CN" sz="2400" b="0">
                <a:solidFill>
                  <a:srgbClr val="000000"/>
                </a:solidFill>
                <a:effectLst>
                  <a:outerShdw blurRad="38100" dist="38100" dir="2700000" algn="tl">
                    <a:srgbClr val="C0C0C0"/>
                  </a:outerShdw>
                </a:effectLst>
                <a:ea typeface="华文中宋" panose="02010600040101010101" charset="-122"/>
              </a:rPr>
              <a:t>σ &lt;0</a:t>
            </a:r>
            <a:r>
              <a:rPr lang="zh-CN" altLang="en-US" sz="2400" b="0">
                <a:solidFill>
                  <a:srgbClr val="000000"/>
                </a:solidFill>
                <a:effectLst>
                  <a:outerShdw blurRad="38100" dist="38100" dir="2700000" algn="tl">
                    <a:srgbClr val="C0C0C0"/>
                  </a:outerShdw>
                </a:effectLst>
                <a:ea typeface="华文中宋" panose="02010600040101010101" charset="-122"/>
              </a:rPr>
              <a:t>为单调衰减指数。</a:t>
            </a:r>
            <a:endParaRPr lang="zh-CN" altLang="en-US" sz="2400" b="0">
              <a:solidFill>
                <a:srgbClr val="000000"/>
              </a:solidFill>
              <a:effectLst>
                <a:outerShdw blurRad="38100" dist="38100" dir="2700000" algn="tl">
                  <a:srgbClr val="C0C0C0"/>
                </a:outerShdw>
              </a:effectLst>
              <a:ea typeface="华文中宋" panose="02010600040101010101" charset="-122"/>
            </a:endParaRPr>
          </a:p>
          <a:p>
            <a:pPr eaLnBrk="1" hangingPunct="1">
              <a:lnSpc>
                <a:spcPct val="120000"/>
              </a:lnSpc>
              <a:spcBef>
                <a:spcPct val="20000"/>
              </a:spcBef>
              <a:defRPr/>
            </a:pPr>
            <a:r>
              <a:rPr lang="en-US" altLang="zh-CN" sz="2400" b="0">
                <a:solidFill>
                  <a:srgbClr val="000000"/>
                </a:solidFill>
                <a:effectLst>
                  <a:outerShdw blurRad="38100" dist="38100" dir="2700000" algn="tl">
                    <a:srgbClr val="C0C0C0"/>
                  </a:outerShdw>
                </a:effectLst>
                <a:ea typeface="华文中宋" panose="02010600040101010101" charset="-122"/>
              </a:rPr>
              <a:t>|σ|</a:t>
            </a:r>
            <a:r>
              <a:rPr lang="zh-CN" altLang="en-US" sz="2400" b="0">
                <a:solidFill>
                  <a:srgbClr val="000000"/>
                </a:solidFill>
                <a:effectLst>
                  <a:outerShdw blurRad="38100" dist="38100" dir="2700000" algn="tl">
                    <a:srgbClr val="C0C0C0"/>
                  </a:outerShdw>
                </a:effectLst>
                <a:ea typeface="华文中宋" panose="02010600040101010101" charset="-122"/>
              </a:rPr>
              <a:t>越大，增</a:t>
            </a:r>
            <a:r>
              <a:rPr lang="en-US" altLang="zh-CN" sz="2400" b="0">
                <a:solidFill>
                  <a:srgbClr val="000000"/>
                </a:solidFill>
                <a:effectLst>
                  <a:outerShdw blurRad="38100" dist="38100" dir="2700000" algn="tl">
                    <a:srgbClr val="C0C0C0"/>
                  </a:outerShdw>
                </a:effectLst>
                <a:ea typeface="华文中宋" panose="02010600040101010101" charset="-122"/>
              </a:rPr>
              <a:t>/</a:t>
            </a:r>
            <a:r>
              <a:rPr lang="zh-CN" altLang="en-US" sz="2400" b="0">
                <a:solidFill>
                  <a:srgbClr val="000000"/>
                </a:solidFill>
                <a:effectLst>
                  <a:outerShdw blurRad="38100" dist="38100" dir="2700000" algn="tl">
                    <a:srgbClr val="C0C0C0"/>
                  </a:outerShdw>
                </a:effectLst>
                <a:ea typeface="华文中宋" panose="02010600040101010101" charset="-122"/>
              </a:rPr>
              <a:t>衰速率越大；</a:t>
            </a:r>
            <a:endParaRPr lang="zh-CN" altLang="en-US" sz="2400" b="0">
              <a:solidFill>
                <a:srgbClr val="000000"/>
              </a:solidFill>
              <a:effectLst>
                <a:outerShdw blurRad="38100" dist="38100" dir="2700000" algn="tl">
                  <a:srgbClr val="C0C0C0"/>
                </a:outerShdw>
              </a:effectLst>
              <a:ea typeface="华文中宋" panose="02010600040101010101" charset="-122"/>
            </a:endParaRPr>
          </a:p>
        </p:txBody>
      </p:sp>
      <p:sp>
        <p:nvSpPr>
          <p:cNvPr id="4" name="Rectangle 6"/>
          <p:cNvSpPr>
            <a:spLocks noChangeArrowheads="1"/>
          </p:cNvSpPr>
          <p:nvPr/>
        </p:nvSpPr>
        <p:spPr bwMode="auto">
          <a:xfrm>
            <a:off x="539750" y="548640"/>
            <a:ext cx="2737485" cy="604520"/>
          </a:xfrm>
          <a:prstGeom prst="rect">
            <a:avLst/>
          </a:prstGeom>
          <a:solidFill>
            <a:schemeClr val="tx1"/>
          </a:solidFill>
          <a:ln>
            <a:noFill/>
          </a:ln>
          <a:effectLst>
            <a:outerShdw blurRad="63500" dist="38099" dir="2700000" algn="ctr" rotWithShape="0">
              <a:srgbClr val="000000">
                <a:alpha val="74998"/>
              </a:srgbClr>
            </a:outerShdw>
          </a:effectLst>
        </p:spPr>
        <p:txBody>
          <a:bodyPr/>
          <a:lstStyle/>
          <a:p>
            <a:pPr eaLnBrk="1" hangingPunct="1">
              <a:lnSpc>
                <a:spcPct val="120000"/>
              </a:lnSpc>
              <a:spcBef>
                <a:spcPct val="20000"/>
              </a:spcBef>
              <a:defRPr/>
            </a:pPr>
            <a:r>
              <a:rPr lang="zh-CN" altLang="en-US" sz="2800" dirty="0">
                <a:solidFill>
                  <a:srgbClr val="FF0000"/>
                </a:solidFill>
                <a:effectLst>
                  <a:outerShdw blurRad="38100" dist="38100" dir="2700000" algn="tl">
                    <a:srgbClr val="C0C0C0"/>
                  </a:outerShdw>
                </a:effectLst>
                <a:latin typeface="+mn-lt"/>
                <a:ea typeface="+mn-ea"/>
                <a:cs typeface="华文中宋" panose="02010600040101010101" charset="-122"/>
              </a:rPr>
              <a:t>1）</a:t>
            </a:r>
            <a:r>
              <a:rPr lang="zh-CN" altLang="en-US" sz="2400" b="0">
                <a:solidFill>
                  <a:srgbClr val="FF0000"/>
                </a:solidFill>
                <a:effectLst>
                  <a:outerShdw blurRad="38100" dist="38100" dir="2700000" algn="tl">
                    <a:srgbClr val="C0C0C0"/>
                  </a:outerShdw>
                </a:effectLst>
                <a:ea typeface="华文中宋" panose="02010600040101010101" charset="-122"/>
              </a:rPr>
              <a:t>实轴上频率点</a:t>
            </a:r>
            <a:endParaRPr lang="zh-CN" altLang="en-US" sz="2400" b="0">
              <a:solidFill>
                <a:srgbClr val="000000"/>
              </a:solidFill>
              <a:effectLst>
                <a:outerShdw blurRad="38100" dist="38100" dir="2700000" algn="tl">
                  <a:srgbClr val="C0C0C0"/>
                </a:outerShdw>
              </a:effectLst>
              <a:ea typeface="华文中宋" panose="02010600040101010101" charset="-122"/>
            </a:endParaRPr>
          </a:p>
        </p:txBody>
      </p:sp>
      <p:sp>
        <p:nvSpPr>
          <p:cNvPr id="307203" name="Rectangle 3"/>
          <p:cNvSpPr>
            <a:spLocks noGrp="1" noChangeArrowheads="1"/>
          </p:cNvSpPr>
          <p:nvPr/>
        </p:nvSpPr>
        <p:spPr>
          <a:xfrm>
            <a:off x="455295" y="2870200"/>
            <a:ext cx="3956685" cy="1148715"/>
          </a:xfrm>
          <a:prstGeom prst="rect">
            <a:avLst/>
          </a:prstGeom>
          <a:noFill/>
          <a:ln w="38100">
            <a:solidFill>
              <a:srgbClr val="008000"/>
            </a:solidFill>
            <a:miter lim="800000"/>
          </a:ln>
          <a:effectLst/>
        </p:spPr>
        <p:txBody>
          <a:bodyPr vert="horz" wrap="square" lIns="91440" tIns="45720" rIns="91440" bIns="45720" numCol="1" anchor="t" anchorCtr="0" compatLnSpc="1"/>
          <a:lstStyle>
            <a:lvl1pPr marL="342900" indent="-342900" algn="l" rtl="0" eaLnBrk="0" fontAlgn="base" hangingPunct="0">
              <a:spcBef>
                <a:spcPct val="20000"/>
              </a:spcBef>
              <a:spcAft>
                <a:spcPct val="0"/>
              </a:spcAft>
              <a:buChar char="•"/>
              <a:defRPr kumimoji="1" sz="3200">
                <a:solidFill>
                  <a:schemeClr val="tx1"/>
                </a:solidFill>
                <a:effectLst>
                  <a:outerShdw blurRad="38100" dist="38100" dir="2700000" algn="tl">
                    <a:srgbClr val="C0C0C0"/>
                  </a:outerShdw>
                </a:effectLst>
                <a:latin typeface="+mn-lt"/>
                <a:ea typeface="+mn-ea"/>
                <a:cs typeface="华文中宋" panose="02010600040101010101" charset="-122"/>
              </a:defRPr>
            </a:lvl1pPr>
            <a:lvl2pPr marL="742950" indent="-285750" algn="l" rtl="0" eaLnBrk="0" fontAlgn="base" hangingPunct="0">
              <a:spcBef>
                <a:spcPct val="20000"/>
              </a:spcBef>
              <a:spcAft>
                <a:spcPct val="0"/>
              </a:spcAft>
              <a:buChar char="–"/>
              <a:defRPr kumimoji="1" sz="2800">
                <a:solidFill>
                  <a:schemeClr val="tx1"/>
                </a:solidFill>
                <a:effectLst>
                  <a:outerShdw blurRad="38100" dist="38100" dir="2700000" algn="tl">
                    <a:srgbClr val="C0C0C0"/>
                  </a:outerShdw>
                </a:effectLst>
                <a:latin typeface="+mn-lt"/>
                <a:ea typeface="+mn-ea"/>
                <a:cs typeface="华文中宋" panose="02010600040101010101" charset="-122"/>
              </a:defRPr>
            </a:lvl2pPr>
            <a:lvl3pPr marL="1143000" indent="-228600" algn="l" rtl="0" eaLnBrk="0" fontAlgn="base" hangingPunct="0">
              <a:spcBef>
                <a:spcPct val="20000"/>
              </a:spcBef>
              <a:spcAft>
                <a:spcPct val="0"/>
              </a:spcAft>
              <a:buChar char="•"/>
              <a:defRPr kumimoji="1" sz="2400">
                <a:solidFill>
                  <a:schemeClr val="tx1"/>
                </a:solidFill>
                <a:effectLst>
                  <a:outerShdw blurRad="38100" dist="38100" dir="2700000" algn="tl">
                    <a:srgbClr val="C0C0C0"/>
                  </a:outerShdw>
                </a:effectLst>
                <a:latin typeface="+mn-lt"/>
                <a:ea typeface="+mn-ea"/>
                <a:cs typeface="华文中宋" panose="02010600040101010101" charset="-122"/>
              </a:defRPr>
            </a:lvl3pPr>
            <a:lvl4pPr marL="1600200" indent="-228600" algn="l" rtl="0" eaLnBrk="0" fontAlgn="base" hangingPunct="0">
              <a:spcBef>
                <a:spcPct val="20000"/>
              </a:spcBef>
              <a:spcAft>
                <a:spcPct val="0"/>
              </a:spcAft>
              <a:buChar char="–"/>
              <a:defRPr kumimoji="1" sz="2000">
                <a:solidFill>
                  <a:schemeClr val="tx1"/>
                </a:solidFill>
                <a:effectLst>
                  <a:outerShdw blurRad="38100" dist="38100" dir="2700000" algn="tl">
                    <a:srgbClr val="C0C0C0"/>
                  </a:outerShdw>
                </a:effectLst>
                <a:latin typeface="+mn-lt"/>
                <a:ea typeface="+mn-ea"/>
                <a:cs typeface="华文中宋" panose="02010600040101010101" charset="-122"/>
              </a:defRPr>
            </a:lvl4pPr>
            <a:lvl5pPr marL="2057400" indent="-228600" algn="l" rtl="0" eaLnBrk="0" fontAlgn="base" hangingPunct="0">
              <a:spcBef>
                <a:spcPct val="20000"/>
              </a:spcBef>
              <a:spcAft>
                <a:spcPct val="0"/>
              </a:spcAft>
              <a:buChar char="»"/>
              <a:defRPr kumimoji="1" sz="2000">
                <a:solidFill>
                  <a:schemeClr val="tx1"/>
                </a:solidFill>
                <a:effectLst>
                  <a:outerShdw blurRad="38100" dist="38100" dir="2700000" algn="tl">
                    <a:srgbClr val="C0C0C0"/>
                  </a:outerShdw>
                </a:effectLst>
                <a:latin typeface="+mn-lt"/>
                <a:ea typeface="+mn-ea"/>
                <a:cs typeface="华文中宋" panose="02010600040101010101" charset="-122"/>
              </a:defRPr>
            </a:lvl5pPr>
            <a:lvl6pPr marL="2514600" indent="-228600" algn="l" rtl="0" fontAlgn="base">
              <a:spcBef>
                <a:spcPct val="20000"/>
              </a:spcBef>
              <a:spcAft>
                <a:spcPct val="0"/>
              </a:spcAft>
              <a:buChar char="»"/>
              <a:defRPr sz="2000">
                <a:solidFill>
                  <a:schemeClr val="tx1"/>
                </a:solidFill>
                <a:effectLst>
                  <a:outerShdw blurRad="38100" dist="38100" dir="2700000" algn="tl">
                    <a:srgbClr val="C0C0C0"/>
                  </a:outerShdw>
                </a:effectLst>
                <a:latin typeface="+mn-lt"/>
                <a:ea typeface="+mn-ea"/>
              </a:defRPr>
            </a:lvl6pPr>
            <a:lvl7pPr marL="2971800" indent="-228600" algn="l" rtl="0" fontAlgn="base">
              <a:spcBef>
                <a:spcPct val="20000"/>
              </a:spcBef>
              <a:spcAft>
                <a:spcPct val="0"/>
              </a:spcAft>
              <a:buChar char="»"/>
              <a:defRPr sz="2000">
                <a:solidFill>
                  <a:schemeClr val="tx1"/>
                </a:solidFill>
                <a:effectLst>
                  <a:outerShdw blurRad="38100" dist="38100" dir="2700000" algn="tl">
                    <a:srgbClr val="C0C0C0"/>
                  </a:outerShdw>
                </a:effectLst>
                <a:latin typeface="+mn-lt"/>
                <a:ea typeface="+mn-ea"/>
              </a:defRPr>
            </a:lvl7pPr>
            <a:lvl8pPr marL="3429000" indent="-228600" algn="l" rtl="0" fontAlgn="base">
              <a:spcBef>
                <a:spcPct val="20000"/>
              </a:spcBef>
              <a:spcAft>
                <a:spcPct val="0"/>
              </a:spcAft>
              <a:buChar char="»"/>
              <a:defRPr sz="2000">
                <a:solidFill>
                  <a:schemeClr val="tx1"/>
                </a:solidFill>
                <a:effectLst>
                  <a:outerShdw blurRad="38100" dist="38100" dir="2700000" algn="tl">
                    <a:srgbClr val="C0C0C0"/>
                  </a:outerShdw>
                </a:effectLst>
                <a:latin typeface="+mn-lt"/>
                <a:ea typeface="+mn-ea"/>
              </a:defRPr>
            </a:lvl8pPr>
            <a:lvl9pPr marL="3886200" indent="-228600" algn="l" rtl="0" fontAlgn="base">
              <a:spcBef>
                <a:spcPct val="20000"/>
              </a:spcBef>
              <a:spcAft>
                <a:spcPct val="0"/>
              </a:spcAft>
              <a:buChar char="»"/>
              <a:defRPr sz="2000">
                <a:solidFill>
                  <a:schemeClr val="tx1"/>
                </a:solidFill>
                <a:effectLst>
                  <a:outerShdw blurRad="38100" dist="38100" dir="2700000" algn="tl">
                    <a:srgbClr val="C0C0C0"/>
                  </a:outerShdw>
                </a:effectLst>
                <a:latin typeface="+mn-lt"/>
                <a:ea typeface="+mn-ea"/>
              </a:defRPr>
            </a:lvl9pPr>
          </a:lstStyle>
          <a:p>
            <a:pPr marL="92075" indent="-92075" eaLnBrk="1" hangingPunct="1">
              <a:lnSpc>
                <a:spcPct val="120000"/>
              </a:lnSpc>
              <a:buFontTx/>
              <a:buNone/>
              <a:defRPr/>
            </a:pPr>
            <a:r>
              <a:rPr kumimoji="0" lang="zh-CN" altLang="en-US" sz="2400" dirty="0">
                <a:solidFill>
                  <a:srgbClr val="FF0000"/>
                </a:solidFill>
              </a:rPr>
              <a:t>2）虚轴上频率点</a:t>
            </a:r>
            <a:endParaRPr kumimoji="0" lang="zh-CN" altLang="en-US" sz="2400" dirty="0">
              <a:solidFill>
                <a:srgbClr val="000000"/>
              </a:solidFill>
            </a:endParaRPr>
          </a:p>
          <a:p>
            <a:pPr marL="92075" indent="-92075" eaLnBrk="1" hangingPunct="1">
              <a:lnSpc>
                <a:spcPct val="120000"/>
              </a:lnSpc>
              <a:buFontTx/>
              <a:buNone/>
              <a:defRPr/>
            </a:pPr>
            <a:r>
              <a:rPr kumimoji="0" lang="zh-CN" altLang="en-US" sz="2400" b="0">
                <a:solidFill>
                  <a:srgbClr val="000000"/>
                </a:solidFill>
                <a:latin typeface="Arial" panose="020B0604020202020204" pitchFamily="34" charset="0"/>
                <a:ea typeface="华文中宋" panose="02010600040101010101" charset="-122"/>
                <a:cs typeface="+mn-cs"/>
              </a:rPr>
              <a:t>对应一等幅正弦振荡cosωt。</a:t>
            </a:r>
            <a:endParaRPr kumimoji="0" lang="zh-CN" altLang="en-US" sz="2400" b="0">
              <a:solidFill>
                <a:srgbClr val="000000"/>
              </a:solidFill>
              <a:latin typeface="Arial" panose="020B0604020202020204" pitchFamily="34" charset="0"/>
              <a:ea typeface="华文中宋" panose="02010600040101010101" charset="-122"/>
              <a:cs typeface="+mn-cs"/>
            </a:endParaRPr>
          </a:p>
          <a:p>
            <a:pPr marL="92075" indent="-92075" eaLnBrk="1" hangingPunct="1">
              <a:lnSpc>
                <a:spcPct val="120000"/>
              </a:lnSpc>
              <a:buFontTx/>
              <a:buNone/>
              <a:defRPr/>
            </a:pPr>
            <a:endParaRPr kumimoji="0" lang="zh-CN" altLang="en-US" sz="2400" b="0">
              <a:solidFill>
                <a:srgbClr val="000000"/>
              </a:solidFill>
              <a:latin typeface="Arial" panose="020B0604020202020204" pitchFamily="34" charset="0"/>
              <a:ea typeface="华文中宋" panose="02010600040101010101" charset="-122"/>
              <a:cs typeface="+mn-cs"/>
            </a:endParaRPr>
          </a:p>
        </p:txBody>
      </p:sp>
      <p:sp>
        <p:nvSpPr>
          <p:cNvPr id="5" name="Rectangle 3"/>
          <p:cNvSpPr>
            <a:spLocks noGrp="1" noChangeArrowheads="1"/>
          </p:cNvSpPr>
          <p:nvPr/>
        </p:nvSpPr>
        <p:spPr>
          <a:xfrm>
            <a:off x="611505" y="4065270"/>
            <a:ext cx="8277225" cy="562610"/>
          </a:xfrm>
          <a:prstGeom prst="rect">
            <a:avLst/>
          </a:prstGeom>
          <a:noFill/>
          <a:ln w="38100">
            <a:solidFill>
              <a:srgbClr val="008000"/>
            </a:solidFill>
            <a:miter lim="800000"/>
          </a:ln>
          <a:effectLst/>
        </p:spPr>
        <p:txBody>
          <a:bodyPr vert="horz" wrap="square" lIns="91440" tIns="45720" rIns="91440" bIns="45720" numCol="1" anchor="t" anchorCtr="0" compatLnSpc="1"/>
          <a:lstStyle>
            <a:lvl1pPr marL="342900" indent="-342900" algn="l" rtl="0" eaLnBrk="0" fontAlgn="base" hangingPunct="0">
              <a:spcBef>
                <a:spcPct val="20000"/>
              </a:spcBef>
              <a:spcAft>
                <a:spcPct val="0"/>
              </a:spcAft>
              <a:buChar char="•"/>
              <a:defRPr kumimoji="1" sz="3200">
                <a:solidFill>
                  <a:schemeClr val="tx1"/>
                </a:solidFill>
                <a:effectLst>
                  <a:outerShdw blurRad="38100" dist="38100" dir="2700000" algn="tl">
                    <a:srgbClr val="C0C0C0"/>
                  </a:outerShdw>
                </a:effectLst>
                <a:latin typeface="+mn-lt"/>
                <a:ea typeface="+mn-ea"/>
                <a:cs typeface="华文中宋" panose="02010600040101010101" charset="-122"/>
              </a:defRPr>
            </a:lvl1pPr>
            <a:lvl2pPr marL="742950" indent="-285750" algn="l" rtl="0" eaLnBrk="0" fontAlgn="base" hangingPunct="0">
              <a:spcBef>
                <a:spcPct val="20000"/>
              </a:spcBef>
              <a:spcAft>
                <a:spcPct val="0"/>
              </a:spcAft>
              <a:buChar char="–"/>
              <a:defRPr kumimoji="1" sz="2800">
                <a:solidFill>
                  <a:schemeClr val="tx1"/>
                </a:solidFill>
                <a:effectLst>
                  <a:outerShdw blurRad="38100" dist="38100" dir="2700000" algn="tl">
                    <a:srgbClr val="C0C0C0"/>
                  </a:outerShdw>
                </a:effectLst>
                <a:latin typeface="+mn-lt"/>
                <a:ea typeface="+mn-ea"/>
                <a:cs typeface="华文中宋" panose="02010600040101010101" charset="-122"/>
              </a:defRPr>
            </a:lvl2pPr>
            <a:lvl3pPr marL="1143000" indent="-228600" algn="l" rtl="0" eaLnBrk="0" fontAlgn="base" hangingPunct="0">
              <a:spcBef>
                <a:spcPct val="20000"/>
              </a:spcBef>
              <a:spcAft>
                <a:spcPct val="0"/>
              </a:spcAft>
              <a:buChar char="•"/>
              <a:defRPr kumimoji="1" sz="2400">
                <a:solidFill>
                  <a:schemeClr val="tx1"/>
                </a:solidFill>
                <a:effectLst>
                  <a:outerShdw blurRad="38100" dist="38100" dir="2700000" algn="tl">
                    <a:srgbClr val="C0C0C0"/>
                  </a:outerShdw>
                </a:effectLst>
                <a:latin typeface="+mn-lt"/>
                <a:ea typeface="+mn-ea"/>
                <a:cs typeface="华文中宋" panose="02010600040101010101" charset="-122"/>
              </a:defRPr>
            </a:lvl3pPr>
            <a:lvl4pPr marL="1600200" indent="-228600" algn="l" rtl="0" eaLnBrk="0" fontAlgn="base" hangingPunct="0">
              <a:spcBef>
                <a:spcPct val="20000"/>
              </a:spcBef>
              <a:spcAft>
                <a:spcPct val="0"/>
              </a:spcAft>
              <a:buChar char="–"/>
              <a:defRPr kumimoji="1" sz="2000">
                <a:solidFill>
                  <a:schemeClr val="tx1"/>
                </a:solidFill>
                <a:effectLst>
                  <a:outerShdw blurRad="38100" dist="38100" dir="2700000" algn="tl">
                    <a:srgbClr val="C0C0C0"/>
                  </a:outerShdw>
                </a:effectLst>
                <a:latin typeface="+mn-lt"/>
                <a:ea typeface="+mn-ea"/>
                <a:cs typeface="华文中宋" panose="02010600040101010101" charset="-122"/>
              </a:defRPr>
            </a:lvl4pPr>
            <a:lvl5pPr marL="2057400" indent="-228600" algn="l" rtl="0" eaLnBrk="0" fontAlgn="base" hangingPunct="0">
              <a:spcBef>
                <a:spcPct val="20000"/>
              </a:spcBef>
              <a:spcAft>
                <a:spcPct val="0"/>
              </a:spcAft>
              <a:buChar char="»"/>
              <a:defRPr kumimoji="1" sz="2000">
                <a:solidFill>
                  <a:schemeClr val="tx1"/>
                </a:solidFill>
                <a:effectLst>
                  <a:outerShdw blurRad="38100" dist="38100" dir="2700000" algn="tl">
                    <a:srgbClr val="C0C0C0"/>
                  </a:outerShdw>
                </a:effectLst>
                <a:latin typeface="+mn-lt"/>
                <a:ea typeface="+mn-ea"/>
                <a:cs typeface="华文中宋" panose="02010600040101010101" charset="-122"/>
              </a:defRPr>
            </a:lvl5pPr>
            <a:lvl6pPr marL="2514600" indent="-228600" algn="l" rtl="0" fontAlgn="base">
              <a:spcBef>
                <a:spcPct val="20000"/>
              </a:spcBef>
              <a:spcAft>
                <a:spcPct val="0"/>
              </a:spcAft>
              <a:buChar char="»"/>
              <a:defRPr sz="2000">
                <a:solidFill>
                  <a:schemeClr val="tx1"/>
                </a:solidFill>
                <a:effectLst>
                  <a:outerShdw blurRad="38100" dist="38100" dir="2700000" algn="tl">
                    <a:srgbClr val="C0C0C0"/>
                  </a:outerShdw>
                </a:effectLst>
                <a:latin typeface="+mn-lt"/>
                <a:ea typeface="+mn-ea"/>
              </a:defRPr>
            </a:lvl6pPr>
            <a:lvl7pPr marL="2971800" indent="-228600" algn="l" rtl="0" fontAlgn="base">
              <a:spcBef>
                <a:spcPct val="20000"/>
              </a:spcBef>
              <a:spcAft>
                <a:spcPct val="0"/>
              </a:spcAft>
              <a:buChar char="»"/>
              <a:defRPr sz="2000">
                <a:solidFill>
                  <a:schemeClr val="tx1"/>
                </a:solidFill>
                <a:effectLst>
                  <a:outerShdw blurRad="38100" dist="38100" dir="2700000" algn="tl">
                    <a:srgbClr val="C0C0C0"/>
                  </a:outerShdw>
                </a:effectLst>
                <a:latin typeface="+mn-lt"/>
                <a:ea typeface="+mn-ea"/>
              </a:defRPr>
            </a:lvl7pPr>
            <a:lvl8pPr marL="3429000" indent="-228600" algn="l" rtl="0" fontAlgn="base">
              <a:spcBef>
                <a:spcPct val="20000"/>
              </a:spcBef>
              <a:spcAft>
                <a:spcPct val="0"/>
              </a:spcAft>
              <a:buChar char="»"/>
              <a:defRPr sz="2000">
                <a:solidFill>
                  <a:schemeClr val="tx1"/>
                </a:solidFill>
                <a:effectLst>
                  <a:outerShdw blurRad="38100" dist="38100" dir="2700000" algn="tl">
                    <a:srgbClr val="C0C0C0"/>
                  </a:outerShdw>
                </a:effectLst>
                <a:latin typeface="+mn-lt"/>
                <a:ea typeface="+mn-ea"/>
              </a:defRPr>
            </a:lvl8pPr>
            <a:lvl9pPr marL="3886200" indent="-228600" algn="l" rtl="0" fontAlgn="base">
              <a:spcBef>
                <a:spcPct val="20000"/>
              </a:spcBef>
              <a:spcAft>
                <a:spcPct val="0"/>
              </a:spcAft>
              <a:buChar char="»"/>
              <a:defRPr sz="2000">
                <a:solidFill>
                  <a:schemeClr val="tx1"/>
                </a:solidFill>
                <a:effectLst>
                  <a:outerShdw blurRad="38100" dist="38100" dir="2700000" algn="tl">
                    <a:srgbClr val="C0C0C0"/>
                  </a:outerShdw>
                </a:effectLst>
                <a:latin typeface="+mn-lt"/>
                <a:ea typeface="+mn-ea"/>
              </a:defRPr>
            </a:lvl9pPr>
          </a:lstStyle>
          <a:p>
            <a:pPr marL="92075" indent="-92075" eaLnBrk="1" hangingPunct="1">
              <a:lnSpc>
                <a:spcPct val="120000"/>
              </a:lnSpc>
              <a:buFontTx/>
              <a:buNone/>
              <a:defRPr/>
            </a:pPr>
            <a:r>
              <a:rPr kumimoji="0" lang="zh-CN" altLang="en-US" sz="2400" b="0">
                <a:solidFill>
                  <a:srgbClr val="000000"/>
                </a:solidFill>
                <a:latin typeface="Arial" panose="020B0604020202020204" pitchFamily="34" charset="0"/>
                <a:ea typeface="华文中宋" panose="02010600040101010101" charset="-122"/>
                <a:cs typeface="+mn-cs"/>
                <a:sym typeface="+mn-ea"/>
              </a:rPr>
              <a:t>s离σ轴越远，即|ω|越大，则振荡频率越高。  </a:t>
            </a:r>
            <a:endParaRPr kumimoji="0" lang="zh-CN" altLang="en-US" sz="2400" b="0">
              <a:solidFill>
                <a:srgbClr val="000000"/>
              </a:solidFill>
              <a:latin typeface="Arial" panose="020B0604020202020204" pitchFamily="34" charset="0"/>
              <a:ea typeface="华文中宋" panose="02010600040101010101" charset="-122"/>
              <a:cs typeface="+mn-cs"/>
            </a:endParaRPr>
          </a:p>
          <a:p>
            <a:pPr marL="92075" indent="-92075" algn="l" eaLnBrk="1" hangingPunct="1">
              <a:lnSpc>
                <a:spcPct val="120000"/>
              </a:lnSpc>
              <a:buClrTx/>
              <a:buSzTx/>
              <a:buFontTx/>
              <a:buNone/>
              <a:defRPr/>
            </a:pPr>
            <a:endParaRPr kumimoji="0" lang="zh-CN" altLang="en-US" sz="2400" dirty="0">
              <a:solidFill>
                <a:srgbClr val="FF0000"/>
              </a:solidFill>
            </a:endParaRPr>
          </a:p>
        </p:txBody>
      </p:sp>
      <p:sp>
        <p:nvSpPr>
          <p:cNvPr id="6" name="Rectangle 6"/>
          <p:cNvSpPr>
            <a:spLocks noChangeArrowheads="1"/>
          </p:cNvSpPr>
          <p:nvPr/>
        </p:nvSpPr>
        <p:spPr bwMode="auto">
          <a:xfrm>
            <a:off x="554990" y="6237605"/>
            <a:ext cx="8121015" cy="505460"/>
          </a:xfrm>
          <a:prstGeom prst="rect">
            <a:avLst/>
          </a:prstGeom>
          <a:solidFill>
            <a:schemeClr val="tx1"/>
          </a:solidFill>
          <a:ln w="19050">
            <a:solidFill>
              <a:srgbClr val="C0C0C0"/>
            </a:solidFill>
            <a:miter lim="800000"/>
          </a:ln>
          <a:effectLst>
            <a:outerShdw blurRad="63500" dist="38099" dir="2700000" algn="ctr" rotWithShape="0">
              <a:srgbClr val="000000">
                <a:alpha val="74998"/>
              </a:srgbClr>
            </a:outerShdw>
          </a:effectLst>
        </p:spPr>
        <p:txBody>
          <a:bodyPr/>
          <a:lstStyle/>
          <a:p>
            <a:pPr marL="88900" indent="-88900" eaLnBrk="1" hangingPunct="1">
              <a:lnSpc>
                <a:spcPct val="120000"/>
              </a:lnSpc>
              <a:spcBef>
                <a:spcPct val="20000"/>
              </a:spcBef>
              <a:defRPr/>
            </a:pPr>
            <a:r>
              <a:rPr lang="zh-CN" altLang="en-US" sz="2800" b="0">
                <a:solidFill>
                  <a:srgbClr val="000000"/>
                </a:solidFill>
                <a:effectLst>
                  <a:outerShdw blurRad="38100" dist="38100" dir="2700000" algn="tl">
                    <a:srgbClr val="C0C0C0"/>
                  </a:outerShdw>
                </a:effectLst>
                <a:highlight>
                  <a:srgbClr val="FFFF00"/>
                </a:highlight>
                <a:ea typeface="华文中宋" panose="02010600040101010101" charset="-122"/>
                <a:sym typeface="+mn-ea"/>
              </a:rPr>
              <a:t>即在</a:t>
            </a:r>
            <a:r>
              <a:rPr lang="zh-CN" altLang="en-US" sz="2800" b="0">
                <a:solidFill>
                  <a:srgbClr val="FF0000"/>
                </a:solidFill>
                <a:effectLst>
                  <a:outerShdw blurRad="38100" dist="38100" dir="2700000" algn="tl">
                    <a:srgbClr val="C0C0C0"/>
                  </a:outerShdw>
                </a:effectLst>
                <a:highlight>
                  <a:srgbClr val="FFFF00"/>
                </a:highlight>
                <a:ea typeface="华文中宋" panose="02010600040101010101" charset="-122"/>
                <a:sym typeface="+mn-ea"/>
              </a:rPr>
              <a:t>左半平面</a:t>
            </a:r>
            <a:r>
              <a:rPr lang="en-US" altLang="zh-CN" sz="2800" b="0">
                <a:solidFill>
                  <a:srgbClr val="FF0000"/>
                </a:solidFill>
                <a:effectLst>
                  <a:outerShdw blurRad="38100" dist="38100" dir="2700000" algn="tl">
                    <a:srgbClr val="C0C0C0"/>
                  </a:outerShdw>
                </a:effectLst>
                <a:highlight>
                  <a:srgbClr val="FFFF00"/>
                </a:highlight>
                <a:ea typeface="华文中宋" panose="02010600040101010101" charset="-122"/>
                <a:sym typeface="+mn-ea"/>
              </a:rPr>
              <a:t>e</a:t>
            </a:r>
            <a:r>
              <a:rPr lang="en-US" altLang="zh-CN" sz="2800" b="0" baseline="30000">
                <a:solidFill>
                  <a:srgbClr val="FF0000"/>
                </a:solidFill>
                <a:effectLst>
                  <a:outerShdw blurRad="38100" dist="38100" dir="2700000" algn="tl">
                    <a:srgbClr val="C0C0C0"/>
                  </a:outerShdw>
                </a:effectLst>
                <a:highlight>
                  <a:srgbClr val="FFFF00"/>
                </a:highlight>
                <a:ea typeface="华文中宋" panose="02010600040101010101" charset="-122"/>
                <a:sym typeface="+mn-ea"/>
              </a:rPr>
              <a:t>st</a:t>
            </a:r>
            <a:r>
              <a:rPr lang="zh-CN" altLang="en-US" sz="2800" b="0">
                <a:solidFill>
                  <a:srgbClr val="FF0000"/>
                </a:solidFill>
                <a:effectLst>
                  <a:outerShdw blurRad="38100" dist="38100" dir="2700000" algn="tl">
                    <a:srgbClr val="C0C0C0"/>
                  </a:outerShdw>
                </a:effectLst>
                <a:highlight>
                  <a:srgbClr val="FFFF00"/>
                </a:highlight>
                <a:ea typeface="华文中宋" panose="02010600040101010101" charset="-122"/>
                <a:sym typeface="+mn-ea"/>
              </a:rPr>
              <a:t>收敛，在右半平面</a:t>
            </a:r>
            <a:r>
              <a:rPr lang="en-US" altLang="zh-CN" sz="2800" b="0">
                <a:solidFill>
                  <a:srgbClr val="FF0000"/>
                </a:solidFill>
                <a:effectLst>
                  <a:outerShdw blurRad="38100" dist="38100" dir="2700000" algn="tl">
                    <a:srgbClr val="C0C0C0"/>
                  </a:outerShdw>
                </a:effectLst>
                <a:highlight>
                  <a:srgbClr val="FFFF00"/>
                </a:highlight>
                <a:ea typeface="华文中宋" panose="02010600040101010101" charset="-122"/>
                <a:sym typeface="+mn-ea"/>
              </a:rPr>
              <a:t>e</a:t>
            </a:r>
            <a:r>
              <a:rPr lang="en-US" altLang="zh-CN" sz="2800" b="0" baseline="30000">
                <a:solidFill>
                  <a:srgbClr val="FF0000"/>
                </a:solidFill>
                <a:effectLst>
                  <a:outerShdw blurRad="38100" dist="38100" dir="2700000" algn="tl">
                    <a:srgbClr val="C0C0C0"/>
                  </a:outerShdw>
                </a:effectLst>
                <a:highlight>
                  <a:srgbClr val="FFFF00"/>
                </a:highlight>
                <a:ea typeface="华文中宋" panose="02010600040101010101" charset="-122"/>
                <a:sym typeface="+mn-ea"/>
              </a:rPr>
              <a:t>st</a:t>
            </a:r>
            <a:r>
              <a:rPr lang="zh-CN" altLang="en-US" sz="2800" b="0">
                <a:solidFill>
                  <a:srgbClr val="FF0000"/>
                </a:solidFill>
                <a:effectLst>
                  <a:outerShdw blurRad="38100" dist="38100" dir="2700000" algn="tl">
                    <a:srgbClr val="C0C0C0"/>
                  </a:outerShdw>
                </a:effectLst>
                <a:highlight>
                  <a:srgbClr val="FFFF00"/>
                </a:highlight>
                <a:ea typeface="华文中宋" panose="02010600040101010101" charset="-122"/>
                <a:sym typeface="+mn-ea"/>
              </a:rPr>
              <a:t>发散</a:t>
            </a:r>
            <a:r>
              <a:rPr lang="zh-CN" altLang="en-US" sz="2800" b="0">
                <a:solidFill>
                  <a:srgbClr val="000000"/>
                </a:solidFill>
                <a:effectLst>
                  <a:outerShdw blurRad="38100" dist="38100" dir="2700000" algn="tl">
                    <a:srgbClr val="C0C0C0"/>
                  </a:outerShdw>
                </a:effectLst>
                <a:highlight>
                  <a:srgbClr val="FFFF00"/>
                </a:highlight>
                <a:ea typeface="华文中宋" panose="02010600040101010101" charset="-122"/>
                <a:sym typeface="+mn-ea"/>
              </a:rPr>
              <a:t>。</a:t>
            </a:r>
            <a:endParaRPr lang="zh-CN" altLang="en-US" sz="2800" b="0">
              <a:solidFill>
                <a:srgbClr val="000000"/>
              </a:solidFill>
              <a:effectLst>
                <a:outerShdw blurRad="38100" dist="38100" dir="2700000" algn="tl">
                  <a:srgbClr val="C0C0C0"/>
                </a:outerShdw>
              </a:effectLst>
              <a:highlight>
                <a:srgbClr val="FFFF00"/>
              </a:highlight>
              <a:ea typeface="华文中宋" panose="02010600040101010101" charset="-122"/>
              <a:sym typeface="+mn-ea"/>
            </a:endParaRPr>
          </a:p>
        </p:txBody>
      </p:sp>
    </p:spTree>
    <p:custDataLst>
      <p:tags r:id="rId2"/>
    </p:custDataLst>
  </p:cSld>
  <p:clrMapOvr>
    <a:masterClrMapping/>
  </p:clrMapOvr>
  <p:transition advTm="218582"/>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5"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1000" fill="hold"/>
                                        <p:tgtEl>
                                          <p:spTgt spid="4"/>
                                        </p:tgtEl>
                                        <p:attrNameLst>
                                          <p:attrName>ppt_w</p:attrName>
                                        </p:attrNameLst>
                                      </p:cBhvr>
                                      <p:tavLst>
                                        <p:tav tm="0">
                                          <p:val>
                                            <p:strVal val="#ppt_w*0.70"/>
                                          </p:val>
                                        </p:tav>
                                        <p:tav tm="100000">
                                          <p:val>
                                            <p:strVal val="#ppt_w"/>
                                          </p:val>
                                        </p:tav>
                                      </p:tavLst>
                                    </p:anim>
                                    <p:anim calcmode="lin" valueType="num">
                                      <p:cBhvr>
                                        <p:cTn id="8" dur="1000" fill="hold"/>
                                        <p:tgtEl>
                                          <p:spTgt spid="4"/>
                                        </p:tgtEl>
                                        <p:attrNameLst>
                                          <p:attrName>ppt_h</p:attrName>
                                        </p:attrNameLst>
                                      </p:cBhvr>
                                      <p:tavLst>
                                        <p:tav tm="0">
                                          <p:val>
                                            <p:strVal val="#ppt_h"/>
                                          </p:val>
                                        </p:tav>
                                        <p:tav tm="100000">
                                          <p:val>
                                            <p:strVal val="#ppt_h"/>
                                          </p:val>
                                        </p:tav>
                                      </p:tavLst>
                                    </p:anim>
                                    <p:animEffect transition="in" filter="fade">
                                      <p:cBhvr>
                                        <p:cTn id="9" dur="1000"/>
                                        <p:tgtEl>
                                          <p:spTgt spid="4"/>
                                        </p:tgtEl>
                                      </p:cBhvr>
                                    </p:animEffect>
                                  </p:childTnLst>
                                </p:cTn>
                              </p:par>
                            </p:childTnLst>
                          </p:cTn>
                        </p:par>
                        <p:par>
                          <p:cTn id="10" fill="hold">
                            <p:stCondLst>
                              <p:cond delay="1000"/>
                            </p:stCondLst>
                            <p:childTnLst>
                              <p:par>
                                <p:cTn id="11" presetID="55" presetClass="entr" presetSubtype="0" fill="hold" grpId="0" nodeType="afterEffect">
                                  <p:stCondLst>
                                    <p:cond delay="0"/>
                                  </p:stCondLst>
                                  <p:childTnLst>
                                    <p:set>
                                      <p:cBhvr>
                                        <p:cTn id="12" dur="1" fill="hold">
                                          <p:stCondLst>
                                            <p:cond delay="0"/>
                                          </p:stCondLst>
                                        </p:cTn>
                                        <p:tgtEl>
                                          <p:spTgt spid="306182"/>
                                        </p:tgtEl>
                                        <p:attrNameLst>
                                          <p:attrName>style.visibility</p:attrName>
                                        </p:attrNameLst>
                                      </p:cBhvr>
                                      <p:to>
                                        <p:strVal val="visible"/>
                                      </p:to>
                                    </p:set>
                                    <p:anim calcmode="lin" valueType="num">
                                      <p:cBhvr>
                                        <p:cTn id="13" dur="1000" fill="hold"/>
                                        <p:tgtEl>
                                          <p:spTgt spid="306182"/>
                                        </p:tgtEl>
                                        <p:attrNameLst>
                                          <p:attrName>ppt_w</p:attrName>
                                        </p:attrNameLst>
                                      </p:cBhvr>
                                      <p:tavLst>
                                        <p:tav tm="0">
                                          <p:val>
                                            <p:strVal val="#ppt_w*0.70"/>
                                          </p:val>
                                        </p:tav>
                                        <p:tav tm="100000">
                                          <p:val>
                                            <p:strVal val="#ppt_w"/>
                                          </p:val>
                                        </p:tav>
                                      </p:tavLst>
                                    </p:anim>
                                    <p:anim calcmode="lin" valueType="num">
                                      <p:cBhvr>
                                        <p:cTn id="14" dur="1000" fill="hold"/>
                                        <p:tgtEl>
                                          <p:spTgt spid="306182"/>
                                        </p:tgtEl>
                                        <p:attrNameLst>
                                          <p:attrName>ppt_h</p:attrName>
                                        </p:attrNameLst>
                                      </p:cBhvr>
                                      <p:tavLst>
                                        <p:tav tm="0">
                                          <p:val>
                                            <p:strVal val="#ppt_h"/>
                                          </p:val>
                                        </p:tav>
                                        <p:tav tm="100000">
                                          <p:val>
                                            <p:strVal val="#ppt_h"/>
                                          </p:val>
                                        </p:tav>
                                      </p:tavLst>
                                    </p:anim>
                                    <p:animEffect transition="in" filter="fade">
                                      <p:cBhvr>
                                        <p:cTn id="15" dur="1000"/>
                                        <p:tgtEl>
                                          <p:spTgt spid="306182"/>
                                        </p:tgtEl>
                                      </p:cBhvr>
                                    </p:animEffect>
                                  </p:childTnLst>
                                </p:cTn>
                              </p:par>
                            </p:childTnLst>
                          </p:cTn>
                        </p:par>
                      </p:childTnLst>
                    </p:cTn>
                  </p:par>
                  <p:par>
                    <p:cTn id="16" fill="hold">
                      <p:stCondLst>
                        <p:cond delay="indefinite"/>
                      </p:stCondLst>
                      <p:childTnLst>
                        <p:par>
                          <p:cTn id="17" fill="hold">
                            <p:stCondLst>
                              <p:cond delay="0"/>
                            </p:stCondLst>
                            <p:childTnLst>
                              <p:par>
                                <p:cTn id="18" presetID="55" presetClass="entr" presetSubtype="0" fill="hold" grpId="0" nodeType="clickEffect">
                                  <p:stCondLst>
                                    <p:cond delay="0"/>
                                  </p:stCondLst>
                                  <p:childTnLst>
                                    <p:set>
                                      <p:cBhvr>
                                        <p:cTn id="19" dur="1" fill="hold">
                                          <p:stCondLst>
                                            <p:cond delay="0"/>
                                          </p:stCondLst>
                                        </p:cTn>
                                        <p:tgtEl>
                                          <p:spTgt spid="307203"/>
                                        </p:tgtEl>
                                        <p:attrNameLst>
                                          <p:attrName>style.visibility</p:attrName>
                                        </p:attrNameLst>
                                      </p:cBhvr>
                                      <p:to>
                                        <p:strVal val="visible"/>
                                      </p:to>
                                    </p:set>
                                    <p:anim calcmode="lin" valueType="num">
                                      <p:cBhvr>
                                        <p:cTn id="20" dur="1000" fill="hold"/>
                                        <p:tgtEl>
                                          <p:spTgt spid="307203"/>
                                        </p:tgtEl>
                                        <p:attrNameLst>
                                          <p:attrName>ppt_w</p:attrName>
                                        </p:attrNameLst>
                                      </p:cBhvr>
                                      <p:tavLst>
                                        <p:tav tm="0">
                                          <p:val>
                                            <p:strVal val="#ppt_w*0.70"/>
                                          </p:val>
                                        </p:tav>
                                        <p:tav tm="100000">
                                          <p:val>
                                            <p:strVal val="#ppt_w"/>
                                          </p:val>
                                        </p:tav>
                                      </p:tavLst>
                                    </p:anim>
                                    <p:anim calcmode="lin" valueType="num">
                                      <p:cBhvr>
                                        <p:cTn id="21" dur="1000" fill="hold"/>
                                        <p:tgtEl>
                                          <p:spTgt spid="307203"/>
                                        </p:tgtEl>
                                        <p:attrNameLst>
                                          <p:attrName>ppt_h</p:attrName>
                                        </p:attrNameLst>
                                      </p:cBhvr>
                                      <p:tavLst>
                                        <p:tav tm="0">
                                          <p:val>
                                            <p:strVal val="#ppt_h"/>
                                          </p:val>
                                        </p:tav>
                                        <p:tav tm="100000">
                                          <p:val>
                                            <p:strVal val="#ppt_h"/>
                                          </p:val>
                                        </p:tav>
                                      </p:tavLst>
                                    </p:anim>
                                    <p:animEffect transition="in" filter="fade">
                                      <p:cBhvr>
                                        <p:cTn id="22" dur="1000"/>
                                        <p:tgtEl>
                                          <p:spTgt spid="307203"/>
                                        </p:tgtEl>
                                      </p:cBhvr>
                                    </p:animEffect>
                                  </p:childTnLst>
                                </p:cTn>
                              </p:par>
                            </p:childTnLst>
                          </p:cTn>
                        </p:par>
                        <p:par>
                          <p:cTn id="23" fill="hold">
                            <p:stCondLst>
                              <p:cond delay="1000"/>
                            </p:stCondLst>
                            <p:childTnLst>
                              <p:par>
                                <p:cTn id="24" presetID="55" presetClass="entr" presetSubtype="0" fill="hold" grpId="0" nodeType="afterEffect">
                                  <p:stCondLst>
                                    <p:cond delay="0"/>
                                  </p:stCondLst>
                                  <p:childTnLst>
                                    <p:set>
                                      <p:cBhvr>
                                        <p:cTn id="25" dur="1" fill="hold">
                                          <p:stCondLst>
                                            <p:cond delay="0"/>
                                          </p:stCondLst>
                                        </p:cTn>
                                        <p:tgtEl>
                                          <p:spTgt spid="5"/>
                                        </p:tgtEl>
                                        <p:attrNameLst>
                                          <p:attrName>style.visibility</p:attrName>
                                        </p:attrNameLst>
                                      </p:cBhvr>
                                      <p:to>
                                        <p:strVal val="visible"/>
                                      </p:to>
                                    </p:set>
                                    <p:anim calcmode="lin" valueType="num">
                                      <p:cBhvr>
                                        <p:cTn id="26" dur="1000" fill="hold"/>
                                        <p:tgtEl>
                                          <p:spTgt spid="5"/>
                                        </p:tgtEl>
                                        <p:attrNameLst>
                                          <p:attrName>ppt_w</p:attrName>
                                        </p:attrNameLst>
                                      </p:cBhvr>
                                      <p:tavLst>
                                        <p:tav tm="0">
                                          <p:val>
                                            <p:strVal val="#ppt_w*0.70"/>
                                          </p:val>
                                        </p:tav>
                                        <p:tav tm="100000">
                                          <p:val>
                                            <p:strVal val="#ppt_w"/>
                                          </p:val>
                                        </p:tav>
                                      </p:tavLst>
                                    </p:anim>
                                    <p:anim calcmode="lin" valueType="num">
                                      <p:cBhvr>
                                        <p:cTn id="27" dur="1000" fill="hold"/>
                                        <p:tgtEl>
                                          <p:spTgt spid="5"/>
                                        </p:tgtEl>
                                        <p:attrNameLst>
                                          <p:attrName>ppt_h</p:attrName>
                                        </p:attrNameLst>
                                      </p:cBhvr>
                                      <p:tavLst>
                                        <p:tav tm="0">
                                          <p:val>
                                            <p:strVal val="#ppt_h"/>
                                          </p:val>
                                        </p:tav>
                                        <p:tav tm="100000">
                                          <p:val>
                                            <p:strVal val="#ppt_h"/>
                                          </p:val>
                                        </p:tav>
                                      </p:tavLst>
                                    </p:anim>
                                    <p:animEffect transition="in" filter="fade">
                                      <p:cBhvr>
                                        <p:cTn id="28" dur="1000"/>
                                        <p:tgtEl>
                                          <p:spTgt spid="5"/>
                                        </p:tgtEl>
                                      </p:cBhvr>
                                    </p:animEffect>
                                  </p:childTnLst>
                                </p:cTn>
                              </p:par>
                            </p:childTnLst>
                          </p:cTn>
                        </p:par>
                      </p:childTnLst>
                    </p:cTn>
                  </p:par>
                  <p:par>
                    <p:cTn id="29" fill="hold">
                      <p:stCondLst>
                        <p:cond delay="indefinite"/>
                      </p:stCondLst>
                      <p:childTnLst>
                        <p:par>
                          <p:cTn id="30" fill="hold">
                            <p:stCondLst>
                              <p:cond delay="0"/>
                            </p:stCondLst>
                            <p:childTnLst>
                              <p:par>
                                <p:cTn id="31" presetID="55" presetClass="entr" presetSubtype="0" fill="hold" grpId="0" nodeType="clickEffect">
                                  <p:stCondLst>
                                    <p:cond delay="0"/>
                                  </p:stCondLst>
                                  <p:childTnLst>
                                    <p:set>
                                      <p:cBhvr>
                                        <p:cTn id="32" dur="1" fill="hold">
                                          <p:stCondLst>
                                            <p:cond delay="0"/>
                                          </p:stCondLst>
                                        </p:cTn>
                                        <p:tgtEl>
                                          <p:spTgt spid="308227">
                                            <p:bg/>
                                          </p:spTgt>
                                        </p:tgtEl>
                                        <p:attrNameLst>
                                          <p:attrName>style.visibility</p:attrName>
                                        </p:attrNameLst>
                                      </p:cBhvr>
                                      <p:to>
                                        <p:strVal val="visible"/>
                                      </p:to>
                                    </p:set>
                                    <p:anim calcmode="lin" valueType="num">
                                      <p:cBhvr>
                                        <p:cTn id="33" dur="1000" fill="hold"/>
                                        <p:tgtEl>
                                          <p:spTgt spid="308227">
                                            <p:bg/>
                                          </p:spTgt>
                                        </p:tgtEl>
                                        <p:attrNameLst>
                                          <p:attrName>ppt_w</p:attrName>
                                        </p:attrNameLst>
                                      </p:cBhvr>
                                      <p:tavLst>
                                        <p:tav tm="0">
                                          <p:val>
                                            <p:strVal val="#ppt_w*0.70"/>
                                          </p:val>
                                        </p:tav>
                                        <p:tav tm="100000">
                                          <p:val>
                                            <p:strVal val="#ppt_w"/>
                                          </p:val>
                                        </p:tav>
                                      </p:tavLst>
                                    </p:anim>
                                    <p:anim calcmode="lin" valueType="num">
                                      <p:cBhvr>
                                        <p:cTn id="34" dur="1000" fill="hold"/>
                                        <p:tgtEl>
                                          <p:spTgt spid="308227">
                                            <p:bg/>
                                          </p:spTgt>
                                        </p:tgtEl>
                                        <p:attrNameLst>
                                          <p:attrName>ppt_h</p:attrName>
                                        </p:attrNameLst>
                                      </p:cBhvr>
                                      <p:tavLst>
                                        <p:tav tm="0">
                                          <p:val>
                                            <p:strVal val="#ppt_h"/>
                                          </p:val>
                                        </p:tav>
                                        <p:tav tm="100000">
                                          <p:val>
                                            <p:strVal val="#ppt_h"/>
                                          </p:val>
                                        </p:tav>
                                      </p:tavLst>
                                    </p:anim>
                                    <p:animEffect transition="in" filter="fade">
                                      <p:cBhvr>
                                        <p:cTn id="35" dur="1000"/>
                                        <p:tgtEl>
                                          <p:spTgt spid="308227">
                                            <p:bg/>
                                          </p:spTgt>
                                        </p:tgtEl>
                                      </p:cBhvr>
                                    </p:animEffect>
                                  </p:childTnLst>
                                </p:cTn>
                              </p:par>
                            </p:childTnLst>
                          </p:cTn>
                        </p:par>
                        <p:par>
                          <p:cTn id="36" fill="hold">
                            <p:stCondLst>
                              <p:cond delay="1000"/>
                            </p:stCondLst>
                            <p:childTnLst>
                              <p:par>
                                <p:cTn id="37" presetID="55" presetClass="entr" presetSubtype="0" fill="hold" grpId="0" nodeType="afterEffect">
                                  <p:stCondLst>
                                    <p:cond delay="0"/>
                                  </p:stCondLst>
                                  <p:childTnLst>
                                    <p:set>
                                      <p:cBhvr>
                                        <p:cTn id="38" dur="1" fill="hold">
                                          <p:stCondLst>
                                            <p:cond delay="0"/>
                                          </p:stCondLst>
                                        </p:cTn>
                                        <p:tgtEl>
                                          <p:spTgt spid="2"/>
                                        </p:tgtEl>
                                        <p:attrNameLst>
                                          <p:attrName>style.visibility</p:attrName>
                                        </p:attrNameLst>
                                      </p:cBhvr>
                                      <p:to>
                                        <p:strVal val="visible"/>
                                      </p:to>
                                    </p:set>
                                    <p:anim calcmode="lin" valueType="num">
                                      <p:cBhvr>
                                        <p:cTn id="39" dur="1000" fill="hold"/>
                                        <p:tgtEl>
                                          <p:spTgt spid="2"/>
                                        </p:tgtEl>
                                        <p:attrNameLst>
                                          <p:attrName>ppt_w</p:attrName>
                                        </p:attrNameLst>
                                      </p:cBhvr>
                                      <p:tavLst>
                                        <p:tav tm="0">
                                          <p:val>
                                            <p:strVal val="#ppt_w*0.70"/>
                                          </p:val>
                                        </p:tav>
                                        <p:tav tm="100000">
                                          <p:val>
                                            <p:strVal val="#ppt_w"/>
                                          </p:val>
                                        </p:tav>
                                      </p:tavLst>
                                    </p:anim>
                                    <p:anim calcmode="lin" valueType="num">
                                      <p:cBhvr>
                                        <p:cTn id="40" dur="1000" fill="hold"/>
                                        <p:tgtEl>
                                          <p:spTgt spid="2"/>
                                        </p:tgtEl>
                                        <p:attrNameLst>
                                          <p:attrName>ppt_h</p:attrName>
                                        </p:attrNameLst>
                                      </p:cBhvr>
                                      <p:tavLst>
                                        <p:tav tm="0">
                                          <p:val>
                                            <p:strVal val="#ppt_h"/>
                                          </p:val>
                                        </p:tav>
                                        <p:tav tm="100000">
                                          <p:val>
                                            <p:strVal val="#ppt_h"/>
                                          </p:val>
                                        </p:tav>
                                      </p:tavLst>
                                    </p:anim>
                                    <p:animEffect transition="in" filter="fade">
                                      <p:cBhvr>
                                        <p:cTn id="41" dur="1000"/>
                                        <p:tgtEl>
                                          <p:spTgt spid="2"/>
                                        </p:tgtEl>
                                      </p:cBhvr>
                                    </p:animEffect>
                                  </p:childTnLst>
                                </p:cTn>
                              </p:par>
                            </p:childTnLst>
                          </p:cTn>
                        </p:par>
                      </p:childTnLst>
                    </p:cTn>
                  </p:par>
                  <p:par>
                    <p:cTn id="42" fill="hold">
                      <p:stCondLst>
                        <p:cond delay="indefinite"/>
                      </p:stCondLst>
                      <p:childTnLst>
                        <p:par>
                          <p:cTn id="43" fill="hold">
                            <p:stCondLst>
                              <p:cond delay="0"/>
                            </p:stCondLst>
                            <p:childTnLst>
                              <p:par>
                                <p:cTn id="44" presetID="3" presetClass="entr" presetSubtype="10" fill="hold" grpId="0" nodeType="clickEffect">
                                  <p:stCondLst>
                                    <p:cond delay="0"/>
                                  </p:stCondLst>
                                  <p:childTnLst>
                                    <p:set>
                                      <p:cBhvr>
                                        <p:cTn id="45" dur="1" fill="hold">
                                          <p:stCondLst>
                                            <p:cond delay="0"/>
                                          </p:stCondLst>
                                        </p:cTn>
                                        <p:tgtEl>
                                          <p:spTgt spid="6"/>
                                        </p:tgtEl>
                                        <p:attrNameLst>
                                          <p:attrName>style.visibility</p:attrName>
                                        </p:attrNameLst>
                                      </p:cBhvr>
                                      <p:to>
                                        <p:strVal val="visible"/>
                                      </p:to>
                                    </p:set>
                                    <p:animEffect transition="in" filter="blinds(horizontal)">
                                      <p:cBhvr>
                                        <p:cTn id="46"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6182" grpId="0" bldLvl="0" animBg="1"/>
      <p:bldP spid="4" grpId="0" bldLvl="0" animBg="1"/>
      <p:bldP spid="307203" grpId="0" bldLvl="0" animBg="1"/>
      <p:bldP spid="5" grpId="0" animBg="1"/>
      <p:bldP spid="307203" grpId="1" animBg="1"/>
      <p:bldP spid="5" grpId="1" animBg="1"/>
      <p:bldP spid="308227" grpId="0" animBg="1" build="p"/>
      <p:bldP spid="308227" grpId="1" animBg="1" build="p"/>
      <p:bldP spid="2" grpId="0" bldLvl="0" animBg="1"/>
      <p:bldP spid="2" grpId="1" animBg="1"/>
      <p:bldP spid="6" grpId="0" animBg="1"/>
      <p:bldP spid="6" grpId="1"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4"/>
          <p:cNvSpPr>
            <a:spLocks noGrp="1" noChangeArrowheads="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a:spcBef>
                <a:spcPct val="0"/>
              </a:spcBef>
              <a:buFontTx/>
              <a:buNone/>
            </a:pPr>
            <a:fld id="{7B3AC412-E430-4EE9-915E-F770DAD3753B}" type="datetime1">
              <a:rPr kumimoji="0" lang="zh-CN" altLang="en-US" sz="1200" smtClean="0">
                <a:solidFill>
                  <a:srgbClr val="000000"/>
                </a:solidFill>
                <a:ea typeface="宋体" panose="02010600030101010101" pitchFamily="2" charset="-122"/>
              </a:rPr>
            </a:fld>
            <a:endParaRPr kumimoji="0" lang="en-US" altLang="zh-CN" sz="1200">
              <a:solidFill>
                <a:srgbClr val="000000"/>
              </a:solidFill>
              <a:ea typeface="宋体" panose="02010600030101010101" pitchFamily="2" charset="-122"/>
            </a:endParaRPr>
          </a:p>
        </p:txBody>
      </p:sp>
      <p:sp>
        <p:nvSpPr>
          <p:cNvPr id="22531" name="Rectangle 2"/>
          <p:cNvSpPr>
            <a:spLocks noGrp="1" noChangeArrowheads="1"/>
          </p:cNvSpPr>
          <p:nvPr>
            <p:ph type="title"/>
          </p:nvPr>
        </p:nvSpPr>
        <p:spPr>
          <a:xfrm>
            <a:off x="533400" y="106363"/>
            <a:ext cx="5118100" cy="584200"/>
          </a:xfrm>
          <a:solidFill>
            <a:schemeClr val="bg1"/>
          </a:solidFill>
          <a:effectLst>
            <a:outerShdw dist="35921" dir="2700000" algn="ctr" rotWithShape="0">
              <a:srgbClr val="000000">
                <a:alpha val="74997"/>
              </a:srgbClr>
            </a:outerShdw>
          </a:effectLst>
        </p:spPr>
        <p:txBody>
          <a:bodyPr/>
          <a:lstStyle/>
          <a:p>
            <a:r>
              <a:rPr kumimoji="0" lang="en-US" altLang="zh-CN" sz="2800" b="1">
                <a:solidFill>
                  <a:schemeClr val="tx1"/>
                </a:solidFill>
                <a:effectLst/>
              </a:rPr>
              <a:t>§5.3 </a:t>
            </a:r>
            <a:r>
              <a:rPr kumimoji="0" lang="zh-CN" altLang="en-US" sz="2800" b="1">
                <a:solidFill>
                  <a:schemeClr val="tx1"/>
                </a:solidFill>
                <a:effectLst/>
              </a:rPr>
              <a:t>拉普拉斯变换的收敛域</a:t>
            </a:r>
            <a:endParaRPr kumimoji="0" lang="zh-CN" altLang="en-US" sz="2800" b="1">
              <a:solidFill>
                <a:schemeClr val="tx1"/>
              </a:solidFill>
              <a:effectLst/>
            </a:endParaRPr>
          </a:p>
        </p:txBody>
      </p:sp>
      <p:sp>
        <p:nvSpPr>
          <p:cNvPr id="22532" name="Rectangle 3"/>
          <p:cNvSpPr>
            <a:spLocks noGrp="1" noChangeArrowheads="1"/>
          </p:cNvSpPr>
          <p:nvPr>
            <p:ph type="body" sz="half" idx="1"/>
          </p:nvPr>
        </p:nvSpPr>
        <p:spPr>
          <a:xfrm>
            <a:off x="971550" y="1052513"/>
            <a:ext cx="7561263" cy="2303462"/>
          </a:xfrm>
          <a:solidFill>
            <a:schemeClr val="tx1"/>
          </a:solidFill>
          <a:effectLst>
            <a:outerShdw dist="35921" dir="2700000" algn="ctr" rotWithShape="0">
              <a:srgbClr val="000000">
                <a:alpha val="74997"/>
              </a:srgbClr>
            </a:outerShdw>
          </a:effectLst>
        </p:spPr>
        <p:txBody>
          <a:bodyPr/>
          <a:lstStyle/>
          <a:p>
            <a:pPr marL="0" indent="0" algn="just">
              <a:lnSpc>
                <a:spcPct val="120000"/>
              </a:lnSpc>
              <a:buFontTx/>
              <a:buNone/>
            </a:pPr>
            <a:r>
              <a:rPr kumimoji="0" lang="zh-CN" altLang="en-US" sz="2800" b="1">
                <a:solidFill>
                  <a:srgbClr val="000000"/>
                </a:solidFill>
                <a:effectLst/>
                <a:latin typeface="楷体_GB2312" pitchFamily="49" charset="-122"/>
                <a:ea typeface="楷体_GB2312" pitchFamily="49" charset="-122"/>
              </a:rPr>
              <a:t>    由上面的讨论可知，连续时间信号</a:t>
            </a:r>
            <a:r>
              <a:rPr kumimoji="0" lang="en-US" altLang="zh-CN" sz="2800" b="1">
                <a:solidFill>
                  <a:srgbClr val="000000"/>
                </a:solidFill>
                <a:effectLst/>
                <a:latin typeface="楷体_GB2312" pitchFamily="49" charset="-122"/>
                <a:ea typeface="楷体_GB2312" pitchFamily="49" charset="-122"/>
              </a:rPr>
              <a:t>f(t)</a:t>
            </a:r>
            <a:r>
              <a:rPr kumimoji="0" lang="zh-CN" altLang="en-US" sz="2800" b="1">
                <a:solidFill>
                  <a:srgbClr val="000000"/>
                </a:solidFill>
                <a:effectLst/>
                <a:latin typeface="楷体_GB2312" pitchFamily="49" charset="-122"/>
                <a:ea typeface="楷体_GB2312" pitchFamily="49" charset="-122"/>
              </a:rPr>
              <a:t>的拉普拉斯变换（以下简称拉氏变换）式</a:t>
            </a:r>
            <a:r>
              <a:rPr kumimoji="0" lang="en-US" altLang="zh-CN" sz="2800" b="1">
                <a:solidFill>
                  <a:srgbClr val="000000"/>
                </a:solidFill>
                <a:effectLst/>
                <a:latin typeface="楷体_GB2312" pitchFamily="49" charset="-122"/>
                <a:ea typeface="楷体_GB2312" pitchFamily="49" charset="-122"/>
              </a:rPr>
              <a:t>F(s)</a:t>
            </a:r>
            <a:r>
              <a:rPr kumimoji="0" lang="zh-CN" altLang="en-US" sz="2800" b="1">
                <a:solidFill>
                  <a:srgbClr val="000000"/>
                </a:solidFill>
                <a:effectLst/>
                <a:latin typeface="楷体_GB2312" pitchFamily="49" charset="-122"/>
                <a:ea typeface="楷体_GB2312" pitchFamily="49" charset="-122"/>
              </a:rPr>
              <a:t>是否存在，</a:t>
            </a:r>
            <a:r>
              <a:rPr kumimoji="0" lang="zh-CN" altLang="en-US" sz="2800" b="1">
                <a:solidFill>
                  <a:srgbClr val="FF0000"/>
                </a:solidFill>
                <a:effectLst/>
                <a:latin typeface="楷体_GB2312" pitchFamily="49" charset="-122"/>
                <a:ea typeface="楷体_GB2312" pitchFamily="49" charset="-122"/>
              </a:rPr>
              <a:t>取决于</a:t>
            </a:r>
            <a:r>
              <a:rPr kumimoji="0" lang="en-US" altLang="zh-CN" sz="2800" b="1">
                <a:solidFill>
                  <a:srgbClr val="000000"/>
                </a:solidFill>
                <a:effectLst/>
                <a:latin typeface="楷体_GB2312" pitchFamily="49" charset="-122"/>
                <a:ea typeface="楷体_GB2312" pitchFamily="49" charset="-122"/>
              </a:rPr>
              <a:t>f(t)</a:t>
            </a:r>
            <a:r>
              <a:rPr kumimoji="0" lang="zh-CN" altLang="en-US" sz="2800" b="1">
                <a:solidFill>
                  <a:srgbClr val="000000"/>
                </a:solidFill>
                <a:effectLst/>
                <a:latin typeface="楷体_GB2312" pitchFamily="49" charset="-122"/>
                <a:ea typeface="楷体_GB2312" pitchFamily="49" charset="-122"/>
              </a:rPr>
              <a:t>乘以衰减因子</a:t>
            </a:r>
            <a:endParaRPr kumimoji="0" lang="zh-CN" altLang="en-US" sz="2800" b="1">
              <a:solidFill>
                <a:srgbClr val="000000"/>
              </a:solidFill>
              <a:effectLst/>
              <a:latin typeface="楷体_GB2312" pitchFamily="49" charset="-122"/>
              <a:ea typeface="楷体_GB2312" pitchFamily="49" charset="-122"/>
            </a:endParaRPr>
          </a:p>
          <a:p>
            <a:pPr marL="0" indent="0" algn="just">
              <a:lnSpc>
                <a:spcPct val="120000"/>
              </a:lnSpc>
              <a:buFontTx/>
              <a:buNone/>
            </a:pPr>
            <a:r>
              <a:rPr kumimoji="0" lang="zh-CN" altLang="en-US" sz="2800" b="1">
                <a:solidFill>
                  <a:srgbClr val="000000"/>
                </a:solidFill>
                <a:effectLst/>
                <a:latin typeface="楷体_GB2312" pitchFamily="49" charset="-122"/>
                <a:ea typeface="楷体_GB2312" pitchFamily="49" charset="-122"/>
              </a:rPr>
              <a:t>以后</a:t>
            </a:r>
            <a:r>
              <a:rPr kumimoji="0" lang="zh-CN" altLang="en-US" sz="2800" b="1">
                <a:solidFill>
                  <a:srgbClr val="FF0000"/>
                </a:solidFill>
                <a:effectLst/>
                <a:latin typeface="楷体_GB2312" pitchFamily="49" charset="-122"/>
                <a:ea typeface="楷体_GB2312" pitchFamily="49" charset="-122"/>
              </a:rPr>
              <a:t>是否绝对可积</a:t>
            </a:r>
            <a:r>
              <a:rPr kumimoji="0" lang="zh-CN" altLang="en-US" sz="2800" b="1">
                <a:solidFill>
                  <a:srgbClr val="000000"/>
                </a:solidFill>
                <a:effectLst/>
                <a:latin typeface="楷体_GB2312" pitchFamily="49" charset="-122"/>
                <a:ea typeface="楷体_GB2312" pitchFamily="49" charset="-122"/>
              </a:rPr>
              <a:t>，即：</a:t>
            </a:r>
            <a:endParaRPr kumimoji="0" lang="zh-CN" altLang="en-US" sz="2800" b="1">
              <a:solidFill>
                <a:srgbClr val="000000"/>
              </a:solidFill>
              <a:effectLst/>
              <a:latin typeface="楷体_GB2312" pitchFamily="49" charset="-122"/>
              <a:ea typeface="楷体_GB2312" pitchFamily="49" charset="-122"/>
            </a:endParaRPr>
          </a:p>
        </p:txBody>
      </p:sp>
      <p:graphicFrame>
        <p:nvGraphicFramePr>
          <p:cNvPr id="136196" name="Object 4"/>
          <p:cNvGraphicFramePr>
            <a:graphicFrameLocks noChangeAspect="1"/>
          </p:cNvGraphicFramePr>
          <p:nvPr/>
        </p:nvGraphicFramePr>
        <p:xfrm>
          <a:off x="2627313" y="3500438"/>
          <a:ext cx="4248150" cy="1235075"/>
        </p:xfrm>
        <a:graphic>
          <a:graphicData uri="http://schemas.openxmlformats.org/presentationml/2006/ole">
            <mc:AlternateContent xmlns:mc="http://schemas.openxmlformats.org/markup-compatibility/2006">
              <mc:Choice xmlns:v="urn:schemas-microsoft-com:vml" Requires="v">
                <p:oleObj spid="_x0000_s2" name="公式" r:id="rId1" imgW="1205865" imgH="355600" progId="Equation.3">
                  <p:embed/>
                </p:oleObj>
              </mc:Choice>
              <mc:Fallback>
                <p:oleObj name="公式" r:id="rId1" imgW="1205865" imgH="355600" progId="Equation.3">
                  <p:embed/>
                  <p:pic>
                    <p:nvPicPr>
                      <p:cNvPr id="0" name="Object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27313" y="3500438"/>
                        <a:ext cx="4248150" cy="1235075"/>
                      </a:xfrm>
                      <a:prstGeom prst="rect">
                        <a:avLst/>
                      </a:prstGeom>
                      <a:solidFill>
                        <a:schemeClr val="tx1"/>
                      </a:solidFill>
                      <a:ln w="9525">
                        <a:solidFill>
                          <a:srgbClr val="FF0000"/>
                        </a:solidFill>
                        <a:miter lim="800000"/>
                        <a:headEnd/>
                        <a:tailEnd/>
                      </a:ln>
                      <a:effectLst>
                        <a:outerShdw dist="35921" dir="2700000" algn="ctr" rotWithShape="0">
                          <a:srgbClr val="808080">
                            <a:alpha val="74997"/>
                          </a:srgbClr>
                        </a:outerShdw>
                      </a:effectLst>
                    </p:spPr>
                  </p:pic>
                </p:oleObj>
              </mc:Fallback>
            </mc:AlternateContent>
          </a:graphicData>
        </a:graphic>
      </p:graphicFrame>
      <p:graphicFrame>
        <p:nvGraphicFramePr>
          <p:cNvPr id="22534" name="Object 5"/>
          <p:cNvGraphicFramePr>
            <a:graphicFrameLocks noGrp="1" noChangeAspect="1"/>
          </p:cNvGraphicFramePr>
          <p:nvPr>
            <p:ph sz="half" idx="2"/>
          </p:nvPr>
        </p:nvGraphicFramePr>
        <p:xfrm>
          <a:off x="6443663" y="2205038"/>
          <a:ext cx="909637" cy="612775"/>
        </p:xfrm>
        <a:graphic>
          <a:graphicData uri="http://schemas.openxmlformats.org/presentationml/2006/ole">
            <mc:AlternateContent xmlns:mc="http://schemas.openxmlformats.org/markup-compatibility/2006">
              <mc:Choice xmlns:v="urn:schemas-microsoft-com:vml" Requires="v">
                <p:oleObj spid="_x0000_s3" name="" r:id="rId3" imgW="228600" imgH="190500" progId="Equation.3">
                  <p:embed/>
                </p:oleObj>
              </mc:Choice>
              <mc:Fallback>
                <p:oleObj name="" r:id="rId3" imgW="228600" imgH="190500" progId="Equation.3">
                  <p:embed/>
                  <p:pic>
                    <p:nvPicPr>
                      <p:cNvPr id="0"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443663" y="2205038"/>
                        <a:ext cx="909637" cy="6127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pSp>
        <p:nvGrpSpPr>
          <p:cNvPr id="4" name="Group 8"/>
          <p:cNvGrpSpPr/>
          <p:nvPr/>
        </p:nvGrpSpPr>
        <p:grpSpPr bwMode="auto">
          <a:xfrm>
            <a:off x="971550" y="4797425"/>
            <a:ext cx="7632700" cy="1689100"/>
            <a:chOff x="748" y="3158"/>
            <a:chExt cx="4536" cy="1064"/>
          </a:xfrm>
        </p:grpSpPr>
        <p:sp>
          <p:nvSpPr>
            <p:cNvPr id="22536" name="Rectangle 6"/>
            <p:cNvSpPr>
              <a:spLocks noChangeArrowheads="1"/>
            </p:cNvSpPr>
            <p:nvPr/>
          </p:nvSpPr>
          <p:spPr bwMode="auto">
            <a:xfrm>
              <a:off x="748" y="3158"/>
              <a:ext cx="4536" cy="10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algn="just">
                <a:lnSpc>
                  <a:spcPct val="120000"/>
                </a:lnSpc>
                <a:buFontTx/>
                <a:buNone/>
              </a:pPr>
              <a:r>
                <a:rPr kumimoji="0" lang="zh-CN" altLang="en-US" sz="2800">
                  <a:latin typeface="楷体_GB2312" pitchFamily="49" charset="-122"/>
                  <a:ea typeface="楷体_GB2312" pitchFamily="49" charset="-122"/>
                </a:rPr>
                <a:t>    </a:t>
              </a:r>
              <a:r>
                <a:rPr kumimoji="0" lang="zh-CN" altLang="en-US" sz="2800">
                  <a:solidFill>
                    <a:srgbClr val="FF0000"/>
                  </a:solidFill>
                  <a:latin typeface="楷体_GB2312" pitchFamily="49" charset="-122"/>
                  <a:ea typeface="楷体_GB2312" pitchFamily="49" charset="-122"/>
                </a:rPr>
                <a:t>因此</a:t>
              </a:r>
              <a:r>
                <a:rPr kumimoji="0" lang="zh-CN" altLang="en-US" sz="2800">
                  <a:solidFill>
                    <a:srgbClr val="000000"/>
                  </a:solidFill>
                  <a:latin typeface="楷体_GB2312" pitchFamily="49" charset="-122"/>
                  <a:ea typeface="楷体_GB2312" pitchFamily="49" charset="-122"/>
                </a:rPr>
                <a:t>，在</a:t>
              </a:r>
              <a:r>
                <a:rPr kumimoji="0" lang="en-US" altLang="zh-CN" sz="2800">
                  <a:solidFill>
                    <a:srgbClr val="000000"/>
                  </a:solidFill>
                  <a:latin typeface="楷体_GB2312" pitchFamily="49" charset="-122"/>
                  <a:ea typeface="楷体_GB2312" pitchFamily="49" charset="-122"/>
                </a:rPr>
                <a:t>s</a:t>
              </a:r>
              <a:r>
                <a:rPr kumimoji="0" lang="zh-CN" altLang="en-US" sz="2800">
                  <a:solidFill>
                    <a:srgbClr val="000000"/>
                  </a:solidFill>
                  <a:latin typeface="楷体_GB2312" pitchFamily="49" charset="-122"/>
                  <a:ea typeface="楷体_GB2312" pitchFamily="49" charset="-122"/>
                </a:rPr>
                <a:t>平面上，使          绝对可积的区域称为</a:t>
              </a:r>
              <a:r>
                <a:rPr kumimoji="0" lang="en-US" altLang="zh-CN" sz="2800">
                  <a:solidFill>
                    <a:srgbClr val="000000"/>
                  </a:solidFill>
                  <a:latin typeface="楷体_GB2312" pitchFamily="49" charset="-122"/>
                  <a:ea typeface="楷体_GB2312" pitchFamily="49" charset="-122"/>
                </a:rPr>
                <a:t>L.T</a:t>
              </a:r>
              <a:r>
                <a:rPr kumimoji="0" lang="zh-CN" altLang="en-US" sz="2800">
                  <a:solidFill>
                    <a:srgbClr val="000000"/>
                  </a:solidFill>
                  <a:latin typeface="楷体_GB2312" pitchFamily="49" charset="-122"/>
                  <a:ea typeface="楷体_GB2312" pitchFamily="49" charset="-122"/>
                </a:rPr>
                <a:t>的</a:t>
              </a:r>
              <a:r>
                <a:rPr kumimoji="0" lang="zh-CN" altLang="en-US" sz="2800">
                  <a:solidFill>
                    <a:srgbClr val="9900FF"/>
                  </a:solidFill>
                  <a:latin typeface="楷体_GB2312" pitchFamily="49" charset="-122"/>
                  <a:ea typeface="楷体_GB2312" pitchFamily="49" charset="-122"/>
                </a:rPr>
                <a:t>绝对收敛域</a:t>
              </a:r>
              <a:r>
                <a:rPr kumimoji="0" lang="zh-CN" altLang="en-US" sz="2800">
                  <a:solidFill>
                    <a:srgbClr val="000000"/>
                  </a:solidFill>
                  <a:latin typeface="楷体_GB2312" pitchFamily="49" charset="-122"/>
                  <a:ea typeface="楷体_GB2312" pitchFamily="49" charset="-122"/>
                </a:rPr>
                <a:t>简称</a:t>
              </a:r>
              <a:r>
                <a:rPr kumimoji="0" lang="zh-CN" altLang="en-US" sz="2800">
                  <a:solidFill>
                    <a:srgbClr val="FF0000"/>
                  </a:solidFill>
                  <a:latin typeface="楷体_GB2312" pitchFamily="49" charset="-122"/>
                  <a:ea typeface="楷体_GB2312" pitchFamily="49" charset="-122"/>
                </a:rPr>
                <a:t>收敛域</a:t>
              </a:r>
              <a:r>
                <a:rPr kumimoji="0" lang="zh-CN" altLang="en-US" sz="2800">
                  <a:solidFill>
                    <a:srgbClr val="000000"/>
                  </a:solidFill>
                  <a:latin typeface="楷体_GB2312" pitchFamily="49" charset="-122"/>
                  <a:ea typeface="楷体_GB2312" pitchFamily="49" charset="-122"/>
                </a:rPr>
                <a:t>。或称为</a:t>
              </a:r>
              <a:r>
                <a:rPr kumimoji="0" lang="en-US" altLang="zh-CN" sz="2800">
                  <a:solidFill>
                    <a:srgbClr val="000000"/>
                  </a:solidFill>
                  <a:latin typeface="楷体_GB2312" pitchFamily="49" charset="-122"/>
                  <a:ea typeface="楷体_GB2312" pitchFamily="49" charset="-122"/>
                </a:rPr>
                <a:t>L.T</a:t>
              </a:r>
              <a:r>
                <a:rPr kumimoji="0" lang="zh-CN" altLang="en-US" sz="2800">
                  <a:solidFill>
                    <a:srgbClr val="000000"/>
                  </a:solidFill>
                  <a:latin typeface="楷体_GB2312" pitchFamily="49" charset="-122"/>
                  <a:ea typeface="楷体_GB2312" pitchFamily="49" charset="-122"/>
                </a:rPr>
                <a:t>存在的</a:t>
              </a:r>
              <a:r>
                <a:rPr kumimoji="0" lang="zh-CN" altLang="en-US" sz="2800">
                  <a:solidFill>
                    <a:srgbClr val="FF0000"/>
                  </a:solidFill>
                  <a:latin typeface="楷体_GB2312" pitchFamily="49" charset="-122"/>
                  <a:ea typeface="楷体_GB2312" pitchFamily="49" charset="-122"/>
                </a:rPr>
                <a:t>充分条件</a:t>
              </a:r>
              <a:r>
                <a:rPr kumimoji="0" lang="zh-CN" altLang="en-US" sz="2800">
                  <a:solidFill>
                    <a:srgbClr val="000000"/>
                  </a:solidFill>
                  <a:latin typeface="楷体_GB2312" pitchFamily="49" charset="-122"/>
                  <a:ea typeface="楷体_GB2312" pitchFamily="49" charset="-122"/>
                </a:rPr>
                <a:t>。</a:t>
              </a:r>
              <a:endParaRPr kumimoji="0" lang="zh-CN" altLang="en-US" sz="2800">
                <a:solidFill>
                  <a:srgbClr val="000000"/>
                </a:solidFill>
                <a:latin typeface="楷体_GB2312" pitchFamily="49" charset="-122"/>
                <a:ea typeface="楷体_GB2312" pitchFamily="49" charset="-122"/>
              </a:endParaRPr>
            </a:p>
          </p:txBody>
        </p:sp>
        <p:graphicFrame>
          <p:nvGraphicFramePr>
            <p:cNvPr id="22537" name="Object 7"/>
            <p:cNvGraphicFramePr>
              <a:graphicFrameLocks noChangeAspect="1"/>
            </p:cNvGraphicFramePr>
            <p:nvPr/>
          </p:nvGraphicFramePr>
          <p:xfrm>
            <a:off x="3187" y="3203"/>
            <a:ext cx="735" cy="322"/>
          </p:xfrm>
          <a:graphic>
            <a:graphicData uri="http://schemas.openxmlformats.org/presentationml/2006/ole">
              <mc:AlternateContent xmlns:mc="http://schemas.openxmlformats.org/markup-compatibility/2006">
                <mc:Choice xmlns:v="urn:schemas-microsoft-com:vml" Requires="v">
                  <p:oleObj spid="_x0000_s5" name="公式" r:id="rId5" imgW="521335" imgH="228600" progId="Equation.3">
                    <p:embed/>
                  </p:oleObj>
                </mc:Choice>
                <mc:Fallback>
                  <p:oleObj name="公式" r:id="rId5" imgW="521335" imgH="228600" progId="Equation.3">
                    <p:embed/>
                    <p:pic>
                      <p:nvPicPr>
                        <p:cNvPr id="0" name="Object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187" y="3203"/>
                          <a:ext cx="735" cy="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pSp>
    </p:spTree>
    <p:custDataLst>
      <p:tags r:id="rId7"/>
    </p:custDataLst>
  </p:cSld>
  <p:clrMapOvr>
    <a:masterClrMapping/>
  </p:clrMapOvr>
  <p:transition advTm="2467"/>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5" presetClass="entr" presetSubtype="0" fill="hold" nodeType="afterEffect">
                                  <p:stCondLst>
                                    <p:cond delay="0"/>
                                  </p:stCondLst>
                                  <p:childTnLst>
                                    <p:set>
                                      <p:cBhvr>
                                        <p:cTn id="6" dur="1" fill="hold">
                                          <p:stCondLst>
                                            <p:cond delay="0"/>
                                          </p:stCondLst>
                                        </p:cTn>
                                        <p:tgtEl>
                                          <p:spTgt spid="136196"/>
                                        </p:tgtEl>
                                        <p:attrNameLst>
                                          <p:attrName>style.visibility</p:attrName>
                                        </p:attrNameLst>
                                      </p:cBhvr>
                                      <p:to>
                                        <p:strVal val="visible"/>
                                      </p:to>
                                    </p:set>
                                    <p:anim calcmode="lin" valueType="num">
                                      <p:cBhvr>
                                        <p:cTn id="7" dur="1000" fill="hold"/>
                                        <p:tgtEl>
                                          <p:spTgt spid="136196"/>
                                        </p:tgtEl>
                                        <p:attrNameLst>
                                          <p:attrName>ppt_w</p:attrName>
                                        </p:attrNameLst>
                                      </p:cBhvr>
                                      <p:tavLst>
                                        <p:tav tm="0">
                                          <p:val>
                                            <p:strVal val="#ppt_w*0.70"/>
                                          </p:val>
                                        </p:tav>
                                        <p:tav tm="100000">
                                          <p:val>
                                            <p:strVal val="#ppt_w"/>
                                          </p:val>
                                        </p:tav>
                                      </p:tavLst>
                                    </p:anim>
                                    <p:anim calcmode="lin" valueType="num">
                                      <p:cBhvr>
                                        <p:cTn id="8" dur="1000" fill="hold"/>
                                        <p:tgtEl>
                                          <p:spTgt spid="136196"/>
                                        </p:tgtEl>
                                        <p:attrNameLst>
                                          <p:attrName>ppt_h</p:attrName>
                                        </p:attrNameLst>
                                      </p:cBhvr>
                                      <p:tavLst>
                                        <p:tav tm="0">
                                          <p:val>
                                            <p:strVal val="#ppt_h"/>
                                          </p:val>
                                        </p:tav>
                                        <p:tav tm="100000">
                                          <p:val>
                                            <p:strVal val="#ppt_h"/>
                                          </p:val>
                                        </p:tav>
                                      </p:tavLst>
                                    </p:anim>
                                    <p:animEffect transition="in" filter="fade">
                                      <p:cBhvr>
                                        <p:cTn id="9" dur="1000"/>
                                        <p:tgtEl>
                                          <p:spTgt spid="13619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4"/>
          <p:cNvSpPr>
            <a:spLocks noGrp="1" noChangeArrowheads="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a:spcBef>
                <a:spcPct val="0"/>
              </a:spcBef>
              <a:buFontTx/>
              <a:buNone/>
            </a:pPr>
            <a:fld id="{08532996-ECEB-4AD9-B8EA-B543522DF813}" type="datetime1">
              <a:rPr kumimoji="0" lang="zh-CN" altLang="en-US" sz="1200" smtClean="0">
                <a:solidFill>
                  <a:srgbClr val="000000"/>
                </a:solidFill>
                <a:ea typeface="宋体" panose="02010600030101010101" pitchFamily="2" charset="-122"/>
              </a:rPr>
            </a:fld>
            <a:endParaRPr kumimoji="0" lang="en-US" altLang="zh-CN" sz="1200">
              <a:solidFill>
                <a:srgbClr val="000000"/>
              </a:solidFill>
              <a:ea typeface="宋体" panose="02010600030101010101" pitchFamily="2" charset="-122"/>
            </a:endParaRPr>
          </a:p>
        </p:txBody>
      </p:sp>
      <p:sp>
        <p:nvSpPr>
          <p:cNvPr id="314371" name="Rectangle 3"/>
          <p:cNvSpPr>
            <a:spLocks noGrp="1" noChangeArrowheads="1"/>
          </p:cNvSpPr>
          <p:nvPr>
            <p:ph type="body" sz="half" idx="1"/>
          </p:nvPr>
        </p:nvSpPr>
        <p:spPr>
          <a:xfrm>
            <a:off x="1116013" y="1341438"/>
            <a:ext cx="7415212" cy="4857750"/>
          </a:xfrm>
          <a:solidFill>
            <a:schemeClr val="tx1"/>
          </a:solidFill>
        </p:spPr>
        <p:txBody>
          <a:bodyPr/>
          <a:lstStyle/>
          <a:p>
            <a:pPr marL="0" indent="0" eaLnBrk="1" hangingPunct="1">
              <a:lnSpc>
                <a:spcPct val="120000"/>
              </a:lnSpc>
              <a:buFontTx/>
              <a:buNone/>
              <a:defRPr/>
            </a:pPr>
            <a:r>
              <a:rPr kumimoji="0" lang="zh-CN" altLang="en-US" sz="2800">
                <a:solidFill>
                  <a:srgbClr val="000000"/>
                </a:solidFill>
              </a:rPr>
              <a:t>一、单边拉普拉斯变换的收敛域</a:t>
            </a:r>
            <a:endParaRPr kumimoji="0" lang="zh-CN" altLang="en-US" sz="2800">
              <a:solidFill>
                <a:srgbClr val="000000"/>
              </a:solidFill>
            </a:endParaRPr>
          </a:p>
          <a:p>
            <a:pPr marL="0" indent="0" eaLnBrk="1" hangingPunct="1">
              <a:lnSpc>
                <a:spcPct val="120000"/>
              </a:lnSpc>
              <a:buFontTx/>
              <a:buNone/>
              <a:defRPr/>
            </a:pPr>
            <a:r>
              <a:rPr kumimoji="0" lang="zh-CN" altLang="en-US" sz="2800">
                <a:solidFill>
                  <a:srgbClr val="000000"/>
                </a:solidFill>
              </a:rPr>
              <a:t>    从                                   可以看出，要使单边拉普拉斯变换存在，通常要求</a:t>
            </a:r>
            <a:r>
              <a:rPr kumimoji="0" lang="en-US" altLang="zh-CN" sz="2800">
                <a:solidFill>
                  <a:srgbClr val="000000"/>
                </a:solidFill>
              </a:rPr>
              <a:t>f(t)</a:t>
            </a:r>
            <a:r>
              <a:rPr kumimoji="0" lang="zh-CN" altLang="en-US" sz="2800">
                <a:solidFill>
                  <a:srgbClr val="000000"/>
                </a:solidFill>
              </a:rPr>
              <a:t>是</a:t>
            </a:r>
            <a:r>
              <a:rPr kumimoji="0" lang="zh-CN" altLang="en-US" sz="2800">
                <a:solidFill>
                  <a:srgbClr val="FF0000"/>
                </a:solidFill>
              </a:rPr>
              <a:t>指数阶函数</a:t>
            </a:r>
            <a:r>
              <a:rPr kumimoji="0" lang="zh-CN" altLang="en-US" sz="2800">
                <a:solidFill>
                  <a:srgbClr val="000000"/>
                </a:solidFill>
              </a:rPr>
              <a:t>且具有</a:t>
            </a:r>
            <a:r>
              <a:rPr kumimoji="0" lang="zh-CN" altLang="en-US" sz="2800">
                <a:solidFill>
                  <a:srgbClr val="FF0000"/>
                </a:solidFill>
              </a:rPr>
              <a:t>分段连续</a:t>
            </a:r>
            <a:r>
              <a:rPr kumimoji="0" lang="zh-CN" altLang="en-US" sz="2800">
                <a:solidFill>
                  <a:srgbClr val="000000"/>
                </a:solidFill>
              </a:rPr>
              <a:t>的性质。也就是，存在一个常数</a:t>
            </a:r>
            <a:r>
              <a:rPr kumimoji="0" lang="el-GR" altLang="zh-CN" sz="2800">
                <a:solidFill>
                  <a:srgbClr val="000000"/>
                </a:solidFill>
              </a:rPr>
              <a:t>σ</a:t>
            </a:r>
            <a:r>
              <a:rPr kumimoji="0" lang="el-GR" altLang="zh-CN" sz="2800" baseline="-25000">
                <a:solidFill>
                  <a:srgbClr val="000000"/>
                </a:solidFill>
              </a:rPr>
              <a:t>0</a:t>
            </a:r>
            <a:r>
              <a:rPr kumimoji="0" lang="zh-CN" altLang="el-GR" sz="2800">
                <a:solidFill>
                  <a:srgbClr val="000000"/>
                </a:solidFill>
              </a:rPr>
              <a:t>，使得</a:t>
            </a:r>
            <a:r>
              <a:rPr kumimoji="0" lang="zh-CN" altLang="en-US" sz="2800">
                <a:solidFill>
                  <a:srgbClr val="000000"/>
                </a:solidFill>
              </a:rPr>
              <a:t>                     </a:t>
            </a:r>
            <a:r>
              <a:rPr kumimoji="0" lang="zh-CN" altLang="el-GR" sz="2800">
                <a:solidFill>
                  <a:srgbClr val="000000"/>
                </a:solidFill>
              </a:rPr>
              <a:t>在</a:t>
            </a:r>
            <a:r>
              <a:rPr kumimoji="0" lang="el-GR" altLang="zh-CN" sz="2800">
                <a:solidFill>
                  <a:srgbClr val="000000"/>
                </a:solidFill>
              </a:rPr>
              <a:t>σ&gt;σ</a:t>
            </a:r>
            <a:r>
              <a:rPr kumimoji="0" lang="el-GR" altLang="zh-CN" sz="2800" baseline="-25000">
                <a:solidFill>
                  <a:srgbClr val="000000"/>
                </a:solidFill>
              </a:rPr>
              <a:t>0</a:t>
            </a:r>
            <a:r>
              <a:rPr kumimoji="0" lang="zh-CN" altLang="el-GR" sz="2800">
                <a:solidFill>
                  <a:srgbClr val="000000"/>
                </a:solidFill>
              </a:rPr>
              <a:t>范围内，对于所有大于定值</a:t>
            </a:r>
            <a:r>
              <a:rPr kumimoji="0" lang="el-GR" altLang="zh-CN" sz="2800">
                <a:solidFill>
                  <a:srgbClr val="000000"/>
                </a:solidFill>
              </a:rPr>
              <a:t>T</a:t>
            </a:r>
            <a:r>
              <a:rPr kumimoji="0" lang="zh-CN" altLang="el-GR" sz="2800">
                <a:solidFill>
                  <a:srgbClr val="000000"/>
                </a:solidFill>
              </a:rPr>
              <a:t>的时间</a:t>
            </a:r>
            <a:r>
              <a:rPr kumimoji="0" lang="el-GR" altLang="zh-CN" sz="2800">
                <a:solidFill>
                  <a:srgbClr val="000000"/>
                </a:solidFill>
              </a:rPr>
              <a:t>t</a:t>
            </a:r>
            <a:r>
              <a:rPr kumimoji="0" lang="zh-CN" altLang="el-GR" sz="2800">
                <a:solidFill>
                  <a:srgbClr val="000000"/>
                </a:solidFill>
              </a:rPr>
              <a:t>有界，且当</a:t>
            </a:r>
            <a:r>
              <a:rPr kumimoji="0" lang="el-GR" altLang="zh-CN" sz="2800">
                <a:solidFill>
                  <a:srgbClr val="000000"/>
                </a:solidFill>
              </a:rPr>
              <a:t>t</a:t>
            </a:r>
            <a:r>
              <a:rPr kumimoji="0" lang="zh-CN" altLang="el-GR" sz="2800">
                <a:solidFill>
                  <a:srgbClr val="000000"/>
                </a:solidFill>
              </a:rPr>
              <a:t>趋于</a:t>
            </a:r>
            <a:r>
              <a:rPr kumimoji="0" lang="el-GR" altLang="zh-CN" sz="2800">
                <a:solidFill>
                  <a:srgbClr val="000000"/>
                </a:solidFill>
              </a:rPr>
              <a:t>∞</a:t>
            </a:r>
            <a:r>
              <a:rPr kumimoji="0" lang="zh-CN" altLang="el-GR" sz="2800">
                <a:solidFill>
                  <a:srgbClr val="000000"/>
                </a:solidFill>
              </a:rPr>
              <a:t>时，其极限值为</a:t>
            </a:r>
            <a:r>
              <a:rPr kumimoji="0" lang="el-GR" altLang="zh-CN" sz="2800">
                <a:solidFill>
                  <a:srgbClr val="000000"/>
                </a:solidFill>
              </a:rPr>
              <a:t>0</a:t>
            </a:r>
            <a:r>
              <a:rPr kumimoji="0" lang="zh-CN" altLang="el-GR" sz="2800">
                <a:solidFill>
                  <a:srgbClr val="000000"/>
                </a:solidFill>
              </a:rPr>
              <a:t>。即：</a:t>
            </a:r>
            <a:endParaRPr kumimoji="0" lang="zh-CN" altLang="el-GR" sz="2800" baseline="-25000">
              <a:solidFill>
                <a:srgbClr val="000000"/>
              </a:solidFill>
            </a:endParaRPr>
          </a:p>
        </p:txBody>
      </p:sp>
      <p:graphicFrame>
        <p:nvGraphicFramePr>
          <p:cNvPr id="314372" name="Object 4"/>
          <p:cNvGraphicFramePr>
            <a:graphicFrameLocks noGrp="1" noChangeAspect="1"/>
          </p:cNvGraphicFramePr>
          <p:nvPr>
            <p:ph sz="quarter" idx="2"/>
          </p:nvPr>
        </p:nvGraphicFramePr>
        <p:xfrm>
          <a:off x="2254250" y="1965325"/>
          <a:ext cx="3354388" cy="671513"/>
        </p:xfrm>
        <a:graphic>
          <a:graphicData uri="http://schemas.openxmlformats.org/presentationml/2006/ole">
            <mc:AlternateContent xmlns:mc="http://schemas.openxmlformats.org/markup-compatibility/2006">
              <mc:Choice xmlns:v="urn:schemas-microsoft-com:vml" Requires="v">
                <p:oleObj spid="_x0000_s2" name="公式" r:id="rId1" imgW="1244600" imgH="330200" progId="Equation.3">
                  <p:embed/>
                </p:oleObj>
              </mc:Choice>
              <mc:Fallback>
                <p:oleObj name="公式" r:id="rId1" imgW="1244600" imgH="330200" progId="Equation.3">
                  <p:embed/>
                  <p:pic>
                    <p:nvPicPr>
                      <p:cNvPr id="0" name="Object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54250" y="1965325"/>
                        <a:ext cx="3354388" cy="671513"/>
                      </a:xfrm>
                      <a:prstGeom prst="rect">
                        <a:avLst/>
                      </a:prstGeom>
                      <a:solidFill>
                        <a:schemeClr val="tx1"/>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14373" name="Object 5"/>
          <p:cNvGraphicFramePr>
            <a:graphicFrameLocks noGrp="1" noChangeAspect="1"/>
          </p:cNvGraphicFramePr>
          <p:nvPr>
            <p:ph sz="quarter" idx="3"/>
          </p:nvPr>
        </p:nvGraphicFramePr>
        <p:xfrm>
          <a:off x="4211638" y="3573463"/>
          <a:ext cx="1638300" cy="555625"/>
        </p:xfrm>
        <a:graphic>
          <a:graphicData uri="http://schemas.openxmlformats.org/presentationml/2006/ole">
            <mc:AlternateContent xmlns:mc="http://schemas.openxmlformats.org/markup-compatibility/2006">
              <mc:Choice xmlns:v="urn:schemas-microsoft-com:vml" Requires="v">
                <p:oleObj spid="_x0000_s3" name="公式" r:id="rId3" imgW="546100" imgH="228600" progId="Equation.3">
                  <p:embed/>
                </p:oleObj>
              </mc:Choice>
              <mc:Fallback>
                <p:oleObj name="公式" r:id="rId3" imgW="546100" imgH="228600" progId="Equation.3">
                  <p:embed/>
                  <p:pic>
                    <p:nvPicPr>
                      <p:cNvPr id="0"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211638" y="3573463"/>
                        <a:ext cx="1638300" cy="555625"/>
                      </a:xfrm>
                      <a:prstGeom prst="rect">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aphicFrame>
        <p:nvGraphicFramePr>
          <p:cNvPr id="314374" name="Object 6"/>
          <p:cNvGraphicFramePr>
            <a:graphicFrameLocks noChangeAspect="1"/>
          </p:cNvGraphicFramePr>
          <p:nvPr/>
        </p:nvGraphicFramePr>
        <p:xfrm>
          <a:off x="2339975" y="5084763"/>
          <a:ext cx="4895850" cy="996950"/>
        </p:xfrm>
        <a:graphic>
          <a:graphicData uri="http://schemas.openxmlformats.org/presentationml/2006/ole">
            <mc:AlternateContent xmlns:mc="http://schemas.openxmlformats.org/markup-compatibility/2006">
              <mc:Choice xmlns:v="urn:schemas-microsoft-com:vml" Requires="v">
                <p:oleObj spid="_x0000_s4" name="公式" r:id="rId5" imgW="1435100" imgH="292100" progId="Equation.3">
                  <p:embed/>
                </p:oleObj>
              </mc:Choice>
              <mc:Fallback>
                <p:oleObj name="公式" r:id="rId5" imgW="1435100" imgH="292100" progId="Equation.3">
                  <p:embed/>
                  <p:pic>
                    <p:nvPicPr>
                      <p:cNvPr id="0"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339975" y="5084763"/>
                        <a:ext cx="4895850" cy="996950"/>
                      </a:xfrm>
                      <a:prstGeom prst="rect">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sp>
        <p:nvSpPr>
          <p:cNvPr id="13320" name="Rectangle 8"/>
          <p:cNvSpPr>
            <a:spLocks noChangeArrowheads="1"/>
          </p:cNvSpPr>
          <p:nvPr/>
        </p:nvSpPr>
        <p:spPr bwMode="auto">
          <a:xfrm>
            <a:off x="533400" y="106363"/>
            <a:ext cx="5118100" cy="658812"/>
          </a:xfrm>
          <a:prstGeom prst="rect">
            <a:avLst/>
          </a:prstGeom>
          <a:solidFill>
            <a:schemeClr val="bg1"/>
          </a:solidFill>
          <a:ln>
            <a:noFill/>
          </a:ln>
          <a:effectLst>
            <a:outerShdw blurRad="63500" dist="38099" dir="2700000" algn="ctr" rotWithShape="0">
              <a:srgbClr val="000000">
                <a:alpha val="74998"/>
              </a:srgbClr>
            </a:outerShdw>
          </a:effectLst>
        </p:spPr>
        <p:txBody>
          <a:bodyPr anchor="ctr"/>
          <a:lstStyle/>
          <a:p>
            <a:pPr algn="ctr">
              <a:defRPr/>
            </a:pPr>
            <a:r>
              <a:rPr lang="en-US" altLang="zh-CN" sz="2800">
                <a:ea typeface="黑体" panose="02010609060101010101" charset="-122"/>
              </a:rPr>
              <a:t>§5.3 </a:t>
            </a:r>
            <a:r>
              <a:rPr lang="zh-CN" altLang="en-US" sz="2800">
                <a:ea typeface="黑体" panose="02010609060101010101" charset="-122"/>
              </a:rPr>
              <a:t>拉普拉斯变换的收敛域</a:t>
            </a:r>
            <a:endParaRPr lang="zh-CN" altLang="en-US" sz="2800">
              <a:ea typeface="黑体" panose="02010609060101010101" charset="-122"/>
            </a:endParaRPr>
          </a:p>
        </p:txBody>
      </p:sp>
      <p:sp>
        <p:nvSpPr>
          <p:cNvPr id="5" name="墨迹 1"/>
          <p:cNvSpPr/>
          <p:nvPr/>
        </p:nvSpPr>
        <p:spPr bwMode="auto">
          <a:xfrm>
            <a:off x="1207080" y="27720"/>
            <a:ext cx="7551720" cy="6512400"/>
          </a:xfrm>
        </p:spPr>
      </p:sp>
    </p:spTree>
  </p:cSld>
  <p:clrMapOvr>
    <a:masterClrMapping/>
  </p:clrMapOvr>
  <p:transition advTm="124870"/>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5" presetClass="entr" presetSubtype="0" fill="hold" grpId="0" nodeType="withEffect">
                                  <p:stCondLst>
                                    <p:cond delay="0"/>
                                  </p:stCondLst>
                                  <p:childTnLst>
                                    <p:set>
                                      <p:cBhvr>
                                        <p:cTn id="6" dur="1" fill="hold">
                                          <p:stCondLst>
                                            <p:cond delay="0"/>
                                          </p:stCondLst>
                                        </p:cTn>
                                        <p:tgtEl>
                                          <p:spTgt spid="314371">
                                            <p:bg/>
                                          </p:spTgt>
                                        </p:tgtEl>
                                        <p:attrNameLst>
                                          <p:attrName>style.visibility</p:attrName>
                                        </p:attrNameLst>
                                      </p:cBhvr>
                                      <p:to>
                                        <p:strVal val="visible"/>
                                      </p:to>
                                    </p:set>
                                    <p:anim calcmode="lin" valueType="num">
                                      <p:cBhvr>
                                        <p:cTn id="7" dur="1000" fill="hold"/>
                                        <p:tgtEl>
                                          <p:spTgt spid="314371">
                                            <p:bg/>
                                          </p:spTgt>
                                        </p:tgtEl>
                                        <p:attrNameLst>
                                          <p:attrName>ppt_w</p:attrName>
                                        </p:attrNameLst>
                                      </p:cBhvr>
                                      <p:tavLst>
                                        <p:tav tm="0">
                                          <p:val>
                                            <p:strVal val="#ppt_w*0.70"/>
                                          </p:val>
                                        </p:tav>
                                        <p:tav tm="100000">
                                          <p:val>
                                            <p:strVal val="#ppt_w"/>
                                          </p:val>
                                        </p:tav>
                                      </p:tavLst>
                                    </p:anim>
                                    <p:anim calcmode="lin" valueType="num">
                                      <p:cBhvr>
                                        <p:cTn id="8" dur="1000" fill="hold"/>
                                        <p:tgtEl>
                                          <p:spTgt spid="314371">
                                            <p:bg/>
                                          </p:spTgt>
                                        </p:tgtEl>
                                        <p:attrNameLst>
                                          <p:attrName>ppt_h</p:attrName>
                                        </p:attrNameLst>
                                      </p:cBhvr>
                                      <p:tavLst>
                                        <p:tav tm="0">
                                          <p:val>
                                            <p:strVal val="#ppt_h"/>
                                          </p:val>
                                        </p:tav>
                                        <p:tav tm="100000">
                                          <p:val>
                                            <p:strVal val="#ppt_h"/>
                                          </p:val>
                                        </p:tav>
                                      </p:tavLst>
                                    </p:anim>
                                    <p:animEffect transition="in" filter="fade">
                                      <p:cBhvr>
                                        <p:cTn id="9" dur="1000"/>
                                        <p:tgtEl>
                                          <p:spTgt spid="314371">
                                            <p:bg/>
                                          </p:spTgt>
                                        </p:tgtEl>
                                      </p:cBhvr>
                                    </p:animEffect>
                                  </p:childTnLst>
                                </p:cTn>
                              </p:par>
                              <p:par>
                                <p:cTn id="10" presetID="55" presetClass="entr" presetSubtype="0" fill="hold" grpId="0" nodeType="withEffect">
                                  <p:stCondLst>
                                    <p:cond delay="0"/>
                                  </p:stCondLst>
                                  <p:childTnLst>
                                    <p:set>
                                      <p:cBhvr>
                                        <p:cTn id="11" dur="1" fill="hold">
                                          <p:stCondLst>
                                            <p:cond delay="0"/>
                                          </p:stCondLst>
                                        </p:cTn>
                                        <p:tgtEl>
                                          <p:spTgt spid="314371">
                                            <p:txEl>
                                              <p:pRg st="0" end="0"/>
                                            </p:txEl>
                                          </p:spTgt>
                                        </p:tgtEl>
                                        <p:attrNameLst>
                                          <p:attrName>style.visibility</p:attrName>
                                        </p:attrNameLst>
                                      </p:cBhvr>
                                      <p:to>
                                        <p:strVal val="visible"/>
                                      </p:to>
                                    </p:set>
                                    <p:anim calcmode="lin" valueType="num">
                                      <p:cBhvr>
                                        <p:cTn id="12" dur="1000" fill="hold"/>
                                        <p:tgtEl>
                                          <p:spTgt spid="314371">
                                            <p:txEl>
                                              <p:pRg st="0" end="0"/>
                                            </p:txEl>
                                          </p:spTgt>
                                        </p:tgtEl>
                                        <p:attrNameLst>
                                          <p:attrName>ppt_w</p:attrName>
                                        </p:attrNameLst>
                                      </p:cBhvr>
                                      <p:tavLst>
                                        <p:tav tm="0">
                                          <p:val>
                                            <p:strVal val="#ppt_w*0.70"/>
                                          </p:val>
                                        </p:tav>
                                        <p:tav tm="100000">
                                          <p:val>
                                            <p:strVal val="#ppt_w"/>
                                          </p:val>
                                        </p:tav>
                                      </p:tavLst>
                                    </p:anim>
                                    <p:anim calcmode="lin" valueType="num">
                                      <p:cBhvr>
                                        <p:cTn id="13" dur="1000" fill="hold"/>
                                        <p:tgtEl>
                                          <p:spTgt spid="314371">
                                            <p:txEl>
                                              <p:pRg st="0" end="0"/>
                                            </p:txEl>
                                          </p:spTgt>
                                        </p:tgtEl>
                                        <p:attrNameLst>
                                          <p:attrName>ppt_h</p:attrName>
                                        </p:attrNameLst>
                                      </p:cBhvr>
                                      <p:tavLst>
                                        <p:tav tm="0">
                                          <p:val>
                                            <p:strVal val="#ppt_h"/>
                                          </p:val>
                                        </p:tav>
                                        <p:tav tm="100000">
                                          <p:val>
                                            <p:strVal val="#ppt_h"/>
                                          </p:val>
                                        </p:tav>
                                      </p:tavLst>
                                    </p:anim>
                                    <p:animEffect transition="in" filter="fade">
                                      <p:cBhvr>
                                        <p:cTn id="14" dur="1000"/>
                                        <p:tgtEl>
                                          <p:spTgt spid="314371">
                                            <p:txEl>
                                              <p:pRg st="0" end="0"/>
                                            </p:txEl>
                                          </p:spTgt>
                                        </p:tgtEl>
                                      </p:cBhvr>
                                    </p:animEffect>
                                  </p:childTnLst>
                                </p:cTn>
                              </p:par>
                              <p:par>
                                <p:cTn id="15" presetID="55" presetClass="entr" presetSubtype="0" fill="hold" grpId="0" nodeType="withEffect">
                                  <p:stCondLst>
                                    <p:cond delay="0"/>
                                  </p:stCondLst>
                                  <p:childTnLst>
                                    <p:set>
                                      <p:cBhvr>
                                        <p:cTn id="16" dur="1" fill="hold">
                                          <p:stCondLst>
                                            <p:cond delay="0"/>
                                          </p:stCondLst>
                                        </p:cTn>
                                        <p:tgtEl>
                                          <p:spTgt spid="314371">
                                            <p:txEl>
                                              <p:pRg st="1" end="1"/>
                                            </p:txEl>
                                          </p:spTgt>
                                        </p:tgtEl>
                                        <p:attrNameLst>
                                          <p:attrName>style.visibility</p:attrName>
                                        </p:attrNameLst>
                                      </p:cBhvr>
                                      <p:to>
                                        <p:strVal val="visible"/>
                                      </p:to>
                                    </p:set>
                                    <p:anim calcmode="lin" valueType="num">
                                      <p:cBhvr>
                                        <p:cTn id="17" dur="1000" fill="hold"/>
                                        <p:tgtEl>
                                          <p:spTgt spid="314371">
                                            <p:txEl>
                                              <p:pRg st="1" end="1"/>
                                            </p:txEl>
                                          </p:spTgt>
                                        </p:tgtEl>
                                        <p:attrNameLst>
                                          <p:attrName>ppt_w</p:attrName>
                                        </p:attrNameLst>
                                      </p:cBhvr>
                                      <p:tavLst>
                                        <p:tav tm="0">
                                          <p:val>
                                            <p:strVal val="#ppt_w*0.70"/>
                                          </p:val>
                                        </p:tav>
                                        <p:tav tm="100000">
                                          <p:val>
                                            <p:strVal val="#ppt_w"/>
                                          </p:val>
                                        </p:tav>
                                      </p:tavLst>
                                    </p:anim>
                                    <p:anim calcmode="lin" valueType="num">
                                      <p:cBhvr>
                                        <p:cTn id="18" dur="1000" fill="hold"/>
                                        <p:tgtEl>
                                          <p:spTgt spid="314371">
                                            <p:txEl>
                                              <p:pRg st="1" end="1"/>
                                            </p:txEl>
                                          </p:spTgt>
                                        </p:tgtEl>
                                        <p:attrNameLst>
                                          <p:attrName>ppt_h</p:attrName>
                                        </p:attrNameLst>
                                      </p:cBhvr>
                                      <p:tavLst>
                                        <p:tav tm="0">
                                          <p:val>
                                            <p:strVal val="#ppt_h"/>
                                          </p:val>
                                        </p:tav>
                                        <p:tav tm="100000">
                                          <p:val>
                                            <p:strVal val="#ppt_h"/>
                                          </p:val>
                                        </p:tav>
                                      </p:tavLst>
                                    </p:anim>
                                    <p:animEffect transition="in" filter="fade">
                                      <p:cBhvr>
                                        <p:cTn id="19" dur="1000"/>
                                        <p:tgtEl>
                                          <p:spTgt spid="314371">
                                            <p:txEl>
                                              <p:pRg st="1" end="1"/>
                                            </p:txEl>
                                          </p:spTgt>
                                        </p:tgtEl>
                                      </p:cBhvr>
                                    </p:animEffect>
                                  </p:childTnLst>
                                </p:cTn>
                              </p:par>
                              <p:par>
                                <p:cTn id="20" presetID="55" presetClass="entr" presetSubtype="0" fill="hold" nodeType="withEffect">
                                  <p:stCondLst>
                                    <p:cond delay="0"/>
                                  </p:stCondLst>
                                  <p:childTnLst>
                                    <p:set>
                                      <p:cBhvr>
                                        <p:cTn id="21" dur="1" fill="hold">
                                          <p:stCondLst>
                                            <p:cond delay="0"/>
                                          </p:stCondLst>
                                        </p:cTn>
                                        <p:tgtEl>
                                          <p:spTgt spid="314372"/>
                                        </p:tgtEl>
                                        <p:attrNameLst>
                                          <p:attrName>style.visibility</p:attrName>
                                        </p:attrNameLst>
                                      </p:cBhvr>
                                      <p:to>
                                        <p:strVal val="visible"/>
                                      </p:to>
                                    </p:set>
                                    <p:anim calcmode="lin" valueType="num">
                                      <p:cBhvr>
                                        <p:cTn id="22" dur="1000" fill="hold"/>
                                        <p:tgtEl>
                                          <p:spTgt spid="314372"/>
                                        </p:tgtEl>
                                        <p:attrNameLst>
                                          <p:attrName>ppt_w</p:attrName>
                                        </p:attrNameLst>
                                      </p:cBhvr>
                                      <p:tavLst>
                                        <p:tav tm="0">
                                          <p:val>
                                            <p:strVal val="#ppt_w*0.70"/>
                                          </p:val>
                                        </p:tav>
                                        <p:tav tm="100000">
                                          <p:val>
                                            <p:strVal val="#ppt_w"/>
                                          </p:val>
                                        </p:tav>
                                      </p:tavLst>
                                    </p:anim>
                                    <p:anim calcmode="lin" valueType="num">
                                      <p:cBhvr>
                                        <p:cTn id="23" dur="1000" fill="hold"/>
                                        <p:tgtEl>
                                          <p:spTgt spid="314372"/>
                                        </p:tgtEl>
                                        <p:attrNameLst>
                                          <p:attrName>ppt_h</p:attrName>
                                        </p:attrNameLst>
                                      </p:cBhvr>
                                      <p:tavLst>
                                        <p:tav tm="0">
                                          <p:val>
                                            <p:strVal val="#ppt_h"/>
                                          </p:val>
                                        </p:tav>
                                        <p:tav tm="100000">
                                          <p:val>
                                            <p:strVal val="#ppt_h"/>
                                          </p:val>
                                        </p:tav>
                                      </p:tavLst>
                                    </p:anim>
                                    <p:animEffect transition="in" filter="fade">
                                      <p:cBhvr>
                                        <p:cTn id="24" dur="1000"/>
                                        <p:tgtEl>
                                          <p:spTgt spid="314372"/>
                                        </p:tgtEl>
                                      </p:cBhvr>
                                    </p:animEffect>
                                  </p:childTnLst>
                                </p:cTn>
                              </p:par>
                              <p:par>
                                <p:cTn id="25" presetID="55" presetClass="entr" presetSubtype="0" fill="hold" nodeType="withEffect">
                                  <p:stCondLst>
                                    <p:cond delay="0"/>
                                  </p:stCondLst>
                                  <p:childTnLst>
                                    <p:set>
                                      <p:cBhvr>
                                        <p:cTn id="26" dur="1" fill="hold">
                                          <p:stCondLst>
                                            <p:cond delay="0"/>
                                          </p:stCondLst>
                                        </p:cTn>
                                        <p:tgtEl>
                                          <p:spTgt spid="314373"/>
                                        </p:tgtEl>
                                        <p:attrNameLst>
                                          <p:attrName>style.visibility</p:attrName>
                                        </p:attrNameLst>
                                      </p:cBhvr>
                                      <p:to>
                                        <p:strVal val="visible"/>
                                      </p:to>
                                    </p:set>
                                    <p:anim calcmode="lin" valueType="num">
                                      <p:cBhvr>
                                        <p:cTn id="27" dur="1000" fill="hold"/>
                                        <p:tgtEl>
                                          <p:spTgt spid="314373"/>
                                        </p:tgtEl>
                                        <p:attrNameLst>
                                          <p:attrName>ppt_w</p:attrName>
                                        </p:attrNameLst>
                                      </p:cBhvr>
                                      <p:tavLst>
                                        <p:tav tm="0">
                                          <p:val>
                                            <p:strVal val="#ppt_w*0.70"/>
                                          </p:val>
                                        </p:tav>
                                        <p:tav tm="100000">
                                          <p:val>
                                            <p:strVal val="#ppt_w"/>
                                          </p:val>
                                        </p:tav>
                                      </p:tavLst>
                                    </p:anim>
                                    <p:anim calcmode="lin" valueType="num">
                                      <p:cBhvr>
                                        <p:cTn id="28" dur="1000" fill="hold"/>
                                        <p:tgtEl>
                                          <p:spTgt spid="314373"/>
                                        </p:tgtEl>
                                        <p:attrNameLst>
                                          <p:attrName>ppt_h</p:attrName>
                                        </p:attrNameLst>
                                      </p:cBhvr>
                                      <p:tavLst>
                                        <p:tav tm="0">
                                          <p:val>
                                            <p:strVal val="#ppt_h"/>
                                          </p:val>
                                        </p:tav>
                                        <p:tav tm="100000">
                                          <p:val>
                                            <p:strVal val="#ppt_h"/>
                                          </p:val>
                                        </p:tav>
                                      </p:tavLst>
                                    </p:anim>
                                    <p:animEffect transition="in" filter="fade">
                                      <p:cBhvr>
                                        <p:cTn id="29" dur="1000"/>
                                        <p:tgtEl>
                                          <p:spTgt spid="314373"/>
                                        </p:tgtEl>
                                      </p:cBhvr>
                                    </p:animEffect>
                                  </p:childTnLst>
                                </p:cTn>
                              </p:par>
                            </p:childTnLst>
                          </p:cTn>
                        </p:par>
                        <p:par>
                          <p:cTn id="30" fill="hold">
                            <p:stCondLst>
                              <p:cond delay="1000"/>
                            </p:stCondLst>
                            <p:childTnLst>
                              <p:par>
                                <p:cTn id="31" presetID="55" presetClass="entr" presetSubtype="0" fill="hold" nodeType="afterEffect">
                                  <p:stCondLst>
                                    <p:cond delay="0"/>
                                  </p:stCondLst>
                                  <p:childTnLst>
                                    <p:set>
                                      <p:cBhvr>
                                        <p:cTn id="32" dur="1" fill="hold">
                                          <p:stCondLst>
                                            <p:cond delay="0"/>
                                          </p:stCondLst>
                                        </p:cTn>
                                        <p:tgtEl>
                                          <p:spTgt spid="314374"/>
                                        </p:tgtEl>
                                        <p:attrNameLst>
                                          <p:attrName>style.visibility</p:attrName>
                                        </p:attrNameLst>
                                      </p:cBhvr>
                                      <p:to>
                                        <p:strVal val="visible"/>
                                      </p:to>
                                    </p:set>
                                    <p:anim calcmode="lin" valueType="num">
                                      <p:cBhvr>
                                        <p:cTn id="33" dur="1000" fill="hold"/>
                                        <p:tgtEl>
                                          <p:spTgt spid="314374"/>
                                        </p:tgtEl>
                                        <p:attrNameLst>
                                          <p:attrName>ppt_w</p:attrName>
                                        </p:attrNameLst>
                                      </p:cBhvr>
                                      <p:tavLst>
                                        <p:tav tm="0">
                                          <p:val>
                                            <p:strVal val="#ppt_w*0.70"/>
                                          </p:val>
                                        </p:tav>
                                        <p:tav tm="100000">
                                          <p:val>
                                            <p:strVal val="#ppt_w"/>
                                          </p:val>
                                        </p:tav>
                                      </p:tavLst>
                                    </p:anim>
                                    <p:anim calcmode="lin" valueType="num">
                                      <p:cBhvr>
                                        <p:cTn id="34" dur="1000" fill="hold"/>
                                        <p:tgtEl>
                                          <p:spTgt spid="314374"/>
                                        </p:tgtEl>
                                        <p:attrNameLst>
                                          <p:attrName>ppt_h</p:attrName>
                                        </p:attrNameLst>
                                      </p:cBhvr>
                                      <p:tavLst>
                                        <p:tav tm="0">
                                          <p:val>
                                            <p:strVal val="#ppt_h"/>
                                          </p:val>
                                        </p:tav>
                                        <p:tav tm="100000">
                                          <p:val>
                                            <p:strVal val="#ppt_h"/>
                                          </p:val>
                                        </p:tav>
                                      </p:tavLst>
                                    </p:anim>
                                    <p:animEffect transition="in" filter="fade">
                                      <p:cBhvr>
                                        <p:cTn id="35" dur="1000"/>
                                        <p:tgtEl>
                                          <p:spTgt spid="31437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4371" grpId="0" animBg="1"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4"/>
          <p:cNvSpPr>
            <a:spLocks noGrp="1" noChangeArrowheads="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a:spcBef>
                <a:spcPct val="0"/>
              </a:spcBef>
              <a:buFontTx/>
              <a:buNone/>
            </a:pPr>
            <a:fld id="{3337C9EB-1681-4B97-81D9-0E93950C399B}" type="datetime1">
              <a:rPr kumimoji="0" lang="zh-CN" altLang="en-US" sz="1200" smtClean="0">
                <a:solidFill>
                  <a:srgbClr val="000000"/>
                </a:solidFill>
                <a:ea typeface="宋体" panose="02010600030101010101" pitchFamily="2" charset="-122"/>
              </a:rPr>
            </a:fld>
            <a:endParaRPr kumimoji="0" lang="en-US" altLang="zh-CN" sz="1200">
              <a:solidFill>
                <a:srgbClr val="000000"/>
              </a:solidFill>
              <a:ea typeface="宋体" panose="02010600030101010101" pitchFamily="2" charset="-122"/>
            </a:endParaRPr>
          </a:p>
        </p:txBody>
      </p:sp>
      <p:sp>
        <p:nvSpPr>
          <p:cNvPr id="315395" name="Rectangle 3"/>
          <p:cNvSpPr>
            <a:spLocks noGrp="1" noChangeArrowheads="1"/>
          </p:cNvSpPr>
          <p:nvPr>
            <p:ph type="body" sz="half" idx="1"/>
          </p:nvPr>
        </p:nvSpPr>
        <p:spPr>
          <a:xfrm>
            <a:off x="827088" y="981075"/>
            <a:ext cx="6049962" cy="576263"/>
          </a:xfrm>
        </p:spPr>
        <p:txBody>
          <a:bodyPr/>
          <a:lstStyle/>
          <a:p>
            <a:pPr marL="0" indent="0" eaLnBrk="1" hangingPunct="1">
              <a:lnSpc>
                <a:spcPct val="120000"/>
              </a:lnSpc>
              <a:buFontTx/>
              <a:buNone/>
              <a:defRPr/>
            </a:pPr>
            <a:r>
              <a:rPr kumimoji="0" lang="en-US" altLang="zh-CN" sz="2400">
                <a:solidFill>
                  <a:srgbClr val="000000"/>
                </a:solidFill>
              </a:rPr>
              <a:t>      </a:t>
            </a:r>
            <a:r>
              <a:rPr kumimoji="0" lang="zh-CN" altLang="en-US" sz="2400">
                <a:solidFill>
                  <a:srgbClr val="000000"/>
                </a:solidFill>
              </a:rPr>
              <a:t>根据</a:t>
            </a:r>
            <a:r>
              <a:rPr kumimoji="0" lang="el-GR" altLang="zh-CN" sz="2400">
                <a:solidFill>
                  <a:srgbClr val="000000"/>
                </a:solidFill>
              </a:rPr>
              <a:t>σ</a:t>
            </a:r>
            <a:r>
              <a:rPr kumimoji="0" lang="el-GR" altLang="zh-CN" sz="2400" baseline="-25000">
                <a:solidFill>
                  <a:srgbClr val="000000"/>
                </a:solidFill>
              </a:rPr>
              <a:t>0</a:t>
            </a:r>
            <a:r>
              <a:rPr kumimoji="0" lang="zh-CN" altLang="el-GR" sz="2400">
                <a:solidFill>
                  <a:srgbClr val="000000"/>
                </a:solidFill>
              </a:rPr>
              <a:t>的值可以将</a:t>
            </a:r>
            <a:r>
              <a:rPr kumimoji="0" lang="el-GR" altLang="zh-CN" sz="2400">
                <a:solidFill>
                  <a:srgbClr val="000000"/>
                </a:solidFill>
              </a:rPr>
              <a:t>s</a:t>
            </a:r>
            <a:r>
              <a:rPr kumimoji="0" lang="zh-CN" altLang="el-GR" sz="2400">
                <a:solidFill>
                  <a:srgbClr val="000000"/>
                </a:solidFill>
              </a:rPr>
              <a:t>平面分为两个区域。</a:t>
            </a:r>
            <a:endParaRPr kumimoji="0" lang="zh-CN" altLang="el-GR" sz="2400">
              <a:solidFill>
                <a:srgbClr val="000000"/>
              </a:solidFill>
            </a:endParaRPr>
          </a:p>
        </p:txBody>
      </p:sp>
      <p:graphicFrame>
        <p:nvGraphicFramePr>
          <p:cNvPr id="315396" name="Object 4"/>
          <p:cNvGraphicFramePr>
            <a:graphicFrameLocks noGrp="1" noChangeAspect="1"/>
          </p:cNvGraphicFramePr>
          <p:nvPr>
            <p:ph sz="half" idx="2"/>
          </p:nvPr>
        </p:nvGraphicFramePr>
        <p:xfrm>
          <a:off x="2843213" y="1557338"/>
          <a:ext cx="3503612" cy="3024187"/>
        </p:xfrm>
        <a:graphic>
          <a:graphicData uri="http://schemas.openxmlformats.org/presentationml/2006/ole">
            <mc:AlternateContent xmlns:mc="http://schemas.openxmlformats.org/markup-compatibility/2006">
              <mc:Choice xmlns:v="urn:schemas-microsoft-com:vml" Requires="v">
                <p:oleObj spid="_x0000_s2" name="" r:id="rId1" imgW="1400175" imgH="1325880" progId="Visio.Drawing.6">
                  <p:embed/>
                </p:oleObj>
              </mc:Choice>
              <mc:Fallback>
                <p:oleObj name="" r:id="rId1" imgW="1400175" imgH="1325880" progId="Visio.Drawing.6">
                  <p:embed/>
                  <p:pic>
                    <p:nvPicPr>
                      <p:cNvPr id="0" name="Object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43213" y="1557338"/>
                        <a:ext cx="3503612" cy="3024187"/>
                      </a:xfrm>
                      <a:prstGeom prst="rect">
                        <a:avLst/>
                      </a:prstGeom>
                      <a:solidFill>
                        <a:schemeClr val="tx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14347" name="Rectangle 11"/>
          <p:cNvSpPr>
            <a:spLocks noChangeArrowheads="1"/>
          </p:cNvSpPr>
          <p:nvPr/>
        </p:nvSpPr>
        <p:spPr bwMode="auto">
          <a:xfrm>
            <a:off x="533400" y="106363"/>
            <a:ext cx="5118100" cy="658812"/>
          </a:xfrm>
          <a:prstGeom prst="rect">
            <a:avLst/>
          </a:prstGeom>
          <a:solidFill>
            <a:schemeClr val="bg1"/>
          </a:solidFill>
          <a:ln>
            <a:noFill/>
          </a:ln>
          <a:effectLst>
            <a:outerShdw blurRad="63500" dist="38099" dir="2700000" algn="ctr" rotWithShape="0">
              <a:srgbClr val="000000">
                <a:alpha val="74998"/>
              </a:srgbClr>
            </a:outerShdw>
          </a:effectLst>
        </p:spPr>
        <p:txBody>
          <a:bodyPr anchor="ctr"/>
          <a:lstStyle/>
          <a:p>
            <a:pPr algn="ctr">
              <a:defRPr/>
            </a:pPr>
            <a:r>
              <a:rPr lang="en-US" altLang="zh-CN" sz="2800">
                <a:ea typeface="黑体" panose="02010609060101010101" charset="-122"/>
              </a:rPr>
              <a:t>§5.3 </a:t>
            </a:r>
            <a:r>
              <a:rPr lang="zh-CN" altLang="en-US" sz="2800">
                <a:ea typeface="黑体" panose="02010609060101010101" charset="-122"/>
              </a:rPr>
              <a:t>拉普拉斯变换的收敛域</a:t>
            </a:r>
            <a:endParaRPr lang="zh-CN" altLang="en-US" sz="2800">
              <a:ea typeface="黑体" panose="02010609060101010101" charset="-122"/>
            </a:endParaRPr>
          </a:p>
        </p:txBody>
      </p:sp>
      <p:sp>
        <p:nvSpPr>
          <p:cNvPr id="3" name="Rectangle 3"/>
          <p:cNvSpPr>
            <a:spLocks noChangeArrowheads="1"/>
          </p:cNvSpPr>
          <p:nvPr/>
        </p:nvSpPr>
        <p:spPr bwMode="auto">
          <a:xfrm>
            <a:off x="900113" y="4652963"/>
            <a:ext cx="7993062" cy="1655762"/>
          </a:xfrm>
          <a:prstGeom prst="rect">
            <a:avLst/>
          </a:prstGeom>
          <a:solidFill>
            <a:schemeClr val="tx1"/>
          </a:solidFill>
          <a:ln w="9525">
            <a:solidFill>
              <a:schemeClr val="bg2"/>
            </a:solidFill>
            <a:miter lim="800000"/>
          </a:ln>
          <a:effectLst>
            <a:outerShdw blurRad="63500" dist="38099" dir="2700000" algn="ctr" rotWithShape="0">
              <a:srgbClr val="000000">
                <a:alpha val="74998"/>
              </a:srgbClr>
            </a:outerShdw>
          </a:effectLst>
        </p:spPr>
        <p:txBody>
          <a:bodyPr/>
          <a:lstStyle/>
          <a:p>
            <a:pPr marL="355600" indent="-355600" eaLnBrk="1" hangingPunct="1">
              <a:lnSpc>
                <a:spcPct val="120000"/>
              </a:lnSpc>
              <a:spcBef>
                <a:spcPct val="20000"/>
              </a:spcBef>
              <a:buClr>
                <a:schemeClr val="bg1"/>
              </a:buClr>
              <a:buFont typeface="Wingdings" panose="05000000000000000000" pitchFamily="2" charset="2"/>
              <a:buChar char="l"/>
              <a:defRPr/>
            </a:pPr>
            <a:r>
              <a:rPr lang="zh-CN" altLang="el-GR" sz="2800" b="0">
                <a:solidFill>
                  <a:srgbClr val="000000"/>
                </a:solidFill>
                <a:effectLst>
                  <a:outerShdw blurRad="38100" dist="38100" dir="2700000" algn="tl">
                    <a:srgbClr val="C0C0C0"/>
                  </a:outerShdw>
                </a:effectLst>
                <a:ea typeface="华文中宋" panose="02010600040101010101" charset="-122"/>
              </a:rPr>
              <a:t>通过</a:t>
            </a:r>
            <a:r>
              <a:rPr lang="el-GR" altLang="zh-CN" sz="2800" b="0">
                <a:solidFill>
                  <a:srgbClr val="000000"/>
                </a:solidFill>
                <a:effectLst>
                  <a:outerShdw blurRad="38100" dist="38100" dir="2700000" algn="tl">
                    <a:srgbClr val="C0C0C0"/>
                  </a:outerShdw>
                </a:effectLst>
                <a:ea typeface="华文中宋" panose="02010600040101010101" charset="-122"/>
              </a:rPr>
              <a:t>σ</a:t>
            </a:r>
            <a:r>
              <a:rPr lang="el-GR" altLang="zh-CN" sz="2800" b="0" baseline="-25000">
                <a:solidFill>
                  <a:srgbClr val="000000"/>
                </a:solidFill>
                <a:effectLst>
                  <a:outerShdw blurRad="38100" dist="38100" dir="2700000" algn="tl">
                    <a:srgbClr val="C0C0C0"/>
                  </a:outerShdw>
                </a:effectLst>
                <a:ea typeface="华文中宋" panose="02010600040101010101" charset="-122"/>
              </a:rPr>
              <a:t>0</a:t>
            </a:r>
            <a:r>
              <a:rPr lang="zh-CN" altLang="el-GR" sz="2800" b="0">
                <a:solidFill>
                  <a:srgbClr val="000000"/>
                </a:solidFill>
                <a:effectLst>
                  <a:outerShdw blurRad="38100" dist="38100" dir="2700000" algn="tl">
                    <a:srgbClr val="C0C0C0"/>
                  </a:outerShdw>
                </a:effectLst>
                <a:ea typeface="华文中宋" panose="02010600040101010101" charset="-122"/>
              </a:rPr>
              <a:t>的垂直线是收敛区的边界，称为</a:t>
            </a:r>
            <a:r>
              <a:rPr lang="zh-CN" altLang="el-GR" sz="2800" b="0">
                <a:solidFill>
                  <a:srgbClr val="FF0000"/>
                </a:solidFill>
                <a:effectLst>
                  <a:outerShdw blurRad="38100" dist="38100" dir="2700000" algn="tl">
                    <a:srgbClr val="C0C0C0"/>
                  </a:outerShdw>
                </a:effectLst>
                <a:ea typeface="华文中宋" panose="02010600040101010101" charset="-122"/>
              </a:rPr>
              <a:t>收敛边界</a:t>
            </a:r>
            <a:r>
              <a:rPr lang="zh-CN" altLang="el-GR" sz="2800" b="0">
                <a:solidFill>
                  <a:srgbClr val="000000"/>
                </a:solidFill>
                <a:effectLst>
                  <a:outerShdw blurRad="38100" dist="38100" dir="2700000" algn="tl">
                    <a:srgbClr val="C0C0C0"/>
                  </a:outerShdw>
                </a:effectLst>
                <a:ea typeface="华文中宋" panose="02010600040101010101" charset="-122"/>
              </a:rPr>
              <a:t>或收敛轴，</a:t>
            </a:r>
            <a:r>
              <a:rPr lang="el-GR" altLang="zh-CN" sz="2800" b="0">
                <a:solidFill>
                  <a:srgbClr val="000000"/>
                </a:solidFill>
                <a:effectLst>
                  <a:outerShdw blurRad="38100" dist="38100" dir="2700000" algn="tl">
                    <a:srgbClr val="C0C0C0"/>
                  </a:outerShdw>
                </a:effectLst>
                <a:ea typeface="华文中宋" panose="02010600040101010101" charset="-122"/>
              </a:rPr>
              <a:t>σ</a:t>
            </a:r>
            <a:r>
              <a:rPr lang="el-GR" altLang="zh-CN" sz="2800" b="0" baseline="-25000">
                <a:solidFill>
                  <a:srgbClr val="000000"/>
                </a:solidFill>
                <a:effectLst>
                  <a:outerShdw blurRad="38100" dist="38100" dir="2700000" algn="tl">
                    <a:srgbClr val="C0C0C0"/>
                  </a:outerShdw>
                </a:effectLst>
                <a:ea typeface="华文中宋" panose="02010600040101010101" charset="-122"/>
              </a:rPr>
              <a:t>0</a:t>
            </a:r>
            <a:r>
              <a:rPr lang="zh-CN" altLang="el-GR" sz="2800" b="0">
                <a:solidFill>
                  <a:srgbClr val="000000"/>
                </a:solidFill>
                <a:effectLst>
                  <a:outerShdw blurRad="38100" dist="38100" dir="2700000" algn="tl">
                    <a:srgbClr val="C0C0C0"/>
                  </a:outerShdw>
                </a:effectLst>
                <a:ea typeface="华文中宋" panose="02010600040101010101" charset="-122"/>
              </a:rPr>
              <a:t>称为收敛坐标</a:t>
            </a:r>
            <a:r>
              <a:rPr lang="zh-CN" altLang="en-US" sz="2800" b="0">
                <a:solidFill>
                  <a:srgbClr val="000000"/>
                </a:solidFill>
                <a:effectLst>
                  <a:outerShdw blurRad="38100" dist="38100" dir="2700000" algn="tl">
                    <a:srgbClr val="C0C0C0"/>
                  </a:outerShdw>
                </a:effectLst>
                <a:ea typeface="华文中宋" panose="02010600040101010101" charset="-122"/>
              </a:rPr>
              <a:t>；</a:t>
            </a:r>
            <a:endParaRPr lang="zh-CN" altLang="en-US" sz="2800" b="0">
              <a:solidFill>
                <a:srgbClr val="000000"/>
              </a:solidFill>
              <a:effectLst>
                <a:outerShdw blurRad="38100" dist="38100" dir="2700000" algn="tl">
                  <a:srgbClr val="C0C0C0"/>
                </a:outerShdw>
              </a:effectLst>
              <a:ea typeface="华文中宋" panose="02010600040101010101" charset="-122"/>
            </a:endParaRPr>
          </a:p>
          <a:p>
            <a:pPr marL="355600" indent="-355600" eaLnBrk="1" hangingPunct="1">
              <a:lnSpc>
                <a:spcPct val="120000"/>
              </a:lnSpc>
              <a:spcBef>
                <a:spcPct val="20000"/>
              </a:spcBef>
              <a:buClr>
                <a:schemeClr val="bg1"/>
              </a:buClr>
              <a:buFont typeface="Wingdings" panose="05000000000000000000" pitchFamily="2" charset="2"/>
              <a:buChar char="l"/>
              <a:defRPr/>
            </a:pPr>
            <a:r>
              <a:rPr lang="el-GR" altLang="zh-CN" sz="2800" b="0">
                <a:solidFill>
                  <a:srgbClr val="000000"/>
                </a:solidFill>
                <a:effectLst>
                  <a:outerShdw blurRad="38100" dist="38100" dir="2700000" algn="tl">
                    <a:srgbClr val="C0C0C0"/>
                  </a:outerShdw>
                </a:effectLst>
                <a:ea typeface="华文中宋" panose="02010600040101010101" charset="-122"/>
              </a:rPr>
              <a:t>s</a:t>
            </a:r>
            <a:r>
              <a:rPr lang="zh-CN" altLang="el-GR" sz="2800" b="0">
                <a:solidFill>
                  <a:srgbClr val="000000"/>
                </a:solidFill>
                <a:effectLst>
                  <a:outerShdw blurRad="38100" dist="38100" dir="2700000" algn="tl">
                    <a:srgbClr val="C0C0C0"/>
                  </a:outerShdw>
                </a:effectLst>
                <a:ea typeface="华文中宋" panose="02010600040101010101" charset="-122"/>
              </a:rPr>
              <a:t>平面上收敛轴之右的部分即为</a:t>
            </a:r>
            <a:r>
              <a:rPr lang="zh-CN" altLang="el-GR" sz="2800" b="0">
                <a:solidFill>
                  <a:srgbClr val="FF0000"/>
                </a:solidFill>
                <a:effectLst>
                  <a:outerShdw blurRad="38100" dist="38100" dir="2700000" algn="tl">
                    <a:srgbClr val="C0C0C0"/>
                  </a:outerShdw>
                </a:effectLst>
                <a:ea typeface="华文中宋" panose="02010600040101010101" charset="-122"/>
              </a:rPr>
              <a:t>收敛区</a:t>
            </a:r>
            <a:r>
              <a:rPr lang="zh-CN" altLang="el-GR" sz="2800" b="0">
                <a:solidFill>
                  <a:srgbClr val="000000"/>
                </a:solidFill>
                <a:effectLst>
                  <a:outerShdw blurRad="38100" dist="38100" dir="2700000" algn="tl">
                    <a:srgbClr val="C0C0C0"/>
                  </a:outerShdw>
                </a:effectLst>
                <a:ea typeface="华文中宋" panose="02010600040101010101" charset="-122"/>
              </a:rPr>
              <a:t>。</a:t>
            </a:r>
            <a:endParaRPr lang="zh-CN" altLang="el-GR" sz="2800" b="0">
              <a:solidFill>
                <a:srgbClr val="000000"/>
              </a:solidFill>
              <a:effectLst>
                <a:outerShdw blurRad="38100" dist="38100" dir="2700000" algn="tl">
                  <a:srgbClr val="C0C0C0"/>
                </a:outerShdw>
              </a:effectLst>
              <a:ea typeface="华文中宋" panose="02010600040101010101" charset="-122"/>
            </a:endParaRPr>
          </a:p>
        </p:txBody>
      </p:sp>
      <p:sp>
        <p:nvSpPr>
          <p:cNvPr id="4" name="墨迹 2"/>
          <p:cNvSpPr/>
          <p:nvPr/>
        </p:nvSpPr>
        <p:spPr bwMode="auto">
          <a:xfrm>
            <a:off x="3495960" y="1394640"/>
            <a:ext cx="5515920" cy="4380840"/>
          </a:xfrm>
        </p:spPr>
      </p:sp>
    </p:spTree>
    <p:custDataLst>
      <p:tags r:id="rId3"/>
    </p:custDataLst>
  </p:cSld>
  <p:clrMapOvr>
    <a:masterClrMapping/>
  </p:clrMapOvr>
  <p:transition advTm="75213"/>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md type="call" cmd="playFrom(0.0)">
                                      <p:cBhvr>
                                        <p:cTn id="7" dur="1" fill="hold"/>
                                        <p:tgtEl>
                                          <p:spTgt spid="3"/>
                                        </p:tgtEl>
                                      </p:cBhvr>
                                    </p:cmd>
                                  </p:childTnLst>
                                </p:cTn>
                              </p:par>
                            </p:childTnLst>
                          </p:cTn>
                        </p:par>
                        <p:par>
                          <p:cTn id="8" fill="hold">
                            <p:stCondLst>
                              <p:cond delay="0"/>
                            </p:stCondLst>
                            <p:childTnLst>
                              <p:par>
                                <p:cTn id="9" presetID="55" presetClass="entr" presetSubtype="0" fill="hold" grpId="0" nodeType="afterEffect">
                                  <p:stCondLst>
                                    <p:cond delay="0"/>
                                  </p:stCondLst>
                                  <p:childTnLst>
                                    <p:set>
                                      <p:cBhvr>
                                        <p:cTn id="10" dur="1" fill="hold">
                                          <p:stCondLst>
                                            <p:cond delay="0"/>
                                          </p:stCondLst>
                                        </p:cTn>
                                        <p:tgtEl>
                                          <p:spTgt spid="315395">
                                            <p:txEl>
                                              <p:pRg st="0" end="0"/>
                                            </p:txEl>
                                          </p:spTgt>
                                        </p:tgtEl>
                                        <p:attrNameLst>
                                          <p:attrName>style.visibility</p:attrName>
                                        </p:attrNameLst>
                                      </p:cBhvr>
                                      <p:to>
                                        <p:strVal val="visible"/>
                                      </p:to>
                                    </p:set>
                                    <p:anim calcmode="lin" valueType="num">
                                      <p:cBhvr>
                                        <p:cTn id="11" dur="1000" fill="hold"/>
                                        <p:tgtEl>
                                          <p:spTgt spid="315395">
                                            <p:txEl>
                                              <p:pRg st="0" end="0"/>
                                            </p:txEl>
                                          </p:spTgt>
                                        </p:tgtEl>
                                        <p:attrNameLst>
                                          <p:attrName>ppt_w</p:attrName>
                                        </p:attrNameLst>
                                      </p:cBhvr>
                                      <p:tavLst>
                                        <p:tav tm="0">
                                          <p:val>
                                            <p:strVal val="#ppt_w*0.70"/>
                                          </p:val>
                                        </p:tav>
                                        <p:tav tm="100000">
                                          <p:val>
                                            <p:strVal val="#ppt_w"/>
                                          </p:val>
                                        </p:tav>
                                      </p:tavLst>
                                    </p:anim>
                                    <p:anim calcmode="lin" valueType="num">
                                      <p:cBhvr>
                                        <p:cTn id="12" dur="1000" fill="hold"/>
                                        <p:tgtEl>
                                          <p:spTgt spid="315395">
                                            <p:txEl>
                                              <p:pRg st="0" end="0"/>
                                            </p:txEl>
                                          </p:spTgt>
                                        </p:tgtEl>
                                        <p:attrNameLst>
                                          <p:attrName>ppt_h</p:attrName>
                                        </p:attrNameLst>
                                      </p:cBhvr>
                                      <p:tavLst>
                                        <p:tav tm="0">
                                          <p:val>
                                            <p:strVal val="#ppt_h"/>
                                          </p:val>
                                        </p:tav>
                                        <p:tav tm="100000">
                                          <p:val>
                                            <p:strVal val="#ppt_h"/>
                                          </p:val>
                                        </p:tav>
                                      </p:tavLst>
                                    </p:anim>
                                    <p:animEffect transition="in" filter="fade">
                                      <p:cBhvr>
                                        <p:cTn id="13" dur="1000"/>
                                        <p:tgtEl>
                                          <p:spTgt spid="315395">
                                            <p:txEl>
                                              <p:pRg st="0" end="0"/>
                                            </p:txEl>
                                          </p:spTgt>
                                        </p:tgtEl>
                                      </p:cBhvr>
                                    </p:animEffect>
                                  </p:childTnLst>
                                </p:cTn>
                              </p:par>
                            </p:childTnLst>
                          </p:cTn>
                        </p:par>
                        <p:par>
                          <p:cTn id="14" fill="hold">
                            <p:stCondLst>
                              <p:cond delay="1000"/>
                            </p:stCondLst>
                            <p:childTnLst>
                              <p:par>
                                <p:cTn id="15" presetID="55" presetClass="entr" presetSubtype="0" fill="hold" nodeType="afterEffect">
                                  <p:stCondLst>
                                    <p:cond delay="0"/>
                                  </p:stCondLst>
                                  <p:childTnLst>
                                    <p:set>
                                      <p:cBhvr>
                                        <p:cTn id="16" dur="1" fill="hold">
                                          <p:stCondLst>
                                            <p:cond delay="0"/>
                                          </p:stCondLst>
                                        </p:cTn>
                                        <p:tgtEl>
                                          <p:spTgt spid="315396"/>
                                        </p:tgtEl>
                                        <p:attrNameLst>
                                          <p:attrName>style.visibility</p:attrName>
                                        </p:attrNameLst>
                                      </p:cBhvr>
                                      <p:to>
                                        <p:strVal val="visible"/>
                                      </p:to>
                                    </p:set>
                                    <p:anim calcmode="lin" valueType="num">
                                      <p:cBhvr>
                                        <p:cTn id="17" dur="1000" fill="hold"/>
                                        <p:tgtEl>
                                          <p:spTgt spid="315396"/>
                                        </p:tgtEl>
                                        <p:attrNameLst>
                                          <p:attrName>ppt_w</p:attrName>
                                        </p:attrNameLst>
                                      </p:cBhvr>
                                      <p:tavLst>
                                        <p:tav tm="0">
                                          <p:val>
                                            <p:strVal val="#ppt_w*0.70"/>
                                          </p:val>
                                        </p:tav>
                                        <p:tav tm="100000">
                                          <p:val>
                                            <p:strVal val="#ppt_w"/>
                                          </p:val>
                                        </p:tav>
                                      </p:tavLst>
                                    </p:anim>
                                    <p:anim calcmode="lin" valueType="num">
                                      <p:cBhvr>
                                        <p:cTn id="18" dur="1000" fill="hold"/>
                                        <p:tgtEl>
                                          <p:spTgt spid="315396"/>
                                        </p:tgtEl>
                                        <p:attrNameLst>
                                          <p:attrName>ppt_h</p:attrName>
                                        </p:attrNameLst>
                                      </p:cBhvr>
                                      <p:tavLst>
                                        <p:tav tm="0">
                                          <p:val>
                                            <p:strVal val="#ppt_h"/>
                                          </p:val>
                                        </p:tav>
                                        <p:tav tm="100000">
                                          <p:val>
                                            <p:strVal val="#ppt_h"/>
                                          </p:val>
                                        </p:tav>
                                      </p:tavLst>
                                    </p:anim>
                                    <p:animEffect transition="in" filter="fade">
                                      <p:cBhvr>
                                        <p:cTn id="19" dur="1000"/>
                                        <p:tgtEl>
                                          <p:spTgt spid="31539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5395" grpId="0"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4"/>
          <p:cNvSpPr>
            <a:spLocks noGrp="1" noChangeArrowheads="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a:spcBef>
                <a:spcPct val="0"/>
              </a:spcBef>
              <a:buFontTx/>
              <a:buNone/>
            </a:pPr>
            <a:fld id="{7F70AA8B-4540-40BC-A0F2-073F2F435CC1}" type="datetime1">
              <a:rPr kumimoji="0" lang="zh-CN" altLang="en-US" sz="1200" smtClean="0">
                <a:solidFill>
                  <a:srgbClr val="000000"/>
                </a:solidFill>
                <a:ea typeface="宋体" panose="02010600030101010101" pitchFamily="2" charset="-122"/>
              </a:rPr>
            </a:fld>
            <a:endParaRPr kumimoji="0" lang="en-US" altLang="zh-CN" sz="1200">
              <a:solidFill>
                <a:srgbClr val="000000"/>
              </a:solidFill>
              <a:ea typeface="宋体" panose="02010600030101010101" pitchFamily="2" charset="-122"/>
            </a:endParaRPr>
          </a:p>
        </p:txBody>
      </p:sp>
      <p:sp>
        <p:nvSpPr>
          <p:cNvPr id="315397" name="Rectangle 5"/>
          <p:cNvSpPr>
            <a:spLocks noChangeArrowheads="1"/>
          </p:cNvSpPr>
          <p:nvPr/>
        </p:nvSpPr>
        <p:spPr bwMode="auto">
          <a:xfrm>
            <a:off x="900113" y="1196975"/>
            <a:ext cx="3384550" cy="574675"/>
          </a:xfrm>
          <a:prstGeom prst="rect">
            <a:avLst/>
          </a:prstGeom>
          <a:solidFill>
            <a:schemeClr val="tx1"/>
          </a:solidFill>
          <a:ln>
            <a:noFill/>
          </a:ln>
        </p:spPr>
        <p:txBody>
          <a:bodyPr/>
          <a:lstStyle/>
          <a:p>
            <a:pPr marL="342900" indent="-342900" eaLnBrk="1" hangingPunct="1">
              <a:spcBef>
                <a:spcPct val="50000"/>
              </a:spcBef>
              <a:defRPr/>
            </a:pPr>
            <a:r>
              <a:rPr lang="zh-CN" altLang="en-US" sz="2800">
                <a:solidFill>
                  <a:srgbClr val="FF0000"/>
                </a:solidFill>
                <a:effectLst>
                  <a:outerShdw blurRad="38100" dist="38100" dir="2700000" algn="tl">
                    <a:srgbClr val="C0C0C0"/>
                  </a:outerShdw>
                </a:effectLst>
                <a:ea typeface="华文中宋" panose="02010600040101010101" charset="-122"/>
              </a:rPr>
              <a:t>简单函数的收敛区   </a:t>
            </a:r>
            <a:endParaRPr lang="zh-CN" altLang="en-US" sz="2800">
              <a:solidFill>
                <a:srgbClr val="FF0000"/>
              </a:solidFill>
              <a:effectLst>
                <a:outerShdw blurRad="38100" dist="38100" dir="2700000" algn="tl">
                  <a:srgbClr val="C0C0C0"/>
                </a:outerShdw>
              </a:effectLst>
              <a:ea typeface="华文中宋" panose="02010600040101010101" charset="-122"/>
            </a:endParaRPr>
          </a:p>
        </p:txBody>
      </p:sp>
      <p:sp>
        <p:nvSpPr>
          <p:cNvPr id="315401" name="Rectangle 9"/>
          <p:cNvSpPr>
            <a:spLocks noChangeArrowheads="1"/>
          </p:cNvSpPr>
          <p:nvPr/>
        </p:nvSpPr>
        <p:spPr bwMode="auto">
          <a:xfrm>
            <a:off x="6947218" y="2564765"/>
            <a:ext cx="1873250" cy="576263"/>
          </a:xfrm>
          <a:prstGeom prst="rect">
            <a:avLst/>
          </a:prstGeom>
          <a:solidFill>
            <a:schemeClr val="tx1"/>
          </a:solidFill>
          <a:ln>
            <a:noFill/>
          </a:ln>
        </p:spPr>
        <p:txBody>
          <a:bodyPr/>
          <a:lstStyle/>
          <a:p>
            <a:pPr marL="342900" indent="-342900" eaLnBrk="1" hangingPunct="1">
              <a:spcBef>
                <a:spcPct val="50000"/>
              </a:spcBef>
              <a:defRPr/>
            </a:pPr>
            <a:r>
              <a:rPr lang="zh-CN" altLang="en-US" sz="2800">
                <a:solidFill>
                  <a:srgbClr val="FF0000"/>
                </a:solidFill>
                <a:effectLst>
                  <a:outerShdw blurRad="38100" dist="38100" dir="2700000" algn="tl">
                    <a:srgbClr val="DDDDDD"/>
                  </a:outerShdw>
                </a:effectLst>
                <a:latin typeface="Arial" panose="020B0604020202020204" pitchFamily="34" charset="0"/>
                <a:ea typeface="华文中宋" panose="02010600040101010101" charset="-122"/>
                <a:cs typeface="华文中宋" panose="02010600040101010101" charset="-122"/>
              </a:rPr>
              <a:t>整个</a:t>
            </a:r>
            <a:r>
              <a:rPr lang="en-US" altLang="zh-CN" sz="2800" i="1">
                <a:solidFill>
                  <a:srgbClr val="FF0000"/>
                </a:solidFill>
                <a:effectLst>
                  <a:outerShdw blurRad="38100" dist="38100" dir="2700000" algn="tl">
                    <a:srgbClr val="DDDDDD"/>
                  </a:outerShdw>
                </a:effectLst>
                <a:latin typeface="Times New Roman" panose="02020603050405020304" pitchFamily="18" charset="0"/>
                <a:ea typeface="华文中宋" panose="02010600040101010101" charset="-122"/>
                <a:cs typeface="华文中宋" panose="02010600040101010101" charset="-122"/>
              </a:rPr>
              <a:t>S</a:t>
            </a:r>
            <a:r>
              <a:rPr lang="zh-CN" altLang="en-US" sz="2800">
                <a:solidFill>
                  <a:srgbClr val="FF0000"/>
                </a:solidFill>
                <a:effectLst>
                  <a:outerShdw blurRad="38100" dist="38100" dir="2700000" algn="tl">
                    <a:srgbClr val="DDDDDD"/>
                  </a:outerShdw>
                </a:effectLst>
                <a:latin typeface="Arial" panose="020B0604020202020204" pitchFamily="34" charset="0"/>
                <a:ea typeface="华文中宋" panose="02010600040101010101" charset="-122"/>
                <a:cs typeface="华文中宋" panose="02010600040101010101" charset="-122"/>
              </a:rPr>
              <a:t>平面</a:t>
            </a:r>
            <a:endParaRPr lang="zh-CN" altLang="en-US" sz="2800">
              <a:solidFill>
                <a:srgbClr val="FF0000"/>
              </a:solidFill>
              <a:effectLst>
                <a:outerShdw blurRad="38100" dist="38100" dir="2700000" algn="tl">
                  <a:srgbClr val="DDDDDD"/>
                </a:outerShdw>
              </a:effectLst>
              <a:latin typeface="Arial" panose="020B0604020202020204" pitchFamily="34" charset="0"/>
              <a:ea typeface="华文中宋" panose="02010600040101010101" charset="-122"/>
              <a:cs typeface="华文中宋" panose="02010600040101010101" charset="-122"/>
            </a:endParaRPr>
          </a:p>
        </p:txBody>
      </p:sp>
      <p:sp>
        <p:nvSpPr>
          <p:cNvPr id="138249" name="Rectangle 9"/>
          <p:cNvSpPr>
            <a:spLocks noChangeArrowheads="1"/>
          </p:cNvSpPr>
          <p:nvPr/>
        </p:nvSpPr>
        <p:spPr bwMode="auto">
          <a:xfrm>
            <a:off x="533400" y="106363"/>
            <a:ext cx="5118100" cy="658812"/>
          </a:xfrm>
          <a:prstGeom prst="rect">
            <a:avLst/>
          </a:prstGeom>
          <a:solidFill>
            <a:schemeClr val="bg1"/>
          </a:solidFill>
          <a:ln>
            <a:noFill/>
          </a:ln>
          <a:effectLst>
            <a:outerShdw blurRad="63500" dist="38099" dir="2700000" algn="ctr" rotWithShape="0">
              <a:srgbClr val="000000">
                <a:alpha val="74998"/>
              </a:srgbClr>
            </a:outerShdw>
          </a:effectLst>
        </p:spPr>
        <p:txBody>
          <a:bodyPr anchor="ctr"/>
          <a:lstStyle/>
          <a:p>
            <a:pPr algn="ctr">
              <a:defRPr/>
            </a:pPr>
            <a:r>
              <a:rPr lang="en-US" altLang="zh-CN" sz="2800">
                <a:ea typeface="黑体" panose="02010609060101010101" charset="-122"/>
              </a:rPr>
              <a:t>§5.3 </a:t>
            </a:r>
            <a:r>
              <a:rPr lang="zh-CN" altLang="en-US" sz="2800">
                <a:ea typeface="黑体" panose="02010609060101010101" charset="-122"/>
              </a:rPr>
              <a:t>拉普拉斯变换的收敛域</a:t>
            </a:r>
            <a:endParaRPr lang="zh-CN" altLang="en-US" sz="2800">
              <a:ea typeface="黑体" panose="02010609060101010101" charset="-122"/>
            </a:endParaRPr>
          </a:p>
        </p:txBody>
      </p:sp>
      <p:graphicFrame>
        <p:nvGraphicFramePr>
          <p:cNvPr id="138250" name="Object 10"/>
          <p:cNvGraphicFramePr>
            <a:graphicFrameLocks noChangeAspect="1"/>
          </p:cNvGraphicFramePr>
          <p:nvPr/>
        </p:nvGraphicFramePr>
        <p:xfrm>
          <a:off x="7883843" y="3788728"/>
          <a:ext cx="936625" cy="436562"/>
        </p:xfrm>
        <a:graphic>
          <a:graphicData uri="http://schemas.openxmlformats.org/presentationml/2006/ole">
            <mc:AlternateContent xmlns:mc="http://schemas.openxmlformats.org/markup-compatibility/2006">
              <mc:Choice xmlns:v="urn:schemas-microsoft-com:vml" Requires="v">
                <p:oleObj spid="_x0000_s2" name="公式" r:id="rId1" imgW="380365" imgH="177800" progId="Equation.3">
                  <p:embed/>
                </p:oleObj>
              </mc:Choice>
              <mc:Fallback>
                <p:oleObj name="公式" r:id="rId1" imgW="380365" imgH="177800" progId="Equation.3">
                  <p:embed/>
                  <p:pic>
                    <p:nvPicPr>
                      <p:cNvPr id="0" name="Object 1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883843" y="3788728"/>
                        <a:ext cx="936625" cy="436562"/>
                      </a:xfrm>
                      <a:prstGeom prst="rect">
                        <a:avLst/>
                      </a:prstGeom>
                      <a:solidFill>
                        <a:schemeClr val="tx1"/>
                      </a:solidFill>
                      <a:ln w="9525">
                        <a:solidFill>
                          <a:schemeClr val="bg1"/>
                        </a:solidFill>
                        <a:miter lim="800000"/>
                        <a:headEnd/>
                        <a:tailEnd/>
                      </a:ln>
                      <a:effectLst>
                        <a:outerShdw dist="35921" dir="2700000" algn="ctr" rotWithShape="0">
                          <a:schemeClr val="bg2">
                            <a:alpha val="74997"/>
                          </a:schemeClr>
                        </a:outerShdw>
                      </a:effectLst>
                    </p:spPr>
                  </p:pic>
                </p:oleObj>
              </mc:Fallback>
            </mc:AlternateContent>
          </a:graphicData>
        </a:graphic>
      </p:graphicFrame>
      <p:graphicFrame>
        <p:nvGraphicFramePr>
          <p:cNvPr id="138251" name="Object 11"/>
          <p:cNvGraphicFramePr>
            <a:graphicFrameLocks noChangeAspect="1"/>
          </p:cNvGraphicFramePr>
          <p:nvPr/>
        </p:nvGraphicFramePr>
        <p:xfrm>
          <a:off x="7648734" y="5012690"/>
          <a:ext cx="1189355" cy="422275"/>
        </p:xfrm>
        <a:graphic>
          <a:graphicData uri="http://schemas.openxmlformats.org/presentationml/2006/ole">
            <mc:AlternateContent xmlns:mc="http://schemas.openxmlformats.org/markup-compatibility/2006">
              <mc:Choice xmlns:v="urn:schemas-microsoft-com:vml" Requires="v">
                <p:oleObj spid="_x0000_s3" name="公式" r:id="rId3" imgW="393700" imgH="139700" progId="Equation.3">
                  <p:embed/>
                </p:oleObj>
              </mc:Choice>
              <mc:Fallback>
                <p:oleObj name="公式" r:id="rId3" imgW="393700" imgH="139700" progId="Equation.3">
                  <p:embed/>
                  <p:pic>
                    <p:nvPicPr>
                      <p:cNvPr id="0" name="Object 11"/>
                      <p:cNvPicPr>
                        <a:picLocks noChangeAspect="1" noChangeArrowheads="1"/>
                      </p:cNvPicPr>
                      <p:nvPr/>
                    </p:nvPicPr>
                    <p:blipFill>
                      <a:blip r:embed="rId4"/>
                      <a:srcRect/>
                      <a:stretch>
                        <a:fillRect/>
                      </a:stretch>
                    </p:blipFill>
                    <p:spPr bwMode="auto">
                      <a:xfrm>
                        <a:off x="7648734" y="5012690"/>
                        <a:ext cx="1189355" cy="422275"/>
                      </a:xfrm>
                      <a:prstGeom prst="rect">
                        <a:avLst/>
                      </a:prstGeom>
                      <a:solidFill>
                        <a:schemeClr val="tx1"/>
                      </a:solidFill>
                      <a:ln w="9525">
                        <a:solidFill>
                          <a:schemeClr val="bg1"/>
                        </a:solidFill>
                        <a:miter lim="800000"/>
                        <a:headEnd/>
                        <a:tailEnd/>
                      </a:ln>
                      <a:effectLst>
                        <a:outerShdw dist="35921" dir="2700000" algn="ctr" rotWithShape="0">
                          <a:schemeClr val="bg2">
                            <a:alpha val="74997"/>
                          </a:schemeClr>
                        </a:outerShdw>
                      </a:effectLst>
                    </p:spPr>
                  </p:pic>
                </p:oleObj>
              </mc:Fallback>
            </mc:AlternateContent>
          </a:graphicData>
        </a:graphic>
      </p:graphicFrame>
      <p:graphicFrame>
        <p:nvGraphicFramePr>
          <p:cNvPr id="25608" name="Object 12"/>
          <p:cNvGraphicFramePr>
            <a:graphicFrameLocks noChangeAspect="1"/>
          </p:cNvGraphicFramePr>
          <p:nvPr/>
        </p:nvGraphicFramePr>
        <p:xfrm>
          <a:off x="889953" y="4941888"/>
          <a:ext cx="2160587" cy="582612"/>
        </p:xfrm>
        <a:graphic>
          <a:graphicData uri="http://schemas.openxmlformats.org/presentationml/2006/ole">
            <mc:AlternateContent xmlns:mc="http://schemas.openxmlformats.org/markup-compatibility/2006">
              <mc:Choice xmlns:v="urn:schemas-microsoft-com:vml" Requires="v">
                <p:oleObj spid="_x0000_s4" name="公式" r:id="rId5" imgW="799465" imgH="215900" progId="Equation.3">
                  <p:embed/>
                </p:oleObj>
              </mc:Choice>
              <mc:Fallback>
                <p:oleObj name="公式" r:id="rId5" imgW="799465" imgH="215900" progId="Equation.3">
                  <p:embed/>
                  <p:pic>
                    <p:nvPicPr>
                      <p:cNvPr id="0" name="Object 1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89953" y="4941888"/>
                        <a:ext cx="2160587" cy="5826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sp>
        <p:nvSpPr>
          <p:cNvPr id="5" name="Rectangle 5"/>
          <p:cNvSpPr>
            <a:spLocks noChangeArrowheads="1"/>
          </p:cNvSpPr>
          <p:nvPr/>
        </p:nvSpPr>
        <p:spPr bwMode="auto">
          <a:xfrm>
            <a:off x="900113" y="2780665"/>
            <a:ext cx="2736850" cy="576263"/>
          </a:xfrm>
          <a:prstGeom prst="rect">
            <a:avLst/>
          </a:prstGeom>
          <a:solidFill>
            <a:schemeClr val="tx1"/>
          </a:solidFill>
          <a:ln>
            <a:noFill/>
          </a:ln>
        </p:spPr>
        <p:txBody>
          <a:bodyPr/>
          <a:lstStyle/>
          <a:p>
            <a:pPr marL="342900" indent="-342900" eaLnBrk="1" hangingPunct="1">
              <a:spcBef>
                <a:spcPct val="50000"/>
              </a:spcBef>
              <a:defRPr/>
            </a:pPr>
            <a:r>
              <a:rPr lang="zh-CN" altLang="en-US" sz="2800">
                <a:solidFill>
                  <a:srgbClr val="000000"/>
                </a:solidFill>
                <a:effectLst>
                  <a:outerShdw blurRad="38100" dist="38100" dir="2700000" algn="tl">
                    <a:srgbClr val="C0C0C0"/>
                  </a:outerShdw>
                </a:effectLst>
                <a:ea typeface="华文中宋" panose="02010600040101010101" charset="-122"/>
              </a:rPr>
              <a:t>单个脉冲信号：</a:t>
            </a:r>
            <a:endParaRPr lang="zh-CN" altLang="en-US" sz="2800">
              <a:solidFill>
                <a:srgbClr val="000000"/>
              </a:solidFill>
              <a:effectLst>
                <a:outerShdw blurRad="38100" dist="38100" dir="2700000" algn="tl">
                  <a:srgbClr val="C0C0C0"/>
                </a:outerShdw>
              </a:effectLst>
              <a:ea typeface="华文中宋" panose="02010600040101010101" charset="-122"/>
            </a:endParaRPr>
          </a:p>
        </p:txBody>
      </p:sp>
      <p:sp>
        <p:nvSpPr>
          <p:cNvPr id="6" name="Rectangle 5"/>
          <p:cNvSpPr>
            <a:spLocks noChangeArrowheads="1"/>
          </p:cNvSpPr>
          <p:nvPr/>
        </p:nvSpPr>
        <p:spPr bwMode="auto">
          <a:xfrm>
            <a:off x="889953" y="3716338"/>
            <a:ext cx="3529012" cy="649287"/>
          </a:xfrm>
          <a:prstGeom prst="rect">
            <a:avLst/>
          </a:prstGeom>
          <a:solidFill>
            <a:schemeClr val="tx1"/>
          </a:solidFill>
          <a:ln>
            <a:noFill/>
          </a:ln>
        </p:spPr>
        <p:txBody>
          <a:bodyPr/>
          <a:lstStyle/>
          <a:p>
            <a:pPr marL="342900" indent="-342900" eaLnBrk="1" hangingPunct="1">
              <a:spcBef>
                <a:spcPct val="50000"/>
              </a:spcBef>
              <a:defRPr/>
            </a:pPr>
            <a:r>
              <a:rPr lang="zh-CN" altLang="en-US" sz="2800">
                <a:solidFill>
                  <a:srgbClr val="000000"/>
                </a:solidFill>
                <a:effectLst>
                  <a:outerShdw blurRad="38100" dist="38100" dir="2700000" algn="tl">
                    <a:srgbClr val="C0C0C0"/>
                  </a:outerShdw>
                </a:effectLst>
                <a:ea typeface="华文中宋" panose="02010600040101010101" charset="-122"/>
              </a:rPr>
              <a:t>单位阶跃信号</a:t>
            </a:r>
            <a:r>
              <a:rPr lang="el-GR" altLang="zh-CN" sz="2800">
                <a:solidFill>
                  <a:srgbClr val="000000"/>
                </a:solidFill>
                <a:effectLst>
                  <a:outerShdw blurRad="38100" dist="38100" dir="2700000" algn="tl">
                    <a:srgbClr val="C0C0C0"/>
                  </a:outerShdw>
                </a:effectLst>
                <a:latin typeface="华文中宋" panose="02010600040101010101" charset="-122"/>
                <a:ea typeface="华文中宋" panose="02010600040101010101" charset="-122"/>
              </a:rPr>
              <a:t>ε</a:t>
            </a:r>
            <a:r>
              <a:rPr lang="en-US" altLang="zh-CN" sz="2800">
                <a:solidFill>
                  <a:srgbClr val="000000"/>
                </a:solidFill>
                <a:effectLst>
                  <a:outerShdw blurRad="38100" dist="38100" dir="2700000" algn="tl">
                    <a:srgbClr val="C0C0C0"/>
                  </a:outerShdw>
                </a:effectLst>
                <a:latin typeface="华文中宋" panose="02010600040101010101" charset="-122"/>
                <a:ea typeface="华文中宋" panose="02010600040101010101" charset="-122"/>
              </a:rPr>
              <a:t>(t)</a:t>
            </a:r>
            <a:r>
              <a:rPr lang="zh-CN" altLang="en-US" sz="2800">
                <a:solidFill>
                  <a:srgbClr val="000000"/>
                </a:solidFill>
                <a:effectLst>
                  <a:outerShdw blurRad="38100" dist="38100" dir="2700000" algn="tl">
                    <a:srgbClr val="C0C0C0"/>
                  </a:outerShdw>
                </a:effectLst>
                <a:ea typeface="华文中宋" panose="02010600040101010101" charset="-122"/>
              </a:rPr>
              <a:t>：</a:t>
            </a:r>
            <a:endParaRPr lang="zh-CN" altLang="en-US" sz="2800">
              <a:solidFill>
                <a:srgbClr val="000000"/>
              </a:solidFill>
              <a:effectLst>
                <a:outerShdw blurRad="38100" dist="38100" dir="2700000" algn="tl">
                  <a:srgbClr val="C0C0C0"/>
                </a:outerShdw>
              </a:effectLst>
              <a:ea typeface="华文中宋" panose="02010600040101010101" charset="-122"/>
            </a:endParaRPr>
          </a:p>
        </p:txBody>
      </p:sp>
      <p:graphicFrame>
        <p:nvGraphicFramePr>
          <p:cNvPr id="314374" name="Object 6"/>
          <p:cNvGraphicFramePr>
            <a:graphicFrameLocks noChangeAspect="1"/>
          </p:cNvGraphicFramePr>
          <p:nvPr/>
        </p:nvGraphicFramePr>
        <p:xfrm>
          <a:off x="5076825" y="1125538"/>
          <a:ext cx="3241675" cy="660400"/>
        </p:xfrm>
        <a:graphic>
          <a:graphicData uri="http://schemas.openxmlformats.org/presentationml/2006/ole">
            <mc:AlternateContent xmlns:mc="http://schemas.openxmlformats.org/markup-compatibility/2006">
              <mc:Choice xmlns:v="urn:schemas-microsoft-com:vml" Requires="v">
                <p:oleObj spid="_x0000_s7" name="公式" r:id="rId7" imgW="1435100" imgH="292100" progId="Equation.3">
                  <p:embed/>
                </p:oleObj>
              </mc:Choice>
              <mc:Fallback>
                <p:oleObj name="公式" r:id="rId7" imgW="1435100" imgH="292100" progId="Equation.3">
                  <p:embed/>
                  <p:pic>
                    <p:nvPicPr>
                      <p:cNvPr id="0" name="Object 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076825" y="1125538"/>
                        <a:ext cx="3241675" cy="660400"/>
                      </a:xfrm>
                      <a:prstGeom prst="rect">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sp>
        <p:nvSpPr>
          <p:cNvPr id="8" name="墨迹 3"/>
          <p:cNvSpPr/>
          <p:nvPr/>
        </p:nvSpPr>
        <p:spPr bwMode="auto">
          <a:xfrm>
            <a:off x="4230000" y="1721160"/>
            <a:ext cx="4670280" cy="4200840"/>
          </a:xfrm>
        </p:spPr>
      </p:sp>
      <p:graphicFrame>
        <p:nvGraphicFramePr>
          <p:cNvPr id="9" name="Object 6"/>
          <p:cNvGraphicFramePr>
            <a:graphicFrameLocks noChangeAspect="1"/>
          </p:cNvGraphicFramePr>
          <p:nvPr/>
        </p:nvGraphicFramePr>
        <p:xfrm>
          <a:off x="4297045" y="3629978"/>
          <a:ext cx="2726055" cy="689610"/>
        </p:xfrm>
        <a:graphic>
          <a:graphicData uri="http://schemas.openxmlformats.org/presentationml/2006/ole">
            <mc:AlternateContent xmlns:mc="http://schemas.openxmlformats.org/markup-compatibility/2006">
              <mc:Choice xmlns:v="urn:schemas-microsoft-com:vml" Requires="v">
                <p:oleObj spid="_x0000_s10" name="公式" r:id="rId9" imgW="1206500" imgH="304800" progId="Equation.3">
                  <p:embed/>
                </p:oleObj>
              </mc:Choice>
              <mc:Fallback>
                <p:oleObj name="公式" r:id="rId9" imgW="1206500" imgH="304800" progId="Equation.3">
                  <p:embed/>
                  <p:pic>
                    <p:nvPicPr>
                      <p:cNvPr id="0" name="Object 6"/>
                      <p:cNvPicPr>
                        <a:picLocks noChangeAspect="1" noChangeArrowheads="1"/>
                      </p:cNvPicPr>
                      <p:nvPr/>
                    </p:nvPicPr>
                    <p:blipFill>
                      <a:blip r:embed="rId10"/>
                      <a:srcRect/>
                      <a:stretch>
                        <a:fillRect/>
                      </a:stretch>
                    </p:blipFill>
                    <p:spPr bwMode="auto">
                      <a:xfrm>
                        <a:off x="4297045" y="3629978"/>
                        <a:ext cx="2726055" cy="689610"/>
                      </a:xfrm>
                      <a:prstGeom prst="rect">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aphicFrame>
        <p:nvGraphicFramePr>
          <p:cNvPr id="11" name="Object 6"/>
          <p:cNvGraphicFramePr>
            <a:graphicFrameLocks noChangeAspect="1"/>
          </p:cNvGraphicFramePr>
          <p:nvPr/>
        </p:nvGraphicFramePr>
        <p:xfrm>
          <a:off x="3420110" y="4940300"/>
          <a:ext cx="4006215" cy="629920"/>
        </p:xfrm>
        <a:graphic>
          <a:graphicData uri="http://schemas.openxmlformats.org/presentationml/2006/ole">
            <mc:AlternateContent xmlns:mc="http://schemas.openxmlformats.org/markup-compatibility/2006">
              <mc:Choice xmlns:v="urn:schemas-microsoft-com:vml" Requires="v">
                <p:oleObj spid="_x0000_s12" name="公式" r:id="rId11" imgW="1943100" imgH="304800" progId="Equation.3">
                  <p:embed/>
                </p:oleObj>
              </mc:Choice>
              <mc:Fallback>
                <p:oleObj name="公式" r:id="rId11" imgW="1943100" imgH="304800" progId="Equation.3">
                  <p:embed/>
                  <p:pic>
                    <p:nvPicPr>
                      <p:cNvPr id="0" name="Object 6"/>
                      <p:cNvPicPr>
                        <a:picLocks noChangeAspect="1" noChangeArrowheads="1"/>
                      </p:cNvPicPr>
                      <p:nvPr/>
                    </p:nvPicPr>
                    <p:blipFill>
                      <a:blip r:embed="rId12"/>
                      <a:srcRect/>
                      <a:stretch>
                        <a:fillRect/>
                      </a:stretch>
                    </p:blipFill>
                    <p:spPr bwMode="auto">
                      <a:xfrm>
                        <a:off x="3420110" y="4940300"/>
                        <a:ext cx="4006215" cy="629920"/>
                      </a:xfrm>
                      <a:prstGeom prst="rect">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spTree>
    <p:custDataLst>
      <p:tags r:id="rId13"/>
    </p:custDataLst>
  </p:cSld>
  <p:clrMapOvr>
    <a:masterClrMapping/>
  </p:clrMapOvr>
  <p:transition advTm="118495"/>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5" presetClass="entr" presetSubtype="0" fill="hold" nodeType="withEffect">
                                  <p:stCondLst>
                                    <p:cond delay="0"/>
                                  </p:stCondLst>
                                  <p:childTnLst>
                                    <p:set>
                                      <p:cBhvr>
                                        <p:cTn id="6" dur="1" fill="hold">
                                          <p:stCondLst>
                                            <p:cond delay="0"/>
                                          </p:stCondLst>
                                        </p:cTn>
                                        <p:tgtEl>
                                          <p:spTgt spid="314374"/>
                                        </p:tgtEl>
                                        <p:attrNameLst>
                                          <p:attrName>style.visibility</p:attrName>
                                        </p:attrNameLst>
                                      </p:cBhvr>
                                      <p:to>
                                        <p:strVal val="visible"/>
                                      </p:to>
                                    </p:set>
                                    <p:anim calcmode="lin" valueType="num">
                                      <p:cBhvr>
                                        <p:cTn id="7" dur="1000" fill="hold"/>
                                        <p:tgtEl>
                                          <p:spTgt spid="314374"/>
                                        </p:tgtEl>
                                        <p:attrNameLst>
                                          <p:attrName>ppt_w</p:attrName>
                                        </p:attrNameLst>
                                      </p:cBhvr>
                                      <p:tavLst>
                                        <p:tav tm="0">
                                          <p:val>
                                            <p:strVal val="#ppt_w*0.70"/>
                                          </p:val>
                                        </p:tav>
                                        <p:tav tm="100000">
                                          <p:val>
                                            <p:strVal val="#ppt_w"/>
                                          </p:val>
                                        </p:tav>
                                      </p:tavLst>
                                    </p:anim>
                                    <p:anim calcmode="lin" valueType="num">
                                      <p:cBhvr>
                                        <p:cTn id="8" dur="1000" fill="hold"/>
                                        <p:tgtEl>
                                          <p:spTgt spid="314374"/>
                                        </p:tgtEl>
                                        <p:attrNameLst>
                                          <p:attrName>ppt_h</p:attrName>
                                        </p:attrNameLst>
                                      </p:cBhvr>
                                      <p:tavLst>
                                        <p:tav tm="0">
                                          <p:val>
                                            <p:strVal val="#ppt_h"/>
                                          </p:val>
                                        </p:tav>
                                        <p:tav tm="100000">
                                          <p:val>
                                            <p:strVal val="#ppt_h"/>
                                          </p:val>
                                        </p:tav>
                                      </p:tavLst>
                                    </p:anim>
                                    <p:animEffect transition="in" filter="fade">
                                      <p:cBhvr>
                                        <p:cTn id="9" dur="1000"/>
                                        <p:tgtEl>
                                          <p:spTgt spid="314374"/>
                                        </p:tgtEl>
                                      </p:cBhvr>
                                    </p:animEffect>
                                  </p:childTnLst>
                                </p:cTn>
                              </p:par>
                            </p:childTnLst>
                          </p:cTn>
                        </p:par>
                        <p:par>
                          <p:cTn id="10" fill="hold">
                            <p:stCondLst>
                              <p:cond delay="1000"/>
                            </p:stCondLst>
                            <p:childTnLst>
                              <p:par>
                                <p:cTn id="11" presetID="1" presetClass="entr" presetSubtype="0" fill="hold" grpId="0" nodeType="afterEffect">
                                  <p:stCondLst>
                                    <p:cond delay="0"/>
                                  </p:stCondLst>
                                  <p:childTnLst>
                                    <p:set>
                                      <p:cBhvr>
                                        <p:cTn id="12" dur="1" fill="hold">
                                          <p:stCondLst>
                                            <p:cond delay="0"/>
                                          </p:stCondLst>
                                        </p:cTn>
                                        <p:tgtEl>
                                          <p:spTgt spid="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55" presetClass="entr" presetSubtype="0" fill="hold" grpId="0" nodeType="clickEffect">
                                  <p:stCondLst>
                                    <p:cond delay="0"/>
                                  </p:stCondLst>
                                  <p:childTnLst>
                                    <p:set>
                                      <p:cBhvr>
                                        <p:cTn id="16" dur="1" fill="hold">
                                          <p:stCondLst>
                                            <p:cond delay="0"/>
                                          </p:stCondLst>
                                        </p:cTn>
                                        <p:tgtEl>
                                          <p:spTgt spid="315401"/>
                                        </p:tgtEl>
                                        <p:attrNameLst>
                                          <p:attrName>style.visibility</p:attrName>
                                        </p:attrNameLst>
                                      </p:cBhvr>
                                      <p:to>
                                        <p:strVal val="visible"/>
                                      </p:to>
                                    </p:set>
                                    <p:anim calcmode="lin" valueType="num">
                                      <p:cBhvr>
                                        <p:cTn id="17" dur="1000" fill="hold"/>
                                        <p:tgtEl>
                                          <p:spTgt spid="315401"/>
                                        </p:tgtEl>
                                        <p:attrNameLst>
                                          <p:attrName>ppt_w</p:attrName>
                                        </p:attrNameLst>
                                      </p:cBhvr>
                                      <p:tavLst>
                                        <p:tav tm="0">
                                          <p:val>
                                            <p:strVal val="#ppt_w*0.70"/>
                                          </p:val>
                                        </p:tav>
                                        <p:tav tm="100000">
                                          <p:val>
                                            <p:strVal val="#ppt_w"/>
                                          </p:val>
                                        </p:tav>
                                      </p:tavLst>
                                    </p:anim>
                                    <p:anim calcmode="lin" valueType="num">
                                      <p:cBhvr>
                                        <p:cTn id="18" dur="1000" fill="hold"/>
                                        <p:tgtEl>
                                          <p:spTgt spid="315401"/>
                                        </p:tgtEl>
                                        <p:attrNameLst>
                                          <p:attrName>ppt_h</p:attrName>
                                        </p:attrNameLst>
                                      </p:cBhvr>
                                      <p:tavLst>
                                        <p:tav tm="0">
                                          <p:val>
                                            <p:strVal val="#ppt_h"/>
                                          </p:val>
                                        </p:tav>
                                        <p:tav tm="100000">
                                          <p:val>
                                            <p:strVal val="#ppt_h"/>
                                          </p:val>
                                        </p:tav>
                                      </p:tavLst>
                                    </p:anim>
                                    <p:animEffect transition="in" filter="fade">
                                      <p:cBhvr>
                                        <p:cTn id="19" dur="1000"/>
                                        <p:tgtEl>
                                          <p:spTgt spid="315401"/>
                                        </p:tgtEl>
                                      </p:cBhvr>
                                    </p:animEffect>
                                  </p:childTnLst>
                                </p:cTn>
                              </p:par>
                            </p:childTnLst>
                          </p:cTn>
                        </p:par>
                        <p:par>
                          <p:cTn id="20" fill="hold">
                            <p:stCondLst>
                              <p:cond delay="1000"/>
                            </p:stCondLst>
                            <p:childTnLst>
                              <p:par>
                                <p:cTn id="21" presetID="1" presetClass="entr" presetSubtype="0" fill="hold" grpId="0" nodeType="afterEffect">
                                  <p:stCondLst>
                                    <p:cond delay="0"/>
                                  </p:stCondLst>
                                  <p:childTnLst>
                                    <p:set>
                                      <p:cBhvr>
                                        <p:cTn id="22" dur="1" fill="hold">
                                          <p:stCondLst>
                                            <p:cond delay="0"/>
                                          </p:stCondLst>
                                        </p:cTn>
                                        <p:tgtEl>
                                          <p:spTgt spid="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55" presetClass="entr" presetSubtype="0" fill="hold" nodeType="clickEffect">
                                  <p:stCondLst>
                                    <p:cond delay="0"/>
                                  </p:stCondLst>
                                  <p:childTnLst>
                                    <p:set>
                                      <p:cBhvr>
                                        <p:cTn id="26" dur="1" fill="hold">
                                          <p:stCondLst>
                                            <p:cond delay="0"/>
                                          </p:stCondLst>
                                        </p:cTn>
                                        <p:tgtEl>
                                          <p:spTgt spid="9"/>
                                        </p:tgtEl>
                                        <p:attrNameLst>
                                          <p:attrName>style.visibility</p:attrName>
                                        </p:attrNameLst>
                                      </p:cBhvr>
                                      <p:to>
                                        <p:strVal val="visible"/>
                                      </p:to>
                                    </p:set>
                                    <p:anim calcmode="lin" valueType="num">
                                      <p:cBhvr>
                                        <p:cTn id="27" dur="1000" fill="hold"/>
                                        <p:tgtEl>
                                          <p:spTgt spid="9"/>
                                        </p:tgtEl>
                                        <p:attrNameLst>
                                          <p:attrName>ppt_w</p:attrName>
                                        </p:attrNameLst>
                                      </p:cBhvr>
                                      <p:tavLst>
                                        <p:tav tm="0">
                                          <p:val>
                                            <p:strVal val="#ppt_w*0.70"/>
                                          </p:val>
                                        </p:tav>
                                        <p:tav tm="100000">
                                          <p:val>
                                            <p:strVal val="#ppt_w"/>
                                          </p:val>
                                        </p:tav>
                                      </p:tavLst>
                                    </p:anim>
                                    <p:anim calcmode="lin" valueType="num">
                                      <p:cBhvr>
                                        <p:cTn id="28" dur="1000" fill="hold"/>
                                        <p:tgtEl>
                                          <p:spTgt spid="9"/>
                                        </p:tgtEl>
                                        <p:attrNameLst>
                                          <p:attrName>ppt_h</p:attrName>
                                        </p:attrNameLst>
                                      </p:cBhvr>
                                      <p:tavLst>
                                        <p:tav tm="0">
                                          <p:val>
                                            <p:strVal val="#ppt_h"/>
                                          </p:val>
                                        </p:tav>
                                        <p:tav tm="100000">
                                          <p:val>
                                            <p:strVal val="#ppt_h"/>
                                          </p:val>
                                        </p:tav>
                                      </p:tavLst>
                                    </p:anim>
                                    <p:animEffect transition="in" filter="fade">
                                      <p:cBhvr>
                                        <p:cTn id="29" dur="1000"/>
                                        <p:tgtEl>
                                          <p:spTgt spid="9"/>
                                        </p:tgtEl>
                                      </p:cBhvr>
                                    </p:animEffect>
                                  </p:childTnLst>
                                </p:cTn>
                              </p:par>
                            </p:childTnLst>
                          </p:cTn>
                        </p:par>
                      </p:childTnLst>
                    </p:cTn>
                  </p:par>
                  <p:par>
                    <p:cTn id="30" fill="hold">
                      <p:stCondLst>
                        <p:cond delay="indefinite"/>
                      </p:stCondLst>
                      <p:childTnLst>
                        <p:par>
                          <p:cTn id="31" fill="hold">
                            <p:stCondLst>
                              <p:cond delay="0"/>
                            </p:stCondLst>
                            <p:childTnLst>
                              <p:par>
                                <p:cTn id="32" presetID="55" presetClass="entr" presetSubtype="0" fill="hold" nodeType="clickEffect">
                                  <p:stCondLst>
                                    <p:cond delay="0"/>
                                  </p:stCondLst>
                                  <p:childTnLst>
                                    <p:set>
                                      <p:cBhvr>
                                        <p:cTn id="33" dur="1" fill="hold">
                                          <p:stCondLst>
                                            <p:cond delay="0"/>
                                          </p:stCondLst>
                                        </p:cTn>
                                        <p:tgtEl>
                                          <p:spTgt spid="138250"/>
                                        </p:tgtEl>
                                        <p:attrNameLst>
                                          <p:attrName>style.visibility</p:attrName>
                                        </p:attrNameLst>
                                      </p:cBhvr>
                                      <p:to>
                                        <p:strVal val="visible"/>
                                      </p:to>
                                    </p:set>
                                    <p:anim calcmode="lin" valueType="num">
                                      <p:cBhvr>
                                        <p:cTn id="34" dur="1000" fill="hold"/>
                                        <p:tgtEl>
                                          <p:spTgt spid="138250"/>
                                        </p:tgtEl>
                                        <p:attrNameLst>
                                          <p:attrName>ppt_w</p:attrName>
                                        </p:attrNameLst>
                                      </p:cBhvr>
                                      <p:tavLst>
                                        <p:tav tm="0">
                                          <p:val>
                                            <p:strVal val="#ppt_w*0.70"/>
                                          </p:val>
                                        </p:tav>
                                        <p:tav tm="100000">
                                          <p:val>
                                            <p:strVal val="#ppt_w"/>
                                          </p:val>
                                        </p:tav>
                                      </p:tavLst>
                                    </p:anim>
                                    <p:anim calcmode="lin" valueType="num">
                                      <p:cBhvr>
                                        <p:cTn id="35" dur="1000" fill="hold"/>
                                        <p:tgtEl>
                                          <p:spTgt spid="138250"/>
                                        </p:tgtEl>
                                        <p:attrNameLst>
                                          <p:attrName>ppt_h</p:attrName>
                                        </p:attrNameLst>
                                      </p:cBhvr>
                                      <p:tavLst>
                                        <p:tav tm="0">
                                          <p:val>
                                            <p:strVal val="#ppt_h"/>
                                          </p:val>
                                        </p:tav>
                                        <p:tav tm="100000">
                                          <p:val>
                                            <p:strVal val="#ppt_h"/>
                                          </p:val>
                                        </p:tav>
                                      </p:tavLst>
                                    </p:anim>
                                    <p:animEffect transition="in" filter="fade">
                                      <p:cBhvr>
                                        <p:cTn id="36" dur="1000"/>
                                        <p:tgtEl>
                                          <p:spTgt spid="138250"/>
                                        </p:tgtEl>
                                      </p:cBhvr>
                                    </p:animEffect>
                                  </p:childTnLst>
                                </p:cTn>
                              </p:par>
                            </p:childTnLst>
                          </p:cTn>
                        </p:par>
                        <p:par>
                          <p:cTn id="37" fill="hold">
                            <p:stCondLst>
                              <p:cond delay="1000"/>
                            </p:stCondLst>
                            <p:childTnLst>
                              <p:par>
                                <p:cTn id="38" presetID="1" presetClass="entr" presetSubtype="0" fill="hold" nodeType="afterEffect">
                                  <p:stCondLst>
                                    <p:cond delay="0"/>
                                  </p:stCondLst>
                                  <p:childTnLst>
                                    <p:set>
                                      <p:cBhvr>
                                        <p:cTn id="39" dur="1" fill="hold">
                                          <p:stCondLst>
                                            <p:cond delay="0"/>
                                          </p:stCondLst>
                                        </p:cTn>
                                        <p:tgtEl>
                                          <p:spTgt spid="25608"/>
                                        </p:tgtEl>
                                        <p:attrNameLst>
                                          <p:attrName>style.visibility</p:attrName>
                                        </p:attrNameLst>
                                      </p:cBhvr>
                                      <p:to>
                                        <p:strVal val="visible"/>
                                      </p:to>
                                    </p:set>
                                  </p:childTnLst>
                                </p:cTn>
                              </p:par>
                            </p:childTnLst>
                          </p:cTn>
                        </p:par>
                      </p:childTnLst>
                    </p:cTn>
                  </p:par>
                  <p:par>
                    <p:cTn id="40" fill="hold">
                      <p:stCondLst>
                        <p:cond delay="indefinite"/>
                      </p:stCondLst>
                      <p:childTnLst>
                        <p:par>
                          <p:cTn id="41" fill="hold">
                            <p:stCondLst>
                              <p:cond delay="0"/>
                            </p:stCondLst>
                            <p:childTnLst>
                              <p:par>
                                <p:cTn id="42" presetID="55" presetClass="entr" presetSubtype="0" fill="hold" nodeType="clickEffect">
                                  <p:stCondLst>
                                    <p:cond delay="0"/>
                                  </p:stCondLst>
                                  <p:childTnLst>
                                    <p:set>
                                      <p:cBhvr>
                                        <p:cTn id="43" dur="1" fill="hold">
                                          <p:stCondLst>
                                            <p:cond delay="0"/>
                                          </p:stCondLst>
                                        </p:cTn>
                                        <p:tgtEl>
                                          <p:spTgt spid="11"/>
                                        </p:tgtEl>
                                        <p:attrNameLst>
                                          <p:attrName>style.visibility</p:attrName>
                                        </p:attrNameLst>
                                      </p:cBhvr>
                                      <p:to>
                                        <p:strVal val="visible"/>
                                      </p:to>
                                    </p:set>
                                    <p:anim calcmode="lin" valueType="num">
                                      <p:cBhvr>
                                        <p:cTn id="44" dur="1000" fill="hold"/>
                                        <p:tgtEl>
                                          <p:spTgt spid="11"/>
                                        </p:tgtEl>
                                        <p:attrNameLst>
                                          <p:attrName>ppt_w</p:attrName>
                                        </p:attrNameLst>
                                      </p:cBhvr>
                                      <p:tavLst>
                                        <p:tav tm="0">
                                          <p:val>
                                            <p:strVal val="#ppt_w*0.70"/>
                                          </p:val>
                                        </p:tav>
                                        <p:tav tm="100000">
                                          <p:val>
                                            <p:strVal val="#ppt_w"/>
                                          </p:val>
                                        </p:tav>
                                      </p:tavLst>
                                    </p:anim>
                                    <p:anim calcmode="lin" valueType="num">
                                      <p:cBhvr>
                                        <p:cTn id="45" dur="1000" fill="hold"/>
                                        <p:tgtEl>
                                          <p:spTgt spid="11"/>
                                        </p:tgtEl>
                                        <p:attrNameLst>
                                          <p:attrName>ppt_h</p:attrName>
                                        </p:attrNameLst>
                                      </p:cBhvr>
                                      <p:tavLst>
                                        <p:tav tm="0">
                                          <p:val>
                                            <p:strVal val="#ppt_h"/>
                                          </p:val>
                                        </p:tav>
                                        <p:tav tm="100000">
                                          <p:val>
                                            <p:strVal val="#ppt_h"/>
                                          </p:val>
                                        </p:tav>
                                      </p:tavLst>
                                    </p:anim>
                                    <p:animEffect transition="in" filter="fade">
                                      <p:cBhvr>
                                        <p:cTn id="46" dur="1000"/>
                                        <p:tgtEl>
                                          <p:spTgt spid="11"/>
                                        </p:tgtEl>
                                      </p:cBhvr>
                                    </p:animEffect>
                                  </p:childTnLst>
                                </p:cTn>
                              </p:par>
                            </p:childTnLst>
                          </p:cTn>
                        </p:par>
                      </p:childTnLst>
                    </p:cTn>
                  </p:par>
                  <p:par>
                    <p:cTn id="47" fill="hold">
                      <p:stCondLst>
                        <p:cond delay="indefinite"/>
                      </p:stCondLst>
                      <p:childTnLst>
                        <p:par>
                          <p:cTn id="48" fill="hold">
                            <p:stCondLst>
                              <p:cond delay="0"/>
                            </p:stCondLst>
                            <p:childTnLst>
                              <p:par>
                                <p:cTn id="49" presetID="55" presetClass="entr" presetSubtype="0" fill="hold" nodeType="clickEffect">
                                  <p:stCondLst>
                                    <p:cond delay="0"/>
                                  </p:stCondLst>
                                  <p:childTnLst>
                                    <p:set>
                                      <p:cBhvr>
                                        <p:cTn id="50" dur="1" fill="hold">
                                          <p:stCondLst>
                                            <p:cond delay="0"/>
                                          </p:stCondLst>
                                        </p:cTn>
                                        <p:tgtEl>
                                          <p:spTgt spid="138251"/>
                                        </p:tgtEl>
                                        <p:attrNameLst>
                                          <p:attrName>style.visibility</p:attrName>
                                        </p:attrNameLst>
                                      </p:cBhvr>
                                      <p:to>
                                        <p:strVal val="visible"/>
                                      </p:to>
                                    </p:set>
                                    <p:anim calcmode="lin" valueType="num">
                                      <p:cBhvr>
                                        <p:cTn id="51" dur="1000" fill="hold"/>
                                        <p:tgtEl>
                                          <p:spTgt spid="138251"/>
                                        </p:tgtEl>
                                        <p:attrNameLst>
                                          <p:attrName>ppt_w</p:attrName>
                                        </p:attrNameLst>
                                      </p:cBhvr>
                                      <p:tavLst>
                                        <p:tav tm="0">
                                          <p:val>
                                            <p:strVal val="#ppt_w*0.70"/>
                                          </p:val>
                                        </p:tav>
                                        <p:tav tm="100000">
                                          <p:val>
                                            <p:strVal val="#ppt_w"/>
                                          </p:val>
                                        </p:tav>
                                      </p:tavLst>
                                    </p:anim>
                                    <p:anim calcmode="lin" valueType="num">
                                      <p:cBhvr>
                                        <p:cTn id="52" dur="1000" fill="hold"/>
                                        <p:tgtEl>
                                          <p:spTgt spid="138251"/>
                                        </p:tgtEl>
                                        <p:attrNameLst>
                                          <p:attrName>ppt_h</p:attrName>
                                        </p:attrNameLst>
                                      </p:cBhvr>
                                      <p:tavLst>
                                        <p:tav tm="0">
                                          <p:val>
                                            <p:strVal val="#ppt_h"/>
                                          </p:val>
                                        </p:tav>
                                        <p:tav tm="100000">
                                          <p:val>
                                            <p:strVal val="#ppt_h"/>
                                          </p:val>
                                        </p:tav>
                                      </p:tavLst>
                                    </p:anim>
                                    <p:animEffect transition="in" filter="fade">
                                      <p:cBhvr>
                                        <p:cTn id="53" dur="1000"/>
                                        <p:tgtEl>
                                          <p:spTgt spid="1382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5401" grpId="0" bldLvl="0" animBg="1"/>
      <p:bldP spid="5" grpId="0" bldLvl="0" animBg="1"/>
      <p:bldP spid="5" grpId="1" animBg="1"/>
      <p:bldP spid="6" grpId="0" bldLvl="0" animBg="1"/>
      <p:bldP spid="6" grpId="1"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4"/>
          <p:cNvSpPr>
            <a:spLocks noGrp="1" noChangeArrowheads="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a:spcBef>
                <a:spcPct val="0"/>
              </a:spcBef>
              <a:buFontTx/>
              <a:buNone/>
            </a:pPr>
            <a:fld id="{9C536DE4-0ADB-48A3-A604-7DB8A0F497CF}" type="datetime1">
              <a:rPr kumimoji="0" lang="zh-CN" altLang="en-US" sz="1200" smtClean="0">
                <a:solidFill>
                  <a:srgbClr val="000000"/>
                </a:solidFill>
                <a:ea typeface="宋体" panose="02010600030101010101" pitchFamily="2" charset="-122"/>
              </a:rPr>
            </a:fld>
            <a:endParaRPr kumimoji="0" lang="en-US" altLang="zh-CN" sz="1200">
              <a:solidFill>
                <a:srgbClr val="000000"/>
              </a:solidFill>
              <a:ea typeface="宋体" panose="02010600030101010101" pitchFamily="2" charset="-122"/>
            </a:endParaRPr>
          </a:p>
        </p:txBody>
      </p:sp>
      <p:sp>
        <p:nvSpPr>
          <p:cNvPr id="316419" name="Rectangle 3"/>
          <p:cNvSpPr>
            <a:spLocks noGrp="1" noChangeArrowheads="1"/>
          </p:cNvSpPr>
          <p:nvPr>
            <p:ph type="body" sz="half" idx="1"/>
          </p:nvPr>
        </p:nvSpPr>
        <p:spPr>
          <a:xfrm>
            <a:off x="1258888" y="1557338"/>
            <a:ext cx="7632700" cy="3992562"/>
          </a:xfrm>
        </p:spPr>
        <p:txBody>
          <a:bodyPr/>
          <a:lstStyle/>
          <a:p>
            <a:pPr marL="0" indent="0" eaLnBrk="1" hangingPunct="1">
              <a:lnSpc>
                <a:spcPct val="120000"/>
              </a:lnSpc>
              <a:buFontTx/>
              <a:buNone/>
              <a:defRPr/>
            </a:pPr>
            <a:r>
              <a:rPr kumimoji="0" lang="en-US" altLang="zh-CN" sz="2800"/>
              <a:t>      </a:t>
            </a:r>
            <a:endParaRPr kumimoji="0" lang="zh-CN" altLang="el-GR" sz="2800"/>
          </a:p>
        </p:txBody>
      </p:sp>
      <p:graphicFrame>
        <p:nvGraphicFramePr>
          <p:cNvPr id="316420" name="Object 4"/>
          <p:cNvGraphicFramePr>
            <a:graphicFrameLocks noChangeAspect="1"/>
          </p:cNvGraphicFramePr>
          <p:nvPr/>
        </p:nvGraphicFramePr>
        <p:xfrm>
          <a:off x="1116013" y="1341438"/>
          <a:ext cx="7308850" cy="3513137"/>
        </p:xfrm>
        <a:graphic>
          <a:graphicData uri="http://schemas.openxmlformats.org/presentationml/2006/ole">
            <mc:AlternateContent xmlns:mc="http://schemas.openxmlformats.org/markup-compatibility/2006">
              <mc:Choice xmlns:v="urn:schemas-microsoft-com:vml" Requires="v">
                <p:oleObj spid="_x0000_s2" name="Visio" r:id="rId1" imgW="3722370" imgH="1635125" progId="Visio.Drawing.11">
                  <p:embed/>
                </p:oleObj>
              </mc:Choice>
              <mc:Fallback>
                <p:oleObj name="Visio" r:id="rId1" imgW="3722370" imgH="1635125" progId="Visio.Drawing.11">
                  <p:embed/>
                  <p:pic>
                    <p:nvPicPr>
                      <p:cNvPr id="0" name="Object 4"/>
                      <p:cNvPicPr>
                        <a:picLocks noChangeAspect="1" noChangeArrowheads="1"/>
                      </p:cNvPicPr>
                      <p:nvPr/>
                    </p:nvPicPr>
                    <p:blipFill>
                      <a:blip r:embed="rId2">
                        <a:extLst>
                          <a:ext uri="{28A0092B-C50C-407E-A947-70E740481C1C}">
                            <a14:useLocalDpi xmlns:a14="http://schemas.microsoft.com/office/drawing/2010/main" val="0"/>
                          </a:ext>
                        </a:extLst>
                      </a:blip>
                      <a:srcRect l="11974"/>
                      <a:stretch>
                        <a:fillRect/>
                      </a:stretch>
                    </p:blipFill>
                    <p:spPr bwMode="auto">
                      <a:xfrm>
                        <a:off x="1116013" y="1341438"/>
                        <a:ext cx="7308850" cy="3513137"/>
                      </a:xfrm>
                      <a:prstGeom prst="rect">
                        <a:avLst/>
                      </a:prstGeom>
                      <a:solidFill>
                        <a:schemeClr val="tx1"/>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6629" name="Text Box 5"/>
          <p:cNvSpPr txBox="1">
            <a:spLocks noChangeArrowheads="1"/>
          </p:cNvSpPr>
          <p:nvPr/>
        </p:nvSpPr>
        <p:spPr bwMode="auto">
          <a:xfrm>
            <a:off x="2916238" y="5661025"/>
            <a:ext cx="44735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spcBef>
                <a:spcPct val="0"/>
              </a:spcBef>
              <a:buFontTx/>
              <a:buNone/>
            </a:pPr>
            <a:r>
              <a:rPr lang="zh-CN" altLang="en-US" sz="2400" dirty="0">
                <a:solidFill>
                  <a:srgbClr val="FF0000"/>
                </a:solidFill>
                <a:latin typeface="Times New Roman" panose="02020603050405020304" pitchFamily="18" charset="0"/>
                <a:ea typeface="宋体" panose="02010600030101010101" pitchFamily="2" charset="-122"/>
              </a:rPr>
              <a:t>右单边指数衰减信号与其收敛域</a:t>
            </a:r>
            <a:endParaRPr lang="zh-CN" altLang="en-US" sz="2400" dirty="0">
              <a:solidFill>
                <a:srgbClr val="FF0000"/>
              </a:solidFill>
              <a:latin typeface="Tahoma" panose="020B0604030504040204" pitchFamily="34" charset="0"/>
              <a:ea typeface="宋体" panose="02010600030101010101" pitchFamily="2" charset="-122"/>
            </a:endParaRPr>
          </a:p>
        </p:txBody>
      </p:sp>
      <p:sp>
        <p:nvSpPr>
          <p:cNvPr id="15367" name="Rectangle 7"/>
          <p:cNvSpPr>
            <a:spLocks noChangeArrowheads="1"/>
          </p:cNvSpPr>
          <p:nvPr/>
        </p:nvSpPr>
        <p:spPr bwMode="auto">
          <a:xfrm>
            <a:off x="533400" y="106363"/>
            <a:ext cx="5118100" cy="658812"/>
          </a:xfrm>
          <a:prstGeom prst="rect">
            <a:avLst/>
          </a:prstGeom>
          <a:solidFill>
            <a:schemeClr val="bg1"/>
          </a:solidFill>
          <a:ln>
            <a:noFill/>
          </a:ln>
          <a:effectLst>
            <a:outerShdw blurRad="63500" dist="38099" dir="2700000" algn="ctr" rotWithShape="0">
              <a:srgbClr val="000000">
                <a:alpha val="74998"/>
              </a:srgbClr>
            </a:outerShdw>
          </a:effectLst>
        </p:spPr>
        <p:txBody>
          <a:bodyPr anchor="ctr"/>
          <a:lstStyle/>
          <a:p>
            <a:pPr algn="ctr">
              <a:defRPr/>
            </a:pPr>
            <a:r>
              <a:rPr lang="en-US" altLang="zh-CN" sz="2800">
                <a:ea typeface="黑体" panose="02010609060101010101" charset="-122"/>
              </a:rPr>
              <a:t>§5.3 </a:t>
            </a:r>
            <a:r>
              <a:rPr lang="zh-CN" altLang="en-US" sz="2800">
                <a:ea typeface="黑体" panose="02010609060101010101" charset="-122"/>
              </a:rPr>
              <a:t>拉普拉斯变换的收敛域</a:t>
            </a:r>
            <a:endParaRPr lang="zh-CN" altLang="en-US" sz="2800">
              <a:ea typeface="黑体" panose="02010609060101010101" charset="-122"/>
            </a:endParaRPr>
          </a:p>
        </p:txBody>
      </p:sp>
      <p:sp>
        <p:nvSpPr>
          <p:cNvPr id="3" name="墨迹 1"/>
          <p:cNvSpPr/>
          <p:nvPr/>
        </p:nvSpPr>
        <p:spPr bwMode="auto">
          <a:xfrm>
            <a:off x="946800" y="676440"/>
            <a:ext cx="7392960" cy="5453280"/>
          </a:xfrm>
        </p:spPr>
      </p:sp>
    </p:spTree>
  </p:cSld>
  <p:clrMapOvr>
    <a:masterClrMapping/>
  </p:clrMapOvr>
  <p:transition advTm="104350"/>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5" presetClass="entr" presetSubtype="0" fill="hold" nodeType="afterEffect">
                                  <p:stCondLst>
                                    <p:cond delay="0"/>
                                  </p:stCondLst>
                                  <p:childTnLst>
                                    <p:set>
                                      <p:cBhvr>
                                        <p:cTn id="6" dur="1" fill="hold">
                                          <p:stCondLst>
                                            <p:cond delay="0"/>
                                          </p:stCondLst>
                                        </p:cTn>
                                        <p:tgtEl>
                                          <p:spTgt spid="316420"/>
                                        </p:tgtEl>
                                        <p:attrNameLst>
                                          <p:attrName>style.visibility</p:attrName>
                                        </p:attrNameLst>
                                      </p:cBhvr>
                                      <p:to>
                                        <p:strVal val="visible"/>
                                      </p:to>
                                    </p:set>
                                    <p:anim calcmode="lin" valueType="num">
                                      <p:cBhvr>
                                        <p:cTn id="7" dur="1000" fill="hold"/>
                                        <p:tgtEl>
                                          <p:spTgt spid="316420"/>
                                        </p:tgtEl>
                                        <p:attrNameLst>
                                          <p:attrName>ppt_w</p:attrName>
                                        </p:attrNameLst>
                                      </p:cBhvr>
                                      <p:tavLst>
                                        <p:tav tm="0">
                                          <p:val>
                                            <p:strVal val="#ppt_w*0.70"/>
                                          </p:val>
                                        </p:tav>
                                        <p:tav tm="100000">
                                          <p:val>
                                            <p:strVal val="#ppt_w"/>
                                          </p:val>
                                        </p:tav>
                                      </p:tavLst>
                                    </p:anim>
                                    <p:anim calcmode="lin" valueType="num">
                                      <p:cBhvr>
                                        <p:cTn id="8" dur="1000" fill="hold"/>
                                        <p:tgtEl>
                                          <p:spTgt spid="316420"/>
                                        </p:tgtEl>
                                        <p:attrNameLst>
                                          <p:attrName>ppt_h</p:attrName>
                                        </p:attrNameLst>
                                      </p:cBhvr>
                                      <p:tavLst>
                                        <p:tav tm="0">
                                          <p:val>
                                            <p:strVal val="#ppt_h"/>
                                          </p:val>
                                        </p:tav>
                                        <p:tav tm="100000">
                                          <p:val>
                                            <p:strVal val="#ppt_h"/>
                                          </p:val>
                                        </p:tav>
                                      </p:tavLst>
                                    </p:anim>
                                    <p:animEffect transition="in" filter="fade">
                                      <p:cBhvr>
                                        <p:cTn id="9" dur="1000"/>
                                        <p:tgtEl>
                                          <p:spTgt spid="3164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4"/>
          <p:cNvSpPr>
            <a:spLocks noGrp="1" noChangeArrowheads="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a:spcBef>
                <a:spcPct val="0"/>
              </a:spcBef>
              <a:buFontTx/>
              <a:buNone/>
            </a:pPr>
            <a:fld id="{0F3FBB0D-1C32-4913-94B1-84B4FA03D42A}" type="datetime1">
              <a:rPr kumimoji="0" lang="zh-CN" altLang="en-US" sz="1200" smtClean="0">
                <a:solidFill>
                  <a:srgbClr val="000000"/>
                </a:solidFill>
                <a:ea typeface="宋体" panose="02010600030101010101" pitchFamily="2" charset="-122"/>
              </a:rPr>
            </a:fld>
            <a:endParaRPr kumimoji="0" lang="en-US" altLang="zh-CN" sz="1200">
              <a:solidFill>
                <a:srgbClr val="000000"/>
              </a:solidFill>
              <a:ea typeface="宋体" panose="02010600030101010101" pitchFamily="2" charset="-122"/>
            </a:endParaRPr>
          </a:p>
        </p:txBody>
      </p:sp>
      <p:sp>
        <p:nvSpPr>
          <p:cNvPr id="317443" name="Rectangle 3"/>
          <p:cNvSpPr>
            <a:spLocks noGrp="1" noChangeArrowheads="1"/>
          </p:cNvSpPr>
          <p:nvPr>
            <p:ph type="body" sz="half" idx="1"/>
          </p:nvPr>
        </p:nvSpPr>
        <p:spPr>
          <a:xfrm>
            <a:off x="1981200" y="1524000"/>
            <a:ext cx="6911975" cy="3992563"/>
          </a:xfrm>
        </p:spPr>
        <p:txBody>
          <a:bodyPr/>
          <a:lstStyle/>
          <a:p>
            <a:pPr marL="0" indent="0" eaLnBrk="1" hangingPunct="1">
              <a:lnSpc>
                <a:spcPct val="120000"/>
              </a:lnSpc>
              <a:buFontTx/>
              <a:buNone/>
              <a:defRPr/>
            </a:pPr>
            <a:r>
              <a:rPr kumimoji="0" lang="en-US" altLang="zh-CN" sz="2800"/>
              <a:t>      </a:t>
            </a:r>
            <a:endParaRPr kumimoji="0" lang="zh-CN" altLang="el-GR" sz="2800"/>
          </a:p>
        </p:txBody>
      </p:sp>
      <p:graphicFrame>
        <p:nvGraphicFramePr>
          <p:cNvPr id="317444" name="Object 4"/>
          <p:cNvGraphicFramePr>
            <a:graphicFrameLocks noChangeAspect="1"/>
          </p:cNvGraphicFramePr>
          <p:nvPr/>
        </p:nvGraphicFramePr>
        <p:xfrm>
          <a:off x="1476375" y="1700213"/>
          <a:ext cx="7162800" cy="3108325"/>
        </p:xfrm>
        <a:graphic>
          <a:graphicData uri="http://schemas.openxmlformats.org/presentationml/2006/ole">
            <mc:AlternateContent xmlns:mc="http://schemas.openxmlformats.org/markup-compatibility/2006">
              <mc:Choice xmlns:v="urn:schemas-microsoft-com:vml" Requires="v">
                <p:oleObj spid="_x0000_s2" name="Visio" r:id="rId1" imgW="3582035" imgH="1613535" progId="Visio.Drawing.11">
                  <p:embed/>
                </p:oleObj>
              </mc:Choice>
              <mc:Fallback>
                <p:oleObj name="Visio" r:id="rId1" imgW="3582035" imgH="1613535" progId="Visio.Drawing.11">
                  <p:embed/>
                  <p:pic>
                    <p:nvPicPr>
                      <p:cNvPr id="0" name="Object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76375" y="1700213"/>
                        <a:ext cx="7162800" cy="3108325"/>
                      </a:xfrm>
                      <a:prstGeom prst="rect">
                        <a:avLst/>
                      </a:prstGeom>
                      <a:solidFill>
                        <a:schemeClr val="tx1"/>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7653" name="Text Box 5"/>
          <p:cNvSpPr txBox="1">
            <a:spLocks noChangeArrowheads="1"/>
          </p:cNvSpPr>
          <p:nvPr/>
        </p:nvSpPr>
        <p:spPr bwMode="auto">
          <a:xfrm>
            <a:off x="2627313" y="5445125"/>
            <a:ext cx="49895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spcBef>
                <a:spcPct val="0"/>
              </a:spcBef>
              <a:buFontTx/>
              <a:buNone/>
            </a:pPr>
            <a:r>
              <a:rPr lang="zh-CN" altLang="en-US" sz="2400">
                <a:solidFill>
                  <a:srgbClr val="FF0000"/>
                </a:solidFill>
                <a:latin typeface="Times New Roman" panose="02020603050405020304" pitchFamily="18" charset="0"/>
                <a:ea typeface="楷体_GB2312" pitchFamily="49" charset="-122"/>
              </a:rPr>
              <a:t>左单边指数增长信号与其收敛域</a:t>
            </a:r>
            <a:endParaRPr lang="zh-CN" altLang="en-US" sz="2400">
              <a:solidFill>
                <a:srgbClr val="FF0000"/>
              </a:solidFill>
              <a:latin typeface="Tahoma" panose="020B0604030504040204" pitchFamily="34" charset="0"/>
              <a:ea typeface="楷体_GB2312" pitchFamily="49" charset="-122"/>
            </a:endParaRPr>
          </a:p>
        </p:txBody>
      </p:sp>
      <p:sp>
        <p:nvSpPr>
          <p:cNvPr id="16391" name="Rectangle 7"/>
          <p:cNvSpPr>
            <a:spLocks noChangeArrowheads="1"/>
          </p:cNvSpPr>
          <p:nvPr/>
        </p:nvSpPr>
        <p:spPr bwMode="auto">
          <a:xfrm>
            <a:off x="611188" y="188913"/>
            <a:ext cx="5118100" cy="658812"/>
          </a:xfrm>
          <a:prstGeom prst="rect">
            <a:avLst/>
          </a:prstGeom>
          <a:solidFill>
            <a:schemeClr val="bg1"/>
          </a:solidFill>
          <a:ln>
            <a:noFill/>
          </a:ln>
          <a:effectLst>
            <a:outerShdw blurRad="63500" dist="38099" dir="2700000" algn="ctr" rotWithShape="0">
              <a:srgbClr val="000000">
                <a:alpha val="74998"/>
              </a:srgbClr>
            </a:outerShdw>
          </a:effectLst>
        </p:spPr>
        <p:txBody>
          <a:bodyPr anchor="ctr"/>
          <a:lstStyle/>
          <a:p>
            <a:pPr algn="ctr">
              <a:defRPr/>
            </a:pPr>
            <a:r>
              <a:rPr lang="en-US" altLang="zh-CN" sz="2800">
                <a:ea typeface="黑体" panose="02010609060101010101" charset="-122"/>
              </a:rPr>
              <a:t>§5.3 </a:t>
            </a:r>
            <a:r>
              <a:rPr lang="zh-CN" altLang="en-US" sz="2800">
                <a:ea typeface="黑体" panose="02010609060101010101" charset="-122"/>
              </a:rPr>
              <a:t>拉普拉斯变换的收敛域</a:t>
            </a:r>
            <a:endParaRPr lang="zh-CN" altLang="en-US" sz="2800">
              <a:ea typeface="黑体" panose="02010609060101010101" charset="-122"/>
            </a:endParaRPr>
          </a:p>
        </p:txBody>
      </p:sp>
      <p:sp>
        <p:nvSpPr>
          <p:cNvPr id="3" name="墨迹 1"/>
          <p:cNvSpPr/>
          <p:nvPr/>
        </p:nvSpPr>
        <p:spPr bwMode="auto">
          <a:xfrm>
            <a:off x="2076120" y="2165040"/>
            <a:ext cx="6725520" cy="4136040"/>
          </a:xfrm>
        </p:spPr>
      </p:sp>
    </p:spTree>
  </p:cSld>
  <p:clrMapOvr>
    <a:masterClrMapping/>
  </p:clrMapOvr>
  <p:transition advTm="65930"/>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5" presetClass="entr" presetSubtype="0" fill="hold" nodeType="afterEffect">
                                  <p:stCondLst>
                                    <p:cond delay="0"/>
                                  </p:stCondLst>
                                  <p:childTnLst>
                                    <p:set>
                                      <p:cBhvr>
                                        <p:cTn id="6" dur="1" fill="hold">
                                          <p:stCondLst>
                                            <p:cond delay="0"/>
                                          </p:stCondLst>
                                        </p:cTn>
                                        <p:tgtEl>
                                          <p:spTgt spid="317444"/>
                                        </p:tgtEl>
                                        <p:attrNameLst>
                                          <p:attrName>style.visibility</p:attrName>
                                        </p:attrNameLst>
                                      </p:cBhvr>
                                      <p:to>
                                        <p:strVal val="visible"/>
                                      </p:to>
                                    </p:set>
                                    <p:anim calcmode="lin" valueType="num">
                                      <p:cBhvr>
                                        <p:cTn id="7" dur="1000" fill="hold"/>
                                        <p:tgtEl>
                                          <p:spTgt spid="317444"/>
                                        </p:tgtEl>
                                        <p:attrNameLst>
                                          <p:attrName>ppt_w</p:attrName>
                                        </p:attrNameLst>
                                      </p:cBhvr>
                                      <p:tavLst>
                                        <p:tav tm="0">
                                          <p:val>
                                            <p:strVal val="#ppt_w*0.70"/>
                                          </p:val>
                                        </p:tav>
                                        <p:tav tm="100000">
                                          <p:val>
                                            <p:strVal val="#ppt_w"/>
                                          </p:val>
                                        </p:tav>
                                      </p:tavLst>
                                    </p:anim>
                                    <p:anim calcmode="lin" valueType="num">
                                      <p:cBhvr>
                                        <p:cTn id="8" dur="1000" fill="hold"/>
                                        <p:tgtEl>
                                          <p:spTgt spid="317444"/>
                                        </p:tgtEl>
                                        <p:attrNameLst>
                                          <p:attrName>ppt_h</p:attrName>
                                        </p:attrNameLst>
                                      </p:cBhvr>
                                      <p:tavLst>
                                        <p:tav tm="0">
                                          <p:val>
                                            <p:strVal val="#ppt_h"/>
                                          </p:val>
                                        </p:tav>
                                        <p:tav tm="100000">
                                          <p:val>
                                            <p:strVal val="#ppt_h"/>
                                          </p:val>
                                        </p:tav>
                                      </p:tavLst>
                                    </p:anim>
                                    <p:animEffect transition="in" filter="fade">
                                      <p:cBhvr>
                                        <p:cTn id="9" dur="1000"/>
                                        <p:tgtEl>
                                          <p:spTgt spid="3174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4"/>
          <p:cNvSpPr>
            <a:spLocks noGrp="1" noChangeArrowheads="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a:spcBef>
                <a:spcPct val="0"/>
              </a:spcBef>
              <a:buFontTx/>
              <a:buNone/>
            </a:pPr>
            <a:fld id="{CDE5EEF8-BFA2-4467-B446-9BB5CAEDAC55}" type="datetime1">
              <a:rPr kumimoji="0" lang="zh-CN" altLang="en-US" sz="1200" smtClean="0">
                <a:solidFill>
                  <a:srgbClr val="000000"/>
                </a:solidFill>
                <a:ea typeface="宋体" panose="02010600030101010101" pitchFamily="2" charset="-122"/>
              </a:rPr>
            </a:fld>
            <a:endParaRPr kumimoji="0" lang="en-US" altLang="zh-CN" sz="1200">
              <a:solidFill>
                <a:srgbClr val="000000"/>
              </a:solidFill>
              <a:ea typeface="宋体" panose="02010600030101010101" pitchFamily="2" charset="-122"/>
            </a:endParaRPr>
          </a:p>
        </p:txBody>
      </p:sp>
      <p:sp>
        <p:nvSpPr>
          <p:cNvPr id="318467" name="Rectangle 3"/>
          <p:cNvSpPr>
            <a:spLocks noGrp="1" noChangeArrowheads="1"/>
          </p:cNvSpPr>
          <p:nvPr>
            <p:ph type="body" sz="half" idx="1"/>
          </p:nvPr>
        </p:nvSpPr>
        <p:spPr>
          <a:xfrm>
            <a:off x="1981200" y="1524000"/>
            <a:ext cx="6911975" cy="3992563"/>
          </a:xfrm>
        </p:spPr>
        <p:txBody>
          <a:bodyPr/>
          <a:lstStyle/>
          <a:p>
            <a:pPr marL="0" indent="0" eaLnBrk="1" hangingPunct="1">
              <a:lnSpc>
                <a:spcPct val="120000"/>
              </a:lnSpc>
              <a:buFontTx/>
              <a:buNone/>
              <a:defRPr/>
            </a:pPr>
            <a:r>
              <a:rPr kumimoji="0" lang="en-US" altLang="zh-CN" sz="2800"/>
              <a:t>      </a:t>
            </a:r>
            <a:endParaRPr kumimoji="0" lang="zh-CN" altLang="el-GR" sz="2800"/>
          </a:p>
        </p:txBody>
      </p:sp>
      <p:graphicFrame>
        <p:nvGraphicFramePr>
          <p:cNvPr id="318468" name="Object 4"/>
          <p:cNvGraphicFramePr>
            <a:graphicFrameLocks noChangeAspect="1"/>
          </p:cNvGraphicFramePr>
          <p:nvPr/>
        </p:nvGraphicFramePr>
        <p:xfrm>
          <a:off x="1331913" y="1773238"/>
          <a:ext cx="7308850" cy="3222625"/>
        </p:xfrm>
        <a:graphic>
          <a:graphicData uri="http://schemas.openxmlformats.org/presentationml/2006/ole">
            <mc:AlternateContent xmlns:mc="http://schemas.openxmlformats.org/markup-compatibility/2006">
              <mc:Choice xmlns:v="urn:schemas-microsoft-com:vml" Requires="v">
                <p:oleObj spid="_x0000_s2" name="Visio" r:id="rId1" imgW="4249420" imgH="1656715" progId="Visio.Drawing.11">
                  <p:embed/>
                </p:oleObj>
              </mc:Choice>
              <mc:Fallback>
                <p:oleObj name="Visio" r:id="rId1" imgW="4249420" imgH="1656715" progId="Visio.Drawing.11">
                  <p:embed/>
                  <p:pic>
                    <p:nvPicPr>
                      <p:cNvPr id="0" name="Object 4"/>
                      <p:cNvPicPr>
                        <a:picLocks noChangeAspect="1" noChangeArrowheads="1"/>
                      </p:cNvPicPr>
                      <p:nvPr/>
                    </p:nvPicPr>
                    <p:blipFill>
                      <a:blip r:embed="rId2">
                        <a:extLst>
                          <a:ext uri="{28A0092B-C50C-407E-A947-70E740481C1C}">
                            <a14:useLocalDpi xmlns:a14="http://schemas.microsoft.com/office/drawing/2010/main" val="0"/>
                          </a:ext>
                        </a:extLst>
                      </a:blip>
                      <a:srcRect l="13867"/>
                      <a:stretch>
                        <a:fillRect/>
                      </a:stretch>
                    </p:blipFill>
                    <p:spPr bwMode="auto">
                      <a:xfrm>
                        <a:off x="1331913" y="1773238"/>
                        <a:ext cx="7308850" cy="3222625"/>
                      </a:xfrm>
                      <a:prstGeom prst="rect">
                        <a:avLst/>
                      </a:prstGeom>
                      <a:solidFill>
                        <a:schemeClr val="tx1"/>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8677" name="Text Box 5"/>
          <p:cNvSpPr txBox="1">
            <a:spLocks noChangeArrowheads="1"/>
          </p:cNvSpPr>
          <p:nvPr/>
        </p:nvSpPr>
        <p:spPr bwMode="auto">
          <a:xfrm>
            <a:off x="3059113" y="5445125"/>
            <a:ext cx="35544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spcBef>
                <a:spcPct val="0"/>
              </a:spcBef>
              <a:buFontTx/>
              <a:buNone/>
            </a:pPr>
            <a:r>
              <a:rPr lang="zh-CN" altLang="en-US" sz="2400">
                <a:solidFill>
                  <a:srgbClr val="FF0000"/>
                </a:solidFill>
                <a:latin typeface="Times New Roman" panose="02020603050405020304" pitchFamily="18" charset="0"/>
                <a:ea typeface="楷体_GB2312" pitchFamily="49" charset="-122"/>
              </a:rPr>
              <a:t>双边指数信号与其收敛域</a:t>
            </a:r>
            <a:endParaRPr lang="zh-CN" altLang="en-US" sz="2400">
              <a:solidFill>
                <a:srgbClr val="FF0000"/>
              </a:solidFill>
              <a:latin typeface="Tahoma" panose="020B0604030504040204" pitchFamily="34" charset="0"/>
              <a:ea typeface="楷体_GB2312" pitchFamily="49" charset="-122"/>
            </a:endParaRPr>
          </a:p>
        </p:txBody>
      </p:sp>
      <p:sp>
        <p:nvSpPr>
          <p:cNvPr id="17415" name="Rectangle 7"/>
          <p:cNvSpPr>
            <a:spLocks noChangeArrowheads="1"/>
          </p:cNvSpPr>
          <p:nvPr/>
        </p:nvSpPr>
        <p:spPr bwMode="auto">
          <a:xfrm>
            <a:off x="755650" y="188913"/>
            <a:ext cx="5118100" cy="658812"/>
          </a:xfrm>
          <a:prstGeom prst="rect">
            <a:avLst/>
          </a:prstGeom>
          <a:solidFill>
            <a:schemeClr val="bg1"/>
          </a:solidFill>
          <a:ln>
            <a:noFill/>
          </a:ln>
          <a:effectLst>
            <a:outerShdw blurRad="63500" dist="38099" dir="2700000" algn="ctr" rotWithShape="0">
              <a:srgbClr val="000000">
                <a:alpha val="74998"/>
              </a:srgbClr>
            </a:outerShdw>
          </a:effectLst>
        </p:spPr>
        <p:txBody>
          <a:bodyPr anchor="ctr"/>
          <a:lstStyle/>
          <a:p>
            <a:pPr algn="ctr">
              <a:defRPr/>
            </a:pPr>
            <a:r>
              <a:rPr lang="en-US" altLang="zh-CN" sz="2800">
                <a:ea typeface="黑体" panose="02010609060101010101" charset="-122"/>
              </a:rPr>
              <a:t>§5.3 </a:t>
            </a:r>
            <a:r>
              <a:rPr lang="zh-CN" altLang="en-US" sz="2800">
                <a:ea typeface="黑体" panose="02010609060101010101" charset="-122"/>
              </a:rPr>
              <a:t>拉普拉斯变换的收敛域</a:t>
            </a:r>
            <a:endParaRPr lang="zh-CN" altLang="en-US" sz="2800">
              <a:ea typeface="黑体" panose="02010609060101010101" charset="-122"/>
            </a:endParaRPr>
          </a:p>
        </p:txBody>
      </p:sp>
      <p:sp>
        <p:nvSpPr>
          <p:cNvPr id="3" name="墨迹 1"/>
          <p:cNvSpPr/>
          <p:nvPr/>
        </p:nvSpPr>
        <p:spPr bwMode="auto">
          <a:xfrm>
            <a:off x="1155960" y="2448720"/>
            <a:ext cx="7425000" cy="3955320"/>
          </a:xfrm>
        </p:spPr>
      </p:sp>
    </p:spTree>
  </p:cSld>
  <p:clrMapOvr>
    <a:masterClrMapping/>
  </p:clrMapOvr>
  <p:transition advTm="79175"/>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5" presetClass="entr" presetSubtype="0" fill="hold" nodeType="afterEffect">
                                  <p:stCondLst>
                                    <p:cond delay="0"/>
                                  </p:stCondLst>
                                  <p:childTnLst>
                                    <p:set>
                                      <p:cBhvr>
                                        <p:cTn id="6" dur="1" fill="hold">
                                          <p:stCondLst>
                                            <p:cond delay="0"/>
                                          </p:stCondLst>
                                        </p:cTn>
                                        <p:tgtEl>
                                          <p:spTgt spid="318468"/>
                                        </p:tgtEl>
                                        <p:attrNameLst>
                                          <p:attrName>style.visibility</p:attrName>
                                        </p:attrNameLst>
                                      </p:cBhvr>
                                      <p:to>
                                        <p:strVal val="visible"/>
                                      </p:to>
                                    </p:set>
                                    <p:anim calcmode="lin" valueType="num">
                                      <p:cBhvr>
                                        <p:cTn id="7" dur="1000" fill="hold"/>
                                        <p:tgtEl>
                                          <p:spTgt spid="318468"/>
                                        </p:tgtEl>
                                        <p:attrNameLst>
                                          <p:attrName>ppt_w</p:attrName>
                                        </p:attrNameLst>
                                      </p:cBhvr>
                                      <p:tavLst>
                                        <p:tav tm="0">
                                          <p:val>
                                            <p:strVal val="#ppt_w*0.70"/>
                                          </p:val>
                                        </p:tav>
                                        <p:tav tm="100000">
                                          <p:val>
                                            <p:strVal val="#ppt_w"/>
                                          </p:val>
                                        </p:tav>
                                      </p:tavLst>
                                    </p:anim>
                                    <p:anim calcmode="lin" valueType="num">
                                      <p:cBhvr>
                                        <p:cTn id="8" dur="1000" fill="hold"/>
                                        <p:tgtEl>
                                          <p:spTgt spid="318468"/>
                                        </p:tgtEl>
                                        <p:attrNameLst>
                                          <p:attrName>ppt_h</p:attrName>
                                        </p:attrNameLst>
                                      </p:cBhvr>
                                      <p:tavLst>
                                        <p:tav tm="0">
                                          <p:val>
                                            <p:strVal val="#ppt_h"/>
                                          </p:val>
                                        </p:tav>
                                        <p:tav tm="100000">
                                          <p:val>
                                            <p:strVal val="#ppt_h"/>
                                          </p:val>
                                        </p:tav>
                                      </p:tavLst>
                                    </p:anim>
                                    <p:animEffect transition="in" filter="fade">
                                      <p:cBhvr>
                                        <p:cTn id="9" dur="1000"/>
                                        <p:tgtEl>
                                          <p:spTgt spid="31846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4"/>
          <p:cNvSpPr>
            <a:spLocks noGrp="1" noChangeArrowheads="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a:spcBef>
                <a:spcPct val="0"/>
              </a:spcBef>
              <a:buFontTx/>
              <a:buNone/>
            </a:pPr>
            <a:fld id="{2351A123-6AED-43F6-8852-245821EB1FE3}" type="datetime1">
              <a:rPr kumimoji="0" lang="zh-CN" altLang="en-US" sz="1200" smtClean="0">
                <a:solidFill>
                  <a:srgbClr val="000000"/>
                </a:solidFill>
                <a:ea typeface="宋体" panose="02010600030101010101" pitchFamily="2" charset="-122"/>
              </a:rPr>
            </a:fld>
            <a:endParaRPr kumimoji="0" lang="en-US" altLang="zh-CN" sz="1200">
              <a:solidFill>
                <a:srgbClr val="000000"/>
              </a:solidFill>
              <a:ea typeface="宋体" panose="02010600030101010101" pitchFamily="2" charset="-122"/>
            </a:endParaRPr>
          </a:p>
        </p:txBody>
      </p:sp>
      <p:graphicFrame>
        <p:nvGraphicFramePr>
          <p:cNvPr id="319490" name="Object 2"/>
          <p:cNvGraphicFramePr>
            <a:graphicFrameLocks noChangeAspect="1"/>
          </p:cNvGraphicFramePr>
          <p:nvPr/>
        </p:nvGraphicFramePr>
        <p:xfrm>
          <a:off x="684213" y="188913"/>
          <a:ext cx="7200900" cy="719137"/>
        </p:xfrm>
        <a:graphic>
          <a:graphicData uri="http://schemas.openxmlformats.org/presentationml/2006/ole">
            <mc:AlternateContent xmlns:mc="http://schemas.openxmlformats.org/markup-compatibility/2006">
              <mc:Choice xmlns:v="urn:schemas-microsoft-com:vml" Requires="v">
                <p:oleObj spid="_x0000_s2" name="公式" r:id="rId1" imgW="3314700" imgH="330200" progId="Equation.3">
                  <p:embed/>
                </p:oleObj>
              </mc:Choice>
              <mc:Fallback>
                <p:oleObj name="公式" r:id="rId1" imgW="3314700" imgH="330200" progId="Equation.3">
                  <p:embed/>
                  <p:pic>
                    <p:nvPicPr>
                      <p:cNvPr id="0" name="Object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4213" y="188913"/>
                        <a:ext cx="7200900" cy="719137"/>
                      </a:xfrm>
                      <a:prstGeom prst="rect">
                        <a:avLst/>
                      </a:prstGeom>
                      <a:solidFill>
                        <a:schemeClr val="tx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319499" name="Object 11"/>
          <p:cNvGraphicFramePr>
            <a:graphicFrameLocks noChangeAspect="1"/>
          </p:cNvGraphicFramePr>
          <p:nvPr/>
        </p:nvGraphicFramePr>
        <p:xfrm>
          <a:off x="900113" y="1700213"/>
          <a:ext cx="3384550" cy="608012"/>
        </p:xfrm>
        <a:graphic>
          <a:graphicData uri="http://schemas.openxmlformats.org/presentationml/2006/ole">
            <mc:AlternateContent xmlns:mc="http://schemas.openxmlformats.org/markup-compatibility/2006">
              <mc:Choice xmlns:v="urn:schemas-microsoft-com:vml" Requires="v">
                <p:oleObj spid="_x0000_s3" name="公式" r:id="rId3" imgW="1104900" imgH="228600" progId="Equation.3">
                  <p:embed/>
                </p:oleObj>
              </mc:Choice>
              <mc:Fallback>
                <p:oleObj name="公式" r:id="rId3" imgW="1104900" imgH="228600" progId="Equation.3">
                  <p:embed/>
                  <p:pic>
                    <p:nvPicPr>
                      <p:cNvPr id="0" name="Object 1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00113" y="1700213"/>
                        <a:ext cx="3384550" cy="608012"/>
                      </a:xfrm>
                      <a:prstGeom prst="rect">
                        <a:avLst/>
                      </a:prstGeom>
                      <a:solidFill>
                        <a:schemeClr val="tx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319500" name="Object 12"/>
          <p:cNvGraphicFramePr>
            <a:graphicFrameLocks noChangeAspect="1"/>
          </p:cNvGraphicFramePr>
          <p:nvPr/>
        </p:nvGraphicFramePr>
        <p:xfrm>
          <a:off x="1403350" y="2636838"/>
          <a:ext cx="3898900" cy="647700"/>
        </p:xfrm>
        <a:graphic>
          <a:graphicData uri="http://schemas.openxmlformats.org/presentationml/2006/ole">
            <mc:AlternateContent xmlns:mc="http://schemas.openxmlformats.org/markup-compatibility/2006">
              <mc:Choice xmlns:v="urn:schemas-microsoft-com:vml" Requires="v">
                <p:oleObj spid="_x0000_s4" name="公式" r:id="rId5" imgW="1879600" imgH="330200" progId="Equation.3">
                  <p:embed/>
                </p:oleObj>
              </mc:Choice>
              <mc:Fallback>
                <p:oleObj name="公式" r:id="rId5" imgW="1879600" imgH="330200" progId="Equation.3">
                  <p:embed/>
                  <p:pic>
                    <p:nvPicPr>
                      <p:cNvPr id="0" name="Object 1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403350" y="2636838"/>
                        <a:ext cx="3898900" cy="647700"/>
                      </a:xfrm>
                      <a:prstGeom prst="rect">
                        <a:avLst/>
                      </a:prstGeom>
                      <a:solidFill>
                        <a:schemeClr val="tx1"/>
                      </a:solidFill>
                      <a:ln w="9525">
                        <a:solidFill>
                          <a:schemeClr val="bg1"/>
                        </a:solidFill>
                        <a:miter lim="800000"/>
                        <a:headEnd/>
                        <a:tailEnd/>
                      </a:ln>
                      <a:effectLst>
                        <a:outerShdw dist="35921" dir="2700000" algn="ctr" rotWithShape="0">
                          <a:srgbClr val="808080">
                            <a:alpha val="74997"/>
                          </a:srgbClr>
                        </a:outerShdw>
                      </a:effectLst>
                    </p:spPr>
                  </p:pic>
                </p:oleObj>
              </mc:Fallback>
            </mc:AlternateContent>
          </a:graphicData>
        </a:graphic>
      </p:graphicFrame>
      <p:sp>
        <p:nvSpPr>
          <p:cNvPr id="319501" name="Text Box 13"/>
          <p:cNvSpPr txBox="1">
            <a:spLocks noChangeArrowheads="1"/>
          </p:cNvSpPr>
          <p:nvPr/>
        </p:nvSpPr>
        <p:spPr bwMode="auto">
          <a:xfrm>
            <a:off x="5651500" y="2708275"/>
            <a:ext cx="14398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spcBef>
                <a:spcPct val="50000"/>
              </a:spcBef>
              <a:buFontTx/>
              <a:buNone/>
            </a:pPr>
            <a:r>
              <a:rPr lang="en-US" altLang="zh-CN" sz="2400">
                <a:solidFill>
                  <a:srgbClr val="FF0000"/>
                </a:solidFill>
                <a:latin typeface="Tahoma" panose="020B0604030504040204" pitchFamily="34" charset="0"/>
                <a:ea typeface="宋体" panose="02010600030101010101" pitchFamily="2" charset="-122"/>
                <a:cs typeface="Tahoma" panose="020B0604030504040204" pitchFamily="34" charset="0"/>
                <a:sym typeface="Symbol" panose="05050102010706020507" pitchFamily="18" charset="2"/>
              </a:rPr>
              <a:t> </a:t>
            </a:r>
            <a:r>
              <a:rPr lang="en-US" altLang="zh-CN" sz="2400">
                <a:solidFill>
                  <a:srgbClr val="FF0000"/>
                </a:solidFill>
                <a:latin typeface="Tahoma" panose="020B0604030504040204" pitchFamily="34" charset="0"/>
                <a:ea typeface="宋体" panose="02010600030101010101" pitchFamily="2" charset="-122"/>
                <a:cs typeface="Tahoma" panose="020B0604030504040204" pitchFamily="34" charset="0"/>
              </a:rPr>
              <a:t>&gt;-2</a:t>
            </a:r>
            <a:endParaRPr lang="en-US" altLang="zh-CN" sz="2400">
              <a:solidFill>
                <a:srgbClr val="FF0000"/>
              </a:solidFill>
              <a:latin typeface="Tahoma" panose="020B0604030504040204" pitchFamily="34" charset="0"/>
              <a:ea typeface="宋体" panose="02010600030101010101" pitchFamily="2" charset="-122"/>
              <a:cs typeface="Tahoma" panose="020B0604030504040204" pitchFamily="34" charset="0"/>
            </a:endParaRPr>
          </a:p>
        </p:txBody>
      </p:sp>
      <p:grpSp>
        <p:nvGrpSpPr>
          <p:cNvPr id="5" name="Group 14"/>
          <p:cNvGrpSpPr/>
          <p:nvPr/>
        </p:nvGrpSpPr>
        <p:grpSpPr bwMode="auto">
          <a:xfrm>
            <a:off x="7051675" y="908050"/>
            <a:ext cx="1655763" cy="2016125"/>
            <a:chOff x="4150" y="2659"/>
            <a:chExt cx="1043" cy="1270"/>
          </a:xfrm>
        </p:grpSpPr>
        <p:sp>
          <p:nvSpPr>
            <p:cNvPr id="29717" name="Line 15"/>
            <p:cNvSpPr>
              <a:spLocks noChangeShapeType="1"/>
            </p:cNvSpPr>
            <p:nvPr/>
          </p:nvSpPr>
          <p:spPr bwMode="auto">
            <a:xfrm>
              <a:off x="4468" y="2750"/>
              <a:ext cx="0" cy="1179"/>
            </a:xfrm>
            <a:prstGeom prst="line">
              <a:avLst/>
            </a:prstGeom>
            <a:noFill/>
            <a:ln w="38100">
              <a:solidFill>
                <a:srgbClr val="FF00FF"/>
              </a:solidFill>
              <a:prstDash val="dash"/>
              <a:miter lim="800000"/>
            </a:ln>
            <a:extLst>
              <a:ext uri="{909E8E84-426E-40DD-AFC4-6F175D3DCCD1}">
                <a14:hiddenFill xmlns:a14="http://schemas.microsoft.com/office/drawing/2010/main">
                  <a:noFill/>
                </a14:hiddenFill>
              </a:ext>
            </a:extLst>
          </p:spPr>
          <p:txBody>
            <a:bodyPr wrap="none"/>
            <a:lstStyle/>
            <a:p>
              <a:endParaRPr lang="zh-CN" altLang="en-US"/>
            </a:p>
          </p:txBody>
        </p:sp>
        <p:sp>
          <p:nvSpPr>
            <p:cNvPr id="29718" name="Line 16"/>
            <p:cNvSpPr>
              <a:spLocks noChangeShapeType="1"/>
            </p:cNvSpPr>
            <p:nvPr/>
          </p:nvSpPr>
          <p:spPr bwMode="auto">
            <a:xfrm flipV="1">
              <a:off x="4513" y="2659"/>
              <a:ext cx="680" cy="317"/>
            </a:xfrm>
            <a:prstGeom prst="line">
              <a:avLst/>
            </a:prstGeom>
            <a:noFill/>
            <a:ln w="28575">
              <a:solidFill>
                <a:srgbClr val="FF00FF"/>
              </a:solidFill>
              <a:miter lim="800000"/>
            </a:ln>
            <a:extLst>
              <a:ext uri="{909E8E84-426E-40DD-AFC4-6F175D3DCCD1}">
                <a14:hiddenFill xmlns:a14="http://schemas.microsoft.com/office/drawing/2010/main">
                  <a:noFill/>
                </a14:hiddenFill>
              </a:ext>
            </a:extLst>
          </p:spPr>
          <p:txBody>
            <a:bodyPr wrap="none"/>
            <a:lstStyle/>
            <a:p>
              <a:endParaRPr lang="zh-CN" altLang="en-US"/>
            </a:p>
          </p:txBody>
        </p:sp>
        <p:sp>
          <p:nvSpPr>
            <p:cNvPr id="29719" name="Line 17"/>
            <p:cNvSpPr>
              <a:spLocks noChangeShapeType="1"/>
            </p:cNvSpPr>
            <p:nvPr/>
          </p:nvSpPr>
          <p:spPr bwMode="auto">
            <a:xfrm flipV="1">
              <a:off x="4513" y="2840"/>
              <a:ext cx="680" cy="317"/>
            </a:xfrm>
            <a:prstGeom prst="line">
              <a:avLst/>
            </a:prstGeom>
            <a:noFill/>
            <a:ln w="28575">
              <a:solidFill>
                <a:srgbClr val="FF00FF"/>
              </a:solidFill>
              <a:miter lim="800000"/>
            </a:ln>
            <a:extLst>
              <a:ext uri="{909E8E84-426E-40DD-AFC4-6F175D3DCCD1}">
                <a14:hiddenFill xmlns:a14="http://schemas.microsoft.com/office/drawing/2010/main">
                  <a:noFill/>
                </a14:hiddenFill>
              </a:ext>
            </a:extLst>
          </p:spPr>
          <p:txBody>
            <a:bodyPr wrap="none"/>
            <a:lstStyle/>
            <a:p>
              <a:endParaRPr lang="zh-CN" altLang="en-US"/>
            </a:p>
          </p:txBody>
        </p:sp>
        <p:sp>
          <p:nvSpPr>
            <p:cNvPr id="29720" name="Line 18"/>
            <p:cNvSpPr>
              <a:spLocks noChangeShapeType="1"/>
            </p:cNvSpPr>
            <p:nvPr/>
          </p:nvSpPr>
          <p:spPr bwMode="auto">
            <a:xfrm flipV="1">
              <a:off x="4513" y="3022"/>
              <a:ext cx="680" cy="317"/>
            </a:xfrm>
            <a:prstGeom prst="line">
              <a:avLst/>
            </a:prstGeom>
            <a:noFill/>
            <a:ln w="28575">
              <a:solidFill>
                <a:srgbClr val="FF00FF"/>
              </a:solidFill>
              <a:miter lim="800000"/>
            </a:ln>
            <a:extLst>
              <a:ext uri="{909E8E84-426E-40DD-AFC4-6F175D3DCCD1}">
                <a14:hiddenFill xmlns:a14="http://schemas.microsoft.com/office/drawing/2010/main">
                  <a:noFill/>
                </a14:hiddenFill>
              </a:ext>
            </a:extLst>
          </p:spPr>
          <p:txBody>
            <a:bodyPr wrap="none"/>
            <a:lstStyle/>
            <a:p>
              <a:endParaRPr lang="zh-CN" altLang="en-US"/>
            </a:p>
          </p:txBody>
        </p:sp>
        <p:sp>
          <p:nvSpPr>
            <p:cNvPr id="29721" name="Line 19"/>
            <p:cNvSpPr>
              <a:spLocks noChangeShapeType="1"/>
            </p:cNvSpPr>
            <p:nvPr/>
          </p:nvSpPr>
          <p:spPr bwMode="auto">
            <a:xfrm flipV="1">
              <a:off x="4513" y="3249"/>
              <a:ext cx="680" cy="317"/>
            </a:xfrm>
            <a:prstGeom prst="line">
              <a:avLst/>
            </a:prstGeom>
            <a:noFill/>
            <a:ln w="28575">
              <a:solidFill>
                <a:srgbClr val="FF00FF"/>
              </a:solidFill>
              <a:miter lim="800000"/>
            </a:ln>
            <a:extLst>
              <a:ext uri="{909E8E84-426E-40DD-AFC4-6F175D3DCCD1}">
                <a14:hiddenFill xmlns:a14="http://schemas.microsoft.com/office/drawing/2010/main">
                  <a:noFill/>
                </a14:hiddenFill>
              </a:ext>
            </a:extLst>
          </p:spPr>
          <p:txBody>
            <a:bodyPr wrap="none"/>
            <a:lstStyle/>
            <a:p>
              <a:endParaRPr lang="zh-CN" altLang="en-US"/>
            </a:p>
          </p:txBody>
        </p:sp>
        <p:sp>
          <p:nvSpPr>
            <p:cNvPr id="29722" name="Line 20"/>
            <p:cNvSpPr>
              <a:spLocks noChangeShapeType="1"/>
            </p:cNvSpPr>
            <p:nvPr/>
          </p:nvSpPr>
          <p:spPr bwMode="auto">
            <a:xfrm flipV="1">
              <a:off x="4513" y="3430"/>
              <a:ext cx="680" cy="317"/>
            </a:xfrm>
            <a:prstGeom prst="line">
              <a:avLst/>
            </a:prstGeom>
            <a:noFill/>
            <a:ln w="28575">
              <a:solidFill>
                <a:srgbClr val="FF00FF"/>
              </a:solidFill>
              <a:miter lim="800000"/>
            </a:ln>
            <a:extLst>
              <a:ext uri="{909E8E84-426E-40DD-AFC4-6F175D3DCCD1}">
                <a14:hiddenFill xmlns:a14="http://schemas.microsoft.com/office/drawing/2010/main">
                  <a:noFill/>
                </a14:hiddenFill>
              </a:ext>
            </a:extLst>
          </p:spPr>
          <p:txBody>
            <a:bodyPr wrap="none"/>
            <a:lstStyle/>
            <a:p>
              <a:endParaRPr lang="zh-CN" altLang="en-US"/>
            </a:p>
          </p:txBody>
        </p:sp>
        <p:sp>
          <p:nvSpPr>
            <p:cNvPr id="29723" name="Text Box 21"/>
            <p:cNvSpPr txBox="1">
              <a:spLocks noChangeArrowheads="1"/>
            </p:cNvSpPr>
            <p:nvPr/>
          </p:nvSpPr>
          <p:spPr bwMode="auto">
            <a:xfrm>
              <a:off x="4150" y="3249"/>
              <a:ext cx="45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spcBef>
                  <a:spcPct val="50000"/>
                </a:spcBef>
                <a:buFontTx/>
                <a:buNone/>
              </a:pPr>
              <a:r>
                <a:rPr lang="en-US" altLang="zh-CN" sz="2400">
                  <a:solidFill>
                    <a:srgbClr val="FF0000"/>
                  </a:solidFill>
                  <a:latin typeface="Tahoma" panose="020B0604030504040204" pitchFamily="34" charset="0"/>
                  <a:ea typeface="宋体" panose="02010600030101010101" pitchFamily="2" charset="-122"/>
                </a:rPr>
                <a:t>-2</a:t>
              </a:r>
              <a:endParaRPr lang="en-US" altLang="zh-CN" sz="2400">
                <a:solidFill>
                  <a:srgbClr val="FF0000"/>
                </a:solidFill>
                <a:latin typeface="Tahoma" panose="020B0604030504040204" pitchFamily="34" charset="0"/>
                <a:ea typeface="宋体" panose="02010600030101010101" pitchFamily="2" charset="-122"/>
              </a:endParaRPr>
            </a:p>
          </p:txBody>
        </p:sp>
      </p:grpSp>
      <p:sp>
        <p:nvSpPr>
          <p:cNvPr id="319510" name="Text Box 22"/>
          <p:cNvSpPr txBox="1">
            <a:spLocks noChangeArrowheads="1"/>
          </p:cNvSpPr>
          <p:nvPr/>
        </p:nvSpPr>
        <p:spPr bwMode="auto">
          <a:xfrm>
            <a:off x="2700338" y="981075"/>
            <a:ext cx="22717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spcBef>
                <a:spcPct val="50000"/>
              </a:spcBef>
              <a:buFontTx/>
              <a:buNone/>
            </a:pPr>
            <a:r>
              <a:rPr lang="zh-CN" altLang="en-US" sz="2400">
                <a:solidFill>
                  <a:srgbClr val="FF0066"/>
                </a:solidFill>
                <a:latin typeface="Tahoma" panose="020B0604030504040204" pitchFamily="34" charset="0"/>
                <a:ea typeface="宋体" panose="02010600030101010101" pitchFamily="2" charset="-122"/>
              </a:rPr>
              <a:t>称为收敛因子</a:t>
            </a:r>
            <a:endParaRPr lang="zh-CN" altLang="en-US" sz="2400">
              <a:solidFill>
                <a:srgbClr val="FF0066"/>
              </a:solidFill>
              <a:latin typeface="Tahoma" panose="020B0604030504040204" pitchFamily="34" charset="0"/>
              <a:ea typeface="宋体" panose="02010600030101010101" pitchFamily="2" charset="-122"/>
            </a:endParaRPr>
          </a:p>
        </p:txBody>
      </p:sp>
      <p:graphicFrame>
        <p:nvGraphicFramePr>
          <p:cNvPr id="319511" name="Object 23"/>
          <p:cNvGraphicFramePr>
            <a:graphicFrameLocks noChangeAspect="1"/>
          </p:cNvGraphicFramePr>
          <p:nvPr/>
        </p:nvGraphicFramePr>
        <p:xfrm>
          <a:off x="1547813" y="908050"/>
          <a:ext cx="865187" cy="592138"/>
        </p:xfrm>
        <a:graphic>
          <a:graphicData uri="http://schemas.openxmlformats.org/presentationml/2006/ole">
            <mc:AlternateContent xmlns:mc="http://schemas.openxmlformats.org/markup-compatibility/2006">
              <mc:Choice xmlns:v="urn:schemas-microsoft-com:vml" Requires="v">
                <p:oleObj spid="_x0000_s6" name="公式" r:id="rId7" imgW="154305" imgH="113030" progId="Equation.3">
                  <p:embed/>
                </p:oleObj>
              </mc:Choice>
              <mc:Fallback>
                <p:oleObj name="公式" r:id="rId7" imgW="154305" imgH="113030" progId="Equation.3">
                  <p:embed/>
                  <p:pic>
                    <p:nvPicPr>
                      <p:cNvPr id="0" name="Object 2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547813" y="908050"/>
                        <a:ext cx="865187" cy="592138"/>
                      </a:xfrm>
                      <a:prstGeom prst="rect">
                        <a:avLst/>
                      </a:prstGeom>
                      <a:solidFill>
                        <a:schemeClr val="tx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319512" name="Object 24"/>
          <p:cNvGraphicFramePr>
            <a:graphicFrameLocks noChangeAspect="1"/>
          </p:cNvGraphicFramePr>
          <p:nvPr/>
        </p:nvGraphicFramePr>
        <p:xfrm>
          <a:off x="827088" y="3716338"/>
          <a:ext cx="4105275" cy="619125"/>
        </p:xfrm>
        <a:graphic>
          <a:graphicData uri="http://schemas.openxmlformats.org/presentationml/2006/ole">
            <mc:AlternateContent xmlns:mc="http://schemas.openxmlformats.org/markup-compatibility/2006">
              <mc:Choice xmlns:v="urn:schemas-microsoft-com:vml" Requires="v">
                <p:oleObj spid="_x0000_s7" name="公式" r:id="rId9" imgW="1524000" imgH="228600" progId="Equation.3">
                  <p:embed/>
                </p:oleObj>
              </mc:Choice>
              <mc:Fallback>
                <p:oleObj name="公式" r:id="rId9" imgW="1524000" imgH="228600" progId="Equation.3">
                  <p:embed/>
                  <p:pic>
                    <p:nvPicPr>
                      <p:cNvPr id="0" name="Object 24"/>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827088" y="3716338"/>
                        <a:ext cx="4105275" cy="619125"/>
                      </a:xfrm>
                      <a:prstGeom prst="rect">
                        <a:avLst/>
                      </a:prstGeom>
                      <a:solidFill>
                        <a:schemeClr val="tx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319513" name="Object 25"/>
          <p:cNvGraphicFramePr>
            <a:graphicFrameLocks noChangeAspect="1"/>
          </p:cNvGraphicFramePr>
          <p:nvPr/>
        </p:nvGraphicFramePr>
        <p:xfrm>
          <a:off x="1547813" y="4652963"/>
          <a:ext cx="3898900" cy="647700"/>
        </p:xfrm>
        <a:graphic>
          <a:graphicData uri="http://schemas.openxmlformats.org/presentationml/2006/ole">
            <mc:AlternateContent xmlns:mc="http://schemas.openxmlformats.org/markup-compatibility/2006">
              <mc:Choice xmlns:v="urn:schemas-microsoft-com:vml" Requires="v">
                <p:oleObj spid="_x0000_s8" name="公式" r:id="rId11" imgW="1879600" imgH="330200" progId="Equation.3">
                  <p:embed/>
                </p:oleObj>
              </mc:Choice>
              <mc:Fallback>
                <p:oleObj name="公式" r:id="rId11" imgW="1879600" imgH="330200" progId="Equation.3">
                  <p:embed/>
                  <p:pic>
                    <p:nvPicPr>
                      <p:cNvPr id="0" name="Object 2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47813" y="4652963"/>
                        <a:ext cx="3898900" cy="647700"/>
                      </a:xfrm>
                      <a:prstGeom prst="rect">
                        <a:avLst/>
                      </a:prstGeom>
                      <a:solidFill>
                        <a:schemeClr val="tx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319514" name="Text Box 26"/>
          <p:cNvSpPr txBox="1">
            <a:spLocks noChangeArrowheads="1"/>
          </p:cNvSpPr>
          <p:nvPr/>
        </p:nvSpPr>
        <p:spPr bwMode="auto">
          <a:xfrm>
            <a:off x="5940425" y="4581525"/>
            <a:ext cx="15843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spcBef>
                <a:spcPct val="50000"/>
              </a:spcBef>
              <a:buFontTx/>
              <a:buNone/>
            </a:pPr>
            <a:r>
              <a:rPr lang="en-US" altLang="zh-CN" sz="2400">
                <a:solidFill>
                  <a:srgbClr val="FF0000"/>
                </a:solidFill>
                <a:latin typeface="Tahoma" panose="020B0604030504040204" pitchFamily="34" charset="0"/>
                <a:ea typeface="宋体" panose="02010600030101010101" pitchFamily="2" charset="-122"/>
                <a:cs typeface="Tahoma" panose="020B0604030504040204" pitchFamily="34" charset="0"/>
                <a:sym typeface="Symbol" panose="05050102010706020507" pitchFamily="18" charset="2"/>
              </a:rPr>
              <a:t> </a:t>
            </a:r>
            <a:r>
              <a:rPr lang="en-US" altLang="zh-CN" sz="2400">
                <a:solidFill>
                  <a:srgbClr val="FF0000"/>
                </a:solidFill>
                <a:latin typeface="Tahoma" panose="020B0604030504040204" pitchFamily="34" charset="0"/>
                <a:ea typeface="宋体" panose="02010600030101010101" pitchFamily="2" charset="-122"/>
                <a:cs typeface="Tahoma" panose="020B0604030504040204" pitchFamily="34" charset="0"/>
              </a:rPr>
              <a:t>&gt;-2</a:t>
            </a:r>
            <a:endParaRPr lang="en-US" altLang="zh-CN" sz="2400">
              <a:solidFill>
                <a:srgbClr val="FF0000"/>
              </a:solidFill>
              <a:latin typeface="Tahoma" panose="020B0604030504040204" pitchFamily="34" charset="0"/>
              <a:ea typeface="宋体" panose="02010600030101010101" pitchFamily="2" charset="-122"/>
              <a:cs typeface="Tahoma" panose="020B0604030504040204" pitchFamily="34" charset="0"/>
            </a:endParaRPr>
          </a:p>
        </p:txBody>
      </p:sp>
      <p:graphicFrame>
        <p:nvGraphicFramePr>
          <p:cNvPr id="319515" name="Object 27"/>
          <p:cNvGraphicFramePr>
            <a:graphicFrameLocks noChangeAspect="1"/>
          </p:cNvGraphicFramePr>
          <p:nvPr/>
        </p:nvGraphicFramePr>
        <p:xfrm>
          <a:off x="1547813" y="5445125"/>
          <a:ext cx="3660775" cy="647700"/>
        </p:xfrm>
        <a:graphic>
          <a:graphicData uri="http://schemas.openxmlformats.org/presentationml/2006/ole">
            <mc:AlternateContent xmlns:mc="http://schemas.openxmlformats.org/markup-compatibility/2006">
              <mc:Choice xmlns:v="urn:schemas-microsoft-com:vml" Requires="v">
                <p:oleObj spid="_x0000_s9" name="公式" r:id="rId12" imgW="1765300" imgH="330200" progId="Equation.3">
                  <p:embed/>
                </p:oleObj>
              </mc:Choice>
              <mc:Fallback>
                <p:oleObj name="公式" r:id="rId12" imgW="1765300" imgH="330200" progId="Equation.3">
                  <p:embed/>
                  <p:pic>
                    <p:nvPicPr>
                      <p:cNvPr id="0" name="Object 27"/>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547813" y="5445125"/>
                        <a:ext cx="3660775" cy="647700"/>
                      </a:xfrm>
                      <a:prstGeom prst="rect">
                        <a:avLst/>
                      </a:prstGeom>
                      <a:solidFill>
                        <a:schemeClr val="tx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319516" name="Text Box 28"/>
          <p:cNvSpPr txBox="1">
            <a:spLocks noChangeArrowheads="1"/>
          </p:cNvSpPr>
          <p:nvPr/>
        </p:nvSpPr>
        <p:spPr bwMode="auto">
          <a:xfrm>
            <a:off x="5795963" y="5805488"/>
            <a:ext cx="230346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spcBef>
                <a:spcPct val="50000"/>
              </a:spcBef>
              <a:buFontTx/>
              <a:buNone/>
            </a:pPr>
            <a:r>
              <a:rPr lang="zh-CN" altLang="en-US" sz="2400">
                <a:solidFill>
                  <a:srgbClr val="FF0000"/>
                </a:solidFill>
                <a:latin typeface="Tahoma" panose="020B0604030504040204" pitchFamily="34" charset="0"/>
                <a:ea typeface="宋体" panose="02010600030101010101" pitchFamily="2" charset="-122"/>
                <a:cs typeface="Tahoma" panose="020B0604030504040204" pitchFamily="34" charset="0"/>
                <a:sym typeface="Symbol" panose="05050102010706020507" pitchFamily="18" charset="2"/>
              </a:rPr>
              <a:t>所以： </a:t>
            </a:r>
            <a:r>
              <a:rPr lang="en-US" altLang="zh-CN" sz="2400">
                <a:solidFill>
                  <a:srgbClr val="FF0000"/>
                </a:solidFill>
                <a:latin typeface="Tahoma" panose="020B0604030504040204" pitchFamily="34" charset="0"/>
                <a:ea typeface="宋体" panose="02010600030101010101" pitchFamily="2" charset="-122"/>
                <a:cs typeface="Tahoma" panose="020B0604030504040204" pitchFamily="34" charset="0"/>
              </a:rPr>
              <a:t>&gt;-2</a:t>
            </a:r>
            <a:endParaRPr lang="en-US" altLang="zh-CN" sz="2400">
              <a:solidFill>
                <a:srgbClr val="FF0000"/>
              </a:solidFill>
              <a:latin typeface="Tahoma" panose="020B0604030504040204" pitchFamily="34" charset="0"/>
              <a:ea typeface="宋体" panose="02010600030101010101" pitchFamily="2" charset="-122"/>
              <a:cs typeface="Tahoma" panose="020B0604030504040204" pitchFamily="34" charset="0"/>
            </a:endParaRPr>
          </a:p>
        </p:txBody>
      </p:sp>
      <p:grpSp>
        <p:nvGrpSpPr>
          <p:cNvPr id="10" name="Group 5"/>
          <p:cNvGrpSpPr/>
          <p:nvPr/>
        </p:nvGrpSpPr>
        <p:grpSpPr bwMode="auto">
          <a:xfrm>
            <a:off x="6907213" y="620713"/>
            <a:ext cx="2236787" cy="2230437"/>
            <a:chOff x="4059" y="2478"/>
            <a:chExt cx="1409" cy="1405"/>
          </a:xfrm>
        </p:grpSpPr>
        <p:sp>
          <p:nvSpPr>
            <p:cNvPr id="29712" name="Line 6"/>
            <p:cNvSpPr>
              <a:spLocks noChangeShapeType="1"/>
            </p:cNvSpPr>
            <p:nvPr/>
          </p:nvSpPr>
          <p:spPr bwMode="auto">
            <a:xfrm>
              <a:off x="4059" y="3295"/>
              <a:ext cx="1360" cy="0"/>
            </a:xfrm>
            <a:prstGeom prst="line">
              <a:avLst/>
            </a:prstGeom>
            <a:noFill/>
            <a:ln w="38100">
              <a:solidFill>
                <a:schemeClr val="folHlink"/>
              </a:solidFill>
              <a:miter lim="800000"/>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sp>
          <p:nvSpPr>
            <p:cNvPr id="29713" name="Line 7"/>
            <p:cNvSpPr>
              <a:spLocks noChangeShapeType="1"/>
            </p:cNvSpPr>
            <p:nvPr/>
          </p:nvSpPr>
          <p:spPr bwMode="auto">
            <a:xfrm rot="-5400000">
              <a:off x="4286" y="3294"/>
              <a:ext cx="1179" cy="0"/>
            </a:xfrm>
            <a:prstGeom prst="line">
              <a:avLst/>
            </a:prstGeom>
            <a:noFill/>
            <a:ln w="38100">
              <a:solidFill>
                <a:schemeClr val="folHlink"/>
              </a:solidFill>
              <a:miter lim="800000"/>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graphicFrame>
          <p:nvGraphicFramePr>
            <p:cNvPr id="29714" name="Object 8"/>
            <p:cNvGraphicFramePr>
              <a:graphicFrameLocks noChangeAspect="1"/>
            </p:cNvGraphicFramePr>
            <p:nvPr/>
          </p:nvGraphicFramePr>
          <p:xfrm>
            <a:off x="5193" y="3385"/>
            <a:ext cx="275" cy="252"/>
          </p:xfrm>
          <a:graphic>
            <a:graphicData uri="http://schemas.openxmlformats.org/presentationml/2006/ole">
              <mc:AlternateContent xmlns:mc="http://schemas.openxmlformats.org/markup-compatibility/2006">
                <mc:Choice xmlns:v="urn:schemas-microsoft-com:vml" Requires="v">
                  <p:oleObj spid="_x0000_s11" name="公式" r:id="rId14" imgW="78740" imgH="71755" progId="Equation.3">
                    <p:embed/>
                  </p:oleObj>
                </mc:Choice>
                <mc:Fallback>
                  <p:oleObj name="公式" r:id="rId14" imgW="78740" imgH="71755" progId="Equation.3">
                    <p:embed/>
                    <p:pic>
                      <p:nvPicPr>
                        <p:cNvPr id="0" name="Object 8"/>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5193" y="3385"/>
                          <a:ext cx="275" cy="252"/>
                        </a:xfrm>
                        <a:prstGeom prst="rect">
                          <a:avLst/>
                        </a:prstGeom>
                        <a:solidFill>
                          <a:schemeClr val="tx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29715" name="Object 9"/>
            <p:cNvGraphicFramePr>
              <a:graphicFrameLocks noChangeAspect="1"/>
            </p:cNvGraphicFramePr>
            <p:nvPr/>
          </p:nvGraphicFramePr>
          <p:xfrm>
            <a:off x="4853" y="2478"/>
            <a:ext cx="295" cy="278"/>
          </p:xfrm>
          <a:graphic>
            <a:graphicData uri="http://schemas.openxmlformats.org/presentationml/2006/ole">
              <mc:AlternateContent xmlns:mc="http://schemas.openxmlformats.org/markup-compatibility/2006">
                <mc:Choice xmlns:v="urn:schemas-microsoft-com:vml" Requires="v">
                  <p:oleObj spid="_x0000_s12" name="公式" r:id="rId16" imgW="127000" imgH="113030" progId="Equation.3">
                    <p:embed/>
                  </p:oleObj>
                </mc:Choice>
                <mc:Fallback>
                  <p:oleObj name="公式" r:id="rId16" imgW="127000" imgH="113030" progId="Equation.3">
                    <p:embed/>
                    <p:pic>
                      <p:nvPicPr>
                        <p:cNvPr id="0" name="Object 9"/>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4853" y="2478"/>
                          <a:ext cx="295" cy="278"/>
                        </a:xfrm>
                        <a:prstGeom prst="rect">
                          <a:avLst/>
                        </a:prstGeom>
                        <a:solidFill>
                          <a:schemeClr val="tx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29716" name="Text Box 10"/>
            <p:cNvSpPr txBox="1">
              <a:spLocks noChangeArrowheads="1"/>
            </p:cNvSpPr>
            <p:nvPr/>
          </p:nvSpPr>
          <p:spPr bwMode="auto">
            <a:xfrm>
              <a:off x="4875" y="3339"/>
              <a:ext cx="31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spcBef>
                  <a:spcPct val="50000"/>
                </a:spcBef>
                <a:buFontTx/>
                <a:buNone/>
              </a:pPr>
              <a:r>
                <a:rPr lang="en-US" altLang="zh-CN" sz="2400">
                  <a:latin typeface="Tahoma" panose="020B0604030504040204" pitchFamily="34" charset="0"/>
                  <a:ea typeface="宋体" panose="02010600030101010101" pitchFamily="2" charset="-122"/>
                </a:rPr>
                <a:t>0</a:t>
              </a:r>
              <a:endParaRPr lang="en-US" altLang="zh-CN" sz="2400">
                <a:latin typeface="Tahoma" panose="020B0604030504040204" pitchFamily="34" charset="0"/>
                <a:ea typeface="宋体" panose="02010600030101010101" pitchFamily="2" charset="-122"/>
              </a:endParaRPr>
            </a:p>
          </p:txBody>
        </p:sp>
      </p:grpSp>
      <p:sp>
        <p:nvSpPr>
          <p:cNvPr id="13" name="墨迹 3"/>
          <p:cNvSpPr/>
          <p:nvPr/>
        </p:nvSpPr>
        <p:spPr bwMode="auto">
          <a:xfrm>
            <a:off x="2275560" y="861840"/>
            <a:ext cx="6571080" cy="5506920"/>
          </a:xfrm>
        </p:spPr>
      </p:sp>
    </p:spTree>
    <p:custDataLst>
      <p:tags r:id="rId18"/>
    </p:custDataLst>
  </p:cSld>
  <p:clrMapOvr>
    <a:masterClrMapping/>
  </p:clrMapOvr>
  <p:transition advTm="130608"/>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319490"/>
                                        </p:tgtEl>
                                        <p:attrNameLst>
                                          <p:attrName>style.visibility</p:attrName>
                                        </p:attrNameLst>
                                      </p:cBhvr>
                                      <p:to>
                                        <p:strVal val="visible"/>
                                      </p:to>
                                    </p:set>
                                    <p:animEffect transition="in" filter="wipe(left)">
                                      <p:cBhvr>
                                        <p:cTn id="7" dur="500"/>
                                        <p:tgtEl>
                                          <p:spTgt spid="319490"/>
                                        </p:tgtEl>
                                      </p:cBhvr>
                                    </p:animEffect>
                                  </p:childTnLst>
                                </p:cTn>
                              </p:par>
                            </p:childTnLst>
                          </p:cTn>
                        </p:par>
                        <p:par>
                          <p:cTn id="8" fill="hold">
                            <p:stCondLst>
                              <p:cond delay="500"/>
                            </p:stCondLst>
                            <p:childTnLst>
                              <p:par>
                                <p:cTn id="9" presetID="2" presetClass="entr" presetSubtype="4" fill="hold" nodeType="afterEffect">
                                  <p:stCondLst>
                                    <p:cond delay="0"/>
                                  </p:stCondLst>
                                  <p:childTnLst>
                                    <p:set>
                                      <p:cBhvr>
                                        <p:cTn id="10" dur="1" fill="hold">
                                          <p:stCondLst>
                                            <p:cond delay="0"/>
                                          </p:stCondLst>
                                        </p:cTn>
                                        <p:tgtEl>
                                          <p:spTgt spid="319511"/>
                                        </p:tgtEl>
                                        <p:attrNameLst>
                                          <p:attrName>style.visibility</p:attrName>
                                        </p:attrNameLst>
                                      </p:cBhvr>
                                      <p:to>
                                        <p:strVal val="visible"/>
                                      </p:to>
                                    </p:set>
                                    <p:anim calcmode="lin" valueType="num">
                                      <p:cBhvr additive="base">
                                        <p:cTn id="11" dur="500" fill="hold"/>
                                        <p:tgtEl>
                                          <p:spTgt spid="319511"/>
                                        </p:tgtEl>
                                        <p:attrNameLst>
                                          <p:attrName>ppt_x</p:attrName>
                                        </p:attrNameLst>
                                      </p:cBhvr>
                                      <p:tavLst>
                                        <p:tav tm="0">
                                          <p:val>
                                            <p:strVal val="#ppt_x"/>
                                          </p:val>
                                        </p:tav>
                                        <p:tav tm="100000">
                                          <p:val>
                                            <p:strVal val="#ppt_x"/>
                                          </p:val>
                                        </p:tav>
                                      </p:tavLst>
                                    </p:anim>
                                    <p:anim calcmode="lin" valueType="num">
                                      <p:cBhvr additive="base">
                                        <p:cTn id="12" dur="500" fill="hold"/>
                                        <p:tgtEl>
                                          <p:spTgt spid="319511"/>
                                        </p:tgtEl>
                                        <p:attrNameLst>
                                          <p:attrName>ppt_y</p:attrName>
                                        </p:attrNameLst>
                                      </p:cBhvr>
                                      <p:tavLst>
                                        <p:tav tm="0">
                                          <p:val>
                                            <p:strVal val="1+#ppt_h/2"/>
                                          </p:val>
                                        </p:tav>
                                        <p:tav tm="100000">
                                          <p:val>
                                            <p:strVal val="#ppt_y"/>
                                          </p:val>
                                        </p:tav>
                                      </p:tavLst>
                                    </p:anim>
                                  </p:childTnLst>
                                </p:cTn>
                              </p:par>
                            </p:childTnLst>
                          </p:cTn>
                        </p:par>
                        <p:par>
                          <p:cTn id="13" fill="hold">
                            <p:stCondLst>
                              <p:cond delay="1000"/>
                            </p:stCondLst>
                            <p:childTnLst>
                              <p:par>
                                <p:cTn id="14" presetID="22" presetClass="entr" presetSubtype="8" fill="hold" grpId="0" nodeType="afterEffect">
                                  <p:stCondLst>
                                    <p:cond delay="0"/>
                                  </p:stCondLst>
                                  <p:childTnLst>
                                    <p:set>
                                      <p:cBhvr>
                                        <p:cTn id="15" dur="1" fill="hold">
                                          <p:stCondLst>
                                            <p:cond delay="0"/>
                                          </p:stCondLst>
                                        </p:cTn>
                                        <p:tgtEl>
                                          <p:spTgt spid="319510"/>
                                        </p:tgtEl>
                                        <p:attrNameLst>
                                          <p:attrName>style.visibility</p:attrName>
                                        </p:attrNameLst>
                                      </p:cBhvr>
                                      <p:to>
                                        <p:strVal val="visible"/>
                                      </p:to>
                                    </p:set>
                                    <p:animEffect transition="in" filter="wipe(left)">
                                      <p:cBhvr>
                                        <p:cTn id="16" dur="500"/>
                                        <p:tgtEl>
                                          <p:spTgt spid="319510"/>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nodeType="clickEffect">
                                  <p:stCondLst>
                                    <p:cond delay="0"/>
                                  </p:stCondLst>
                                  <p:childTnLst>
                                    <p:set>
                                      <p:cBhvr>
                                        <p:cTn id="20" dur="1" fill="hold">
                                          <p:stCondLst>
                                            <p:cond delay="0"/>
                                          </p:stCondLst>
                                        </p:cTn>
                                        <p:tgtEl>
                                          <p:spTgt spid="319499"/>
                                        </p:tgtEl>
                                        <p:attrNameLst>
                                          <p:attrName>style.visibility</p:attrName>
                                        </p:attrNameLst>
                                      </p:cBhvr>
                                      <p:to>
                                        <p:strVal val="visible"/>
                                      </p:to>
                                    </p:set>
                                    <p:animEffect transition="in" filter="wipe(left)">
                                      <p:cBhvr>
                                        <p:cTn id="21" dur="500"/>
                                        <p:tgtEl>
                                          <p:spTgt spid="319499"/>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nodeType="clickEffect">
                                  <p:stCondLst>
                                    <p:cond delay="0"/>
                                  </p:stCondLst>
                                  <p:childTnLst>
                                    <p:set>
                                      <p:cBhvr>
                                        <p:cTn id="25" dur="1" fill="hold">
                                          <p:stCondLst>
                                            <p:cond delay="0"/>
                                          </p:stCondLst>
                                        </p:cTn>
                                        <p:tgtEl>
                                          <p:spTgt spid="319500"/>
                                        </p:tgtEl>
                                        <p:attrNameLst>
                                          <p:attrName>style.visibility</p:attrName>
                                        </p:attrNameLst>
                                      </p:cBhvr>
                                      <p:to>
                                        <p:strVal val="visible"/>
                                      </p:to>
                                    </p:set>
                                    <p:animEffect transition="in" filter="wipe(left)">
                                      <p:cBhvr>
                                        <p:cTn id="26" dur="500"/>
                                        <p:tgtEl>
                                          <p:spTgt spid="319500"/>
                                        </p:tgtEl>
                                      </p:cBhvr>
                                    </p:animEffect>
                                  </p:childTnLst>
                                </p:cTn>
                              </p:par>
                            </p:childTnLst>
                          </p:cTn>
                        </p:par>
                        <p:par>
                          <p:cTn id="27" fill="hold">
                            <p:stCondLst>
                              <p:cond delay="500"/>
                            </p:stCondLst>
                            <p:childTnLst>
                              <p:par>
                                <p:cTn id="28" presetID="22" presetClass="entr" presetSubtype="8" fill="hold" grpId="0" nodeType="afterEffect">
                                  <p:stCondLst>
                                    <p:cond delay="0"/>
                                  </p:stCondLst>
                                  <p:childTnLst>
                                    <p:set>
                                      <p:cBhvr>
                                        <p:cTn id="29" dur="1" fill="hold">
                                          <p:stCondLst>
                                            <p:cond delay="0"/>
                                          </p:stCondLst>
                                        </p:cTn>
                                        <p:tgtEl>
                                          <p:spTgt spid="319501"/>
                                        </p:tgtEl>
                                        <p:attrNameLst>
                                          <p:attrName>style.visibility</p:attrName>
                                        </p:attrNameLst>
                                      </p:cBhvr>
                                      <p:to>
                                        <p:strVal val="visible"/>
                                      </p:to>
                                    </p:set>
                                    <p:animEffect transition="in" filter="wipe(left)">
                                      <p:cBhvr>
                                        <p:cTn id="30" dur="500"/>
                                        <p:tgtEl>
                                          <p:spTgt spid="319501"/>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8" fill="hold" nodeType="clickEffect">
                                  <p:stCondLst>
                                    <p:cond delay="0"/>
                                  </p:stCondLst>
                                  <p:childTnLst>
                                    <p:set>
                                      <p:cBhvr>
                                        <p:cTn id="34" dur="1" fill="hold">
                                          <p:stCondLst>
                                            <p:cond delay="0"/>
                                          </p:stCondLst>
                                        </p:cTn>
                                        <p:tgtEl>
                                          <p:spTgt spid="319512"/>
                                        </p:tgtEl>
                                        <p:attrNameLst>
                                          <p:attrName>style.visibility</p:attrName>
                                        </p:attrNameLst>
                                      </p:cBhvr>
                                      <p:to>
                                        <p:strVal val="visible"/>
                                      </p:to>
                                    </p:set>
                                    <p:animEffect transition="in" filter="wipe(left)">
                                      <p:cBhvr>
                                        <p:cTn id="35" dur="500"/>
                                        <p:tgtEl>
                                          <p:spTgt spid="319512"/>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8" fill="hold" nodeType="clickEffect">
                                  <p:stCondLst>
                                    <p:cond delay="0"/>
                                  </p:stCondLst>
                                  <p:childTnLst>
                                    <p:set>
                                      <p:cBhvr>
                                        <p:cTn id="39" dur="1" fill="hold">
                                          <p:stCondLst>
                                            <p:cond delay="0"/>
                                          </p:stCondLst>
                                        </p:cTn>
                                        <p:tgtEl>
                                          <p:spTgt spid="319513"/>
                                        </p:tgtEl>
                                        <p:attrNameLst>
                                          <p:attrName>style.visibility</p:attrName>
                                        </p:attrNameLst>
                                      </p:cBhvr>
                                      <p:to>
                                        <p:strVal val="visible"/>
                                      </p:to>
                                    </p:set>
                                    <p:animEffect transition="in" filter="wipe(left)">
                                      <p:cBhvr>
                                        <p:cTn id="40" dur="500"/>
                                        <p:tgtEl>
                                          <p:spTgt spid="319513"/>
                                        </p:tgtEl>
                                      </p:cBhvr>
                                    </p:animEffect>
                                  </p:childTnLst>
                                </p:cTn>
                              </p:par>
                            </p:childTnLst>
                          </p:cTn>
                        </p:par>
                      </p:childTnLst>
                    </p:cTn>
                  </p:par>
                  <p:par>
                    <p:cTn id="41" fill="hold">
                      <p:stCondLst>
                        <p:cond delay="indefinite"/>
                      </p:stCondLst>
                      <p:childTnLst>
                        <p:par>
                          <p:cTn id="42" fill="hold">
                            <p:stCondLst>
                              <p:cond delay="0"/>
                            </p:stCondLst>
                            <p:childTnLst>
                              <p:par>
                                <p:cTn id="43" presetID="22" presetClass="entr" presetSubtype="8" fill="hold" grpId="0" nodeType="clickEffect">
                                  <p:stCondLst>
                                    <p:cond delay="0"/>
                                  </p:stCondLst>
                                  <p:childTnLst>
                                    <p:set>
                                      <p:cBhvr>
                                        <p:cTn id="44" dur="1" fill="hold">
                                          <p:stCondLst>
                                            <p:cond delay="0"/>
                                          </p:stCondLst>
                                        </p:cTn>
                                        <p:tgtEl>
                                          <p:spTgt spid="319514"/>
                                        </p:tgtEl>
                                        <p:attrNameLst>
                                          <p:attrName>style.visibility</p:attrName>
                                        </p:attrNameLst>
                                      </p:cBhvr>
                                      <p:to>
                                        <p:strVal val="visible"/>
                                      </p:to>
                                    </p:set>
                                    <p:animEffect transition="in" filter="wipe(left)">
                                      <p:cBhvr>
                                        <p:cTn id="45" dur="500"/>
                                        <p:tgtEl>
                                          <p:spTgt spid="319514"/>
                                        </p:tgtEl>
                                      </p:cBhvr>
                                    </p:animEffect>
                                  </p:childTnLst>
                                </p:cTn>
                              </p:par>
                            </p:childTnLst>
                          </p:cTn>
                        </p:par>
                      </p:childTnLst>
                    </p:cTn>
                  </p:par>
                  <p:par>
                    <p:cTn id="46" fill="hold">
                      <p:stCondLst>
                        <p:cond delay="indefinite"/>
                      </p:stCondLst>
                      <p:childTnLst>
                        <p:par>
                          <p:cTn id="47" fill="hold">
                            <p:stCondLst>
                              <p:cond delay="0"/>
                            </p:stCondLst>
                            <p:childTnLst>
                              <p:par>
                                <p:cTn id="48" presetID="22" presetClass="entr" presetSubtype="8" fill="hold" nodeType="clickEffect">
                                  <p:stCondLst>
                                    <p:cond delay="0"/>
                                  </p:stCondLst>
                                  <p:childTnLst>
                                    <p:set>
                                      <p:cBhvr>
                                        <p:cTn id="49" dur="1" fill="hold">
                                          <p:stCondLst>
                                            <p:cond delay="0"/>
                                          </p:stCondLst>
                                        </p:cTn>
                                        <p:tgtEl>
                                          <p:spTgt spid="319515"/>
                                        </p:tgtEl>
                                        <p:attrNameLst>
                                          <p:attrName>style.visibility</p:attrName>
                                        </p:attrNameLst>
                                      </p:cBhvr>
                                      <p:to>
                                        <p:strVal val="visible"/>
                                      </p:to>
                                    </p:set>
                                    <p:animEffect transition="in" filter="wipe(left)">
                                      <p:cBhvr>
                                        <p:cTn id="50" dur="500"/>
                                        <p:tgtEl>
                                          <p:spTgt spid="319515"/>
                                        </p:tgtEl>
                                      </p:cBhvr>
                                    </p:animEffect>
                                  </p:childTnLst>
                                </p:cTn>
                              </p:par>
                            </p:childTnLst>
                          </p:cTn>
                        </p:par>
                      </p:childTnLst>
                    </p:cTn>
                  </p:par>
                  <p:par>
                    <p:cTn id="51" fill="hold">
                      <p:stCondLst>
                        <p:cond delay="indefinite"/>
                      </p:stCondLst>
                      <p:childTnLst>
                        <p:par>
                          <p:cTn id="52" fill="hold">
                            <p:stCondLst>
                              <p:cond delay="0"/>
                            </p:stCondLst>
                            <p:childTnLst>
                              <p:par>
                                <p:cTn id="53" presetID="22" presetClass="entr" presetSubtype="8" fill="hold" grpId="0" nodeType="clickEffect">
                                  <p:stCondLst>
                                    <p:cond delay="0"/>
                                  </p:stCondLst>
                                  <p:childTnLst>
                                    <p:set>
                                      <p:cBhvr>
                                        <p:cTn id="54" dur="1" fill="hold">
                                          <p:stCondLst>
                                            <p:cond delay="0"/>
                                          </p:stCondLst>
                                        </p:cTn>
                                        <p:tgtEl>
                                          <p:spTgt spid="319516"/>
                                        </p:tgtEl>
                                        <p:attrNameLst>
                                          <p:attrName>style.visibility</p:attrName>
                                        </p:attrNameLst>
                                      </p:cBhvr>
                                      <p:to>
                                        <p:strVal val="visible"/>
                                      </p:to>
                                    </p:set>
                                    <p:animEffect transition="in" filter="wipe(left)">
                                      <p:cBhvr>
                                        <p:cTn id="55" dur="500"/>
                                        <p:tgtEl>
                                          <p:spTgt spid="3195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9501" grpId="0"/>
      <p:bldP spid="319510" grpId="0"/>
      <p:bldP spid="319514" grpId="0"/>
      <p:bldP spid="319516"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4"/>
          <p:cNvSpPr>
            <a:spLocks noGrp="1" noChangeArrowheads="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a:spcBef>
                <a:spcPct val="0"/>
              </a:spcBef>
              <a:buFontTx/>
              <a:buNone/>
            </a:pPr>
            <a:fld id="{03666162-ED80-423E-86E8-F569B3605C69}" type="datetime1">
              <a:rPr kumimoji="0" lang="zh-CN" altLang="en-US" sz="1200" smtClean="0">
                <a:solidFill>
                  <a:srgbClr val="000000"/>
                </a:solidFill>
                <a:ea typeface="宋体" panose="02010600030101010101" pitchFamily="2" charset="-122"/>
              </a:rPr>
            </a:fld>
            <a:endParaRPr kumimoji="0" lang="en-US" altLang="zh-CN" sz="1200">
              <a:solidFill>
                <a:srgbClr val="000000"/>
              </a:solidFill>
              <a:ea typeface="宋体" panose="02010600030101010101" pitchFamily="2" charset="-122"/>
            </a:endParaRPr>
          </a:p>
        </p:txBody>
      </p:sp>
      <p:sp>
        <p:nvSpPr>
          <p:cNvPr id="141314" name="Rectangle 2"/>
          <p:cNvSpPr>
            <a:spLocks noGrp="1" noChangeArrowheads="1"/>
          </p:cNvSpPr>
          <p:nvPr>
            <p:ph type="title"/>
          </p:nvPr>
        </p:nvSpPr>
        <p:spPr>
          <a:xfrm>
            <a:off x="649288" y="74613"/>
            <a:ext cx="4968875" cy="647700"/>
          </a:xfrm>
          <a:solidFill>
            <a:schemeClr val="bg1"/>
          </a:solidFill>
          <a:effectLst>
            <a:outerShdw dist="35921" dir="2700000" algn="ctr" rotWithShape="0">
              <a:schemeClr val="bg2"/>
            </a:outerShdw>
          </a:effectLst>
        </p:spPr>
        <p:txBody>
          <a:bodyPr/>
          <a:lstStyle/>
          <a:p>
            <a:pPr algn="l" eaLnBrk="1" hangingPunct="1">
              <a:defRPr/>
            </a:pPr>
            <a:r>
              <a:rPr kumimoji="0" lang="en-US" altLang="zh-CN" sz="2800" b="1">
                <a:solidFill>
                  <a:schemeClr val="tx1"/>
                </a:solidFill>
                <a:effectLst>
                  <a:outerShdw blurRad="38100" dist="38100" dir="2700000" algn="tl">
                    <a:srgbClr val="000000"/>
                  </a:outerShdw>
                </a:effectLst>
              </a:rPr>
              <a:t>5.4  </a:t>
            </a:r>
            <a:r>
              <a:rPr kumimoji="0" lang="zh-CN" altLang="en-US" sz="2800" b="1">
                <a:solidFill>
                  <a:schemeClr val="tx1"/>
                </a:solidFill>
                <a:effectLst>
                  <a:outerShdw blurRad="38100" dist="38100" dir="2700000" algn="tl">
                    <a:srgbClr val="000000"/>
                  </a:outerShdw>
                </a:effectLst>
              </a:rPr>
              <a:t>常用函数的拉普拉斯变换</a:t>
            </a:r>
            <a:endParaRPr kumimoji="0" lang="zh-CN" altLang="en-US" sz="2800" b="1">
              <a:solidFill>
                <a:schemeClr val="tx1"/>
              </a:solidFill>
              <a:effectLst>
                <a:outerShdw blurRad="38100" dist="38100" dir="2700000" algn="tl">
                  <a:srgbClr val="000000"/>
                </a:outerShdw>
              </a:effectLst>
            </a:endParaRPr>
          </a:p>
        </p:txBody>
      </p:sp>
      <p:sp>
        <p:nvSpPr>
          <p:cNvPr id="141315" name="Rectangle 3"/>
          <p:cNvSpPr>
            <a:spLocks noGrp="1" noChangeArrowheads="1"/>
          </p:cNvSpPr>
          <p:nvPr>
            <p:ph type="body" sz="half" idx="1"/>
          </p:nvPr>
        </p:nvSpPr>
        <p:spPr>
          <a:xfrm>
            <a:off x="643434" y="1507676"/>
            <a:ext cx="2807791" cy="574675"/>
          </a:xfrm>
          <a:solidFill>
            <a:schemeClr val="tx1"/>
          </a:solidFill>
          <a:effectLst>
            <a:outerShdw dist="35921" dir="2700000" algn="ctr" rotWithShape="0">
              <a:schemeClr val="bg2"/>
            </a:outerShdw>
          </a:effectLst>
        </p:spPr>
        <p:txBody>
          <a:bodyPr/>
          <a:lstStyle/>
          <a:p>
            <a:pPr marL="0" indent="0" eaLnBrk="1" hangingPunct="1">
              <a:buNone/>
              <a:defRPr/>
            </a:pPr>
            <a:r>
              <a:rPr kumimoji="0" lang="en-US" altLang="zh-CN" sz="2800" b="1" dirty="0">
                <a:solidFill>
                  <a:srgbClr val="000000"/>
                </a:solidFill>
                <a:effectLst>
                  <a:outerShdw blurRad="38100" dist="38100" dir="2700000" algn="tl">
                    <a:srgbClr val="DDDDDD"/>
                  </a:outerShdw>
                </a:effectLst>
              </a:rPr>
              <a:t>1)</a:t>
            </a:r>
            <a:r>
              <a:rPr kumimoji="0" lang="zh-CN" altLang="en-US" sz="2800" b="1" dirty="0">
                <a:solidFill>
                  <a:srgbClr val="000000"/>
                </a:solidFill>
                <a:effectLst>
                  <a:outerShdw blurRad="38100" dist="38100" dir="2700000" algn="tl">
                    <a:srgbClr val="DDDDDD"/>
                  </a:outerShdw>
                </a:effectLst>
              </a:rPr>
              <a:t>单边指数函数</a:t>
            </a:r>
            <a:endParaRPr kumimoji="0" lang="zh-CN" altLang="en-US" sz="2800" b="1" dirty="0">
              <a:solidFill>
                <a:srgbClr val="000000"/>
              </a:solidFill>
              <a:effectLst>
                <a:outerShdw blurRad="38100" dist="38100" dir="2700000" algn="tl">
                  <a:srgbClr val="DDDDDD"/>
                </a:outerShdw>
              </a:effectLst>
            </a:endParaRPr>
          </a:p>
        </p:txBody>
      </p:sp>
      <p:graphicFrame>
        <p:nvGraphicFramePr>
          <p:cNvPr id="2" name="Object 7"/>
          <p:cNvGraphicFramePr>
            <a:graphicFrameLocks noChangeAspect="1"/>
          </p:cNvGraphicFramePr>
          <p:nvPr/>
        </p:nvGraphicFramePr>
        <p:xfrm>
          <a:off x="539750" y="2424457"/>
          <a:ext cx="2524125" cy="573088"/>
        </p:xfrm>
        <a:graphic>
          <a:graphicData uri="http://schemas.openxmlformats.org/presentationml/2006/ole">
            <mc:AlternateContent xmlns:mc="http://schemas.openxmlformats.org/markup-compatibility/2006">
              <mc:Choice xmlns:v="urn:schemas-microsoft-com:vml" Requires="v">
                <p:oleObj spid="_x0000_s3" name="公式" r:id="rId1" imgW="825500" imgH="228600" progId="Equation.3">
                  <p:embed/>
                </p:oleObj>
              </mc:Choice>
              <mc:Fallback>
                <p:oleObj name="公式" r:id="rId1" imgW="825500" imgH="228600" progId="Equation.3">
                  <p:embed/>
                  <p:pic>
                    <p:nvPicPr>
                      <p:cNvPr id="0" name="Object 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9750" y="2424457"/>
                        <a:ext cx="2524125" cy="573088"/>
                      </a:xfrm>
                      <a:prstGeom prst="rect">
                        <a:avLst/>
                      </a:prstGeom>
                      <a:solidFill>
                        <a:schemeClr val="tx1"/>
                      </a:solidFill>
                      <a:ln>
                        <a:noFill/>
                      </a:ln>
                      <a:effectLst/>
                      <a:extLs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aphicFrame>
        <p:nvGraphicFramePr>
          <p:cNvPr id="19464" name="Object 8"/>
          <p:cNvGraphicFramePr>
            <a:graphicFrameLocks noChangeAspect="1"/>
          </p:cNvGraphicFramePr>
          <p:nvPr/>
        </p:nvGraphicFramePr>
        <p:xfrm>
          <a:off x="2987675" y="5157788"/>
          <a:ext cx="3311525" cy="1208087"/>
        </p:xfrm>
        <a:graphic>
          <a:graphicData uri="http://schemas.openxmlformats.org/presentationml/2006/ole">
            <mc:AlternateContent xmlns:mc="http://schemas.openxmlformats.org/markup-compatibility/2006">
              <mc:Choice xmlns:v="urn:schemas-microsoft-com:vml" Requires="v">
                <p:oleObj spid="_x0000_s4" name="公式" r:id="rId3" imgW="1078865" imgH="393700" progId="Equation.3">
                  <p:embed/>
                </p:oleObj>
              </mc:Choice>
              <mc:Fallback>
                <p:oleObj name="公式" r:id="rId3" imgW="1078865" imgH="393700" progId="Equation.3">
                  <p:embed/>
                  <p:pic>
                    <p:nvPicPr>
                      <p:cNvPr id="0" name="Object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87675" y="5157788"/>
                        <a:ext cx="3311525" cy="1208087"/>
                      </a:xfrm>
                      <a:prstGeom prst="rect">
                        <a:avLst/>
                      </a:prstGeom>
                      <a:solidFill>
                        <a:schemeClr val="tx1"/>
                      </a:solidFill>
                      <a:ln w="9525">
                        <a:solidFill>
                          <a:srgbClr val="FF0000"/>
                        </a:solidFill>
                        <a:miter lim="800000"/>
                        <a:headEnd/>
                        <a:tailEnd/>
                      </a:ln>
                      <a:effectLst>
                        <a:outerShdw dist="35921" dir="2700000" algn="ctr" rotWithShape="0">
                          <a:schemeClr val="bg2">
                            <a:alpha val="74997"/>
                          </a:schemeClr>
                        </a:outerShdw>
                      </a:effectLst>
                    </p:spPr>
                  </p:pic>
                </p:oleObj>
              </mc:Fallback>
            </mc:AlternateContent>
          </a:graphicData>
        </a:graphic>
      </p:graphicFrame>
      <p:graphicFrame>
        <p:nvGraphicFramePr>
          <p:cNvPr id="30727" name="Object 9"/>
          <p:cNvGraphicFramePr>
            <a:graphicFrameLocks noChangeAspect="1"/>
          </p:cNvGraphicFramePr>
          <p:nvPr/>
        </p:nvGraphicFramePr>
        <p:xfrm>
          <a:off x="4067944" y="1299368"/>
          <a:ext cx="1598612" cy="701675"/>
        </p:xfrm>
        <a:graphic>
          <a:graphicData uri="http://schemas.openxmlformats.org/presentationml/2006/ole">
            <mc:AlternateContent xmlns:mc="http://schemas.openxmlformats.org/markup-compatibility/2006">
              <mc:Choice xmlns:v="urn:schemas-microsoft-com:vml" Requires="v">
                <p:oleObj spid="_x0000_s5" name="公式" r:id="rId5" imgW="520700" imgH="228600" progId="Equation.3">
                  <p:embed/>
                </p:oleObj>
              </mc:Choice>
              <mc:Fallback>
                <p:oleObj name="公式" r:id="rId5" imgW="520700" imgH="228600" progId="Equation.3">
                  <p:embed/>
                  <p:pic>
                    <p:nvPicPr>
                      <p:cNvPr id="0" name="Object 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067944" y="1299368"/>
                        <a:ext cx="1598612" cy="701675"/>
                      </a:xfrm>
                      <a:prstGeom prst="rect">
                        <a:avLst/>
                      </a:prstGeom>
                      <a:solidFill>
                        <a:schemeClr val="tx1"/>
                      </a:solidFill>
                      <a:ln>
                        <a:noFill/>
                      </a:ln>
                      <a:effectLst>
                        <a:outerShdw dist="35921" dir="2700000" algn="ctr" rotWithShape="0">
                          <a:schemeClr val="bg2">
                            <a:alpha val="74997"/>
                          </a:schemeClr>
                        </a:outerShdw>
                      </a:effectLst>
                      <a:extLst>
                        <a:ext uri="{91240B29-F687-4F45-9708-019B960494DF}">
                          <a14:hiddenLine xmlns:a14="http://schemas.microsoft.com/office/drawing/2010/main" w="9525">
                            <a:solidFill>
                              <a:srgbClr val="FF0000"/>
                            </a:solidFill>
                            <a:miter lim="800000"/>
                            <a:headEnd/>
                            <a:tailEnd/>
                          </a14:hiddenLine>
                        </a:ext>
                      </a:extLst>
                    </p:spPr>
                  </p:pic>
                </p:oleObj>
              </mc:Fallback>
            </mc:AlternateContent>
          </a:graphicData>
        </a:graphic>
      </p:graphicFrame>
      <p:graphicFrame>
        <p:nvGraphicFramePr>
          <p:cNvPr id="19466" name="Object 10"/>
          <p:cNvGraphicFramePr>
            <a:graphicFrameLocks noChangeAspect="1"/>
          </p:cNvGraphicFramePr>
          <p:nvPr/>
        </p:nvGraphicFramePr>
        <p:xfrm>
          <a:off x="3133725" y="2241946"/>
          <a:ext cx="4681537" cy="1017588"/>
        </p:xfrm>
        <a:graphic>
          <a:graphicData uri="http://schemas.openxmlformats.org/presentationml/2006/ole">
            <mc:AlternateContent xmlns:mc="http://schemas.openxmlformats.org/markup-compatibility/2006">
              <mc:Choice xmlns:v="urn:schemas-microsoft-com:vml" Requires="v">
                <p:oleObj spid="_x0000_s6" name="公式" r:id="rId7" imgW="1586865" imgH="355600" progId="Equation.3">
                  <p:embed/>
                </p:oleObj>
              </mc:Choice>
              <mc:Fallback>
                <p:oleObj name="公式" r:id="rId7" imgW="1586865" imgH="355600" progId="Equation.3">
                  <p:embed/>
                  <p:pic>
                    <p:nvPicPr>
                      <p:cNvPr id="0" name="Object 10"/>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133725" y="2241946"/>
                        <a:ext cx="4681537" cy="1017588"/>
                      </a:xfrm>
                      <a:prstGeom prst="rect">
                        <a:avLst/>
                      </a:prstGeom>
                      <a:solidFill>
                        <a:schemeClr val="tx1"/>
                      </a:solidFill>
                      <a:ln w="9525">
                        <a:solidFill>
                          <a:schemeClr val="bg1"/>
                        </a:solidFill>
                        <a:miter lim="800000"/>
                        <a:headEnd/>
                        <a:tailEnd/>
                      </a:ln>
                      <a:effectLst>
                        <a:outerShdw dist="35921" dir="2700000" algn="ctr" rotWithShape="0">
                          <a:schemeClr val="bg2">
                            <a:alpha val="74997"/>
                          </a:schemeClr>
                        </a:outerShdw>
                      </a:effectLst>
                    </p:spPr>
                  </p:pic>
                </p:oleObj>
              </mc:Fallback>
            </mc:AlternateContent>
          </a:graphicData>
        </a:graphic>
      </p:graphicFrame>
      <p:graphicFrame>
        <p:nvGraphicFramePr>
          <p:cNvPr id="19467" name="Object 11"/>
          <p:cNvGraphicFramePr>
            <a:graphicFrameLocks noChangeAspect="1"/>
          </p:cNvGraphicFramePr>
          <p:nvPr/>
        </p:nvGraphicFramePr>
        <p:xfrm>
          <a:off x="2700338" y="3500438"/>
          <a:ext cx="5256212" cy="1028700"/>
        </p:xfrm>
        <a:graphic>
          <a:graphicData uri="http://schemas.openxmlformats.org/presentationml/2006/ole">
            <mc:AlternateContent xmlns:mc="http://schemas.openxmlformats.org/markup-compatibility/2006">
              <mc:Choice xmlns:v="urn:schemas-microsoft-com:vml" Requires="v">
                <p:oleObj spid="_x0000_s7" name="公式" r:id="rId9" imgW="1651000" imgH="393700" progId="Equation.3">
                  <p:embed/>
                </p:oleObj>
              </mc:Choice>
              <mc:Fallback>
                <p:oleObj name="公式" r:id="rId9" imgW="1651000" imgH="393700" progId="Equation.3">
                  <p:embed/>
                  <p:pic>
                    <p:nvPicPr>
                      <p:cNvPr id="0" name="Object 11"/>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700338" y="3500438"/>
                        <a:ext cx="5256212" cy="1028700"/>
                      </a:xfrm>
                      <a:prstGeom prst="rect">
                        <a:avLst/>
                      </a:prstGeom>
                      <a:solidFill>
                        <a:schemeClr val="tx1"/>
                      </a:solidFill>
                      <a:ln w="9525">
                        <a:solidFill>
                          <a:schemeClr val="bg1"/>
                        </a:solidFill>
                        <a:miter lim="800000"/>
                        <a:headEnd/>
                        <a:tailEnd/>
                      </a:ln>
                      <a:effectLst>
                        <a:outerShdw dist="35921" dir="2700000" algn="ctr" rotWithShape="0">
                          <a:schemeClr val="bg2">
                            <a:alpha val="74997"/>
                          </a:schemeClr>
                        </a:outerShdw>
                      </a:effectLst>
                    </p:spPr>
                  </p:pic>
                </p:oleObj>
              </mc:Fallback>
            </mc:AlternateContent>
          </a:graphicData>
        </a:graphic>
      </p:graphicFrame>
      <p:sp>
        <p:nvSpPr>
          <p:cNvPr id="11" name="Rectangle 3"/>
          <p:cNvSpPr txBox="1">
            <a:spLocks noChangeArrowheads="1"/>
          </p:cNvSpPr>
          <p:nvPr/>
        </p:nvSpPr>
        <p:spPr bwMode="auto">
          <a:xfrm>
            <a:off x="572481" y="797718"/>
            <a:ext cx="3495463" cy="574675"/>
          </a:xfrm>
          <a:prstGeom prst="rect">
            <a:avLst/>
          </a:prstGeom>
          <a:solidFill>
            <a:schemeClr val="tx1"/>
          </a:solidFill>
          <a:ln w="9525">
            <a:noFill/>
            <a:miter lim="800000"/>
          </a:ln>
          <a:effectLst>
            <a:outerShdw dist="35921" dir="2700000" algn="ctr" rotWithShape="0">
              <a:schemeClr val="bg2"/>
            </a:outerShdw>
          </a:effectLst>
        </p:spPr>
        <p:txBody>
          <a:bodyPr vert="horz" wrap="square" lIns="91440" tIns="45720" rIns="91440" bIns="45720" numCol="1" anchor="t" anchorCtr="0" compatLnSpc="1"/>
          <a:lstStyle>
            <a:lvl1pPr marL="342900" indent="-342900" algn="l" rtl="0" eaLnBrk="0" fontAlgn="base" hangingPunct="0">
              <a:spcBef>
                <a:spcPct val="20000"/>
              </a:spcBef>
              <a:spcAft>
                <a:spcPct val="0"/>
              </a:spcAft>
              <a:buChar char="•"/>
              <a:defRPr kumimoji="1" sz="3200">
                <a:solidFill>
                  <a:schemeClr val="tx1"/>
                </a:solidFill>
                <a:effectLst>
                  <a:outerShdw blurRad="38100" dist="38100" dir="2700000" algn="tl">
                    <a:srgbClr val="C0C0C0"/>
                  </a:outerShdw>
                </a:effectLst>
                <a:latin typeface="+mn-lt"/>
                <a:ea typeface="+mn-ea"/>
                <a:cs typeface="华文中宋" panose="02010600040101010101" charset="-122"/>
              </a:defRPr>
            </a:lvl1pPr>
            <a:lvl2pPr marL="742950" indent="-285750" algn="l" rtl="0" eaLnBrk="0" fontAlgn="base" hangingPunct="0">
              <a:spcBef>
                <a:spcPct val="20000"/>
              </a:spcBef>
              <a:spcAft>
                <a:spcPct val="0"/>
              </a:spcAft>
              <a:buChar char="–"/>
              <a:defRPr kumimoji="1" sz="2800">
                <a:solidFill>
                  <a:schemeClr val="tx1"/>
                </a:solidFill>
                <a:effectLst>
                  <a:outerShdw blurRad="38100" dist="38100" dir="2700000" algn="tl">
                    <a:srgbClr val="C0C0C0"/>
                  </a:outerShdw>
                </a:effectLst>
                <a:latin typeface="+mn-lt"/>
                <a:ea typeface="+mn-ea"/>
                <a:cs typeface="华文中宋" panose="02010600040101010101" charset="-122"/>
              </a:defRPr>
            </a:lvl2pPr>
            <a:lvl3pPr marL="1143000" indent="-228600" algn="l" rtl="0" eaLnBrk="0" fontAlgn="base" hangingPunct="0">
              <a:spcBef>
                <a:spcPct val="20000"/>
              </a:spcBef>
              <a:spcAft>
                <a:spcPct val="0"/>
              </a:spcAft>
              <a:buChar char="•"/>
              <a:defRPr kumimoji="1" sz="2400">
                <a:solidFill>
                  <a:schemeClr val="tx1"/>
                </a:solidFill>
                <a:effectLst>
                  <a:outerShdw blurRad="38100" dist="38100" dir="2700000" algn="tl">
                    <a:srgbClr val="C0C0C0"/>
                  </a:outerShdw>
                </a:effectLst>
                <a:latin typeface="+mn-lt"/>
                <a:ea typeface="+mn-ea"/>
                <a:cs typeface="华文中宋" panose="02010600040101010101" charset="-122"/>
              </a:defRPr>
            </a:lvl3pPr>
            <a:lvl4pPr marL="1600200" indent="-228600" algn="l" rtl="0" eaLnBrk="0" fontAlgn="base" hangingPunct="0">
              <a:spcBef>
                <a:spcPct val="20000"/>
              </a:spcBef>
              <a:spcAft>
                <a:spcPct val="0"/>
              </a:spcAft>
              <a:buChar char="–"/>
              <a:defRPr kumimoji="1" sz="2000">
                <a:solidFill>
                  <a:schemeClr val="tx1"/>
                </a:solidFill>
                <a:effectLst>
                  <a:outerShdw blurRad="38100" dist="38100" dir="2700000" algn="tl">
                    <a:srgbClr val="C0C0C0"/>
                  </a:outerShdw>
                </a:effectLst>
                <a:latin typeface="+mn-lt"/>
                <a:ea typeface="+mn-ea"/>
                <a:cs typeface="华文中宋" panose="02010600040101010101" charset="-122"/>
              </a:defRPr>
            </a:lvl4pPr>
            <a:lvl5pPr marL="2057400" indent="-228600" algn="l" rtl="0" eaLnBrk="0" fontAlgn="base" hangingPunct="0">
              <a:spcBef>
                <a:spcPct val="20000"/>
              </a:spcBef>
              <a:spcAft>
                <a:spcPct val="0"/>
              </a:spcAft>
              <a:buChar char="»"/>
              <a:defRPr kumimoji="1" sz="2000">
                <a:solidFill>
                  <a:schemeClr val="tx1"/>
                </a:solidFill>
                <a:effectLst>
                  <a:outerShdw blurRad="38100" dist="38100" dir="2700000" algn="tl">
                    <a:srgbClr val="C0C0C0"/>
                  </a:outerShdw>
                </a:effectLst>
                <a:latin typeface="+mn-lt"/>
                <a:ea typeface="+mn-ea"/>
                <a:cs typeface="华文中宋" panose="02010600040101010101" charset="-122"/>
              </a:defRPr>
            </a:lvl5pPr>
            <a:lvl6pPr marL="2514600" indent="-228600" algn="l" rtl="0" fontAlgn="base">
              <a:spcBef>
                <a:spcPct val="20000"/>
              </a:spcBef>
              <a:spcAft>
                <a:spcPct val="0"/>
              </a:spcAft>
              <a:buChar char="»"/>
              <a:defRPr sz="2000">
                <a:solidFill>
                  <a:schemeClr val="tx1"/>
                </a:solidFill>
                <a:effectLst>
                  <a:outerShdw blurRad="38100" dist="38100" dir="2700000" algn="tl">
                    <a:srgbClr val="C0C0C0"/>
                  </a:outerShdw>
                </a:effectLst>
                <a:latin typeface="+mn-lt"/>
                <a:ea typeface="+mn-ea"/>
              </a:defRPr>
            </a:lvl6pPr>
            <a:lvl7pPr marL="2971800" indent="-228600" algn="l" rtl="0" fontAlgn="base">
              <a:spcBef>
                <a:spcPct val="20000"/>
              </a:spcBef>
              <a:spcAft>
                <a:spcPct val="0"/>
              </a:spcAft>
              <a:buChar char="»"/>
              <a:defRPr sz="2000">
                <a:solidFill>
                  <a:schemeClr val="tx1"/>
                </a:solidFill>
                <a:effectLst>
                  <a:outerShdw blurRad="38100" dist="38100" dir="2700000" algn="tl">
                    <a:srgbClr val="C0C0C0"/>
                  </a:outerShdw>
                </a:effectLst>
                <a:latin typeface="+mn-lt"/>
                <a:ea typeface="+mn-ea"/>
              </a:defRPr>
            </a:lvl7pPr>
            <a:lvl8pPr marL="3429000" indent="-228600" algn="l" rtl="0" fontAlgn="base">
              <a:spcBef>
                <a:spcPct val="20000"/>
              </a:spcBef>
              <a:spcAft>
                <a:spcPct val="0"/>
              </a:spcAft>
              <a:buChar char="»"/>
              <a:defRPr sz="2000">
                <a:solidFill>
                  <a:schemeClr val="tx1"/>
                </a:solidFill>
                <a:effectLst>
                  <a:outerShdw blurRad="38100" dist="38100" dir="2700000" algn="tl">
                    <a:srgbClr val="C0C0C0"/>
                  </a:outerShdw>
                </a:effectLst>
                <a:latin typeface="+mn-lt"/>
                <a:ea typeface="+mn-ea"/>
              </a:defRPr>
            </a:lvl8pPr>
            <a:lvl9pPr marL="3886200" indent="-228600" algn="l" rtl="0" fontAlgn="base">
              <a:spcBef>
                <a:spcPct val="20000"/>
              </a:spcBef>
              <a:spcAft>
                <a:spcPct val="0"/>
              </a:spcAft>
              <a:buChar char="»"/>
              <a:defRPr sz="2000">
                <a:solidFill>
                  <a:schemeClr val="tx1"/>
                </a:solidFill>
                <a:effectLst>
                  <a:outerShdw blurRad="38100" dist="38100" dir="2700000" algn="tl">
                    <a:srgbClr val="C0C0C0"/>
                  </a:outerShdw>
                </a:effectLst>
                <a:latin typeface="+mn-lt"/>
                <a:ea typeface="+mn-ea"/>
              </a:defRPr>
            </a:lvl9pPr>
          </a:lstStyle>
          <a:p>
            <a:pPr marL="0" indent="0" eaLnBrk="1" hangingPunct="1">
              <a:buNone/>
              <a:defRPr/>
            </a:pPr>
            <a:r>
              <a:rPr kumimoji="0" lang="en-US" altLang="zh-CN" sz="2800" kern="0" dirty="0">
                <a:solidFill>
                  <a:srgbClr val="FF0000"/>
                </a:solidFill>
                <a:effectLst>
                  <a:outerShdw blurRad="38100" dist="38100" dir="2700000" algn="tl">
                    <a:srgbClr val="DDDDDD"/>
                  </a:outerShdw>
                </a:effectLst>
              </a:rPr>
              <a:t>1</a:t>
            </a:r>
            <a:r>
              <a:rPr kumimoji="0" lang="zh-CN" altLang="en-US" sz="2800" kern="0" dirty="0">
                <a:solidFill>
                  <a:srgbClr val="FF0000"/>
                </a:solidFill>
                <a:effectLst>
                  <a:outerShdw blurRad="38100" dist="38100" dir="2700000" algn="tl">
                    <a:srgbClr val="DDDDDD"/>
                  </a:outerShdw>
                </a:effectLst>
              </a:rPr>
              <a:t>、</a:t>
            </a:r>
            <a:r>
              <a:rPr kumimoji="0" lang="zh-CN" altLang="en-US" sz="2800" b="1" kern="0" dirty="0">
                <a:solidFill>
                  <a:srgbClr val="FF0000"/>
                </a:solidFill>
                <a:effectLst>
                  <a:outerShdw blurRad="38100" dist="38100" dir="2700000" algn="tl">
                    <a:srgbClr val="DDDDDD"/>
                  </a:outerShdw>
                </a:effectLst>
              </a:rPr>
              <a:t>指数类函数</a:t>
            </a:r>
            <a:endParaRPr kumimoji="0" lang="zh-CN" altLang="en-US" sz="2800" b="1" kern="0" dirty="0">
              <a:solidFill>
                <a:srgbClr val="FF0000"/>
              </a:solidFill>
              <a:effectLst>
                <a:outerShdw blurRad="38100" dist="38100" dir="2700000" algn="tl">
                  <a:srgbClr val="DDDDDD"/>
                </a:outerShdw>
              </a:effectLst>
            </a:endParaRPr>
          </a:p>
        </p:txBody>
      </p:sp>
    </p:spTree>
    <p:custDataLst>
      <p:tags r:id="rId11"/>
    </p:custDataLst>
  </p:cSld>
  <p:clrMapOvr>
    <a:masterClrMapping/>
  </p:clrMapOvr>
  <mc:AlternateContent xmlns:mc="http://schemas.openxmlformats.org/markup-compatibility/2006">
    <mc:Choice xmlns:p14="http://schemas.microsoft.com/office/powerpoint/2010/main" Requires="p14">
      <p:transition spd="slow" p14:dur="2000" advTm="4176"/>
    </mc:Choice>
    <mc:Fallback>
      <p:transition spd="slow" advTm="4176"/>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5" presetClass="entr" presetSubtype="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1000" fill="hold"/>
                                        <p:tgtEl>
                                          <p:spTgt spid="2"/>
                                        </p:tgtEl>
                                        <p:attrNameLst>
                                          <p:attrName>ppt_w</p:attrName>
                                        </p:attrNameLst>
                                      </p:cBhvr>
                                      <p:tavLst>
                                        <p:tav tm="0">
                                          <p:val>
                                            <p:strVal val="#ppt_w*0.70"/>
                                          </p:val>
                                        </p:tav>
                                        <p:tav tm="100000">
                                          <p:val>
                                            <p:strVal val="#ppt_w"/>
                                          </p:val>
                                        </p:tav>
                                      </p:tavLst>
                                    </p:anim>
                                    <p:anim calcmode="lin" valueType="num">
                                      <p:cBhvr>
                                        <p:cTn id="8" dur="1000" fill="hold"/>
                                        <p:tgtEl>
                                          <p:spTgt spid="2"/>
                                        </p:tgtEl>
                                        <p:attrNameLst>
                                          <p:attrName>ppt_h</p:attrName>
                                        </p:attrNameLst>
                                      </p:cBhvr>
                                      <p:tavLst>
                                        <p:tav tm="0">
                                          <p:val>
                                            <p:strVal val="#ppt_h"/>
                                          </p:val>
                                        </p:tav>
                                        <p:tav tm="100000">
                                          <p:val>
                                            <p:strVal val="#ppt_h"/>
                                          </p:val>
                                        </p:tav>
                                      </p:tavLst>
                                    </p:anim>
                                    <p:animEffect transition="in" filter="fade">
                                      <p:cBhvr>
                                        <p:cTn id="9" dur="1000"/>
                                        <p:tgtEl>
                                          <p:spTgt spid="2"/>
                                        </p:tgtEl>
                                      </p:cBhvr>
                                    </p:animEffect>
                                  </p:childTnLst>
                                </p:cTn>
                              </p:par>
                            </p:childTnLst>
                          </p:cTn>
                        </p:par>
                      </p:childTnLst>
                    </p:cTn>
                  </p:par>
                  <p:par>
                    <p:cTn id="10" fill="hold">
                      <p:stCondLst>
                        <p:cond delay="indefinite"/>
                      </p:stCondLst>
                      <p:childTnLst>
                        <p:par>
                          <p:cTn id="11" fill="hold">
                            <p:stCondLst>
                              <p:cond delay="0"/>
                            </p:stCondLst>
                            <p:childTnLst>
                              <p:par>
                                <p:cTn id="12" presetID="55" presetClass="entr" presetSubtype="0" fill="hold" nodeType="clickEffect">
                                  <p:stCondLst>
                                    <p:cond delay="0"/>
                                  </p:stCondLst>
                                  <p:childTnLst>
                                    <p:set>
                                      <p:cBhvr>
                                        <p:cTn id="13" dur="1" fill="hold">
                                          <p:stCondLst>
                                            <p:cond delay="0"/>
                                          </p:stCondLst>
                                        </p:cTn>
                                        <p:tgtEl>
                                          <p:spTgt spid="19466"/>
                                        </p:tgtEl>
                                        <p:attrNameLst>
                                          <p:attrName>style.visibility</p:attrName>
                                        </p:attrNameLst>
                                      </p:cBhvr>
                                      <p:to>
                                        <p:strVal val="visible"/>
                                      </p:to>
                                    </p:set>
                                    <p:anim calcmode="lin" valueType="num">
                                      <p:cBhvr>
                                        <p:cTn id="14" dur="1000" fill="hold"/>
                                        <p:tgtEl>
                                          <p:spTgt spid="19466"/>
                                        </p:tgtEl>
                                        <p:attrNameLst>
                                          <p:attrName>ppt_w</p:attrName>
                                        </p:attrNameLst>
                                      </p:cBhvr>
                                      <p:tavLst>
                                        <p:tav tm="0">
                                          <p:val>
                                            <p:strVal val="#ppt_w*0.70"/>
                                          </p:val>
                                        </p:tav>
                                        <p:tav tm="100000">
                                          <p:val>
                                            <p:strVal val="#ppt_w"/>
                                          </p:val>
                                        </p:tav>
                                      </p:tavLst>
                                    </p:anim>
                                    <p:anim calcmode="lin" valueType="num">
                                      <p:cBhvr>
                                        <p:cTn id="15" dur="1000" fill="hold"/>
                                        <p:tgtEl>
                                          <p:spTgt spid="19466"/>
                                        </p:tgtEl>
                                        <p:attrNameLst>
                                          <p:attrName>ppt_h</p:attrName>
                                        </p:attrNameLst>
                                      </p:cBhvr>
                                      <p:tavLst>
                                        <p:tav tm="0">
                                          <p:val>
                                            <p:strVal val="#ppt_h"/>
                                          </p:val>
                                        </p:tav>
                                        <p:tav tm="100000">
                                          <p:val>
                                            <p:strVal val="#ppt_h"/>
                                          </p:val>
                                        </p:tav>
                                      </p:tavLst>
                                    </p:anim>
                                    <p:animEffect transition="in" filter="fade">
                                      <p:cBhvr>
                                        <p:cTn id="16" dur="1000"/>
                                        <p:tgtEl>
                                          <p:spTgt spid="19466"/>
                                        </p:tgtEl>
                                      </p:cBhvr>
                                    </p:animEffect>
                                  </p:childTnLst>
                                </p:cTn>
                              </p:par>
                            </p:childTnLst>
                          </p:cTn>
                        </p:par>
                      </p:childTnLst>
                    </p:cTn>
                  </p:par>
                  <p:par>
                    <p:cTn id="17" fill="hold">
                      <p:stCondLst>
                        <p:cond delay="indefinite"/>
                      </p:stCondLst>
                      <p:childTnLst>
                        <p:par>
                          <p:cTn id="18" fill="hold">
                            <p:stCondLst>
                              <p:cond delay="0"/>
                            </p:stCondLst>
                            <p:childTnLst>
                              <p:par>
                                <p:cTn id="19" presetID="55" presetClass="entr" presetSubtype="0" fill="hold" nodeType="clickEffect">
                                  <p:stCondLst>
                                    <p:cond delay="0"/>
                                  </p:stCondLst>
                                  <p:childTnLst>
                                    <p:set>
                                      <p:cBhvr>
                                        <p:cTn id="20" dur="1" fill="hold">
                                          <p:stCondLst>
                                            <p:cond delay="0"/>
                                          </p:stCondLst>
                                        </p:cTn>
                                        <p:tgtEl>
                                          <p:spTgt spid="19467"/>
                                        </p:tgtEl>
                                        <p:attrNameLst>
                                          <p:attrName>style.visibility</p:attrName>
                                        </p:attrNameLst>
                                      </p:cBhvr>
                                      <p:to>
                                        <p:strVal val="visible"/>
                                      </p:to>
                                    </p:set>
                                    <p:anim calcmode="lin" valueType="num">
                                      <p:cBhvr>
                                        <p:cTn id="21" dur="1000" fill="hold"/>
                                        <p:tgtEl>
                                          <p:spTgt spid="19467"/>
                                        </p:tgtEl>
                                        <p:attrNameLst>
                                          <p:attrName>ppt_w</p:attrName>
                                        </p:attrNameLst>
                                      </p:cBhvr>
                                      <p:tavLst>
                                        <p:tav tm="0">
                                          <p:val>
                                            <p:strVal val="#ppt_w*0.70"/>
                                          </p:val>
                                        </p:tav>
                                        <p:tav tm="100000">
                                          <p:val>
                                            <p:strVal val="#ppt_w"/>
                                          </p:val>
                                        </p:tav>
                                      </p:tavLst>
                                    </p:anim>
                                    <p:anim calcmode="lin" valueType="num">
                                      <p:cBhvr>
                                        <p:cTn id="22" dur="1000" fill="hold"/>
                                        <p:tgtEl>
                                          <p:spTgt spid="19467"/>
                                        </p:tgtEl>
                                        <p:attrNameLst>
                                          <p:attrName>ppt_h</p:attrName>
                                        </p:attrNameLst>
                                      </p:cBhvr>
                                      <p:tavLst>
                                        <p:tav tm="0">
                                          <p:val>
                                            <p:strVal val="#ppt_h"/>
                                          </p:val>
                                        </p:tav>
                                        <p:tav tm="100000">
                                          <p:val>
                                            <p:strVal val="#ppt_h"/>
                                          </p:val>
                                        </p:tav>
                                      </p:tavLst>
                                    </p:anim>
                                    <p:animEffect transition="in" filter="fade">
                                      <p:cBhvr>
                                        <p:cTn id="23" dur="1000"/>
                                        <p:tgtEl>
                                          <p:spTgt spid="19467"/>
                                        </p:tgtEl>
                                      </p:cBhvr>
                                    </p:animEffect>
                                  </p:childTnLst>
                                </p:cTn>
                              </p:par>
                            </p:childTnLst>
                          </p:cTn>
                        </p:par>
                        <p:par>
                          <p:cTn id="24" fill="hold">
                            <p:stCondLst>
                              <p:cond delay="1000"/>
                            </p:stCondLst>
                            <p:childTnLst>
                              <p:par>
                                <p:cTn id="25" presetID="55" presetClass="entr" presetSubtype="0" fill="hold" nodeType="afterEffect">
                                  <p:stCondLst>
                                    <p:cond delay="0"/>
                                  </p:stCondLst>
                                  <p:childTnLst>
                                    <p:set>
                                      <p:cBhvr>
                                        <p:cTn id="26" dur="1" fill="hold">
                                          <p:stCondLst>
                                            <p:cond delay="0"/>
                                          </p:stCondLst>
                                        </p:cTn>
                                        <p:tgtEl>
                                          <p:spTgt spid="19464"/>
                                        </p:tgtEl>
                                        <p:attrNameLst>
                                          <p:attrName>style.visibility</p:attrName>
                                        </p:attrNameLst>
                                      </p:cBhvr>
                                      <p:to>
                                        <p:strVal val="visible"/>
                                      </p:to>
                                    </p:set>
                                    <p:anim calcmode="lin" valueType="num">
                                      <p:cBhvr>
                                        <p:cTn id="27" dur="1000" fill="hold"/>
                                        <p:tgtEl>
                                          <p:spTgt spid="19464"/>
                                        </p:tgtEl>
                                        <p:attrNameLst>
                                          <p:attrName>ppt_w</p:attrName>
                                        </p:attrNameLst>
                                      </p:cBhvr>
                                      <p:tavLst>
                                        <p:tav tm="0">
                                          <p:val>
                                            <p:strVal val="#ppt_w*0.70"/>
                                          </p:val>
                                        </p:tav>
                                        <p:tav tm="100000">
                                          <p:val>
                                            <p:strVal val="#ppt_w"/>
                                          </p:val>
                                        </p:tav>
                                      </p:tavLst>
                                    </p:anim>
                                    <p:anim calcmode="lin" valueType="num">
                                      <p:cBhvr>
                                        <p:cTn id="28" dur="1000" fill="hold"/>
                                        <p:tgtEl>
                                          <p:spTgt spid="19464"/>
                                        </p:tgtEl>
                                        <p:attrNameLst>
                                          <p:attrName>ppt_h</p:attrName>
                                        </p:attrNameLst>
                                      </p:cBhvr>
                                      <p:tavLst>
                                        <p:tav tm="0">
                                          <p:val>
                                            <p:strVal val="#ppt_h"/>
                                          </p:val>
                                        </p:tav>
                                        <p:tav tm="100000">
                                          <p:val>
                                            <p:strVal val="#ppt_h"/>
                                          </p:val>
                                        </p:tav>
                                      </p:tavLst>
                                    </p:anim>
                                    <p:animEffect transition="in" filter="fade">
                                      <p:cBhvr>
                                        <p:cTn id="29" dur="1000"/>
                                        <p:tgtEl>
                                          <p:spTgt spid="1946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4"/>
          <p:cNvSpPr>
            <a:spLocks noGrp="1" noChangeArrowheads="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a:spcBef>
                <a:spcPct val="0"/>
              </a:spcBef>
              <a:buFontTx/>
              <a:buNone/>
            </a:pPr>
            <a:fld id="{B20407FA-B855-42B8-AB30-DC4922F92607}" type="datetime1">
              <a:rPr kumimoji="0" lang="zh-CN" altLang="en-US" sz="1200" smtClean="0">
                <a:solidFill>
                  <a:srgbClr val="000000"/>
                </a:solidFill>
                <a:ea typeface="宋体" panose="02010600030101010101" pitchFamily="2" charset="-122"/>
              </a:rPr>
            </a:fld>
            <a:endParaRPr kumimoji="0" lang="en-US" altLang="zh-CN" sz="1200">
              <a:solidFill>
                <a:srgbClr val="000000"/>
              </a:solidFill>
              <a:ea typeface="宋体" panose="02010600030101010101" pitchFamily="2" charset="-122"/>
            </a:endParaRPr>
          </a:p>
        </p:txBody>
      </p:sp>
      <mc:AlternateContent xmlns:mc="http://schemas.openxmlformats.org/markup-compatibility/2006">
        <mc:Choice xmlns:a14="http://schemas.microsoft.com/office/drawing/2010/main" Requires="a14">
          <p:sp>
            <p:nvSpPr>
              <p:cNvPr id="31747" name="Object 3"/>
              <p:cNvSpPr txBox="1">
                <a:spLocks noGrp="1"/>
              </p:cNvSpPr>
              <p:nvPr>
                <p:ph sz="half" idx="2"/>
              </p:nvPr>
            </p:nvSpPr>
            <p:spPr bwMode="auto">
              <a:xfrm>
                <a:off x="900113" y="981075"/>
                <a:ext cx="3697287" cy="576263"/>
              </a:xfrm>
              <a:prstGeom prst="rect">
                <a:avLst/>
              </a:prstGeom>
              <a:solidFill>
                <a:schemeClr val="tx1"/>
              </a:solidFill>
              <a:ln>
                <a:noFill/>
              </a:ln>
              <a:effectLst/>
            </p:spPr>
            <p:txBody>
              <a:bodyPr>
                <a:noAutofit/>
              </a:bodyPr>
              <a:lstStyle/>
              <a:p>
                <a:pPr>
                  <a:buNone/>
                </a:pPr>
                <a14:m>
                  <m:oMathPara xmlns:m="http://schemas.openxmlformats.org/officeDocument/2006/math">
                    <m:oMathParaPr>
                      <m:jc m:val="left"/>
                    </m:oMathParaPr>
                    <m:oMath xmlns:m="http://schemas.openxmlformats.org/officeDocument/2006/math">
                      <m:r>
                        <a:rPr lang="en-US" altLang="zh-CN" i="1">
                          <a:solidFill>
                            <a:srgbClr val="000000"/>
                          </a:solidFill>
                          <a:latin typeface="Cambria Math" panose="02040503050406030204" pitchFamily="18" charset="0"/>
                        </a:rPr>
                        <m:t>2</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单位阶跃函数</m:t>
                      </m:r>
                      <m:r>
                        <a:rPr lang="zh-CN" altLang="en-US" i="1">
                          <a:solidFill>
                            <a:srgbClr val="000000"/>
                          </a:solidFill>
                          <a:latin typeface="Cambria Math" panose="02040503050406030204" pitchFamily="18" charset="0"/>
                        </a:rPr>
                        <m:t>𝜀</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m:t>
                      </m:r>
                    </m:oMath>
                  </m:oMathPara>
                </a14:m>
                <a:endParaRPr lang="zh-CN" altLang="en-US" dirty="0"/>
              </a:p>
            </p:txBody>
          </p:sp>
        </mc:Choice>
        <mc:Fallback>
          <p:sp>
            <p:nvSpPr>
              <p:cNvPr id="31747" name="Object 3"/>
              <p:cNvSpPr txBox="1">
                <a:spLocks noRot="1" noChangeAspect="1" noMove="1" noResize="1" noEditPoints="1" noAdjustHandles="1" noChangeArrowheads="1" noChangeShapeType="1" noTextEdit="1"/>
              </p:cNvSpPr>
              <p:nvPr>
                <p:ph sz="half" idx="2"/>
              </p:nvPr>
            </p:nvSpPr>
            <p:spPr bwMode="auto">
              <a:xfrm>
                <a:off x="900113" y="981075"/>
                <a:ext cx="3697287" cy="576263"/>
              </a:xfrm>
              <a:prstGeom prst="rect">
                <a:avLst/>
              </a:prstGeom>
              <a:blipFill rotWithShape="1">
                <a:blip r:embed="rId1"/>
                <a:stretch>
                  <a:fillRect l="-9" b="55"/>
                </a:stretch>
              </a:blipFill>
              <a:ln>
                <a:noFill/>
              </a:ln>
              <a:effectLst/>
            </p:spPr>
            <p:txBody>
              <a:bodyPr/>
              <a:lstStyle/>
              <a:p>
                <a:r>
                  <a:rPr lang="zh-CN" altLang="en-US">
                    <a:noFill/>
                  </a:rPr>
                  <a:t> </a:t>
                </a:r>
              </a:p>
            </p:txBody>
          </p:sp>
        </mc:Fallback>
      </mc:AlternateContent>
      <p:sp>
        <p:nvSpPr>
          <p:cNvPr id="31748" name="Text Box 4"/>
          <p:cNvSpPr txBox="1">
            <a:spLocks noChangeArrowheads="1"/>
          </p:cNvSpPr>
          <p:nvPr/>
        </p:nvSpPr>
        <p:spPr bwMode="auto">
          <a:xfrm>
            <a:off x="971550" y="1989138"/>
            <a:ext cx="201612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spcBef>
                <a:spcPct val="50000"/>
              </a:spcBef>
              <a:buFontTx/>
              <a:buNone/>
            </a:pPr>
            <a:r>
              <a:rPr kumimoji="0" lang="zh-CN" altLang="en-US" sz="2800">
                <a:latin typeface="Times New Roman" panose="02020603050405020304" pitchFamily="18" charset="0"/>
                <a:ea typeface="楷体_GB2312" pitchFamily="49" charset="-122"/>
              </a:rPr>
              <a:t>推广可得：</a:t>
            </a:r>
            <a:endParaRPr kumimoji="0" lang="zh-CN" altLang="en-US" sz="2800">
              <a:latin typeface="Times New Roman" panose="02020603050405020304" pitchFamily="18" charset="0"/>
              <a:ea typeface="楷体_GB2312" pitchFamily="49" charset="-122"/>
            </a:endParaRPr>
          </a:p>
        </p:txBody>
      </p:sp>
      <mc:AlternateContent xmlns:mc="http://schemas.openxmlformats.org/markup-compatibility/2006">
        <mc:Choice xmlns:a14="http://schemas.microsoft.com/office/drawing/2010/main" Requires="a14">
          <p:sp>
            <p:nvSpPr>
              <p:cNvPr id="31749" name="Object 5"/>
              <p:cNvSpPr txBox="1">
                <a:spLocks noGrp="1"/>
              </p:cNvSpPr>
              <p:nvPr>
                <p:ph sz="half" idx="1"/>
              </p:nvPr>
            </p:nvSpPr>
            <p:spPr bwMode="auto">
              <a:xfrm>
                <a:off x="987425" y="2640013"/>
                <a:ext cx="4622800" cy="663575"/>
              </a:xfrm>
              <a:prstGeom prst="rect">
                <a:avLst/>
              </a:prstGeom>
              <a:solidFill>
                <a:schemeClr val="tx1"/>
              </a:solidFill>
              <a:ln>
                <a:noFill/>
              </a:ln>
              <a:effectLst/>
            </p:spPr>
            <p:txBody>
              <a:bodyPr>
                <a:normAutofit/>
              </a:bodyPr>
              <a:lstStyle/>
              <a:p>
                <a:pPr>
                  <a:buNone/>
                </a:pPr>
                <a14:m>
                  <m:oMathPara xmlns:m="http://schemas.openxmlformats.org/officeDocument/2006/math">
                    <m:oMathParaPr>
                      <m:jc m:val="left"/>
                    </m:oMathParaPr>
                    <m:oMath xmlns:m="http://schemas.openxmlformats.org/officeDocument/2006/math">
                      <m:r>
                        <a:rPr lang="en-US" altLang="zh-CN" sz="3200" i="1">
                          <a:solidFill>
                            <a:srgbClr val="000000"/>
                          </a:solidFill>
                          <a:latin typeface="Cambria Math" panose="02040503050406030204" pitchFamily="18" charset="0"/>
                        </a:rPr>
                        <m:t>3</m:t>
                      </m:r>
                      <m:r>
                        <a:rPr lang="zh-CN" altLang="en-US" sz="3200" i="1">
                          <a:solidFill>
                            <a:srgbClr val="000000"/>
                          </a:solidFill>
                          <a:latin typeface="Cambria Math" panose="02040503050406030204" pitchFamily="18" charset="0"/>
                        </a:rPr>
                        <m:t>)</m:t>
                      </m:r>
                      <m:r>
                        <a:rPr lang="zh-CN" altLang="en-US" sz="3200" i="1">
                          <a:solidFill>
                            <a:srgbClr val="000000"/>
                          </a:solidFill>
                          <a:latin typeface="Cambria Math" panose="02040503050406030204" pitchFamily="18" charset="0"/>
                        </a:rPr>
                        <m:t>单边正弦</m:t>
                      </m:r>
                      <m:func>
                        <m:funcPr>
                          <m:ctrlPr>
                            <a:rPr lang="zh-CN" altLang="en-US" sz="3200" i="1">
                              <a:solidFill>
                                <a:srgbClr val="000000"/>
                              </a:solidFill>
                              <a:latin typeface="Cambria Math" panose="02040503050406030204" pitchFamily="18" charset="0"/>
                            </a:rPr>
                          </m:ctrlPr>
                        </m:funcPr>
                        <m:fName>
                          <m:r>
                            <m:rPr>
                              <m:sty m:val="p"/>
                            </m:rPr>
                            <a:rPr lang="zh-CN" altLang="en-US" sz="3200" i="0">
                              <a:solidFill>
                                <a:srgbClr val="000000"/>
                              </a:solidFill>
                              <a:latin typeface="Cambria Math" panose="02040503050406030204" pitchFamily="18" charset="0"/>
                            </a:rPr>
                            <m:t>sin</m:t>
                          </m:r>
                        </m:fName>
                        <m:e>
                          <m:r>
                            <a:rPr lang="zh-CN" altLang="en-US" sz="3200" i="1">
                              <a:solidFill>
                                <a:srgbClr val="000000"/>
                              </a:solidFill>
                              <a:latin typeface="Cambria Math" panose="02040503050406030204" pitchFamily="18" charset="0"/>
                            </a:rPr>
                            <m:t>(</m:t>
                          </m:r>
                        </m:e>
                      </m:func>
                      <m:r>
                        <a:rPr lang="zh-CN" altLang="en-US" sz="3200" i="1">
                          <a:solidFill>
                            <a:srgbClr val="000000"/>
                          </a:solidFill>
                          <a:latin typeface="Cambria Math" panose="02040503050406030204" pitchFamily="18" charset="0"/>
                        </a:rPr>
                        <m:t>𝜔</m:t>
                      </m:r>
                      <m:r>
                        <a:rPr lang="zh-CN" altLang="en-US" sz="3200" i="1">
                          <a:solidFill>
                            <a:srgbClr val="000000"/>
                          </a:solidFill>
                          <a:latin typeface="Cambria Math" panose="02040503050406030204" pitchFamily="18" charset="0"/>
                        </a:rPr>
                        <m:t>𝑡</m:t>
                      </m:r>
                      <m:r>
                        <a:rPr lang="zh-CN" altLang="en-US" sz="3200" i="1">
                          <a:solidFill>
                            <a:srgbClr val="000000"/>
                          </a:solidFill>
                          <a:latin typeface="Cambria Math" panose="02040503050406030204" pitchFamily="18" charset="0"/>
                        </a:rPr>
                        <m:t>)</m:t>
                      </m:r>
                      <m:r>
                        <a:rPr lang="zh-CN" altLang="en-US" sz="3200" i="1">
                          <a:solidFill>
                            <a:srgbClr val="000000"/>
                          </a:solidFill>
                          <a:latin typeface="Cambria Math" panose="02040503050406030204" pitchFamily="18" charset="0"/>
                        </a:rPr>
                        <m:t>𝜀</m:t>
                      </m:r>
                      <m:r>
                        <a:rPr lang="zh-CN" altLang="en-US" sz="3200" i="1">
                          <a:solidFill>
                            <a:srgbClr val="000000"/>
                          </a:solidFill>
                          <a:latin typeface="Cambria Math" panose="02040503050406030204" pitchFamily="18" charset="0"/>
                        </a:rPr>
                        <m:t>(</m:t>
                      </m:r>
                      <m:r>
                        <a:rPr lang="zh-CN" altLang="en-US" sz="3200" i="1">
                          <a:solidFill>
                            <a:srgbClr val="000000"/>
                          </a:solidFill>
                          <a:latin typeface="Cambria Math" panose="02040503050406030204" pitchFamily="18" charset="0"/>
                        </a:rPr>
                        <m:t>𝑡</m:t>
                      </m:r>
                      <m:r>
                        <a:rPr lang="zh-CN" altLang="en-US" sz="3200" i="1">
                          <a:solidFill>
                            <a:srgbClr val="000000"/>
                          </a:solidFill>
                          <a:latin typeface="Cambria Math" panose="02040503050406030204" pitchFamily="18" charset="0"/>
                        </a:rPr>
                        <m:t>)</m:t>
                      </m:r>
                    </m:oMath>
                  </m:oMathPara>
                </a14:m>
                <a:endParaRPr lang="zh-CN" altLang="en-US" sz="3200" dirty="0"/>
              </a:p>
            </p:txBody>
          </p:sp>
        </mc:Choice>
        <mc:Fallback>
          <p:sp>
            <p:nvSpPr>
              <p:cNvPr id="31749" name="Object 5"/>
              <p:cNvSpPr txBox="1">
                <a:spLocks noRot="1" noChangeAspect="1" noMove="1" noResize="1" noEditPoints="1" noAdjustHandles="1" noChangeArrowheads="1" noChangeShapeType="1" noTextEdit="1"/>
              </p:cNvSpPr>
              <p:nvPr>
                <p:ph sz="half" idx="1"/>
              </p:nvPr>
            </p:nvSpPr>
            <p:spPr bwMode="auto">
              <a:xfrm>
                <a:off x="987425" y="2640013"/>
                <a:ext cx="4622800" cy="663575"/>
              </a:xfrm>
              <a:prstGeom prst="rect">
                <a:avLst/>
              </a:prstGeom>
              <a:blipFill rotWithShape="1">
                <a:blip r:embed="rId2"/>
                <a:stretch>
                  <a:fillRect t="-48" b="48"/>
                </a:stretch>
              </a:blipFill>
              <a:ln>
                <a:noFill/>
              </a:ln>
              <a:effectLst/>
            </p:spPr>
            <p:txBody>
              <a:bodyPr/>
              <a:lstStyle/>
              <a:p>
                <a:r>
                  <a:rPr lang="zh-CN" altLang="en-US">
                    <a:noFill/>
                  </a:rPr>
                  <a:t> </a:t>
                </a:r>
              </a:p>
            </p:txBody>
          </p:sp>
        </mc:Fallback>
      </mc:AlternateContent>
      <p:graphicFrame>
        <p:nvGraphicFramePr>
          <p:cNvPr id="31750" name="Object 8"/>
          <p:cNvGraphicFramePr>
            <a:graphicFrameLocks noChangeAspect="1"/>
          </p:cNvGraphicFramePr>
          <p:nvPr/>
        </p:nvGraphicFramePr>
        <p:xfrm>
          <a:off x="5940425" y="188913"/>
          <a:ext cx="2532063" cy="923925"/>
        </p:xfrm>
        <a:graphic>
          <a:graphicData uri="http://schemas.openxmlformats.org/presentationml/2006/ole">
            <mc:AlternateContent xmlns:mc="http://schemas.openxmlformats.org/markup-compatibility/2006">
              <mc:Choice xmlns:v="urn:schemas-microsoft-com:vml" Requires="v">
                <p:oleObj spid="_x0000_s2" name="公式" r:id="rId3" imgW="1078865" imgH="393700" progId="Equation.3">
                  <p:embed/>
                </p:oleObj>
              </mc:Choice>
              <mc:Fallback>
                <p:oleObj name="公式" r:id="rId3" imgW="1078865" imgH="393700" progId="Equation.3">
                  <p:embed/>
                  <p:pic>
                    <p:nvPicPr>
                      <p:cNvPr id="0" name="Object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940425" y="188913"/>
                        <a:ext cx="2532063" cy="923925"/>
                      </a:xfrm>
                      <a:prstGeom prst="rect">
                        <a:avLst/>
                      </a:prstGeom>
                      <a:solidFill>
                        <a:schemeClr val="tx1"/>
                      </a:solidFill>
                      <a:ln w="9525">
                        <a:solidFill>
                          <a:srgbClr val="FF0000"/>
                        </a:solidFill>
                        <a:miter lim="800000"/>
                        <a:headEnd/>
                        <a:tailEnd/>
                      </a:ln>
                      <a:effectLst>
                        <a:outerShdw dist="35921" dir="2700000" algn="ctr" rotWithShape="0">
                          <a:schemeClr val="bg2">
                            <a:alpha val="74997"/>
                          </a:schemeClr>
                        </a:outerShdw>
                      </a:effectLst>
                    </p:spPr>
                  </p:pic>
                </p:oleObj>
              </mc:Fallback>
            </mc:AlternateContent>
          </a:graphicData>
        </a:graphic>
      </p:graphicFrame>
      <p:sp>
        <p:nvSpPr>
          <p:cNvPr id="141314" name="Rectangle 2"/>
          <p:cNvSpPr>
            <a:spLocks noChangeArrowheads="1"/>
          </p:cNvSpPr>
          <p:nvPr/>
        </p:nvSpPr>
        <p:spPr bwMode="auto">
          <a:xfrm>
            <a:off x="539750" y="63500"/>
            <a:ext cx="4968875" cy="647700"/>
          </a:xfrm>
          <a:prstGeom prst="rect">
            <a:avLst/>
          </a:prstGeom>
          <a:solidFill>
            <a:schemeClr val="bg1"/>
          </a:solidFill>
          <a:ln>
            <a:noFill/>
          </a:ln>
          <a:effectLst>
            <a:outerShdw blurRad="63500" dist="38099" dir="2700000" algn="ctr" rotWithShape="0">
              <a:schemeClr val="bg2">
                <a:alpha val="74998"/>
              </a:schemeClr>
            </a:outerShdw>
          </a:effectLst>
        </p:spPr>
        <p:txBody>
          <a:bodyPr anchor="ctr"/>
          <a:lstStyle/>
          <a:p>
            <a:pPr eaLnBrk="1" hangingPunct="1">
              <a:defRPr/>
            </a:pPr>
            <a:r>
              <a:rPr lang="en-US" altLang="zh-CN" sz="2800">
                <a:effectLst>
                  <a:outerShdw blurRad="38100" dist="38100" dir="2700000" algn="tl">
                    <a:srgbClr val="000000"/>
                  </a:outerShdw>
                </a:effectLst>
                <a:ea typeface="黑体" panose="02010609060101010101" charset="-122"/>
              </a:rPr>
              <a:t>5.4  </a:t>
            </a:r>
            <a:r>
              <a:rPr lang="zh-CN" altLang="en-US" sz="2800">
                <a:effectLst>
                  <a:outerShdw blurRad="38100" dist="38100" dir="2700000" algn="tl">
                    <a:srgbClr val="000000"/>
                  </a:outerShdw>
                </a:effectLst>
                <a:ea typeface="黑体" panose="02010609060101010101" charset="-122"/>
              </a:rPr>
              <a:t>常用函数的拉普拉斯变换</a:t>
            </a:r>
            <a:endParaRPr lang="zh-CN" altLang="en-US" sz="2800">
              <a:effectLst>
                <a:outerShdw blurRad="38100" dist="38100" dir="2700000" algn="tl">
                  <a:srgbClr val="000000"/>
                </a:outerShdw>
              </a:effectLst>
              <a:ea typeface="黑体" panose="02010609060101010101" charset="-122"/>
            </a:endParaRPr>
          </a:p>
        </p:txBody>
      </p:sp>
      <p:graphicFrame>
        <p:nvGraphicFramePr>
          <p:cNvPr id="3" name="Object 5"/>
          <p:cNvGraphicFramePr>
            <a:graphicFrameLocks noChangeAspect="1"/>
          </p:cNvGraphicFramePr>
          <p:nvPr/>
        </p:nvGraphicFramePr>
        <p:xfrm>
          <a:off x="971550" y="1700213"/>
          <a:ext cx="4392613" cy="674687"/>
        </p:xfrm>
        <a:graphic>
          <a:graphicData uri="http://schemas.openxmlformats.org/presentationml/2006/ole">
            <mc:AlternateContent xmlns:mc="http://schemas.openxmlformats.org/markup-compatibility/2006">
              <mc:Choice xmlns:v="urn:schemas-microsoft-com:vml" Requires="v">
                <p:oleObj spid="_x0000_s4" name="公式" r:id="rId5" imgW="1651000" imgH="254000" progId="Equation.3">
                  <p:embed/>
                </p:oleObj>
              </mc:Choice>
              <mc:Fallback>
                <p:oleObj name="公式" r:id="rId5" imgW="1651000" imgH="254000" progId="Equation.3">
                  <p:embed/>
                  <p:pic>
                    <p:nvPicPr>
                      <p:cNvPr id="0"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71550" y="1700213"/>
                        <a:ext cx="4392613" cy="674687"/>
                      </a:xfrm>
                      <a:prstGeom prst="rect">
                        <a:avLst/>
                      </a:prstGeom>
                      <a:solidFill>
                        <a:schemeClr val="tx1"/>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 name="Object 6"/>
          <p:cNvGraphicFramePr>
            <a:graphicFrameLocks noChangeAspect="1"/>
          </p:cNvGraphicFramePr>
          <p:nvPr/>
        </p:nvGraphicFramePr>
        <p:xfrm>
          <a:off x="4562793" y="1345089"/>
          <a:ext cx="2263140" cy="1181735"/>
        </p:xfrm>
        <a:graphic>
          <a:graphicData uri="http://schemas.openxmlformats.org/presentationml/2006/ole">
            <mc:AlternateContent xmlns:mc="http://schemas.openxmlformats.org/markup-compatibility/2006">
              <mc:Choice xmlns:v="urn:schemas-microsoft-com:vml" Requires="v">
                <p:oleObj spid="_x0000_s6" name="公式" r:id="rId7" imgW="850900" imgH="444500" progId="Equation.3">
                  <p:embed/>
                </p:oleObj>
              </mc:Choice>
              <mc:Fallback>
                <p:oleObj name="公式" r:id="rId7" imgW="850900" imgH="444500" progId="Equation.3">
                  <p:embed/>
                  <p:pic>
                    <p:nvPicPr>
                      <p:cNvPr id="0" name="Object 6"/>
                      <p:cNvPicPr>
                        <a:picLocks noChangeAspect="1" noChangeArrowheads="1"/>
                      </p:cNvPicPr>
                      <p:nvPr/>
                    </p:nvPicPr>
                    <p:blipFill>
                      <a:blip r:embed="rId8"/>
                      <a:srcRect/>
                      <a:stretch>
                        <a:fillRect/>
                      </a:stretch>
                    </p:blipFill>
                    <p:spPr bwMode="auto">
                      <a:xfrm>
                        <a:off x="4562793" y="1345089"/>
                        <a:ext cx="2263140" cy="1181735"/>
                      </a:xfrm>
                      <a:prstGeom prst="rect">
                        <a:avLst/>
                      </a:prstGeom>
                      <a:solidFill>
                        <a:schemeClr val="tx1"/>
                      </a:solidFill>
                      <a:ln w="9525">
                        <a:solidFill>
                          <a:schemeClr val="bg1"/>
                        </a:solidFill>
                        <a:miter lim="800000"/>
                        <a:headEnd/>
                        <a:tailEnd/>
                      </a:ln>
                      <a:effectLst>
                        <a:outerShdw dist="35921" dir="2700000" algn="ctr" rotWithShape="0">
                          <a:srgbClr val="808080">
                            <a:alpha val="74997"/>
                          </a:srgbClr>
                        </a:outerShdw>
                      </a:effectLst>
                    </p:spPr>
                  </p:pic>
                </p:oleObj>
              </mc:Fallback>
            </mc:AlternateContent>
          </a:graphicData>
        </a:graphic>
      </p:graphicFrame>
      <p:graphicFrame>
        <p:nvGraphicFramePr>
          <p:cNvPr id="7" name="Object 7"/>
          <p:cNvGraphicFramePr>
            <a:graphicFrameLocks noChangeAspect="1"/>
          </p:cNvGraphicFramePr>
          <p:nvPr/>
        </p:nvGraphicFramePr>
        <p:xfrm>
          <a:off x="1116013" y="3644900"/>
          <a:ext cx="1244600" cy="554038"/>
        </p:xfrm>
        <a:graphic>
          <a:graphicData uri="http://schemas.openxmlformats.org/presentationml/2006/ole">
            <mc:AlternateContent xmlns:mc="http://schemas.openxmlformats.org/markup-compatibility/2006">
              <mc:Choice xmlns:v="urn:schemas-microsoft-com:vml" Requires="v">
                <p:oleObj spid="_x0000_s8" name="公式" r:id="rId9" imgW="457200" imgH="203200" progId="Equation.3">
                  <p:embed/>
                </p:oleObj>
              </mc:Choice>
              <mc:Fallback>
                <p:oleObj name="公式" r:id="rId9" imgW="457200" imgH="203200" progId="Equation.3">
                  <p:embed/>
                  <p:pic>
                    <p:nvPicPr>
                      <p:cNvPr id="0" name="Object 7"/>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116013" y="3644900"/>
                        <a:ext cx="1244600" cy="554038"/>
                      </a:xfrm>
                      <a:prstGeom prst="rect">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aphicFrame>
        <p:nvGraphicFramePr>
          <p:cNvPr id="20493" name="Object 13"/>
          <p:cNvGraphicFramePr>
            <a:graphicFrameLocks noChangeAspect="1"/>
          </p:cNvGraphicFramePr>
          <p:nvPr/>
        </p:nvGraphicFramePr>
        <p:xfrm>
          <a:off x="1979613" y="4508500"/>
          <a:ext cx="5472112" cy="1122363"/>
        </p:xfrm>
        <a:graphic>
          <a:graphicData uri="http://schemas.openxmlformats.org/presentationml/2006/ole">
            <mc:AlternateContent xmlns:mc="http://schemas.openxmlformats.org/markup-compatibility/2006">
              <mc:Choice xmlns:v="urn:schemas-microsoft-com:vml" Requires="v">
                <p:oleObj spid="_x0000_s9" name="公式" r:id="rId11" imgW="2044700" imgH="419100" progId="Equation.3">
                  <p:embed/>
                </p:oleObj>
              </mc:Choice>
              <mc:Fallback>
                <p:oleObj name="公式" r:id="rId11" imgW="2044700" imgH="419100" progId="Equation.3">
                  <p:embed/>
                  <p:pic>
                    <p:nvPicPr>
                      <p:cNvPr id="0" name="Object 13"/>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979613" y="4508500"/>
                        <a:ext cx="5472112" cy="11223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aphicFrame>
        <p:nvGraphicFramePr>
          <p:cNvPr id="10" name="Object 9"/>
          <p:cNvGraphicFramePr>
            <a:graphicFrameLocks noChangeAspect="1"/>
          </p:cNvGraphicFramePr>
          <p:nvPr/>
        </p:nvGraphicFramePr>
        <p:xfrm>
          <a:off x="2484438" y="3429000"/>
          <a:ext cx="4117975" cy="1143000"/>
        </p:xfrm>
        <a:graphic>
          <a:graphicData uri="http://schemas.openxmlformats.org/presentationml/2006/ole">
            <mc:AlternateContent xmlns:mc="http://schemas.openxmlformats.org/markup-compatibility/2006">
              <mc:Choice xmlns:v="urn:schemas-microsoft-com:vml" Requires="v">
                <p:oleObj spid="_x0000_s11" name="公式" r:id="rId13" imgW="1511300" imgH="419100" progId="Equation.3">
                  <p:embed/>
                </p:oleObj>
              </mc:Choice>
              <mc:Fallback>
                <p:oleObj name="公式" r:id="rId13" imgW="1511300" imgH="419100" progId="Equation.3">
                  <p:embed/>
                  <p:pic>
                    <p:nvPicPr>
                      <p:cNvPr id="0" name="Object 9"/>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484438" y="3429000"/>
                        <a:ext cx="4117975" cy="1143000"/>
                      </a:xfrm>
                      <a:prstGeom prst="rect">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sp>
        <p:nvSpPr>
          <p:cNvPr id="12" name="墨迹 5"/>
          <p:cNvSpPr/>
          <p:nvPr/>
        </p:nvSpPr>
        <p:spPr bwMode="auto">
          <a:xfrm>
            <a:off x="3465000" y="488880"/>
            <a:ext cx="5700960" cy="2973960"/>
          </a:xfrm>
        </p:spPr>
      </p:sp>
    </p:spTree>
    <p:custDataLst>
      <p:tags r:id="rId15"/>
    </p:custDataLst>
  </p:cSld>
  <p:clrMapOvr>
    <a:masterClrMapping/>
  </p:clrMapOvr>
  <p:transition advTm="35644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dissolv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dissolve">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55" presetClass="entr" presetSubtype="0" fill="hold" grpId="0" nodeType="clickEffect">
                                  <p:stCondLst>
                                    <p:cond delay="0"/>
                                  </p:stCondLst>
                                  <p:childTnLst>
                                    <p:set>
                                      <p:cBhvr>
                                        <p:cTn id="16" dur="1" fill="hold">
                                          <p:stCondLst>
                                            <p:cond delay="0"/>
                                          </p:stCondLst>
                                        </p:cTn>
                                        <p:tgtEl>
                                          <p:spTgt spid="31749">
                                            <p:txEl>
                                              <p:pRg st="0" end="0"/>
                                            </p:txEl>
                                          </p:spTgt>
                                        </p:tgtEl>
                                        <p:attrNameLst>
                                          <p:attrName>style.visibility</p:attrName>
                                        </p:attrNameLst>
                                      </p:cBhvr>
                                      <p:to>
                                        <p:strVal val="visible"/>
                                      </p:to>
                                    </p:set>
                                    <p:anim calcmode="lin" valueType="num">
                                      <p:cBhvr>
                                        <p:cTn id="17" dur="1000" fill="hold"/>
                                        <p:tgtEl>
                                          <p:spTgt spid="31749">
                                            <p:txEl>
                                              <p:pRg st="0" end="0"/>
                                            </p:txEl>
                                          </p:spTgt>
                                        </p:tgtEl>
                                        <p:attrNameLst>
                                          <p:attrName>ppt_w</p:attrName>
                                        </p:attrNameLst>
                                      </p:cBhvr>
                                      <p:tavLst>
                                        <p:tav tm="0">
                                          <p:val>
                                            <p:strVal val="#ppt_w*0.70"/>
                                          </p:val>
                                        </p:tav>
                                        <p:tav tm="100000">
                                          <p:val>
                                            <p:strVal val="#ppt_w"/>
                                          </p:val>
                                        </p:tav>
                                      </p:tavLst>
                                    </p:anim>
                                    <p:anim calcmode="lin" valueType="num">
                                      <p:cBhvr>
                                        <p:cTn id="18" dur="1000" fill="hold"/>
                                        <p:tgtEl>
                                          <p:spTgt spid="31749">
                                            <p:txEl>
                                              <p:pRg st="0" end="0"/>
                                            </p:txEl>
                                          </p:spTgt>
                                        </p:tgtEl>
                                        <p:attrNameLst>
                                          <p:attrName>ppt_h</p:attrName>
                                        </p:attrNameLst>
                                      </p:cBhvr>
                                      <p:tavLst>
                                        <p:tav tm="0">
                                          <p:val>
                                            <p:strVal val="#ppt_h"/>
                                          </p:val>
                                        </p:tav>
                                        <p:tav tm="100000">
                                          <p:val>
                                            <p:strVal val="#ppt_h"/>
                                          </p:val>
                                        </p:tav>
                                      </p:tavLst>
                                    </p:anim>
                                    <p:animEffect transition="in" filter="fade">
                                      <p:cBhvr>
                                        <p:cTn id="19" dur="1000"/>
                                        <p:tgtEl>
                                          <p:spTgt spid="31749">
                                            <p:txEl>
                                              <p:pRg st="0" end="0"/>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55" presetClass="entr" presetSubtype="0" fill="hold" nodeType="clickEffect">
                                  <p:stCondLst>
                                    <p:cond delay="0"/>
                                  </p:stCondLst>
                                  <p:childTnLst>
                                    <p:set>
                                      <p:cBhvr>
                                        <p:cTn id="23" dur="1" fill="hold">
                                          <p:stCondLst>
                                            <p:cond delay="0"/>
                                          </p:stCondLst>
                                        </p:cTn>
                                        <p:tgtEl>
                                          <p:spTgt spid="7"/>
                                        </p:tgtEl>
                                        <p:attrNameLst>
                                          <p:attrName>style.visibility</p:attrName>
                                        </p:attrNameLst>
                                      </p:cBhvr>
                                      <p:to>
                                        <p:strVal val="visible"/>
                                      </p:to>
                                    </p:set>
                                    <p:anim calcmode="lin" valueType="num">
                                      <p:cBhvr>
                                        <p:cTn id="24" dur="1000" fill="hold"/>
                                        <p:tgtEl>
                                          <p:spTgt spid="7"/>
                                        </p:tgtEl>
                                        <p:attrNameLst>
                                          <p:attrName>ppt_w</p:attrName>
                                        </p:attrNameLst>
                                      </p:cBhvr>
                                      <p:tavLst>
                                        <p:tav tm="0">
                                          <p:val>
                                            <p:strVal val="#ppt_w*0.70"/>
                                          </p:val>
                                        </p:tav>
                                        <p:tav tm="100000">
                                          <p:val>
                                            <p:strVal val="#ppt_w"/>
                                          </p:val>
                                        </p:tav>
                                      </p:tavLst>
                                    </p:anim>
                                    <p:anim calcmode="lin" valueType="num">
                                      <p:cBhvr>
                                        <p:cTn id="25" dur="1000" fill="hold"/>
                                        <p:tgtEl>
                                          <p:spTgt spid="7"/>
                                        </p:tgtEl>
                                        <p:attrNameLst>
                                          <p:attrName>ppt_h</p:attrName>
                                        </p:attrNameLst>
                                      </p:cBhvr>
                                      <p:tavLst>
                                        <p:tav tm="0">
                                          <p:val>
                                            <p:strVal val="#ppt_h"/>
                                          </p:val>
                                        </p:tav>
                                        <p:tav tm="100000">
                                          <p:val>
                                            <p:strVal val="#ppt_h"/>
                                          </p:val>
                                        </p:tav>
                                      </p:tavLst>
                                    </p:anim>
                                    <p:animEffect transition="in" filter="fade">
                                      <p:cBhvr>
                                        <p:cTn id="26" dur="1000"/>
                                        <p:tgtEl>
                                          <p:spTgt spid="7"/>
                                        </p:tgtEl>
                                      </p:cBhvr>
                                    </p:animEffect>
                                  </p:childTnLst>
                                </p:cTn>
                              </p:par>
                              <p:par>
                                <p:cTn id="27" presetID="55" presetClass="entr" presetSubtype="0" fill="hold" nodeType="withEffect">
                                  <p:stCondLst>
                                    <p:cond delay="0"/>
                                  </p:stCondLst>
                                  <p:childTnLst>
                                    <p:set>
                                      <p:cBhvr>
                                        <p:cTn id="28" dur="1" fill="hold">
                                          <p:stCondLst>
                                            <p:cond delay="0"/>
                                          </p:stCondLst>
                                        </p:cTn>
                                        <p:tgtEl>
                                          <p:spTgt spid="10"/>
                                        </p:tgtEl>
                                        <p:attrNameLst>
                                          <p:attrName>style.visibility</p:attrName>
                                        </p:attrNameLst>
                                      </p:cBhvr>
                                      <p:to>
                                        <p:strVal val="visible"/>
                                      </p:to>
                                    </p:set>
                                    <p:anim calcmode="lin" valueType="num">
                                      <p:cBhvr>
                                        <p:cTn id="29" dur="1000" fill="hold"/>
                                        <p:tgtEl>
                                          <p:spTgt spid="10"/>
                                        </p:tgtEl>
                                        <p:attrNameLst>
                                          <p:attrName>ppt_w</p:attrName>
                                        </p:attrNameLst>
                                      </p:cBhvr>
                                      <p:tavLst>
                                        <p:tav tm="0">
                                          <p:val>
                                            <p:strVal val="#ppt_w*0.70"/>
                                          </p:val>
                                        </p:tav>
                                        <p:tav tm="100000">
                                          <p:val>
                                            <p:strVal val="#ppt_w"/>
                                          </p:val>
                                        </p:tav>
                                      </p:tavLst>
                                    </p:anim>
                                    <p:anim calcmode="lin" valueType="num">
                                      <p:cBhvr>
                                        <p:cTn id="30" dur="1000" fill="hold"/>
                                        <p:tgtEl>
                                          <p:spTgt spid="10"/>
                                        </p:tgtEl>
                                        <p:attrNameLst>
                                          <p:attrName>ppt_h</p:attrName>
                                        </p:attrNameLst>
                                      </p:cBhvr>
                                      <p:tavLst>
                                        <p:tav tm="0">
                                          <p:val>
                                            <p:strVal val="#ppt_h"/>
                                          </p:val>
                                        </p:tav>
                                        <p:tav tm="100000">
                                          <p:val>
                                            <p:strVal val="#ppt_h"/>
                                          </p:val>
                                        </p:tav>
                                      </p:tavLst>
                                    </p:anim>
                                    <p:animEffect transition="in" filter="fade">
                                      <p:cBhvr>
                                        <p:cTn id="31" dur="1000"/>
                                        <p:tgtEl>
                                          <p:spTgt spid="10"/>
                                        </p:tgtEl>
                                      </p:cBhvr>
                                    </p:animEffect>
                                  </p:childTnLst>
                                </p:cTn>
                              </p:par>
                            </p:childTnLst>
                          </p:cTn>
                        </p:par>
                      </p:childTnLst>
                    </p:cTn>
                  </p:par>
                  <p:par>
                    <p:cTn id="32" fill="hold">
                      <p:stCondLst>
                        <p:cond delay="indefinite"/>
                      </p:stCondLst>
                      <p:childTnLst>
                        <p:par>
                          <p:cTn id="33" fill="hold">
                            <p:stCondLst>
                              <p:cond delay="0"/>
                            </p:stCondLst>
                            <p:childTnLst>
                              <p:par>
                                <p:cTn id="34" presetID="55" presetClass="entr" presetSubtype="0" fill="hold" nodeType="clickEffect">
                                  <p:stCondLst>
                                    <p:cond delay="0"/>
                                  </p:stCondLst>
                                  <p:childTnLst>
                                    <p:set>
                                      <p:cBhvr>
                                        <p:cTn id="35" dur="1" fill="hold">
                                          <p:stCondLst>
                                            <p:cond delay="0"/>
                                          </p:stCondLst>
                                        </p:cTn>
                                        <p:tgtEl>
                                          <p:spTgt spid="20493"/>
                                        </p:tgtEl>
                                        <p:attrNameLst>
                                          <p:attrName>style.visibility</p:attrName>
                                        </p:attrNameLst>
                                      </p:cBhvr>
                                      <p:to>
                                        <p:strVal val="visible"/>
                                      </p:to>
                                    </p:set>
                                    <p:anim calcmode="lin" valueType="num">
                                      <p:cBhvr>
                                        <p:cTn id="36" dur="1000" fill="hold"/>
                                        <p:tgtEl>
                                          <p:spTgt spid="20493"/>
                                        </p:tgtEl>
                                        <p:attrNameLst>
                                          <p:attrName>ppt_w</p:attrName>
                                        </p:attrNameLst>
                                      </p:cBhvr>
                                      <p:tavLst>
                                        <p:tav tm="0">
                                          <p:val>
                                            <p:strVal val="#ppt_w*0.70"/>
                                          </p:val>
                                        </p:tav>
                                        <p:tav tm="100000">
                                          <p:val>
                                            <p:strVal val="#ppt_w"/>
                                          </p:val>
                                        </p:tav>
                                      </p:tavLst>
                                    </p:anim>
                                    <p:anim calcmode="lin" valueType="num">
                                      <p:cBhvr>
                                        <p:cTn id="37" dur="1000" fill="hold"/>
                                        <p:tgtEl>
                                          <p:spTgt spid="20493"/>
                                        </p:tgtEl>
                                        <p:attrNameLst>
                                          <p:attrName>ppt_h</p:attrName>
                                        </p:attrNameLst>
                                      </p:cBhvr>
                                      <p:tavLst>
                                        <p:tav tm="0">
                                          <p:val>
                                            <p:strVal val="#ppt_h"/>
                                          </p:val>
                                        </p:tav>
                                        <p:tav tm="100000">
                                          <p:val>
                                            <p:strVal val="#ppt_h"/>
                                          </p:val>
                                        </p:tav>
                                      </p:tavLst>
                                    </p:anim>
                                    <p:animEffect transition="in" filter="fade">
                                      <p:cBhvr>
                                        <p:cTn id="38" dur="1000"/>
                                        <p:tgtEl>
                                          <p:spTgt spid="2049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749" grpId="0" animBg="1" build="p"/>
      <p:bldP spid="31749" grpId="1" animBg="1" build="p"/>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4"/>
          <p:cNvSpPr>
            <a:spLocks noGrp="1" noChangeArrowheads="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a:spcBef>
                <a:spcPct val="0"/>
              </a:spcBef>
              <a:buFontTx/>
              <a:buNone/>
            </a:pPr>
            <a:fld id="{64E8C7D4-724E-46C4-B1DC-65D9A98A139D}" type="datetime1">
              <a:rPr kumimoji="0" lang="zh-CN" altLang="en-US" sz="1200" smtClean="0">
                <a:solidFill>
                  <a:srgbClr val="000000"/>
                </a:solidFill>
                <a:ea typeface="宋体" panose="02010600030101010101" pitchFamily="2" charset="-122"/>
              </a:rPr>
            </a:fld>
            <a:endParaRPr kumimoji="0" lang="en-US" altLang="zh-CN" sz="1200">
              <a:solidFill>
                <a:srgbClr val="000000"/>
              </a:solidFill>
              <a:ea typeface="宋体" panose="02010600030101010101" pitchFamily="2" charset="-122"/>
            </a:endParaRPr>
          </a:p>
        </p:txBody>
      </p:sp>
      <mc:AlternateContent xmlns:mc="http://schemas.openxmlformats.org/markup-compatibility/2006">
        <mc:Choice xmlns:a14="http://schemas.microsoft.com/office/drawing/2010/main" Requires="a14">
          <p:sp>
            <p:nvSpPr>
              <p:cNvPr id="32771" name="Object 3"/>
              <p:cNvSpPr txBox="1">
                <a:spLocks noGrp="1"/>
              </p:cNvSpPr>
              <p:nvPr>
                <p:ph sz="half" idx="1"/>
              </p:nvPr>
            </p:nvSpPr>
            <p:spPr bwMode="auto">
              <a:xfrm>
                <a:off x="820848" y="1162029"/>
                <a:ext cx="3887787" cy="550862"/>
              </a:xfrm>
              <a:prstGeom prst="rect">
                <a:avLst/>
              </a:prstGeom>
              <a:solidFill>
                <a:schemeClr val="tx1"/>
              </a:solidFill>
              <a:ln>
                <a:noFill/>
              </a:ln>
              <a:effectLst/>
            </p:spPr>
            <p:txBody>
              <a:bodyPr>
                <a:noAutofit/>
              </a:bodyPr>
              <a:lstStyle/>
              <a:p>
                <a:pPr>
                  <a:buNone/>
                </a:pPr>
                <a14:m>
                  <m:oMathPara xmlns:m="http://schemas.openxmlformats.org/officeDocument/2006/math">
                    <m:oMathParaPr>
                      <m:jc m:val="left"/>
                    </m:oMathParaPr>
                    <m:oMath xmlns:m="http://schemas.openxmlformats.org/officeDocument/2006/math">
                      <m:r>
                        <a:rPr lang="en-US" altLang="zh-CN" i="1">
                          <a:solidFill>
                            <a:srgbClr val="000000"/>
                          </a:solidFill>
                          <a:latin typeface="Cambria Math" panose="02040503050406030204" pitchFamily="18" charset="0"/>
                        </a:rPr>
                        <m:t>4</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单边余弦</m:t>
                      </m:r>
                      <m:r>
                        <m:rPr>
                          <m:nor/>
                        </m:rPr>
                        <a:rPr lang="zh-CN" altLang="en-US" i="0">
                          <a:solidFill>
                            <a:srgbClr val="000000"/>
                          </a:solidFill>
                          <a:latin typeface="Cambria Math" panose="02040503050406030204" pitchFamily="18" charset="0"/>
                        </a:rPr>
                        <m:t>cos</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𝜔</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𝜀</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m:t>
                      </m:r>
                    </m:oMath>
                  </m:oMathPara>
                </a14:m>
                <a:endParaRPr lang="zh-CN" altLang="en-US" dirty="0"/>
              </a:p>
            </p:txBody>
          </p:sp>
        </mc:Choice>
        <mc:Fallback>
          <p:sp>
            <p:nvSpPr>
              <p:cNvPr id="32771" name="Object 3"/>
              <p:cNvSpPr txBox="1">
                <a:spLocks noRot="1" noChangeAspect="1" noMove="1" noResize="1" noEditPoints="1" noAdjustHandles="1" noChangeArrowheads="1" noChangeShapeType="1" noTextEdit="1"/>
              </p:cNvSpPr>
              <p:nvPr>
                <p:ph sz="half" idx="1"/>
              </p:nvPr>
            </p:nvSpPr>
            <p:spPr bwMode="auto">
              <a:xfrm>
                <a:off x="820848" y="1162029"/>
                <a:ext cx="3887787" cy="550862"/>
              </a:xfrm>
              <a:prstGeom prst="rect">
                <a:avLst/>
              </a:prstGeom>
              <a:blipFill rotWithShape="1">
                <a:blip r:embed="rId1"/>
                <a:stretch>
                  <a:fillRect l="-11" t="-111" r="3" b="54"/>
                </a:stretch>
              </a:blipFill>
              <a:ln>
                <a:noFill/>
              </a:ln>
              <a:effectLst/>
            </p:spPr>
            <p:txBody>
              <a:bodyPr/>
              <a:lstStyle/>
              <a:p>
                <a:r>
                  <a:rPr lang="zh-CN" altLang="en-US">
                    <a:noFill/>
                  </a:rPr>
                  <a:t> </a:t>
                </a:r>
              </a:p>
            </p:txBody>
          </p:sp>
        </mc:Fallback>
      </mc:AlternateContent>
      <p:sp>
        <p:nvSpPr>
          <p:cNvPr id="141314" name="Rectangle 2"/>
          <p:cNvSpPr>
            <a:spLocks noChangeArrowheads="1"/>
          </p:cNvSpPr>
          <p:nvPr/>
        </p:nvSpPr>
        <p:spPr bwMode="auto">
          <a:xfrm>
            <a:off x="611188" y="260350"/>
            <a:ext cx="4968875" cy="576263"/>
          </a:xfrm>
          <a:prstGeom prst="rect">
            <a:avLst/>
          </a:prstGeom>
          <a:solidFill>
            <a:schemeClr val="bg1"/>
          </a:solidFill>
          <a:ln>
            <a:noFill/>
          </a:ln>
          <a:effectLst>
            <a:outerShdw blurRad="63500" dist="38099" dir="2700000" algn="ctr" rotWithShape="0">
              <a:schemeClr val="bg2">
                <a:alpha val="74998"/>
              </a:schemeClr>
            </a:outerShdw>
          </a:effectLst>
        </p:spPr>
        <p:txBody>
          <a:bodyPr anchor="ctr"/>
          <a:lstStyle/>
          <a:p>
            <a:pPr eaLnBrk="1" hangingPunct="1">
              <a:defRPr/>
            </a:pPr>
            <a:r>
              <a:rPr lang="en-US" altLang="zh-CN" sz="2800">
                <a:effectLst>
                  <a:outerShdw blurRad="38100" dist="38100" dir="2700000" algn="tl">
                    <a:srgbClr val="000000"/>
                  </a:outerShdw>
                </a:effectLst>
                <a:ea typeface="黑体" panose="02010609060101010101" charset="-122"/>
              </a:rPr>
              <a:t>5.4  </a:t>
            </a:r>
            <a:r>
              <a:rPr lang="zh-CN" altLang="en-US" sz="2800">
                <a:effectLst>
                  <a:outerShdw blurRad="38100" dist="38100" dir="2700000" algn="tl">
                    <a:srgbClr val="000000"/>
                  </a:outerShdw>
                </a:effectLst>
                <a:ea typeface="黑体" panose="02010609060101010101" charset="-122"/>
              </a:rPr>
              <a:t>常用函数的拉普拉斯变换</a:t>
            </a:r>
            <a:endParaRPr lang="zh-CN" altLang="en-US" sz="2800">
              <a:effectLst>
                <a:outerShdw blurRad="38100" dist="38100" dir="2700000" algn="tl">
                  <a:srgbClr val="000000"/>
                </a:outerShdw>
              </a:effectLst>
              <a:ea typeface="黑体" panose="02010609060101010101" charset="-122"/>
            </a:endParaRPr>
          </a:p>
        </p:txBody>
      </p:sp>
      <p:graphicFrame>
        <p:nvGraphicFramePr>
          <p:cNvPr id="32773" name="Object 7"/>
          <p:cNvGraphicFramePr>
            <a:graphicFrameLocks noChangeAspect="1"/>
          </p:cNvGraphicFramePr>
          <p:nvPr/>
        </p:nvGraphicFramePr>
        <p:xfrm>
          <a:off x="6084888" y="333375"/>
          <a:ext cx="2605087" cy="950913"/>
        </p:xfrm>
        <a:graphic>
          <a:graphicData uri="http://schemas.openxmlformats.org/presentationml/2006/ole">
            <mc:AlternateContent xmlns:mc="http://schemas.openxmlformats.org/markup-compatibility/2006">
              <mc:Choice xmlns:v="urn:schemas-microsoft-com:vml" Requires="v">
                <p:oleObj spid="_x0000_s2" name="公式" r:id="rId2" imgW="1078865" imgH="393700" progId="Equation.3">
                  <p:embed/>
                </p:oleObj>
              </mc:Choice>
              <mc:Fallback>
                <p:oleObj name="公式" r:id="rId2" imgW="1078865" imgH="393700" progId="Equation.3">
                  <p:embed/>
                  <p:pic>
                    <p:nvPicPr>
                      <p:cNvPr id="0" name="Object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84888" y="333375"/>
                        <a:ext cx="2605087" cy="950913"/>
                      </a:xfrm>
                      <a:prstGeom prst="rect">
                        <a:avLst/>
                      </a:prstGeom>
                      <a:solidFill>
                        <a:schemeClr val="tx1"/>
                      </a:solidFill>
                      <a:ln w="9525">
                        <a:solidFill>
                          <a:srgbClr val="FF0000"/>
                        </a:solidFill>
                        <a:miter lim="800000"/>
                        <a:headEnd/>
                        <a:tailEnd/>
                      </a:ln>
                      <a:effectLst>
                        <a:outerShdw dist="35921" dir="2700000" algn="ctr" rotWithShape="0">
                          <a:schemeClr val="bg2">
                            <a:alpha val="74997"/>
                          </a:schemeClr>
                        </a:outerShdw>
                      </a:effectLst>
                    </p:spPr>
                  </p:pic>
                </p:oleObj>
              </mc:Fallback>
            </mc:AlternateContent>
          </a:graphicData>
        </a:graphic>
      </p:graphicFrame>
      <p:graphicFrame>
        <p:nvGraphicFramePr>
          <p:cNvPr id="3" name="Object 4"/>
          <p:cNvGraphicFramePr>
            <a:graphicFrameLocks noChangeAspect="1"/>
          </p:cNvGraphicFramePr>
          <p:nvPr/>
        </p:nvGraphicFramePr>
        <p:xfrm>
          <a:off x="2268538" y="2205038"/>
          <a:ext cx="4032250" cy="1008062"/>
        </p:xfrm>
        <a:graphic>
          <a:graphicData uri="http://schemas.openxmlformats.org/presentationml/2006/ole">
            <mc:AlternateContent xmlns:mc="http://schemas.openxmlformats.org/markup-compatibility/2006">
              <mc:Choice xmlns:v="urn:schemas-microsoft-com:vml" Requires="v">
                <p:oleObj spid="_x0000_s4" name="公式" r:id="rId4" imgW="1435100" imgH="393700" progId="Equation.3">
                  <p:embed/>
                </p:oleObj>
              </mc:Choice>
              <mc:Fallback>
                <p:oleObj name="公式" r:id="rId4" imgW="1435100" imgH="393700" progId="Equation.3">
                  <p:embed/>
                  <p:pic>
                    <p:nvPicPr>
                      <p:cNvPr id="0"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268538" y="2205038"/>
                        <a:ext cx="4032250" cy="1008062"/>
                      </a:xfrm>
                      <a:prstGeom prst="rect">
                        <a:avLst/>
                      </a:prstGeom>
                      <a:solidFill>
                        <a:schemeClr val="tx1"/>
                      </a:solidFill>
                      <a:ln w="19050">
                        <a:solidFill>
                          <a:schemeClr val="bg1"/>
                        </a:solidFill>
                        <a:miter lim="800000"/>
                        <a:headEnd/>
                        <a:tailEnd/>
                      </a:ln>
                      <a:effectLst>
                        <a:outerShdw dist="35921" dir="2700000" algn="ctr" rotWithShape="0">
                          <a:schemeClr val="bg2">
                            <a:alpha val="74997"/>
                          </a:schemeClr>
                        </a:outerShdw>
                      </a:effectLst>
                    </p:spPr>
                  </p:pic>
                </p:oleObj>
              </mc:Fallback>
            </mc:AlternateContent>
          </a:graphicData>
        </a:graphic>
      </p:graphicFrame>
      <p:graphicFrame>
        <p:nvGraphicFramePr>
          <p:cNvPr id="32775" name="Object 5"/>
          <p:cNvGraphicFramePr>
            <a:graphicFrameLocks noChangeAspect="1"/>
          </p:cNvGraphicFramePr>
          <p:nvPr/>
        </p:nvGraphicFramePr>
        <p:xfrm>
          <a:off x="971550" y="2492375"/>
          <a:ext cx="1166813" cy="517525"/>
        </p:xfrm>
        <a:graphic>
          <a:graphicData uri="http://schemas.openxmlformats.org/presentationml/2006/ole">
            <mc:AlternateContent xmlns:mc="http://schemas.openxmlformats.org/markup-compatibility/2006">
              <mc:Choice xmlns:v="urn:schemas-microsoft-com:vml" Requires="v">
                <p:oleObj spid="_x0000_s5" name="公式" r:id="rId6" imgW="457200" imgH="203200" progId="Equation.3">
                  <p:embed/>
                </p:oleObj>
              </mc:Choice>
              <mc:Fallback>
                <p:oleObj name="公式" r:id="rId6" imgW="457200" imgH="203200" progId="Equation.3">
                  <p:embed/>
                  <p:pic>
                    <p:nvPicPr>
                      <p:cNvPr id="0" name="Object 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971550" y="2492375"/>
                        <a:ext cx="1166813" cy="517525"/>
                      </a:xfrm>
                      <a:prstGeom prst="rect">
                        <a:avLst/>
                      </a:prstGeom>
                      <a:solidFill>
                        <a:schemeClr val="tx1"/>
                      </a:solidFill>
                      <a:ln>
                        <a:noFill/>
                      </a:ln>
                      <a:effectLst/>
                      <a:extLst>
                        <a:ext uri="{91240B29-F687-4F45-9708-019B960494DF}">
                          <a14:hiddenLine xmlns:a14="http://schemas.microsoft.com/office/drawing/2010/main" w="19050">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aphicFrame>
        <p:nvGraphicFramePr>
          <p:cNvPr id="6" name="Object 6"/>
          <p:cNvGraphicFramePr>
            <a:graphicFrameLocks noChangeAspect="1"/>
          </p:cNvGraphicFramePr>
          <p:nvPr/>
        </p:nvGraphicFramePr>
        <p:xfrm>
          <a:off x="1979613" y="3716338"/>
          <a:ext cx="5976937" cy="1112837"/>
        </p:xfrm>
        <a:graphic>
          <a:graphicData uri="http://schemas.openxmlformats.org/presentationml/2006/ole">
            <mc:AlternateContent xmlns:mc="http://schemas.openxmlformats.org/markup-compatibility/2006">
              <mc:Choice xmlns:v="urn:schemas-microsoft-com:vml" Requires="v">
                <p:oleObj spid="_x0000_s7" name="公式" r:id="rId8" imgW="1968500" imgH="419100" progId="Equation.3">
                  <p:embed/>
                </p:oleObj>
              </mc:Choice>
              <mc:Fallback>
                <p:oleObj name="公式" r:id="rId8" imgW="1968500" imgH="419100" progId="Equation.3">
                  <p:embed/>
                  <p:pic>
                    <p:nvPicPr>
                      <p:cNvPr id="0" name="Object 6"/>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979613" y="3716338"/>
                        <a:ext cx="5976937" cy="1112837"/>
                      </a:xfrm>
                      <a:prstGeom prst="rect">
                        <a:avLst/>
                      </a:prstGeom>
                      <a:solidFill>
                        <a:schemeClr val="tx1"/>
                      </a:solidFill>
                      <a:ln w="19050">
                        <a:solidFill>
                          <a:schemeClr val="bg1"/>
                        </a:solidFill>
                        <a:miter lim="800000"/>
                        <a:headEnd/>
                        <a:tailEnd/>
                      </a:ln>
                      <a:effectLst>
                        <a:outerShdw dist="35921" dir="2700000" algn="ctr" rotWithShape="0">
                          <a:schemeClr val="bg2">
                            <a:alpha val="74997"/>
                          </a:schemeClr>
                        </a:outerShdw>
                      </a:effectLst>
                    </p:spPr>
                  </p:pic>
                </p:oleObj>
              </mc:Fallback>
            </mc:AlternateContent>
          </a:graphicData>
        </a:graphic>
      </p:graphicFrame>
      <p:sp>
        <p:nvSpPr>
          <p:cNvPr id="8" name="墨迹 2"/>
          <p:cNvSpPr/>
          <p:nvPr/>
        </p:nvSpPr>
        <p:spPr bwMode="auto">
          <a:xfrm>
            <a:off x="4702680" y="1328760"/>
            <a:ext cx="4338000" cy="2830320"/>
          </a:xfrm>
        </p:spPr>
      </p:sp>
    </p:spTree>
    <p:custDataLst>
      <p:tags r:id="rId10"/>
    </p:custDataLst>
  </p:cSld>
  <p:clrMapOvr>
    <a:masterClrMapping/>
  </p:clrMapOvr>
  <p:transition advTm="36381"/>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nodeType="withEffect">
                                  <p:stCondLst>
                                    <p:cond delay="0"/>
                                  </p:stCondLst>
                                  <p:childTnLst>
                                    <p:set>
                                      <p:cBhvr>
                                        <p:cTn id="6" dur="1" fill="hold">
                                          <p:stCondLst>
                                            <p:cond delay="0"/>
                                          </p:stCondLst>
                                        </p:cTn>
                                        <p:tgtEl>
                                          <p:spTgt spid="3"/>
                                        </p:tgtEl>
                                        <p:attrNameLst>
                                          <p:attrName>style.visibility</p:attrName>
                                        </p:attrNameLst>
                                      </p:cBhvr>
                                      <p:to>
                                        <p:strVal val="visible"/>
                                      </p:to>
                                    </p:set>
                                    <p:cmd type="call" cmd="playFrom(0.0)">
                                      <p:cBhvr>
                                        <p:cTn id="7" dur="1" fill="hold"/>
                                        <p:tgtEl>
                                          <p:spTgt spid="3"/>
                                        </p:tgtEl>
                                      </p:cBhvr>
                                    </p:cmd>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blinds(horizontal)">
                                      <p:cBhvr>
                                        <p:cTn id="1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4"/>
          <p:cNvSpPr>
            <a:spLocks noGrp="1" noChangeArrowheads="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a:spcBef>
                <a:spcPct val="0"/>
              </a:spcBef>
              <a:buFontTx/>
              <a:buNone/>
            </a:pPr>
            <a:fld id="{A66A3BE7-EAC8-4210-9B2A-85BFD9F056E1}" type="datetime1">
              <a:rPr kumimoji="0" lang="zh-CN" altLang="en-US" sz="1200" smtClean="0">
                <a:solidFill>
                  <a:srgbClr val="000000"/>
                </a:solidFill>
                <a:ea typeface="宋体" panose="02010600030101010101" pitchFamily="2" charset="-122"/>
              </a:rPr>
            </a:fld>
            <a:endParaRPr kumimoji="0" lang="en-US" altLang="zh-CN" sz="1200">
              <a:solidFill>
                <a:srgbClr val="000000"/>
              </a:solidFill>
              <a:ea typeface="宋体" panose="02010600030101010101" pitchFamily="2" charset="-122"/>
            </a:endParaRPr>
          </a:p>
        </p:txBody>
      </p:sp>
      <mc:AlternateContent xmlns:mc="http://schemas.openxmlformats.org/markup-compatibility/2006">
        <mc:Choice xmlns:a14="http://schemas.microsoft.com/office/drawing/2010/main" Requires="a14">
          <p:sp>
            <p:nvSpPr>
              <p:cNvPr id="322563" name="Object 3"/>
              <p:cNvSpPr txBox="1">
                <a:spLocks noGrp="1"/>
              </p:cNvSpPr>
              <p:nvPr>
                <p:ph sz="half" idx="1"/>
              </p:nvPr>
            </p:nvSpPr>
            <p:spPr bwMode="auto">
              <a:xfrm>
                <a:off x="1259111" y="1196975"/>
                <a:ext cx="5545137" cy="612775"/>
              </a:xfrm>
              <a:prstGeom prst="rect">
                <a:avLst/>
              </a:prstGeom>
              <a:solidFill>
                <a:schemeClr val="tx1"/>
              </a:solidFill>
              <a:ln>
                <a:noFill/>
              </a:ln>
              <a:effectLst/>
            </p:spPr>
            <p:txBody>
              <a:bodyPr>
                <a:noAutofit/>
              </a:bodyPr>
              <a:lstStyle/>
              <a:p>
                <a:pPr>
                  <a:buNone/>
                </a:pPr>
                <a14:m>
                  <m:oMathPara xmlns:m="http://schemas.openxmlformats.org/officeDocument/2006/math">
                    <m:oMathParaPr>
                      <m:jc m:val="left"/>
                    </m:oMathParaPr>
                    <m:oMath xmlns:m="http://schemas.openxmlformats.org/officeDocument/2006/math">
                      <m:r>
                        <a:rPr lang="en-US" altLang="zh-CN" i="1">
                          <a:solidFill>
                            <a:srgbClr val="000000"/>
                          </a:solidFill>
                          <a:latin typeface="Cambria Math" panose="02040503050406030204" pitchFamily="18" charset="0"/>
                        </a:rPr>
                        <m:t>5</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单边衰减正弦</m:t>
                      </m:r>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𝑒</m:t>
                          </m:r>
                        </m:e>
                        <m:sup>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𝑎𝑡</m:t>
                          </m:r>
                        </m:sup>
                      </m:sSup>
                      <m:func>
                        <m:funcPr>
                          <m:ctrlPr>
                            <a:rPr lang="zh-CN" altLang="en-US" i="1">
                              <a:solidFill>
                                <a:srgbClr val="000000"/>
                              </a:solidFill>
                              <a:latin typeface="Cambria Math" panose="02040503050406030204" pitchFamily="18" charset="0"/>
                            </a:rPr>
                          </m:ctrlPr>
                        </m:funcPr>
                        <m:fName>
                          <m:r>
                            <m:rPr>
                              <m:sty m:val="p"/>
                            </m:rPr>
                            <a:rPr lang="zh-CN" altLang="en-US" i="0">
                              <a:solidFill>
                                <a:srgbClr val="000000"/>
                              </a:solidFill>
                              <a:latin typeface="Cambria Math" panose="02040503050406030204" pitchFamily="18" charset="0"/>
                            </a:rPr>
                            <m:t>sin</m:t>
                          </m:r>
                        </m:fName>
                        <m:e>
                          <m:r>
                            <a:rPr lang="zh-CN" altLang="en-US" i="1">
                              <a:solidFill>
                                <a:srgbClr val="000000"/>
                              </a:solidFill>
                              <a:latin typeface="Cambria Math" panose="02040503050406030204" pitchFamily="18" charset="0"/>
                            </a:rPr>
                            <m:t>(</m:t>
                          </m:r>
                        </m:e>
                      </m:func>
                      <m:r>
                        <a:rPr lang="zh-CN" altLang="en-US" i="1">
                          <a:solidFill>
                            <a:srgbClr val="000000"/>
                          </a:solidFill>
                          <a:latin typeface="Cambria Math" panose="02040503050406030204" pitchFamily="18" charset="0"/>
                        </a:rPr>
                        <m:t>𝜔</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𝜀</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m:t>
                      </m:r>
                    </m:oMath>
                  </m:oMathPara>
                </a14:m>
                <a:endParaRPr lang="zh-CN" altLang="en-US" dirty="0"/>
              </a:p>
            </p:txBody>
          </p:sp>
        </mc:Choice>
        <mc:Fallback>
          <p:sp>
            <p:nvSpPr>
              <p:cNvPr id="322563" name="Object 3"/>
              <p:cNvSpPr txBox="1">
                <a:spLocks noRot="1" noChangeAspect="1" noMove="1" noResize="1" noEditPoints="1" noAdjustHandles="1" noChangeArrowheads="1" noChangeShapeType="1" noTextEdit="1"/>
              </p:cNvSpPr>
              <p:nvPr>
                <p:ph sz="half" idx="1"/>
              </p:nvPr>
            </p:nvSpPr>
            <p:spPr bwMode="auto">
              <a:xfrm>
                <a:off x="1259111" y="1196975"/>
                <a:ext cx="5545137" cy="612775"/>
              </a:xfrm>
              <a:prstGeom prst="rect">
                <a:avLst/>
              </a:prstGeom>
              <a:blipFill rotWithShape="1">
                <a:blip r:embed="rId1"/>
                <a:stretch>
                  <a:fillRect l="-10" r="4"/>
                </a:stretch>
              </a:blipFill>
              <a:ln>
                <a:noFill/>
              </a:ln>
              <a:effectLst/>
            </p:spPr>
            <p:txBody>
              <a:bodyPr/>
              <a:lstStyle/>
              <a:p>
                <a:r>
                  <a:rPr lang="zh-CN" altLang="en-US">
                    <a:noFill/>
                  </a:rPr>
                  <a:t> </a:t>
                </a:r>
              </a:p>
            </p:txBody>
          </p:sp>
        </mc:Fallback>
      </mc:AlternateContent>
      <p:sp>
        <p:nvSpPr>
          <p:cNvPr id="141314" name="Rectangle 2"/>
          <p:cNvSpPr>
            <a:spLocks noChangeArrowheads="1"/>
          </p:cNvSpPr>
          <p:nvPr/>
        </p:nvSpPr>
        <p:spPr bwMode="auto">
          <a:xfrm>
            <a:off x="611188" y="188913"/>
            <a:ext cx="4968875" cy="576262"/>
          </a:xfrm>
          <a:prstGeom prst="rect">
            <a:avLst/>
          </a:prstGeom>
          <a:solidFill>
            <a:schemeClr val="bg1"/>
          </a:solidFill>
          <a:ln>
            <a:noFill/>
          </a:ln>
          <a:effectLst>
            <a:outerShdw blurRad="63500" dist="38099" dir="2700000" algn="ctr" rotWithShape="0">
              <a:schemeClr val="bg2">
                <a:alpha val="74998"/>
              </a:schemeClr>
            </a:outerShdw>
          </a:effectLst>
        </p:spPr>
        <p:txBody>
          <a:bodyPr anchor="ctr"/>
          <a:lstStyle/>
          <a:p>
            <a:pPr eaLnBrk="1" hangingPunct="1">
              <a:defRPr/>
            </a:pPr>
            <a:r>
              <a:rPr lang="en-US" altLang="zh-CN" sz="2800" dirty="0">
                <a:effectLst>
                  <a:outerShdw blurRad="38100" dist="38100" dir="2700000" algn="tl">
                    <a:srgbClr val="000000"/>
                  </a:outerShdw>
                </a:effectLst>
                <a:ea typeface="黑体" panose="02010609060101010101" charset="-122"/>
              </a:rPr>
              <a:t>5.4  </a:t>
            </a:r>
            <a:r>
              <a:rPr lang="zh-CN" altLang="en-US" sz="2800" dirty="0">
                <a:effectLst>
                  <a:outerShdw blurRad="38100" dist="38100" dir="2700000" algn="tl">
                    <a:srgbClr val="000000"/>
                  </a:outerShdw>
                </a:effectLst>
                <a:ea typeface="黑体" panose="02010609060101010101" charset="-122"/>
              </a:rPr>
              <a:t>常用函数的拉普拉斯变换</a:t>
            </a:r>
            <a:endParaRPr lang="zh-CN" altLang="en-US" sz="2800" dirty="0">
              <a:effectLst>
                <a:outerShdw blurRad="38100" dist="38100" dir="2700000" algn="tl">
                  <a:srgbClr val="000000"/>
                </a:outerShdw>
              </a:effectLst>
              <a:ea typeface="黑体" panose="02010609060101010101" charset="-122"/>
            </a:endParaRPr>
          </a:p>
        </p:txBody>
      </p:sp>
      <p:graphicFrame>
        <p:nvGraphicFramePr>
          <p:cNvPr id="33797" name="Object 7"/>
          <p:cNvGraphicFramePr>
            <a:graphicFrameLocks noChangeAspect="1"/>
          </p:cNvGraphicFramePr>
          <p:nvPr/>
        </p:nvGraphicFramePr>
        <p:xfrm>
          <a:off x="6156325" y="188913"/>
          <a:ext cx="2605088" cy="950912"/>
        </p:xfrm>
        <a:graphic>
          <a:graphicData uri="http://schemas.openxmlformats.org/presentationml/2006/ole">
            <mc:AlternateContent xmlns:mc="http://schemas.openxmlformats.org/markup-compatibility/2006">
              <mc:Choice xmlns:v="urn:schemas-microsoft-com:vml" Requires="v">
                <p:oleObj spid="_x0000_s2" name="公式" r:id="rId2" imgW="1078865" imgH="393700" progId="Equation.3">
                  <p:embed/>
                </p:oleObj>
              </mc:Choice>
              <mc:Fallback>
                <p:oleObj name="公式" r:id="rId2" imgW="1078865" imgH="393700" progId="Equation.3">
                  <p:embed/>
                  <p:pic>
                    <p:nvPicPr>
                      <p:cNvPr id="0" name="Object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56325" y="188913"/>
                        <a:ext cx="2605088" cy="950912"/>
                      </a:xfrm>
                      <a:prstGeom prst="rect">
                        <a:avLst/>
                      </a:prstGeom>
                      <a:solidFill>
                        <a:schemeClr val="tx1"/>
                      </a:solidFill>
                      <a:ln w="9525">
                        <a:solidFill>
                          <a:srgbClr val="FF0000"/>
                        </a:solidFill>
                        <a:miter lim="800000"/>
                        <a:headEnd/>
                        <a:tailEnd/>
                      </a:ln>
                      <a:effectLst>
                        <a:outerShdw dist="35921" dir="2700000" algn="ctr" rotWithShape="0">
                          <a:schemeClr val="bg2">
                            <a:alpha val="74997"/>
                          </a:schemeClr>
                        </a:outerShdw>
                      </a:effectLst>
                    </p:spPr>
                  </p:pic>
                </p:oleObj>
              </mc:Fallback>
            </mc:AlternateContent>
          </a:graphicData>
        </a:graphic>
      </p:graphicFrame>
      <p:graphicFrame>
        <p:nvGraphicFramePr>
          <p:cNvPr id="3" name="Object 4"/>
          <p:cNvGraphicFramePr>
            <a:graphicFrameLocks noChangeAspect="1"/>
          </p:cNvGraphicFramePr>
          <p:nvPr/>
        </p:nvGraphicFramePr>
        <p:xfrm>
          <a:off x="1403350" y="1989138"/>
          <a:ext cx="5864225" cy="1035050"/>
        </p:xfrm>
        <a:graphic>
          <a:graphicData uri="http://schemas.openxmlformats.org/presentationml/2006/ole">
            <mc:AlternateContent xmlns:mc="http://schemas.openxmlformats.org/markup-compatibility/2006">
              <mc:Choice xmlns:v="urn:schemas-microsoft-com:vml" Requires="v">
                <p:oleObj spid="_x0000_s4" name="公式" r:id="rId4" imgW="2374900" imgH="419100" progId="Equation.3">
                  <p:embed/>
                </p:oleObj>
              </mc:Choice>
              <mc:Fallback>
                <p:oleObj name="公式" r:id="rId4" imgW="2374900" imgH="419100" progId="Equation.3">
                  <p:embed/>
                  <p:pic>
                    <p:nvPicPr>
                      <p:cNvPr id="0"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403350" y="1989138"/>
                        <a:ext cx="5864225" cy="1035050"/>
                      </a:xfrm>
                      <a:prstGeom prst="rect">
                        <a:avLst/>
                      </a:prstGeom>
                      <a:solidFill>
                        <a:schemeClr val="tx1"/>
                      </a:solidFill>
                      <a:ln w="19050">
                        <a:solidFill>
                          <a:schemeClr val="bg1"/>
                        </a:solidFill>
                        <a:miter lim="800000"/>
                        <a:headEnd/>
                        <a:tailEnd/>
                      </a:ln>
                      <a:effectLst>
                        <a:outerShdw dist="35921" dir="2700000" algn="ctr" rotWithShape="0">
                          <a:schemeClr val="bg2">
                            <a:alpha val="74997"/>
                          </a:schemeClr>
                        </a:outerShdw>
                      </a:effectLst>
                    </p:spPr>
                  </p:pic>
                </p:oleObj>
              </mc:Fallback>
            </mc:AlternateContent>
          </a:graphicData>
        </a:graphic>
      </p:graphicFrame>
      <p:graphicFrame>
        <p:nvGraphicFramePr>
          <p:cNvPr id="5" name="Object 5"/>
          <p:cNvGraphicFramePr>
            <a:graphicFrameLocks noChangeAspect="1"/>
          </p:cNvGraphicFramePr>
          <p:nvPr/>
        </p:nvGraphicFramePr>
        <p:xfrm>
          <a:off x="2195513" y="3716338"/>
          <a:ext cx="4610100" cy="2195512"/>
        </p:xfrm>
        <a:graphic>
          <a:graphicData uri="http://schemas.openxmlformats.org/presentationml/2006/ole">
            <mc:AlternateContent xmlns:mc="http://schemas.openxmlformats.org/markup-compatibility/2006">
              <mc:Choice xmlns:v="urn:schemas-microsoft-com:vml" Requires="v">
                <p:oleObj spid="_x0000_s6" name="公式" r:id="rId6" imgW="1866900" imgH="889000" progId="Equation.3">
                  <p:embed/>
                </p:oleObj>
              </mc:Choice>
              <mc:Fallback>
                <p:oleObj name="公式" r:id="rId6" imgW="1866900" imgH="889000" progId="Equation.3">
                  <p:embed/>
                  <p:pic>
                    <p:nvPicPr>
                      <p:cNvPr id="0" name="Object 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195513" y="3716338"/>
                        <a:ext cx="4610100" cy="2195512"/>
                      </a:xfrm>
                      <a:prstGeom prst="rect">
                        <a:avLst/>
                      </a:prstGeom>
                      <a:solidFill>
                        <a:schemeClr val="tx1"/>
                      </a:solidFill>
                      <a:ln w="19050">
                        <a:solidFill>
                          <a:schemeClr val="bg1"/>
                        </a:solidFill>
                        <a:miter lim="800000"/>
                        <a:headEnd/>
                        <a:tailEnd/>
                      </a:ln>
                      <a:effectLst>
                        <a:outerShdw dist="35921" dir="2700000" algn="ctr" rotWithShape="0">
                          <a:schemeClr val="bg2">
                            <a:alpha val="74997"/>
                          </a:schemeClr>
                        </a:outerShdw>
                      </a:effectLst>
                    </p:spPr>
                  </p:pic>
                </p:oleObj>
              </mc:Fallback>
            </mc:AlternateContent>
          </a:graphicData>
        </a:graphic>
      </p:graphicFrame>
      <p:sp>
        <p:nvSpPr>
          <p:cNvPr id="7" name="墨迹 3"/>
          <p:cNvSpPr/>
          <p:nvPr/>
        </p:nvSpPr>
        <p:spPr bwMode="auto">
          <a:xfrm>
            <a:off x="2615400" y="805680"/>
            <a:ext cx="5607720" cy="5223960"/>
          </a:xfrm>
        </p:spPr>
      </p:sp>
    </p:spTree>
    <p:custDataLst>
      <p:tags r:id="rId8"/>
    </p:custDataLst>
  </p:cSld>
  <p:clrMapOvr>
    <a:masterClrMapping/>
  </p:clrMapOvr>
  <p:transition advTm="255897"/>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5"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1000" fill="hold"/>
                                        <p:tgtEl>
                                          <p:spTgt spid="3"/>
                                        </p:tgtEl>
                                        <p:attrNameLst>
                                          <p:attrName>ppt_w</p:attrName>
                                        </p:attrNameLst>
                                      </p:cBhvr>
                                      <p:tavLst>
                                        <p:tav tm="0">
                                          <p:val>
                                            <p:strVal val="#ppt_w*0.70"/>
                                          </p:val>
                                        </p:tav>
                                        <p:tav tm="100000">
                                          <p:val>
                                            <p:strVal val="#ppt_w"/>
                                          </p:val>
                                        </p:tav>
                                      </p:tavLst>
                                    </p:anim>
                                    <p:anim calcmode="lin" valueType="num">
                                      <p:cBhvr>
                                        <p:cTn id="8" dur="1000" fill="hold"/>
                                        <p:tgtEl>
                                          <p:spTgt spid="3"/>
                                        </p:tgtEl>
                                        <p:attrNameLst>
                                          <p:attrName>ppt_h</p:attrName>
                                        </p:attrNameLst>
                                      </p:cBhvr>
                                      <p:tavLst>
                                        <p:tav tm="0">
                                          <p:val>
                                            <p:strVal val="#ppt_h"/>
                                          </p:val>
                                        </p:tav>
                                        <p:tav tm="100000">
                                          <p:val>
                                            <p:strVal val="#ppt_h"/>
                                          </p:val>
                                        </p:tav>
                                      </p:tavLst>
                                    </p:anim>
                                    <p:animEffect transition="in" filter="fade">
                                      <p:cBhvr>
                                        <p:cTn id="9" dur="10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55" presetClass="entr" presetSubtype="0" fill="hold" nodeType="clickEffect">
                                  <p:stCondLst>
                                    <p:cond delay="0"/>
                                  </p:stCondLst>
                                  <p:childTnLst>
                                    <p:set>
                                      <p:cBhvr>
                                        <p:cTn id="13" dur="1" fill="hold">
                                          <p:stCondLst>
                                            <p:cond delay="0"/>
                                          </p:stCondLst>
                                        </p:cTn>
                                        <p:tgtEl>
                                          <p:spTgt spid="5"/>
                                        </p:tgtEl>
                                        <p:attrNameLst>
                                          <p:attrName>style.visibility</p:attrName>
                                        </p:attrNameLst>
                                      </p:cBhvr>
                                      <p:to>
                                        <p:strVal val="visible"/>
                                      </p:to>
                                    </p:set>
                                    <p:anim calcmode="lin" valueType="num">
                                      <p:cBhvr>
                                        <p:cTn id="14" dur="1000" fill="hold"/>
                                        <p:tgtEl>
                                          <p:spTgt spid="5"/>
                                        </p:tgtEl>
                                        <p:attrNameLst>
                                          <p:attrName>ppt_w</p:attrName>
                                        </p:attrNameLst>
                                      </p:cBhvr>
                                      <p:tavLst>
                                        <p:tav tm="0">
                                          <p:val>
                                            <p:strVal val="#ppt_w*0.70"/>
                                          </p:val>
                                        </p:tav>
                                        <p:tav tm="100000">
                                          <p:val>
                                            <p:strVal val="#ppt_w"/>
                                          </p:val>
                                        </p:tav>
                                      </p:tavLst>
                                    </p:anim>
                                    <p:anim calcmode="lin" valueType="num">
                                      <p:cBhvr>
                                        <p:cTn id="15" dur="1000" fill="hold"/>
                                        <p:tgtEl>
                                          <p:spTgt spid="5"/>
                                        </p:tgtEl>
                                        <p:attrNameLst>
                                          <p:attrName>ppt_h</p:attrName>
                                        </p:attrNameLst>
                                      </p:cBhvr>
                                      <p:tavLst>
                                        <p:tav tm="0">
                                          <p:val>
                                            <p:strVal val="#ppt_h"/>
                                          </p:val>
                                        </p:tav>
                                        <p:tav tm="100000">
                                          <p:val>
                                            <p:strVal val="#ppt_h"/>
                                          </p:val>
                                        </p:tav>
                                      </p:tavLst>
                                    </p:anim>
                                    <p:animEffect transition="in" filter="fade">
                                      <p:cBhvr>
                                        <p:cTn id="16" dur="1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4"/>
          <p:cNvSpPr>
            <a:spLocks noGrp="1" noChangeArrowheads="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a:spcBef>
                <a:spcPct val="0"/>
              </a:spcBef>
              <a:buFontTx/>
              <a:buNone/>
            </a:pPr>
            <a:fld id="{195A9D0B-5B3C-4C09-822F-EE5E6E036D24}" type="datetime1">
              <a:rPr kumimoji="0" lang="zh-CN" altLang="en-US" sz="1200" smtClean="0">
                <a:solidFill>
                  <a:srgbClr val="000000"/>
                </a:solidFill>
                <a:ea typeface="宋体" panose="02010600030101010101" pitchFamily="2" charset="-122"/>
              </a:rPr>
            </a:fld>
            <a:endParaRPr kumimoji="0" lang="en-US" altLang="zh-CN" sz="1200">
              <a:solidFill>
                <a:srgbClr val="000000"/>
              </a:solidFill>
              <a:ea typeface="宋体" panose="02010600030101010101" pitchFamily="2" charset="-122"/>
            </a:endParaRPr>
          </a:p>
        </p:txBody>
      </p:sp>
      <mc:AlternateContent xmlns:mc="http://schemas.openxmlformats.org/markup-compatibility/2006">
        <mc:Choice xmlns:a14="http://schemas.microsoft.com/office/drawing/2010/main" Requires="a14">
          <p:sp>
            <p:nvSpPr>
              <p:cNvPr id="323587" name="Object 3"/>
              <p:cNvSpPr txBox="1">
                <a:spLocks noGrp="1"/>
              </p:cNvSpPr>
              <p:nvPr>
                <p:ph sz="half" idx="1"/>
              </p:nvPr>
            </p:nvSpPr>
            <p:spPr bwMode="auto">
              <a:xfrm>
                <a:off x="1338262" y="1277679"/>
                <a:ext cx="6192838" cy="696912"/>
              </a:xfrm>
              <a:prstGeom prst="rect">
                <a:avLst/>
              </a:prstGeom>
              <a:solidFill>
                <a:schemeClr val="tx1"/>
              </a:solidFill>
              <a:ln>
                <a:noFill/>
              </a:ln>
              <a:effectLst/>
            </p:spPr>
            <p:txBody>
              <a:bodyPr>
                <a:normAutofit/>
              </a:bodyPr>
              <a:lstStyle/>
              <a:p>
                <a:pPr>
                  <a:buNone/>
                </a:pPr>
                <a14:m>
                  <m:oMathPara xmlns:m="http://schemas.openxmlformats.org/officeDocument/2006/math">
                    <m:oMathParaPr>
                      <m:jc m:val="left"/>
                    </m:oMathParaPr>
                    <m:oMath xmlns:m="http://schemas.openxmlformats.org/officeDocument/2006/math">
                      <m:r>
                        <a:rPr lang="en-US" altLang="zh-CN" i="1">
                          <a:solidFill>
                            <a:srgbClr val="000000"/>
                          </a:solidFill>
                          <a:latin typeface="Cambria Math" panose="02040503050406030204" pitchFamily="18" charset="0"/>
                        </a:rPr>
                        <m:t>6</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单边衰减余弦</m:t>
                      </m:r>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𝑒</m:t>
                          </m:r>
                        </m:e>
                        <m:sup>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𝑎𝑡</m:t>
                          </m:r>
                        </m:sup>
                      </m:sSup>
                      <m:r>
                        <m:rPr>
                          <m:nor/>
                        </m:rPr>
                        <a:rPr lang="zh-CN" altLang="en-US" i="0">
                          <a:solidFill>
                            <a:srgbClr val="000000"/>
                          </a:solidFill>
                          <a:latin typeface="Cambria Math" panose="02040503050406030204" pitchFamily="18" charset="0"/>
                        </a:rPr>
                        <m:t>cos</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𝜔</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𝜀</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m:t>
                      </m:r>
                    </m:oMath>
                  </m:oMathPara>
                </a14:m>
                <a:endParaRPr lang="zh-CN" altLang="en-US" dirty="0"/>
              </a:p>
            </p:txBody>
          </p:sp>
        </mc:Choice>
        <mc:Fallback>
          <p:sp>
            <p:nvSpPr>
              <p:cNvPr id="323587" name="Object 3"/>
              <p:cNvSpPr txBox="1">
                <a:spLocks noRot="1" noChangeAspect="1" noMove="1" noResize="1" noEditPoints="1" noAdjustHandles="1" noChangeArrowheads="1" noChangeShapeType="1" noTextEdit="1"/>
              </p:cNvSpPr>
              <p:nvPr>
                <p:ph sz="half" idx="1"/>
              </p:nvPr>
            </p:nvSpPr>
            <p:spPr bwMode="auto">
              <a:xfrm>
                <a:off x="1338262" y="1277679"/>
                <a:ext cx="6192838" cy="696912"/>
              </a:xfrm>
              <a:prstGeom prst="rect">
                <a:avLst/>
              </a:prstGeom>
              <a:blipFill rotWithShape="1">
                <a:blip r:embed="rId1"/>
                <a:stretch>
                  <a:fillRect l="-5" t="-8" b="54"/>
                </a:stretch>
              </a:blipFill>
              <a:ln>
                <a:noFill/>
              </a:ln>
              <a:effectLst/>
            </p:spPr>
            <p:txBody>
              <a:bodyPr/>
              <a:lstStyle/>
              <a:p>
                <a:r>
                  <a:rPr lang="zh-CN" altLang="en-US">
                    <a:noFill/>
                  </a:rPr>
                  <a:t> </a:t>
                </a:r>
              </a:p>
            </p:txBody>
          </p:sp>
        </mc:Fallback>
      </mc:AlternateContent>
      <p:sp>
        <p:nvSpPr>
          <p:cNvPr id="141314" name="Rectangle 2"/>
          <p:cNvSpPr>
            <a:spLocks noChangeArrowheads="1"/>
          </p:cNvSpPr>
          <p:nvPr/>
        </p:nvSpPr>
        <p:spPr bwMode="auto">
          <a:xfrm>
            <a:off x="611188" y="188913"/>
            <a:ext cx="4968875" cy="576262"/>
          </a:xfrm>
          <a:prstGeom prst="rect">
            <a:avLst/>
          </a:prstGeom>
          <a:solidFill>
            <a:schemeClr val="bg1"/>
          </a:solidFill>
          <a:ln>
            <a:noFill/>
          </a:ln>
          <a:effectLst>
            <a:outerShdw blurRad="63500" dist="38099" dir="2700000" algn="ctr" rotWithShape="0">
              <a:schemeClr val="bg2">
                <a:alpha val="74998"/>
              </a:schemeClr>
            </a:outerShdw>
          </a:effectLst>
        </p:spPr>
        <p:txBody>
          <a:bodyPr anchor="ctr"/>
          <a:lstStyle/>
          <a:p>
            <a:pPr eaLnBrk="1" hangingPunct="1">
              <a:defRPr/>
            </a:pPr>
            <a:r>
              <a:rPr lang="en-US" altLang="zh-CN" sz="2800" dirty="0">
                <a:effectLst>
                  <a:outerShdw blurRad="38100" dist="38100" dir="2700000" algn="tl">
                    <a:srgbClr val="000000"/>
                  </a:outerShdw>
                </a:effectLst>
                <a:ea typeface="黑体" panose="02010609060101010101" charset="-122"/>
              </a:rPr>
              <a:t>5.4  </a:t>
            </a:r>
            <a:r>
              <a:rPr lang="zh-CN" altLang="en-US" sz="2800" dirty="0">
                <a:effectLst>
                  <a:outerShdw blurRad="38100" dist="38100" dir="2700000" algn="tl">
                    <a:srgbClr val="000000"/>
                  </a:outerShdw>
                </a:effectLst>
                <a:ea typeface="黑体" panose="02010609060101010101" charset="-122"/>
              </a:rPr>
              <a:t>常用函数的拉普拉斯变换</a:t>
            </a:r>
            <a:endParaRPr lang="zh-CN" altLang="en-US" sz="2800" dirty="0">
              <a:effectLst>
                <a:outerShdw blurRad="38100" dist="38100" dir="2700000" algn="tl">
                  <a:srgbClr val="000000"/>
                </a:outerShdw>
              </a:effectLst>
              <a:ea typeface="黑体" panose="02010609060101010101" charset="-122"/>
            </a:endParaRPr>
          </a:p>
        </p:txBody>
      </p:sp>
      <p:graphicFrame>
        <p:nvGraphicFramePr>
          <p:cNvPr id="34821" name="Object 8"/>
          <p:cNvGraphicFramePr>
            <a:graphicFrameLocks noChangeAspect="1"/>
          </p:cNvGraphicFramePr>
          <p:nvPr/>
        </p:nvGraphicFramePr>
        <p:xfrm>
          <a:off x="6300788" y="188913"/>
          <a:ext cx="2460625" cy="898525"/>
        </p:xfrm>
        <a:graphic>
          <a:graphicData uri="http://schemas.openxmlformats.org/presentationml/2006/ole">
            <mc:AlternateContent xmlns:mc="http://schemas.openxmlformats.org/markup-compatibility/2006">
              <mc:Choice xmlns:v="urn:schemas-microsoft-com:vml" Requires="v">
                <p:oleObj spid="_x0000_s2" name="公式" r:id="rId2" imgW="1078865" imgH="393700" progId="Equation.3">
                  <p:embed/>
                </p:oleObj>
              </mc:Choice>
              <mc:Fallback>
                <p:oleObj name="公式" r:id="rId2" imgW="1078865" imgH="393700" progId="Equation.3">
                  <p:embed/>
                  <p:pic>
                    <p:nvPicPr>
                      <p:cNvPr id="0" name="Object 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00788" y="188913"/>
                        <a:ext cx="2460625" cy="898525"/>
                      </a:xfrm>
                      <a:prstGeom prst="rect">
                        <a:avLst/>
                      </a:prstGeom>
                      <a:solidFill>
                        <a:schemeClr val="tx1"/>
                      </a:solidFill>
                      <a:ln w="9525">
                        <a:solidFill>
                          <a:srgbClr val="FF0000"/>
                        </a:solidFill>
                        <a:miter lim="800000"/>
                        <a:headEnd/>
                        <a:tailEnd/>
                      </a:ln>
                      <a:effectLst>
                        <a:outerShdw dist="35921" dir="2700000" algn="ctr" rotWithShape="0">
                          <a:schemeClr val="bg2">
                            <a:alpha val="74997"/>
                          </a:schemeClr>
                        </a:outerShdw>
                      </a:effectLst>
                    </p:spPr>
                  </p:pic>
                </p:oleObj>
              </mc:Fallback>
            </mc:AlternateContent>
          </a:graphicData>
        </a:graphic>
      </p:graphicFrame>
      <p:graphicFrame>
        <p:nvGraphicFramePr>
          <p:cNvPr id="3" name="Object 4"/>
          <p:cNvGraphicFramePr>
            <a:graphicFrameLocks noChangeAspect="1"/>
          </p:cNvGraphicFramePr>
          <p:nvPr/>
        </p:nvGraphicFramePr>
        <p:xfrm>
          <a:off x="1475661" y="2420883"/>
          <a:ext cx="6262687" cy="3333750"/>
        </p:xfrm>
        <a:graphic>
          <a:graphicData uri="http://schemas.openxmlformats.org/presentationml/2006/ole">
            <mc:AlternateContent xmlns:mc="http://schemas.openxmlformats.org/markup-compatibility/2006">
              <mc:Choice xmlns:v="urn:schemas-microsoft-com:vml" Requires="v">
                <p:oleObj spid="_x0000_s4" name="公式" r:id="rId4" imgW="2286000" imgH="1282700" progId="Equation.3">
                  <p:embed/>
                </p:oleObj>
              </mc:Choice>
              <mc:Fallback>
                <p:oleObj name="公式" r:id="rId4" imgW="2286000" imgH="1282700" progId="Equation.3">
                  <p:embed/>
                  <p:pic>
                    <p:nvPicPr>
                      <p:cNvPr id="0" name="Object 4"/>
                      <p:cNvPicPr>
                        <a:picLocks noChangeAspect="1" noChangeArrowheads="1"/>
                      </p:cNvPicPr>
                      <p:nvPr/>
                    </p:nvPicPr>
                    <p:blipFill>
                      <a:blip r:embed="rId5"/>
                      <a:srcRect/>
                      <a:stretch>
                        <a:fillRect/>
                      </a:stretch>
                    </p:blipFill>
                    <p:spPr bwMode="auto">
                      <a:xfrm>
                        <a:off x="1475661" y="2420883"/>
                        <a:ext cx="6262687" cy="3333750"/>
                      </a:xfrm>
                      <a:prstGeom prst="rect">
                        <a:avLst/>
                      </a:prstGeom>
                      <a:solidFill>
                        <a:schemeClr val="tx1"/>
                      </a:solidFill>
                      <a:ln w="19050">
                        <a:solidFill>
                          <a:schemeClr val="bg1"/>
                        </a:solidFill>
                        <a:miter lim="800000"/>
                        <a:headEnd/>
                        <a:tailEnd/>
                      </a:ln>
                      <a:effectLst>
                        <a:outerShdw dist="35921" dir="2700000" algn="ctr" rotWithShape="0">
                          <a:schemeClr val="bg2">
                            <a:alpha val="74997"/>
                          </a:schemeClr>
                        </a:outerShdw>
                      </a:effectLst>
                    </p:spPr>
                  </p:pic>
                </p:oleObj>
              </mc:Fallback>
            </mc:AlternateContent>
          </a:graphicData>
        </a:graphic>
      </p:graphicFrame>
      <p:sp>
        <p:nvSpPr>
          <p:cNvPr id="5" name="墨迹 2"/>
          <p:cNvSpPr/>
          <p:nvPr/>
        </p:nvSpPr>
        <p:spPr bwMode="auto">
          <a:xfrm>
            <a:off x="4055400" y="804960"/>
            <a:ext cx="4868640" cy="2336760"/>
          </a:xfrm>
        </p:spPr>
      </p:sp>
    </p:spTree>
    <p:custDataLst>
      <p:tags r:id="rId6"/>
    </p:custDataLst>
  </p:cSld>
  <p:clrMapOvr>
    <a:masterClrMapping/>
  </p:clrMapOvr>
  <p:transition advTm="206326"/>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md type="call" cmd="playFrom(0.0)">
                                      <p:cBhvr>
                                        <p:cTn id="7" dur="1"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4"/>
          <p:cNvSpPr>
            <a:spLocks noGrp="1" noChangeArrowheads="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a:spcBef>
                <a:spcPct val="0"/>
              </a:spcBef>
              <a:buFontTx/>
              <a:buNone/>
            </a:pPr>
            <a:fld id="{05B51B89-D97C-4E84-A1CD-9EA903A5397B}" type="datetime1">
              <a:rPr kumimoji="0" lang="zh-CN" altLang="en-US" sz="1200" smtClean="0">
                <a:solidFill>
                  <a:srgbClr val="000000"/>
                </a:solidFill>
                <a:ea typeface="宋体" panose="02010600030101010101" pitchFamily="2" charset="-122"/>
              </a:rPr>
            </a:fld>
            <a:endParaRPr kumimoji="0" lang="en-US" altLang="zh-CN" sz="1200">
              <a:solidFill>
                <a:srgbClr val="000000"/>
              </a:solidFill>
              <a:ea typeface="宋体" panose="02010600030101010101" pitchFamily="2" charset="-122"/>
            </a:endParaRPr>
          </a:p>
        </p:txBody>
      </p:sp>
      <mc:AlternateContent xmlns:mc="http://schemas.openxmlformats.org/markup-compatibility/2006">
        <mc:Choice xmlns:a14="http://schemas.microsoft.com/office/drawing/2010/main" Requires="a14">
          <p:sp>
            <p:nvSpPr>
              <p:cNvPr id="324611" name="Object 3"/>
              <p:cNvSpPr txBox="1">
                <a:spLocks noGrp="1"/>
              </p:cNvSpPr>
              <p:nvPr>
                <p:ph sz="half" idx="1"/>
              </p:nvPr>
            </p:nvSpPr>
            <p:spPr bwMode="auto">
              <a:xfrm>
                <a:off x="1258888" y="1341438"/>
                <a:ext cx="5688012" cy="1871662"/>
              </a:xfrm>
              <a:prstGeom prst="rect">
                <a:avLst/>
              </a:prstGeom>
              <a:solidFill>
                <a:schemeClr val="tx1"/>
              </a:solidFill>
              <a:ln>
                <a:noFill/>
              </a:ln>
              <a:effectLst/>
            </p:spPr>
            <p:txBody>
              <a:bodyPr>
                <a:normAutofit/>
              </a:bodyPr>
              <a:lstStyle/>
              <a:p>
                <a:pPr>
                  <a:buNone/>
                </a:pPr>
                <a14:m>
                  <m:oMathPara xmlns:m="http://schemas.openxmlformats.org/officeDocument/2006/math">
                    <m:oMathParaPr>
                      <m:jc m:val="left"/>
                    </m:oMathParaPr>
                    <m:oMath xmlns:m="http://schemas.openxmlformats.org/officeDocument/2006/math">
                      <m:r>
                        <a:rPr lang="en-US" altLang="zh-CN" sz="3200" b="0" i="1" smtClean="0">
                          <a:solidFill>
                            <a:srgbClr val="000000"/>
                          </a:solidFill>
                          <a:latin typeface="Cambria Math" panose="02040503050406030204" pitchFamily="18" charset="0"/>
                        </a:rPr>
                        <m:t>7</m:t>
                      </m:r>
                      <m:r>
                        <a:rPr lang="zh-CN" altLang="en-US" sz="3200" i="1">
                          <a:solidFill>
                            <a:srgbClr val="000000"/>
                          </a:solidFill>
                          <a:latin typeface="Cambria Math" panose="02040503050406030204" pitchFamily="18" charset="0"/>
                        </a:rPr>
                        <m:t>)</m:t>
                      </m:r>
                      <m:r>
                        <a:rPr lang="zh-CN" altLang="en-US" sz="3200" i="1">
                          <a:solidFill>
                            <a:srgbClr val="000000"/>
                          </a:solidFill>
                          <a:latin typeface="Cambria Math" panose="02040503050406030204" pitchFamily="18" charset="0"/>
                        </a:rPr>
                        <m:t>单边双曲正弦</m:t>
                      </m:r>
                      <m:func>
                        <m:funcPr>
                          <m:ctrlPr>
                            <a:rPr lang="zh-CN" altLang="en-US" sz="3200" i="1">
                              <a:solidFill>
                                <a:srgbClr val="000000"/>
                              </a:solidFill>
                              <a:latin typeface="Cambria Math" panose="02040503050406030204" pitchFamily="18" charset="0"/>
                            </a:rPr>
                          </m:ctrlPr>
                        </m:funcPr>
                        <m:fName>
                          <m:r>
                            <m:rPr>
                              <m:sty m:val="p"/>
                            </m:rPr>
                            <a:rPr lang="zh-CN" altLang="en-US" sz="3200" i="0">
                              <a:solidFill>
                                <a:srgbClr val="000000"/>
                              </a:solidFill>
                              <a:latin typeface="Cambria Math" panose="02040503050406030204" pitchFamily="18" charset="0"/>
                            </a:rPr>
                            <m:t>sinh</m:t>
                          </m:r>
                        </m:fName>
                        <m:e>
                          <m:r>
                            <a:rPr lang="zh-CN" altLang="en-US" sz="3200" i="1">
                              <a:solidFill>
                                <a:srgbClr val="000000"/>
                              </a:solidFill>
                              <a:latin typeface="Cambria Math" panose="02040503050406030204" pitchFamily="18" charset="0"/>
                            </a:rPr>
                            <m:t>(</m:t>
                          </m:r>
                        </m:e>
                      </m:func>
                      <m:r>
                        <a:rPr lang="zh-CN" altLang="en-US" sz="3200" i="1">
                          <a:solidFill>
                            <a:srgbClr val="000000"/>
                          </a:solidFill>
                          <a:latin typeface="Cambria Math" panose="02040503050406030204" pitchFamily="18" charset="0"/>
                        </a:rPr>
                        <m:t>𝛽</m:t>
                      </m:r>
                      <m:r>
                        <a:rPr lang="zh-CN" altLang="en-US" sz="3200" i="1">
                          <a:solidFill>
                            <a:srgbClr val="000000"/>
                          </a:solidFill>
                          <a:latin typeface="Cambria Math" panose="02040503050406030204" pitchFamily="18" charset="0"/>
                        </a:rPr>
                        <m:t>𝑡</m:t>
                      </m:r>
                      <m:r>
                        <a:rPr lang="zh-CN" altLang="en-US" sz="3200" i="1">
                          <a:solidFill>
                            <a:srgbClr val="000000"/>
                          </a:solidFill>
                          <a:latin typeface="Cambria Math" panose="02040503050406030204" pitchFamily="18" charset="0"/>
                        </a:rPr>
                        <m:t>)</m:t>
                      </m:r>
                      <m:r>
                        <a:rPr lang="zh-CN" altLang="en-US" sz="3200" i="1">
                          <a:solidFill>
                            <a:srgbClr val="000000"/>
                          </a:solidFill>
                          <a:latin typeface="Cambria Math" panose="02040503050406030204" pitchFamily="18" charset="0"/>
                        </a:rPr>
                        <m:t>𝜀</m:t>
                      </m:r>
                      <m:r>
                        <a:rPr lang="zh-CN" altLang="en-US" sz="3200" i="1">
                          <a:solidFill>
                            <a:srgbClr val="000000"/>
                          </a:solidFill>
                          <a:latin typeface="Cambria Math" panose="02040503050406030204" pitchFamily="18" charset="0"/>
                        </a:rPr>
                        <m:t>(</m:t>
                      </m:r>
                      <m:r>
                        <a:rPr lang="zh-CN" altLang="en-US" sz="3200" i="1">
                          <a:solidFill>
                            <a:srgbClr val="000000"/>
                          </a:solidFill>
                          <a:latin typeface="Cambria Math" panose="02040503050406030204" pitchFamily="18" charset="0"/>
                        </a:rPr>
                        <m:t>𝑡</m:t>
                      </m:r>
                      <m:r>
                        <a:rPr lang="zh-CN" altLang="en-US" sz="3200" i="1">
                          <a:solidFill>
                            <a:srgbClr val="000000"/>
                          </a:solidFill>
                          <a:latin typeface="Cambria Math" panose="02040503050406030204" pitchFamily="18" charset="0"/>
                        </a:rPr>
                        <m:t>)</m:t>
                      </m:r>
                    </m:oMath>
                    <m:oMath xmlns:m="http://schemas.openxmlformats.org/officeDocument/2006/math">
                      <m:r>
                        <a:rPr lang="zh-CN" altLang="en-US" sz="3200" i="1">
                          <a:solidFill>
                            <a:srgbClr val="000000"/>
                          </a:solidFill>
                          <a:latin typeface="Cambria Math" panose="02040503050406030204" pitchFamily="18" charset="0"/>
                        </a:rPr>
                        <m:t>∵</m:t>
                      </m:r>
                      <m:func>
                        <m:funcPr>
                          <m:ctrlPr>
                            <a:rPr lang="zh-CN" altLang="en-US" sz="3200" i="1">
                              <a:solidFill>
                                <a:srgbClr val="000000"/>
                              </a:solidFill>
                              <a:latin typeface="Cambria Math" panose="02040503050406030204" pitchFamily="18" charset="0"/>
                            </a:rPr>
                          </m:ctrlPr>
                        </m:funcPr>
                        <m:fName>
                          <m:r>
                            <m:rPr>
                              <m:sty m:val="p"/>
                            </m:rPr>
                            <a:rPr lang="zh-CN" altLang="en-US" sz="3200" i="0">
                              <a:solidFill>
                                <a:srgbClr val="000000"/>
                              </a:solidFill>
                              <a:latin typeface="Cambria Math" panose="02040503050406030204" pitchFamily="18" charset="0"/>
                            </a:rPr>
                            <m:t>sinh</m:t>
                          </m:r>
                        </m:fName>
                        <m:e>
                          <m:r>
                            <a:rPr lang="zh-CN" altLang="en-US" sz="3200" i="1">
                              <a:solidFill>
                                <a:srgbClr val="000000"/>
                              </a:solidFill>
                              <a:latin typeface="Cambria Math" panose="02040503050406030204" pitchFamily="18" charset="0"/>
                            </a:rPr>
                            <m:t>(</m:t>
                          </m:r>
                        </m:e>
                      </m:func>
                      <m:r>
                        <a:rPr lang="zh-CN" altLang="en-US" sz="3200" i="1">
                          <a:solidFill>
                            <a:srgbClr val="000000"/>
                          </a:solidFill>
                          <a:latin typeface="Cambria Math" panose="02040503050406030204" pitchFamily="18" charset="0"/>
                        </a:rPr>
                        <m:t>𝛽</m:t>
                      </m:r>
                      <m:r>
                        <a:rPr lang="zh-CN" altLang="en-US" sz="3200" i="1">
                          <a:solidFill>
                            <a:srgbClr val="000000"/>
                          </a:solidFill>
                          <a:latin typeface="Cambria Math" panose="02040503050406030204" pitchFamily="18" charset="0"/>
                        </a:rPr>
                        <m:t>𝑡</m:t>
                      </m:r>
                      <m:r>
                        <a:rPr lang="zh-CN" altLang="en-US" sz="3200" i="1">
                          <a:solidFill>
                            <a:srgbClr val="000000"/>
                          </a:solidFill>
                          <a:latin typeface="Cambria Math" panose="02040503050406030204" pitchFamily="18" charset="0"/>
                        </a:rPr>
                        <m:t>)=</m:t>
                      </m:r>
                      <m:f>
                        <m:fPr>
                          <m:ctrlPr>
                            <a:rPr lang="zh-CN" altLang="en-US" sz="3200" i="1">
                              <a:solidFill>
                                <a:srgbClr val="000000"/>
                              </a:solidFill>
                              <a:latin typeface="Cambria Math" panose="02040503050406030204" pitchFamily="18" charset="0"/>
                            </a:rPr>
                          </m:ctrlPr>
                        </m:fPr>
                        <m:num>
                          <m:r>
                            <a:rPr lang="zh-CN" altLang="en-US" sz="3200" i="1">
                              <a:solidFill>
                                <a:srgbClr val="000000"/>
                              </a:solidFill>
                              <a:latin typeface="Cambria Math" panose="02040503050406030204" pitchFamily="18" charset="0"/>
                            </a:rPr>
                            <m:t>1</m:t>
                          </m:r>
                        </m:num>
                        <m:den>
                          <m:r>
                            <a:rPr lang="zh-CN" altLang="en-US" sz="3200" i="1">
                              <a:solidFill>
                                <a:srgbClr val="000000"/>
                              </a:solidFill>
                              <a:latin typeface="Cambria Math" panose="02040503050406030204" pitchFamily="18" charset="0"/>
                            </a:rPr>
                            <m:t>2</m:t>
                          </m:r>
                        </m:den>
                      </m:f>
                      <m:r>
                        <a:rPr lang="zh-CN" altLang="en-US" sz="3200" i="1">
                          <a:solidFill>
                            <a:srgbClr val="000000"/>
                          </a:solidFill>
                          <a:latin typeface="Cambria Math" panose="02040503050406030204" pitchFamily="18" charset="0"/>
                        </a:rPr>
                        <m:t>(</m:t>
                      </m:r>
                      <m:sSup>
                        <m:sSupPr>
                          <m:ctrlPr>
                            <a:rPr lang="zh-CN" altLang="en-US" sz="3200" i="1">
                              <a:solidFill>
                                <a:srgbClr val="000000"/>
                              </a:solidFill>
                              <a:latin typeface="Cambria Math" panose="02040503050406030204" pitchFamily="18" charset="0"/>
                            </a:rPr>
                          </m:ctrlPr>
                        </m:sSupPr>
                        <m:e>
                          <m:r>
                            <a:rPr lang="zh-CN" altLang="en-US" sz="3200" i="1">
                              <a:solidFill>
                                <a:srgbClr val="000000"/>
                              </a:solidFill>
                              <a:latin typeface="Cambria Math" panose="02040503050406030204" pitchFamily="18" charset="0"/>
                            </a:rPr>
                            <m:t>𝑒</m:t>
                          </m:r>
                        </m:e>
                        <m:sup>
                          <m:r>
                            <a:rPr lang="zh-CN" altLang="en-US" sz="3200" i="1">
                              <a:solidFill>
                                <a:srgbClr val="000000"/>
                              </a:solidFill>
                              <a:latin typeface="Cambria Math" panose="02040503050406030204" pitchFamily="18" charset="0"/>
                            </a:rPr>
                            <m:t>𝛽</m:t>
                          </m:r>
                          <m:r>
                            <a:rPr lang="zh-CN" altLang="en-US" sz="3200" i="1">
                              <a:solidFill>
                                <a:srgbClr val="000000"/>
                              </a:solidFill>
                              <a:latin typeface="Cambria Math" panose="02040503050406030204" pitchFamily="18" charset="0"/>
                            </a:rPr>
                            <m:t>𝑡</m:t>
                          </m:r>
                        </m:sup>
                      </m:sSup>
                      <m:r>
                        <a:rPr lang="zh-CN" altLang="en-US" sz="3200" i="1">
                          <a:solidFill>
                            <a:srgbClr val="000000"/>
                          </a:solidFill>
                          <a:latin typeface="Cambria Math" panose="02040503050406030204" pitchFamily="18" charset="0"/>
                        </a:rPr>
                        <m:t>−</m:t>
                      </m:r>
                      <m:sSup>
                        <m:sSupPr>
                          <m:ctrlPr>
                            <a:rPr lang="zh-CN" altLang="en-US" sz="3200" i="1">
                              <a:solidFill>
                                <a:srgbClr val="000000"/>
                              </a:solidFill>
                              <a:latin typeface="Cambria Math" panose="02040503050406030204" pitchFamily="18" charset="0"/>
                            </a:rPr>
                          </m:ctrlPr>
                        </m:sSupPr>
                        <m:e>
                          <m:r>
                            <a:rPr lang="zh-CN" altLang="en-US" sz="3200" i="1">
                              <a:solidFill>
                                <a:srgbClr val="000000"/>
                              </a:solidFill>
                              <a:latin typeface="Cambria Math" panose="02040503050406030204" pitchFamily="18" charset="0"/>
                            </a:rPr>
                            <m:t>𝑒</m:t>
                          </m:r>
                        </m:e>
                        <m:sup>
                          <m:r>
                            <a:rPr lang="zh-CN" altLang="en-US" sz="3200" i="1">
                              <a:solidFill>
                                <a:srgbClr val="000000"/>
                              </a:solidFill>
                              <a:latin typeface="Cambria Math" panose="02040503050406030204" pitchFamily="18" charset="0"/>
                            </a:rPr>
                            <m:t>−</m:t>
                          </m:r>
                          <m:r>
                            <a:rPr lang="zh-CN" altLang="en-US" sz="3200" i="1">
                              <a:solidFill>
                                <a:srgbClr val="000000"/>
                              </a:solidFill>
                              <a:latin typeface="Cambria Math" panose="02040503050406030204" pitchFamily="18" charset="0"/>
                            </a:rPr>
                            <m:t>𝛽</m:t>
                          </m:r>
                          <m:r>
                            <a:rPr lang="zh-CN" altLang="en-US" sz="3200" i="1">
                              <a:solidFill>
                                <a:srgbClr val="000000"/>
                              </a:solidFill>
                              <a:latin typeface="Cambria Math" panose="02040503050406030204" pitchFamily="18" charset="0"/>
                            </a:rPr>
                            <m:t>𝑡</m:t>
                          </m:r>
                        </m:sup>
                      </m:sSup>
                      <m:r>
                        <a:rPr lang="zh-CN" altLang="en-US" sz="3200" i="1">
                          <a:solidFill>
                            <a:srgbClr val="000000"/>
                          </a:solidFill>
                          <a:latin typeface="Cambria Math" panose="02040503050406030204" pitchFamily="18" charset="0"/>
                        </a:rPr>
                        <m:t>)</m:t>
                      </m:r>
                    </m:oMath>
                  </m:oMathPara>
                </a14:m>
                <a:endParaRPr lang="zh-CN" altLang="en-US" sz="3200" dirty="0"/>
              </a:p>
            </p:txBody>
          </p:sp>
        </mc:Choice>
        <mc:Fallback>
          <p:sp>
            <p:nvSpPr>
              <p:cNvPr id="324611" name="Object 3"/>
              <p:cNvSpPr txBox="1">
                <a:spLocks noRot="1" noChangeAspect="1" noMove="1" noResize="1" noEditPoints="1" noAdjustHandles="1" noChangeArrowheads="1" noChangeShapeType="1" noTextEdit="1"/>
              </p:cNvSpPr>
              <p:nvPr>
                <p:ph sz="half" idx="1"/>
              </p:nvPr>
            </p:nvSpPr>
            <p:spPr bwMode="auto">
              <a:xfrm>
                <a:off x="1258888" y="1341438"/>
                <a:ext cx="5688012" cy="1871662"/>
              </a:xfrm>
              <a:prstGeom prst="rect">
                <a:avLst/>
              </a:prstGeom>
              <a:blipFill rotWithShape="1">
                <a:blip r:embed="rId1"/>
                <a:stretch>
                  <a:fillRect l="-6" t="-17"/>
                </a:stretch>
              </a:blipFill>
              <a:ln>
                <a:noFill/>
              </a:ln>
              <a:effectLst/>
            </p:spPr>
            <p:txBody>
              <a:bodyPr/>
              <a:lstStyle/>
              <a:p>
                <a:r>
                  <a:rPr lang="zh-CN" altLang="en-US">
                    <a:noFill/>
                  </a:rPr>
                  <a:t> </a:t>
                </a:r>
              </a:p>
            </p:txBody>
          </p:sp>
        </mc:Fallback>
      </mc:AlternateContent>
      <p:sp>
        <p:nvSpPr>
          <p:cNvPr id="141314" name="Rectangle 2"/>
          <p:cNvSpPr>
            <a:spLocks noChangeArrowheads="1"/>
          </p:cNvSpPr>
          <p:nvPr/>
        </p:nvSpPr>
        <p:spPr bwMode="auto">
          <a:xfrm>
            <a:off x="611188" y="188913"/>
            <a:ext cx="4968875" cy="576262"/>
          </a:xfrm>
          <a:prstGeom prst="rect">
            <a:avLst/>
          </a:prstGeom>
          <a:solidFill>
            <a:schemeClr val="bg1"/>
          </a:solidFill>
          <a:ln>
            <a:noFill/>
          </a:ln>
          <a:effectLst>
            <a:outerShdw blurRad="63500" dist="38099" dir="2700000" algn="ctr" rotWithShape="0">
              <a:schemeClr val="bg2">
                <a:alpha val="74998"/>
              </a:schemeClr>
            </a:outerShdw>
          </a:effectLst>
        </p:spPr>
        <p:txBody>
          <a:bodyPr anchor="ctr"/>
          <a:lstStyle/>
          <a:p>
            <a:pPr eaLnBrk="1" hangingPunct="1">
              <a:defRPr/>
            </a:pPr>
            <a:r>
              <a:rPr lang="en-US" altLang="zh-CN" sz="2800">
                <a:effectLst>
                  <a:outerShdw blurRad="38100" dist="38100" dir="2700000" algn="tl">
                    <a:srgbClr val="000000"/>
                  </a:outerShdw>
                </a:effectLst>
                <a:ea typeface="黑体" panose="02010609060101010101" charset="-122"/>
              </a:rPr>
              <a:t>5.4  </a:t>
            </a:r>
            <a:r>
              <a:rPr lang="zh-CN" altLang="en-US" sz="2800">
                <a:effectLst>
                  <a:outerShdw blurRad="38100" dist="38100" dir="2700000" algn="tl">
                    <a:srgbClr val="000000"/>
                  </a:outerShdw>
                </a:effectLst>
                <a:ea typeface="黑体" panose="02010609060101010101" charset="-122"/>
              </a:rPr>
              <a:t>常用函数的拉普拉斯变换</a:t>
            </a:r>
            <a:endParaRPr lang="zh-CN" altLang="en-US" sz="2800">
              <a:effectLst>
                <a:outerShdw blurRad="38100" dist="38100" dir="2700000" algn="tl">
                  <a:srgbClr val="000000"/>
                </a:outerShdw>
              </a:effectLst>
              <a:ea typeface="黑体" panose="02010609060101010101" charset="-122"/>
            </a:endParaRPr>
          </a:p>
        </p:txBody>
      </p:sp>
      <p:graphicFrame>
        <p:nvGraphicFramePr>
          <p:cNvPr id="35845" name="Object 7"/>
          <p:cNvGraphicFramePr>
            <a:graphicFrameLocks noChangeAspect="1"/>
          </p:cNvGraphicFramePr>
          <p:nvPr/>
        </p:nvGraphicFramePr>
        <p:xfrm>
          <a:off x="6300788" y="188913"/>
          <a:ext cx="2460625" cy="898525"/>
        </p:xfrm>
        <a:graphic>
          <a:graphicData uri="http://schemas.openxmlformats.org/presentationml/2006/ole">
            <mc:AlternateContent xmlns:mc="http://schemas.openxmlformats.org/markup-compatibility/2006">
              <mc:Choice xmlns:v="urn:schemas-microsoft-com:vml" Requires="v">
                <p:oleObj spid="_x0000_s2" name="公式" r:id="rId2" imgW="1078865" imgH="393700" progId="Equation.3">
                  <p:embed/>
                </p:oleObj>
              </mc:Choice>
              <mc:Fallback>
                <p:oleObj name="公式" r:id="rId2" imgW="1078865" imgH="393700" progId="Equation.3">
                  <p:embed/>
                  <p:pic>
                    <p:nvPicPr>
                      <p:cNvPr id="0" name="Object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00788" y="188913"/>
                        <a:ext cx="2460625" cy="898525"/>
                      </a:xfrm>
                      <a:prstGeom prst="rect">
                        <a:avLst/>
                      </a:prstGeom>
                      <a:solidFill>
                        <a:schemeClr val="tx1"/>
                      </a:solidFill>
                      <a:ln w="9525">
                        <a:solidFill>
                          <a:srgbClr val="FF0000"/>
                        </a:solidFill>
                        <a:miter lim="800000"/>
                        <a:headEnd/>
                        <a:tailEnd/>
                      </a:ln>
                      <a:effectLst>
                        <a:outerShdw dist="35921" dir="2700000" algn="ctr" rotWithShape="0">
                          <a:schemeClr val="bg2">
                            <a:alpha val="74997"/>
                          </a:schemeClr>
                        </a:outerShdw>
                      </a:effectLst>
                    </p:spPr>
                  </p:pic>
                </p:oleObj>
              </mc:Fallback>
            </mc:AlternateContent>
          </a:graphicData>
        </a:graphic>
      </p:graphicFrame>
      <p:graphicFrame>
        <p:nvGraphicFramePr>
          <p:cNvPr id="3" name="Object 4"/>
          <p:cNvGraphicFramePr>
            <a:graphicFrameLocks noChangeAspect="1"/>
          </p:cNvGraphicFramePr>
          <p:nvPr/>
        </p:nvGraphicFramePr>
        <p:xfrm>
          <a:off x="1619250" y="3573463"/>
          <a:ext cx="5973763" cy="2360612"/>
        </p:xfrm>
        <a:graphic>
          <a:graphicData uri="http://schemas.openxmlformats.org/presentationml/2006/ole">
            <mc:AlternateContent xmlns:mc="http://schemas.openxmlformats.org/markup-compatibility/2006">
              <mc:Choice xmlns:v="urn:schemas-microsoft-com:vml" Requires="v">
                <p:oleObj spid="_x0000_s4" name="公式" r:id="rId4" imgW="2120900" imgH="838200" progId="Equation.3">
                  <p:embed/>
                </p:oleObj>
              </mc:Choice>
              <mc:Fallback>
                <p:oleObj name="公式" r:id="rId4" imgW="2120900" imgH="838200" progId="Equation.3">
                  <p:embed/>
                  <p:pic>
                    <p:nvPicPr>
                      <p:cNvPr id="0"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619250" y="3573463"/>
                        <a:ext cx="5973763" cy="2360612"/>
                      </a:xfrm>
                      <a:prstGeom prst="rect">
                        <a:avLst/>
                      </a:prstGeom>
                      <a:solidFill>
                        <a:schemeClr val="tx1"/>
                      </a:solidFill>
                      <a:ln w="19050">
                        <a:solidFill>
                          <a:schemeClr val="bg1"/>
                        </a:solidFill>
                        <a:miter lim="800000"/>
                        <a:headEnd/>
                        <a:tailEnd/>
                      </a:ln>
                      <a:effectLst>
                        <a:outerShdw dist="35921" dir="2700000" algn="ctr" rotWithShape="0">
                          <a:schemeClr val="bg2">
                            <a:alpha val="74997"/>
                          </a:schemeClr>
                        </a:outerShdw>
                      </a:effectLst>
                    </p:spPr>
                  </p:pic>
                </p:oleObj>
              </mc:Fallback>
            </mc:AlternateContent>
          </a:graphicData>
        </a:graphic>
      </p:graphicFrame>
      <p:sp>
        <p:nvSpPr>
          <p:cNvPr id="5" name="墨迹 3"/>
          <p:cNvSpPr/>
          <p:nvPr/>
        </p:nvSpPr>
        <p:spPr bwMode="auto">
          <a:xfrm>
            <a:off x="2088000" y="830520"/>
            <a:ext cx="5662440" cy="5138280"/>
          </a:xfrm>
        </p:spPr>
      </p:sp>
    </p:spTree>
    <p:custDataLst>
      <p:tags r:id="rId6"/>
    </p:custDataLst>
  </p:cSld>
  <p:clrMapOvr>
    <a:masterClrMapping/>
  </p:clrMapOvr>
  <p:transition advTm="56644"/>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5"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1000" fill="hold"/>
                                        <p:tgtEl>
                                          <p:spTgt spid="3"/>
                                        </p:tgtEl>
                                        <p:attrNameLst>
                                          <p:attrName>ppt_w</p:attrName>
                                        </p:attrNameLst>
                                      </p:cBhvr>
                                      <p:tavLst>
                                        <p:tav tm="0">
                                          <p:val>
                                            <p:strVal val="#ppt_w*0.70"/>
                                          </p:val>
                                        </p:tav>
                                        <p:tav tm="100000">
                                          <p:val>
                                            <p:strVal val="#ppt_w"/>
                                          </p:val>
                                        </p:tav>
                                      </p:tavLst>
                                    </p:anim>
                                    <p:anim calcmode="lin" valueType="num">
                                      <p:cBhvr>
                                        <p:cTn id="8" dur="1000" fill="hold"/>
                                        <p:tgtEl>
                                          <p:spTgt spid="3"/>
                                        </p:tgtEl>
                                        <p:attrNameLst>
                                          <p:attrName>ppt_h</p:attrName>
                                        </p:attrNameLst>
                                      </p:cBhvr>
                                      <p:tavLst>
                                        <p:tav tm="0">
                                          <p:val>
                                            <p:strVal val="#ppt_h"/>
                                          </p:val>
                                        </p:tav>
                                        <p:tav tm="100000">
                                          <p:val>
                                            <p:strVal val="#ppt_h"/>
                                          </p:val>
                                        </p:tav>
                                      </p:tavLst>
                                    </p:anim>
                                    <p:animEffect transition="in" filter="fade">
                                      <p:cBhvr>
                                        <p:cTn id="9" dur="1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4"/>
          <p:cNvSpPr>
            <a:spLocks noGrp="1" noChangeArrowheads="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a:spcBef>
                <a:spcPct val="0"/>
              </a:spcBef>
              <a:buFontTx/>
              <a:buNone/>
            </a:pPr>
            <a:fld id="{D1117CF3-9B44-42AB-8891-637EA4C18192}" type="datetime1">
              <a:rPr kumimoji="0" lang="zh-CN" altLang="en-US" sz="1200" smtClean="0">
                <a:solidFill>
                  <a:srgbClr val="000000"/>
                </a:solidFill>
                <a:ea typeface="宋体" panose="02010600030101010101" pitchFamily="2" charset="-122"/>
              </a:rPr>
            </a:fld>
            <a:endParaRPr kumimoji="0" lang="en-US" altLang="zh-CN" sz="1200">
              <a:solidFill>
                <a:srgbClr val="000000"/>
              </a:solidFill>
              <a:ea typeface="宋体" panose="02010600030101010101" pitchFamily="2" charset="-122"/>
            </a:endParaRPr>
          </a:p>
        </p:txBody>
      </p:sp>
      <mc:AlternateContent xmlns:mc="http://schemas.openxmlformats.org/markup-compatibility/2006">
        <mc:Choice xmlns:a14="http://schemas.microsoft.com/office/drawing/2010/main" Requires="a14">
          <p:sp>
            <p:nvSpPr>
              <p:cNvPr id="325635" name="Object 3"/>
              <p:cNvSpPr txBox="1">
                <a:spLocks noGrp="1"/>
              </p:cNvSpPr>
              <p:nvPr>
                <p:ph sz="half" idx="1"/>
              </p:nvPr>
            </p:nvSpPr>
            <p:spPr bwMode="auto">
              <a:xfrm>
                <a:off x="971550" y="1341438"/>
                <a:ext cx="5688013" cy="1858962"/>
              </a:xfrm>
              <a:prstGeom prst="rect">
                <a:avLst/>
              </a:prstGeom>
              <a:solidFill>
                <a:schemeClr val="tx1"/>
              </a:solidFill>
              <a:ln>
                <a:noFill/>
              </a:ln>
              <a:effectLst/>
            </p:spPr>
            <p:txBody>
              <a:bodyPr>
                <a:normAutofit/>
              </a:bodyPr>
              <a:lstStyle/>
              <a:p>
                <a:pPr>
                  <a:buNone/>
                </a:pPr>
                <a14:m>
                  <m:oMathPara xmlns:m="http://schemas.openxmlformats.org/officeDocument/2006/math">
                    <m:oMathParaPr>
                      <m:jc m:val="left"/>
                    </m:oMathParaPr>
                    <m:oMath xmlns:m="http://schemas.openxmlformats.org/officeDocument/2006/math">
                      <m:r>
                        <a:rPr lang="en-US" altLang="zh-CN" sz="3200" b="0" i="1" smtClean="0">
                          <a:solidFill>
                            <a:srgbClr val="000000"/>
                          </a:solidFill>
                          <a:latin typeface="Cambria Math" panose="02040503050406030204" pitchFamily="18" charset="0"/>
                        </a:rPr>
                        <m:t>8</m:t>
                      </m:r>
                      <m:r>
                        <a:rPr lang="zh-CN" altLang="en-US" sz="3200" i="1">
                          <a:solidFill>
                            <a:srgbClr val="000000"/>
                          </a:solidFill>
                          <a:latin typeface="Cambria Math" panose="02040503050406030204" pitchFamily="18" charset="0"/>
                        </a:rPr>
                        <m:t>)</m:t>
                      </m:r>
                      <m:r>
                        <a:rPr lang="zh-CN" altLang="en-US" sz="3200" i="1">
                          <a:solidFill>
                            <a:srgbClr val="000000"/>
                          </a:solidFill>
                          <a:latin typeface="Cambria Math" panose="02040503050406030204" pitchFamily="18" charset="0"/>
                        </a:rPr>
                        <m:t>单边双曲余弦</m:t>
                      </m:r>
                      <m:func>
                        <m:funcPr>
                          <m:ctrlPr>
                            <a:rPr lang="zh-CN" altLang="en-US" sz="3200" i="1">
                              <a:solidFill>
                                <a:srgbClr val="000000"/>
                              </a:solidFill>
                              <a:latin typeface="Cambria Math" panose="02040503050406030204" pitchFamily="18" charset="0"/>
                            </a:rPr>
                          </m:ctrlPr>
                        </m:funcPr>
                        <m:fName>
                          <m:r>
                            <m:rPr>
                              <m:sty m:val="p"/>
                            </m:rPr>
                            <a:rPr lang="zh-CN" altLang="en-US" sz="3200" i="0">
                              <a:solidFill>
                                <a:srgbClr val="000000"/>
                              </a:solidFill>
                              <a:latin typeface="Cambria Math" panose="02040503050406030204" pitchFamily="18" charset="0"/>
                            </a:rPr>
                            <m:t>cosh</m:t>
                          </m:r>
                        </m:fName>
                        <m:e>
                          <m:r>
                            <a:rPr lang="zh-CN" altLang="en-US" sz="3200" i="1">
                              <a:solidFill>
                                <a:srgbClr val="000000"/>
                              </a:solidFill>
                              <a:latin typeface="Cambria Math" panose="02040503050406030204" pitchFamily="18" charset="0"/>
                            </a:rPr>
                            <m:t>(</m:t>
                          </m:r>
                        </m:e>
                      </m:func>
                      <m:r>
                        <a:rPr lang="zh-CN" altLang="en-US" sz="3200" i="1">
                          <a:solidFill>
                            <a:srgbClr val="000000"/>
                          </a:solidFill>
                          <a:latin typeface="Cambria Math" panose="02040503050406030204" pitchFamily="18" charset="0"/>
                        </a:rPr>
                        <m:t>𝛽</m:t>
                      </m:r>
                      <m:r>
                        <a:rPr lang="zh-CN" altLang="en-US" sz="3200" i="1">
                          <a:solidFill>
                            <a:srgbClr val="000000"/>
                          </a:solidFill>
                          <a:latin typeface="Cambria Math" panose="02040503050406030204" pitchFamily="18" charset="0"/>
                        </a:rPr>
                        <m:t>𝑡</m:t>
                      </m:r>
                      <m:r>
                        <a:rPr lang="zh-CN" altLang="en-US" sz="3200" i="1">
                          <a:solidFill>
                            <a:srgbClr val="000000"/>
                          </a:solidFill>
                          <a:latin typeface="Cambria Math" panose="02040503050406030204" pitchFamily="18" charset="0"/>
                        </a:rPr>
                        <m:t>)</m:t>
                      </m:r>
                      <m:r>
                        <a:rPr lang="zh-CN" altLang="en-US" sz="3200" i="1">
                          <a:solidFill>
                            <a:srgbClr val="000000"/>
                          </a:solidFill>
                          <a:latin typeface="Cambria Math" panose="02040503050406030204" pitchFamily="18" charset="0"/>
                        </a:rPr>
                        <m:t>𝜀</m:t>
                      </m:r>
                      <m:r>
                        <a:rPr lang="zh-CN" altLang="en-US" sz="3200" i="1">
                          <a:solidFill>
                            <a:srgbClr val="000000"/>
                          </a:solidFill>
                          <a:latin typeface="Cambria Math" panose="02040503050406030204" pitchFamily="18" charset="0"/>
                        </a:rPr>
                        <m:t>(</m:t>
                      </m:r>
                      <m:r>
                        <a:rPr lang="zh-CN" altLang="en-US" sz="3200" i="1">
                          <a:solidFill>
                            <a:srgbClr val="000000"/>
                          </a:solidFill>
                          <a:latin typeface="Cambria Math" panose="02040503050406030204" pitchFamily="18" charset="0"/>
                        </a:rPr>
                        <m:t>𝑡</m:t>
                      </m:r>
                      <m:r>
                        <a:rPr lang="zh-CN" altLang="en-US" sz="3200" i="1">
                          <a:solidFill>
                            <a:srgbClr val="000000"/>
                          </a:solidFill>
                          <a:latin typeface="Cambria Math" panose="02040503050406030204" pitchFamily="18" charset="0"/>
                        </a:rPr>
                        <m:t>)</m:t>
                      </m:r>
                    </m:oMath>
                    <m:oMath xmlns:m="http://schemas.openxmlformats.org/officeDocument/2006/math">
                      <m:r>
                        <a:rPr lang="zh-CN" altLang="en-US" sz="3200" i="1">
                          <a:solidFill>
                            <a:srgbClr val="000000"/>
                          </a:solidFill>
                          <a:latin typeface="Cambria Math" panose="02040503050406030204" pitchFamily="18" charset="0"/>
                        </a:rPr>
                        <m:t>∵</m:t>
                      </m:r>
                      <m:func>
                        <m:funcPr>
                          <m:ctrlPr>
                            <a:rPr lang="zh-CN" altLang="en-US" sz="3200" i="1">
                              <a:solidFill>
                                <a:srgbClr val="000000"/>
                              </a:solidFill>
                              <a:latin typeface="Cambria Math" panose="02040503050406030204" pitchFamily="18" charset="0"/>
                            </a:rPr>
                          </m:ctrlPr>
                        </m:funcPr>
                        <m:fName>
                          <m:r>
                            <m:rPr>
                              <m:sty m:val="p"/>
                            </m:rPr>
                            <a:rPr lang="zh-CN" altLang="en-US" sz="3200" i="0">
                              <a:solidFill>
                                <a:srgbClr val="000000"/>
                              </a:solidFill>
                              <a:latin typeface="Cambria Math" panose="02040503050406030204" pitchFamily="18" charset="0"/>
                            </a:rPr>
                            <m:t>cosh</m:t>
                          </m:r>
                        </m:fName>
                        <m:e>
                          <m:r>
                            <a:rPr lang="zh-CN" altLang="en-US" sz="3200" i="1">
                              <a:solidFill>
                                <a:srgbClr val="000000"/>
                              </a:solidFill>
                              <a:latin typeface="Cambria Math" panose="02040503050406030204" pitchFamily="18" charset="0"/>
                            </a:rPr>
                            <m:t>(</m:t>
                          </m:r>
                        </m:e>
                      </m:func>
                      <m:r>
                        <a:rPr lang="zh-CN" altLang="en-US" sz="3200" i="1">
                          <a:solidFill>
                            <a:srgbClr val="000000"/>
                          </a:solidFill>
                          <a:latin typeface="Cambria Math" panose="02040503050406030204" pitchFamily="18" charset="0"/>
                        </a:rPr>
                        <m:t>𝛽</m:t>
                      </m:r>
                      <m:r>
                        <a:rPr lang="zh-CN" altLang="en-US" sz="3200" i="1">
                          <a:solidFill>
                            <a:srgbClr val="000000"/>
                          </a:solidFill>
                          <a:latin typeface="Cambria Math" panose="02040503050406030204" pitchFamily="18" charset="0"/>
                        </a:rPr>
                        <m:t>𝑡</m:t>
                      </m:r>
                      <m:r>
                        <a:rPr lang="zh-CN" altLang="en-US" sz="3200" i="1">
                          <a:solidFill>
                            <a:srgbClr val="000000"/>
                          </a:solidFill>
                          <a:latin typeface="Cambria Math" panose="02040503050406030204" pitchFamily="18" charset="0"/>
                        </a:rPr>
                        <m:t>)=</m:t>
                      </m:r>
                      <m:f>
                        <m:fPr>
                          <m:ctrlPr>
                            <a:rPr lang="zh-CN" altLang="en-US" sz="3200" i="1">
                              <a:solidFill>
                                <a:srgbClr val="000000"/>
                              </a:solidFill>
                              <a:latin typeface="Cambria Math" panose="02040503050406030204" pitchFamily="18" charset="0"/>
                            </a:rPr>
                          </m:ctrlPr>
                        </m:fPr>
                        <m:num>
                          <m:r>
                            <a:rPr lang="zh-CN" altLang="en-US" sz="3200" i="1">
                              <a:solidFill>
                                <a:srgbClr val="000000"/>
                              </a:solidFill>
                              <a:latin typeface="Cambria Math" panose="02040503050406030204" pitchFamily="18" charset="0"/>
                            </a:rPr>
                            <m:t>1</m:t>
                          </m:r>
                        </m:num>
                        <m:den>
                          <m:r>
                            <a:rPr lang="zh-CN" altLang="en-US" sz="3200" i="1">
                              <a:solidFill>
                                <a:srgbClr val="000000"/>
                              </a:solidFill>
                              <a:latin typeface="Cambria Math" panose="02040503050406030204" pitchFamily="18" charset="0"/>
                            </a:rPr>
                            <m:t>2</m:t>
                          </m:r>
                        </m:den>
                      </m:f>
                      <m:r>
                        <a:rPr lang="zh-CN" altLang="en-US" sz="3200" i="1">
                          <a:solidFill>
                            <a:srgbClr val="000000"/>
                          </a:solidFill>
                          <a:latin typeface="Cambria Math" panose="02040503050406030204" pitchFamily="18" charset="0"/>
                        </a:rPr>
                        <m:t>(</m:t>
                      </m:r>
                      <m:sSup>
                        <m:sSupPr>
                          <m:ctrlPr>
                            <a:rPr lang="zh-CN" altLang="en-US" sz="3200" i="1">
                              <a:solidFill>
                                <a:srgbClr val="000000"/>
                              </a:solidFill>
                              <a:latin typeface="Cambria Math" panose="02040503050406030204" pitchFamily="18" charset="0"/>
                            </a:rPr>
                          </m:ctrlPr>
                        </m:sSupPr>
                        <m:e>
                          <m:r>
                            <a:rPr lang="zh-CN" altLang="en-US" sz="3200" i="1">
                              <a:solidFill>
                                <a:srgbClr val="000000"/>
                              </a:solidFill>
                              <a:latin typeface="Cambria Math" panose="02040503050406030204" pitchFamily="18" charset="0"/>
                            </a:rPr>
                            <m:t>𝑒</m:t>
                          </m:r>
                        </m:e>
                        <m:sup>
                          <m:r>
                            <a:rPr lang="zh-CN" altLang="en-US" sz="3200" i="1">
                              <a:solidFill>
                                <a:srgbClr val="000000"/>
                              </a:solidFill>
                              <a:latin typeface="Cambria Math" panose="02040503050406030204" pitchFamily="18" charset="0"/>
                            </a:rPr>
                            <m:t>𝛽</m:t>
                          </m:r>
                          <m:r>
                            <a:rPr lang="zh-CN" altLang="en-US" sz="3200" i="1">
                              <a:solidFill>
                                <a:srgbClr val="000000"/>
                              </a:solidFill>
                              <a:latin typeface="Cambria Math" panose="02040503050406030204" pitchFamily="18" charset="0"/>
                            </a:rPr>
                            <m:t>𝑡</m:t>
                          </m:r>
                        </m:sup>
                      </m:sSup>
                      <m:r>
                        <a:rPr lang="zh-CN" altLang="en-US" sz="3200" i="1">
                          <a:solidFill>
                            <a:srgbClr val="000000"/>
                          </a:solidFill>
                          <a:latin typeface="Cambria Math" panose="02040503050406030204" pitchFamily="18" charset="0"/>
                        </a:rPr>
                        <m:t>+</m:t>
                      </m:r>
                      <m:sSup>
                        <m:sSupPr>
                          <m:ctrlPr>
                            <a:rPr lang="zh-CN" altLang="en-US" sz="3200" i="1">
                              <a:solidFill>
                                <a:srgbClr val="000000"/>
                              </a:solidFill>
                              <a:latin typeface="Cambria Math" panose="02040503050406030204" pitchFamily="18" charset="0"/>
                            </a:rPr>
                          </m:ctrlPr>
                        </m:sSupPr>
                        <m:e>
                          <m:r>
                            <a:rPr lang="zh-CN" altLang="en-US" sz="3200" i="1">
                              <a:solidFill>
                                <a:srgbClr val="000000"/>
                              </a:solidFill>
                              <a:latin typeface="Cambria Math" panose="02040503050406030204" pitchFamily="18" charset="0"/>
                            </a:rPr>
                            <m:t>𝑒</m:t>
                          </m:r>
                        </m:e>
                        <m:sup>
                          <m:r>
                            <a:rPr lang="zh-CN" altLang="en-US" sz="3200" i="1">
                              <a:solidFill>
                                <a:srgbClr val="000000"/>
                              </a:solidFill>
                              <a:latin typeface="Cambria Math" panose="02040503050406030204" pitchFamily="18" charset="0"/>
                            </a:rPr>
                            <m:t>−</m:t>
                          </m:r>
                          <m:r>
                            <a:rPr lang="zh-CN" altLang="en-US" sz="3200" i="1">
                              <a:solidFill>
                                <a:srgbClr val="000000"/>
                              </a:solidFill>
                              <a:latin typeface="Cambria Math" panose="02040503050406030204" pitchFamily="18" charset="0"/>
                            </a:rPr>
                            <m:t>𝛽</m:t>
                          </m:r>
                          <m:r>
                            <a:rPr lang="zh-CN" altLang="en-US" sz="3200" i="1">
                              <a:solidFill>
                                <a:srgbClr val="000000"/>
                              </a:solidFill>
                              <a:latin typeface="Cambria Math" panose="02040503050406030204" pitchFamily="18" charset="0"/>
                            </a:rPr>
                            <m:t>𝑡</m:t>
                          </m:r>
                        </m:sup>
                      </m:sSup>
                      <m:r>
                        <a:rPr lang="zh-CN" altLang="en-US" sz="3200" i="1">
                          <a:solidFill>
                            <a:srgbClr val="000000"/>
                          </a:solidFill>
                          <a:latin typeface="Cambria Math" panose="02040503050406030204" pitchFamily="18" charset="0"/>
                        </a:rPr>
                        <m:t>)</m:t>
                      </m:r>
                    </m:oMath>
                  </m:oMathPara>
                </a14:m>
                <a:endParaRPr lang="zh-CN" altLang="en-US" sz="3200" dirty="0"/>
              </a:p>
            </p:txBody>
          </p:sp>
        </mc:Choice>
        <mc:Fallback>
          <p:sp>
            <p:nvSpPr>
              <p:cNvPr id="325635" name="Object 3"/>
              <p:cNvSpPr txBox="1">
                <a:spLocks noRot="1" noChangeAspect="1" noMove="1" noResize="1" noEditPoints="1" noAdjustHandles="1" noChangeArrowheads="1" noChangeShapeType="1" noTextEdit="1"/>
              </p:cNvSpPr>
              <p:nvPr>
                <p:ph sz="half" idx="1"/>
              </p:nvPr>
            </p:nvSpPr>
            <p:spPr bwMode="auto">
              <a:xfrm>
                <a:off x="971550" y="1341438"/>
                <a:ext cx="5688013" cy="1858962"/>
              </a:xfrm>
              <a:prstGeom prst="rect">
                <a:avLst/>
              </a:prstGeom>
              <a:blipFill rotWithShape="1">
                <a:blip r:embed="rId1"/>
                <a:stretch>
                  <a:fillRect t="-17" r="6"/>
                </a:stretch>
              </a:blipFill>
              <a:ln>
                <a:noFill/>
              </a:ln>
              <a:effectLst/>
            </p:spPr>
            <p:txBody>
              <a:bodyPr/>
              <a:lstStyle/>
              <a:p>
                <a:r>
                  <a:rPr lang="zh-CN" altLang="en-US">
                    <a:noFill/>
                  </a:rPr>
                  <a:t> </a:t>
                </a:r>
              </a:p>
            </p:txBody>
          </p:sp>
        </mc:Fallback>
      </mc:AlternateContent>
      <p:sp>
        <p:nvSpPr>
          <p:cNvPr id="141314" name="Rectangle 2"/>
          <p:cNvSpPr>
            <a:spLocks noChangeArrowheads="1"/>
          </p:cNvSpPr>
          <p:nvPr/>
        </p:nvSpPr>
        <p:spPr bwMode="auto">
          <a:xfrm>
            <a:off x="611188" y="188913"/>
            <a:ext cx="4968875" cy="576262"/>
          </a:xfrm>
          <a:prstGeom prst="rect">
            <a:avLst/>
          </a:prstGeom>
          <a:solidFill>
            <a:schemeClr val="bg1"/>
          </a:solidFill>
          <a:ln>
            <a:noFill/>
          </a:ln>
          <a:effectLst>
            <a:outerShdw blurRad="63500" dist="38099" dir="2700000" algn="ctr" rotWithShape="0">
              <a:schemeClr val="bg2">
                <a:alpha val="74998"/>
              </a:schemeClr>
            </a:outerShdw>
          </a:effectLst>
        </p:spPr>
        <p:txBody>
          <a:bodyPr anchor="ctr"/>
          <a:lstStyle/>
          <a:p>
            <a:pPr eaLnBrk="1" hangingPunct="1">
              <a:defRPr/>
            </a:pPr>
            <a:r>
              <a:rPr lang="en-US" altLang="zh-CN" sz="2800">
                <a:effectLst>
                  <a:outerShdw blurRad="38100" dist="38100" dir="2700000" algn="tl">
                    <a:srgbClr val="000000"/>
                  </a:outerShdw>
                </a:effectLst>
                <a:ea typeface="黑体" panose="02010609060101010101" charset="-122"/>
              </a:rPr>
              <a:t>5.4  </a:t>
            </a:r>
            <a:r>
              <a:rPr lang="zh-CN" altLang="en-US" sz="2800">
                <a:effectLst>
                  <a:outerShdw blurRad="38100" dist="38100" dir="2700000" algn="tl">
                    <a:srgbClr val="000000"/>
                  </a:outerShdw>
                </a:effectLst>
                <a:ea typeface="黑体" panose="02010609060101010101" charset="-122"/>
              </a:rPr>
              <a:t>常用函数的拉普拉斯变换</a:t>
            </a:r>
            <a:endParaRPr lang="zh-CN" altLang="en-US" sz="2800">
              <a:effectLst>
                <a:outerShdw blurRad="38100" dist="38100" dir="2700000" algn="tl">
                  <a:srgbClr val="000000"/>
                </a:outerShdw>
              </a:effectLst>
              <a:ea typeface="黑体" panose="02010609060101010101" charset="-122"/>
            </a:endParaRPr>
          </a:p>
        </p:txBody>
      </p:sp>
      <p:graphicFrame>
        <p:nvGraphicFramePr>
          <p:cNvPr id="36869" name="Object 7"/>
          <p:cNvGraphicFramePr>
            <a:graphicFrameLocks noChangeAspect="1"/>
          </p:cNvGraphicFramePr>
          <p:nvPr/>
        </p:nvGraphicFramePr>
        <p:xfrm>
          <a:off x="6300788" y="188913"/>
          <a:ext cx="2460625" cy="898525"/>
        </p:xfrm>
        <a:graphic>
          <a:graphicData uri="http://schemas.openxmlformats.org/presentationml/2006/ole">
            <mc:AlternateContent xmlns:mc="http://schemas.openxmlformats.org/markup-compatibility/2006">
              <mc:Choice xmlns:v="urn:schemas-microsoft-com:vml" Requires="v">
                <p:oleObj spid="_x0000_s2" name="公式" r:id="rId2" imgW="1078865" imgH="393700" progId="Equation.3">
                  <p:embed/>
                </p:oleObj>
              </mc:Choice>
              <mc:Fallback>
                <p:oleObj name="公式" r:id="rId2" imgW="1078865" imgH="393700" progId="Equation.3">
                  <p:embed/>
                  <p:pic>
                    <p:nvPicPr>
                      <p:cNvPr id="0" name="Object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00788" y="188913"/>
                        <a:ext cx="2460625" cy="898525"/>
                      </a:xfrm>
                      <a:prstGeom prst="rect">
                        <a:avLst/>
                      </a:prstGeom>
                      <a:solidFill>
                        <a:schemeClr val="tx1"/>
                      </a:solidFill>
                      <a:ln w="9525">
                        <a:solidFill>
                          <a:srgbClr val="FF0000"/>
                        </a:solidFill>
                        <a:miter lim="800000"/>
                        <a:headEnd/>
                        <a:tailEnd/>
                      </a:ln>
                      <a:effectLst>
                        <a:outerShdw dist="35921" dir="2700000" algn="ctr" rotWithShape="0">
                          <a:schemeClr val="bg2">
                            <a:alpha val="74997"/>
                          </a:schemeClr>
                        </a:outerShdw>
                      </a:effectLst>
                    </p:spPr>
                  </p:pic>
                </p:oleObj>
              </mc:Fallback>
            </mc:AlternateContent>
          </a:graphicData>
        </a:graphic>
      </p:graphicFrame>
      <p:graphicFrame>
        <p:nvGraphicFramePr>
          <p:cNvPr id="3" name="Object 4"/>
          <p:cNvGraphicFramePr>
            <a:graphicFrameLocks noChangeAspect="1"/>
          </p:cNvGraphicFramePr>
          <p:nvPr/>
        </p:nvGraphicFramePr>
        <p:xfrm>
          <a:off x="2124075" y="3500438"/>
          <a:ext cx="5688013" cy="2247900"/>
        </p:xfrm>
        <a:graphic>
          <a:graphicData uri="http://schemas.openxmlformats.org/presentationml/2006/ole">
            <mc:AlternateContent xmlns:mc="http://schemas.openxmlformats.org/markup-compatibility/2006">
              <mc:Choice xmlns:v="urn:schemas-microsoft-com:vml" Requires="v">
                <p:oleObj spid="_x0000_s4" name="公式" r:id="rId4" imgW="2120900" imgH="838200" progId="Equation.3">
                  <p:embed/>
                </p:oleObj>
              </mc:Choice>
              <mc:Fallback>
                <p:oleObj name="公式" r:id="rId4" imgW="2120900" imgH="838200" progId="Equation.3">
                  <p:embed/>
                  <p:pic>
                    <p:nvPicPr>
                      <p:cNvPr id="0"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124075" y="3500438"/>
                        <a:ext cx="5688013" cy="2247900"/>
                      </a:xfrm>
                      <a:prstGeom prst="rect">
                        <a:avLst/>
                      </a:prstGeom>
                      <a:solidFill>
                        <a:schemeClr val="tx1"/>
                      </a:solidFill>
                      <a:ln w="19050">
                        <a:solidFill>
                          <a:schemeClr val="bg1"/>
                        </a:solidFill>
                        <a:miter lim="800000"/>
                        <a:headEnd/>
                        <a:tailEnd/>
                      </a:ln>
                      <a:effectLst>
                        <a:outerShdw dist="35921" dir="2700000" algn="ctr" rotWithShape="0">
                          <a:schemeClr val="bg2">
                            <a:alpha val="74997"/>
                          </a:schemeClr>
                        </a:outerShdw>
                      </a:effectLst>
                    </p:spPr>
                  </p:pic>
                </p:oleObj>
              </mc:Fallback>
            </mc:AlternateContent>
          </a:graphicData>
        </a:graphic>
      </p:graphicFrame>
      <p:sp>
        <p:nvSpPr>
          <p:cNvPr id="5" name="墨迹 2"/>
          <p:cNvSpPr/>
          <p:nvPr/>
        </p:nvSpPr>
        <p:spPr bwMode="auto">
          <a:xfrm>
            <a:off x="6418080" y="4775760"/>
            <a:ext cx="1419120" cy="1041480"/>
          </a:xfrm>
        </p:spPr>
      </p:sp>
    </p:spTree>
    <p:custDataLst>
      <p:tags r:id="rId6"/>
    </p:custDataLst>
  </p:cSld>
  <p:clrMapOvr>
    <a:masterClrMapping/>
  </p:clrMapOvr>
  <p:transition advTm="12129"/>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md type="call" cmd="playFrom(0.0)">
                                      <p:cBhvr>
                                        <p:cTn id="7" dur="1"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4"/>
          <p:cNvSpPr>
            <a:spLocks noGrp="1" noChangeArrowheads="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a:spcBef>
                <a:spcPct val="0"/>
              </a:spcBef>
              <a:buFontTx/>
              <a:buNone/>
            </a:pPr>
            <a:fld id="{A794B680-FA11-47FD-A763-BD3B078DB925}" type="datetime1">
              <a:rPr kumimoji="0" lang="zh-CN" altLang="en-US" sz="1200" smtClean="0">
                <a:solidFill>
                  <a:srgbClr val="000000"/>
                </a:solidFill>
                <a:ea typeface="宋体" panose="02010600030101010101" pitchFamily="2" charset="-122"/>
              </a:rPr>
            </a:fld>
            <a:endParaRPr kumimoji="0" lang="en-US" altLang="zh-CN" sz="1200">
              <a:solidFill>
                <a:srgbClr val="000000"/>
              </a:solidFill>
              <a:ea typeface="宋体" panose="02010600030101010101" pitchFamily="2" charset="-122"/>
            </a:endParaRPr>
          </a:p>
        </p:txBody>
      </p:sp>
      <mc:AlternateContent xmlns:mc="http://schemas.openxmlformats.org/markup-compatibility/2006">
        <mc:Choice xmlns:a14="http://schemas.microsoft.com/office/drawing/2010/main" Requires="a14">
          <p:sp>
            <p:nvSpPr>
              <p:cNvPr id="37891" name="Object 3"/>
              <p:cNvSpPr txBox="1">
                <a:spLocks noGrp="1"/>
              </p:cNvSpPr>
              <p:nvPr>
                <p:ph sz="half" idx="2"/>
              </p:nvPr>
            </p:nvSpPr>
            <p:spPr bwMode="auto">
              <a:xfrm>
                <a:off x="561394" y="980282"/>
                <a:ext cx="7705352" cy="657225"/>
              </a:xfrm>
              <a:prstGeom prst="rect">
                <a:avLst/>
              </a:prstGeom>
              <a:solidFill>
                <a:schemeClr val="tx1"/>
              </a:solidFill>
              <a:ln>
                <a:noFill/>
              </a:ln>
              <a:effectLst/>
            </p:spPr>
            <p:txBody>
              <a:bodyPr>
                <a:normAutofit fontScale="92500"/>
              </a:bodyPr>
              <a:lstStyle/>
              <a:p>
                <a:pPr>
                  <a:buNone/>
                </a:pPr>
                <a14:m>
                  <m:oMathPara xmlns:m="http://schemas.openxmlformats.org/officeDocument/2006/math">
                    <m:oMathParaPr>
                      <m:jc m:val="left"/>
                    </m:oMathParaPr>
                    <m:oMath xmlns:m="http://schemas.openxmlformats.org/officeDocument/2006/math">
                      <m:r>
                        <a:rPr lang="zh-CN" altLang="en-US" sz="3600" i="1">
                          <a:solidFill>
                            <a:srgbClr val="000000"/>
                          </a:solidFill>
                          <a:latin typeface="Cambria Math" panose="02040503050406030204" pitchFamily="18" charset="0"/>
                        </a:rPr>
                        <m:t>2</m:t>
                      </m:r>
                      <m:r>
                        <a:rPr lang="zh-CN" altLang="en-US" sz="3600" i="1">
                          <a:solidFill>
                            <a:srgbClr val="000000"/>
                          </a:solidFill>
                          <a:latin typeface="Cambria Math" panose="02040503050406030204" pitchFamily="18" charset="0"/>
                        </a:rPr>
                        <m:t>、</m:t>
                      </m:r>
                      <m:r>
                        <a:rPr lang="zh-CN" altLang="en-US" sz="3600" i="1" smtClean="0">
                          <a:solidFill>
                            <a:srgbClr val="FF0000"/>
                          </a:solidFill>
                          <a:latin typeface="Cambria Math" panose="02040503050406030204" pitchFamily="18" charset="0"/>
                        </a:rPr>
                        <m:t>𝑡</m:t>
                      </m:r>
                      <m:r>
                        <a:rPr lang="zh-CN" altLang="en-US" sz="3600" i="1" smtClean="0">
                          <a:solidFill>
                            <a:srgbClr val="FF0000"/>
                          </a:solidFill>
                          <a:latin typeface="Cambria Math" panose="02040503050406030204" pitchFamily="18" charset="0"/>
                        </a:rPr>
                        <m:t>的正整数幂函数</m:t>
                      </m:r>
                      <m:sSup>
                        <m:sSupPr>
                          <m:ctrlPr>
                            <a:rPr lang="zh-CN" altLang="en-US" sz="3600" i="1">
                              <a:solidFill>
                                <a:srgbClr val="FF0000"/>
                              </a:solidFill>
                              <a:latin typeface="Cambria Math" panose="02040503050406030204" pitchFamily="18" charset="0"/>
                            </a:rPr>
                          </m:ctrlPr>
                        </m:sSupPr>
                        <m:e>
                          <m:r>
                            <a:rPr lang="zh-CN" altLang="en-US" sz="3600" i="1">
                              <a:solidFill>
                                <a:srgbClr val="FF0000"/>
                              </a:solidFill>
                              <a:latin typeface="Cambria Math" panose="02040503050406030204" pitchFamily="18" charset="0"/>
                            </a:rPr>
                            <m:t>𝑡</m:t>
                          </m:r>
                        </m:e>
                        <m:sup>
                          <m:r>
                            <a:rPr lang="zh-CN" altLang="en-US" sz="3600" i="1">
                              <a:solidFill>
                                <a:srgbClr val="FF0000"/>
                              </a:solidFill>
                              <a:latin typeface="Cambria Math" panose="02040503050406030204" pitchFamily="18" charset="0"/>
                            </a:rPr>
                            <m:t>𝑛</m:t>
                          </m:r>
                        </m:sup>
                      </m:sSup>
                      <m:r>
                        <a:rPr lang="zh-CN" altLang="en-US" sz="3600" i="1">
                          <a:solidFill>
                            <a:srgbClr val="FF0000"/>
                          </a:solidFill>
                          <a:latin typeface="Cambria Math" panose="02040503050406030204" pitchFamily="18" charset="0"/>
                        </a:rPr>
                        <m:t>𝜀</m:t>
                      </m:r>
                      <m:r>
                        <a:rPr lang="zh-CN" altLang="en-US" sz="3600" i="1">
                          <a:solidFill>
                            <a:srgbClr val="FF0000"/>
                          </a:solidFill>
                          <a:latin typeface="Cambria Math" panose="02040503050406030204" pitchFamily="18" charset="0"/>
                        </a:rPr>
                        <m:t>(</m:t>
                      </m:r>
                      <m:r>
                        <a:rPr lang="zh-CN" altLang="en-US" sz="3600" i="1">
                          <a:solidFill>
                            <a:srgbClr val="FF0000"/>
                          </a:solidFill>
                          <a:latin typeface="Cambria Math" panose="02040503050406030204" pitchFamily="18" charset="0"/>
                        </a:rPr>
                        <m:t>𝑡</m:t>
                      </m:r>
                      <m:r>
                        <a:rPr lang="zh-CN" altLang="en-US" sz="3600" i="1">
                          <a:solidFill>
                            <a:srgbClr val="FF0000"/>
                          </a:solidFill>
                          <a:latin typeface="Cambria Math" panose="02040503050406030204" pitchFamily="18" charset="0"/>
                        </a:rPr>
                        <m:t>)(</m:t>
                      </m:r>
                      <m:r>
                        <m:rPr>
                          <m:sty m:val="p"/>
                        </m:rPr>
                        <a:rPr lang="zh-CN" altLang="en-US" sz="3600" i="0">
                          <a:solidFill>
                            <a:srgbClr val="000000"/>
                          </a:solidFill>
                          <a:latin typeface="Cambria Math" panose="02040503050406030204" pitchFamily="18" charset="0"/>
                        </a:rPr>
                        <m:t>n</m:t>
                      </m:r>
                      <m:r>
                        <a:rPr lang="zh-CN" altLang="en-US" sz="3600" i="1">
                          <a:solidFill>
                            <a:srgbClr val="000000"/>
                          </a:solidFill>
                          <a:latin typeface="Cambria Math" panose="02040503050406030204" pitchFamily="18" charset="0"/>
                        </a:rPr>
                        <m:t>为正整数</m:t>
                      </m:r>
                      <m:r>
                        <a:rPr lang="zh-CN" altLang="en-US" sz="3600" i="1">
                          <a:solidFill>
                            <a:srgbClr val="000000"/>
                          </a:solidFill>
                          <a:latin typeface="Cambria Math" panose="02040503050406030204" pitchFamily="18" charset="0"/>
                        </a:rPr>
                        <m:t>)</m:t>
                      </m:r>
                    </m:oMath>
                  </m:oMathPara>
                </a14:m>
                <a:endParaRPr lang="zh-CN" altLang="en-US" dirty="0"/>
              </a:p>
            </p:txBody>
          </p:sp>
        </mc:Choice>
        <mc:Fallback>
          <p:sp>
            <p:nvSpPr>
              <p:cNvPr id="37891" name="Object 3"/>
              <p:cNvSpPr txBox="1">
                <a:spLocks noRot="1" noChangeAspect="1" noMove="1" noResize="1" noEditPoints="1" noAdjustHandles="1" noChangeArrowheads="1" noChangeShapeType="1" noTextEdit="1"/>
              </p:cNvSpPr>
              <p:nvPr>
                <p:ph sz="half" idx="2"/>
              </p:nvPr>
            </p:nvSpPr>
            <p:spPr bwMode="auto">
              <a:xfrm>
                <a:off x="561394" y="980282"/>
                <a:ext cx="7705352" cy="657225"/>
              </a:xfrm>
              <a:prstGeom prst="rect">
                <a:avLst/>
              </a:prstGeom>
              <a:blipFill rotWithShape="1">
                <a:blip r:embed="rId1"/>
                <a:stretch>
                  <a:fillRect l="-1" t="-73" r="4" b="73"/>
                </a:stretch>
              </a:blipFill>
              <a:ln>
                <a:noFill/>
              </a:ln>
              <a:effectLst/>
            </p:spPr>
            <p:txBody>
              <a:bodyPr/>
              <a:lstStyle/>
              <a:p>
                <a:r>
                  <a:rPr lang="zh-CN" altLang="en-US">
                    <a:noFill/>
                  </a:rPr>
                  <a:t> </a:t>
                </a:r>
              </a:p>
            </p:txBody>
          </p:sp>
        </mc:Fallback>
      </mc:AlternateContent>
      <p:graphicFrame>
        <p:nvGraphicFramePr>
          <p:cNvPr id="326660" name="Object 4"/>
          <p:cNvGraphicFramePr>
            <a:graphicFrameLocks noChangeAspect="1"/>
          </p:cNvGraphicFramePr>
          <p:nvPr/>
        </p:nvGraphicFramePr>
        <p:xfrm>
          <a:off x="1331913" y="1773238"/>
          <a:ext cx="4668837" cy="736600"/>
        </p:xfrm>
        <a:graphic>
          <a:graphicData uri="http://schemas.openxmlformats.org/presentationml/2006/ole">
            <mc:AlternateContent xmlns:mc="http://schemas.openxmlformats.org/markup-compatibility/2006">
              <mc:Choice xmlns:v="urn:schemas-microsoft-com:vml" Requires="v">
                <p:oleObj spid="_x0000_s2" name="公式" r:id="rId2" imgW="1803400" imgH="355600" progId="Equation.3">
                  <p:embed/>
                </p:oleObj>
              </mc:Choice>
              <mc:Fallback>
                <p:oleObj name="公式" r:id="rId2" imgW="1803400" imgH="355600" progId="Equation.3">
                  <p:embed/>
                  <p:pic>
                    <p:nvPicPr>
                      <p:cNvPr id="0"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31913" y="1773238"/>
                        <a:ext cx="4668837" cy="736600"/>
                      </a:xfrm>
                      <a:prstGeom prst="rect">
                        <a:avLst/>
                      </a:prstGeom>
                      <a:solidFill>
                        <a:schemeClr val="tx1"/>
                      </a:solidFill>
                      <a:ln w="19050">
                        <a:solidFill>
                          <a:schemeClr val="bg1"/>
                        </a:solidFill>
                        <a:miter lim="800000"/>
                        <a:headEnd/>
                        <a:tailEnd/>
                      </a:ln>
                      <a:effectLst>
                        <a:outerShdw dist="35921" dir="2700000" algn="ctr" rotWithShape="0">
                          <a:srgbClr val="808080">
                            <a:alpha val="74997"/>
                          </a:srgbClr>
                        </a:outerShdw>
                      </a:effectLst>
                    </p:spPr>
                  </p:pic>
                </p:oleObj>
              </mc:Fallback>
            </mc:AlternateContent>
          </a:graphicData>
        </a:graphic>
      </p:graphicFrame>
      <p:sp>
        <p:nvSpPr>
          <p:cNvPr id="141314" name="Rectangle 2"/>
          <p:cNvSpPr>
            <a:spLocks noChangeArrowheads="1"/>
          </p:cNvSpPr>
          <p:nvPr/>
        </p:nvSpPr>
        <p:spPr bwMode="auto">
          <a:xfrm>
            <a:off x="611188" y="188913"/>
            <a:ext cx="4968875" cy="576262"/>
          </a:xfrm>
          <a:prstGeom prst="rect">
            <a:avLst/>
          </a:prstGeom>
          <a:solidFill>
            <a:schemeClr val="bg1"/>
          </a:solidFill>
          <a:ln>
            <a:noFill/>
          </a:ln>
          <a:effectLst>
            <a:outerShdw blurRad="63500" dist="38099" dir="2700000" algn="ctr" rotWithShape="0">
              <a:schemeClr val="bg2">
                <a:alpha val="74998"/>
              </a:schemeClr>
            </a:outerShdw>
          </a:effectLst>
        </p:spPr>
        <p:txBody>
          <a:bodyPr anchor="ctr"/>
          <a:lstStyle/>
          <a:p>
            <a:pPr eaLnBrk="1" hangingPunct="1">
              <a:defRPr/>
            </a:pPr>
            <a:r>
              <a:rPr lang="en-US" altLang="zh-CN" sz="2800">
                <a:effectLst>
                  <a:outerShdw blurRad="38100" dist="38100" dir="2700000" algn="tl">
                    <a:srgbClr val="000000"/>
                  </a:outerShdw>
                </a:effectLst>
                <a:ea typeface="黑体" panose="02010609060101010101" charset="-122"/>
              </a:rPr>
              <a:t>5.4  </a:t>
            </a:r>
            <a:r>
              <a:rPr lang="zh-CN" altLang="en-US" sz="2800">
                <a:effectLst>
                  <a:outerShdw blurRad="38100" dist="38100" dir="2700000" algn="tl">
                    <a:srgbClr val="000000"/>
                  </a:outerShdw>
                </a:effectLst>
                <a:ea typeface="黑体" panose="02010609060101010101" charset="-122"/>
              </a:rPr>
              <a:t>常用函数的拉普拉斯变换</a:t>
            </a:r>
            <a:endParaRPr lang="zh-CN" altLang="en-US" sz="2800">
              <a:effectLst>
                <a:outerShdw blurRad="38100" dist="38100" dir="2700000" algn="tl">
                  <a:srgbClr val="000000"/>
                </a:outerShdw>
              </a:effectLst>
              <a:ea typeface="黑体" panose="02010609060101010101" charset="-122"/>
            </a:endParaRPr>
          </a:p>
        </p:txBody>
      </p:sp>
      <p:graphicFrame>
        <p:nvGraphicFramePr>
          <p:cNvPr id="3" name="Object 4"/>
          <p:cNvGraphicFramePr>
            <a:graphicFrameLocks noChangeAspect="1"/>
          </p:cNvGraphicFramePr>
          <p:nvPr/>
        </p:nvGraphicFramePr>
        <p:xfrm>
          <a:off x="2484438" y="2781300"/>
          <a:ext cx="4668837" cy="1000125"/>
        </p:xfrm>
        <a:graphic>
          <a:graphicData uri="http://schemas.openxmlformats.org/presentationml/2006/ole">
            <mc:AlternateContent xmlns:mc="http://schemas.openxmlformats.org/markup-compatibility/2006">
              <mc:Choice xmlns:v="urn:schemas-microsoft-com:vml" Requires="v">
                <p:oleObj spid="_x0000_s4" name="公式" r:id="rId4" imgW="1803400" imgH="482600" progId="Equation.3">
                  <p:embed/>
                </p:oleObj>
              </mc:Choice>
              <mc:Fallback>
                <p:oleObj name="公式" r:id="rId4" imgW="1803400" imgH="482600" progId="Equation.3">
                  <p:embed/>
                  <p:pic>
                    <p:nvPicPr>
                      <p:cNvPr id="0"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484438" y="2781300"/>
                        <a:ext cx="4668837" cy="1000125"/>
                      </a:xfrm>
                      <a:prstGeom prst="rect">
                        <a:avLst/>
                      </a:prstGeom>
                      <a:solidFill>
                        <a:schemeClr val="tx1"/>
                      </a:solidFill>
                      <a:ln w="19050">
                        <a:solidFill>
                          <a:srgbClr val="C0C0C0"/>
                        </a:solidFill>
                        <a:miter lim="800000"/>
                        <a:headEnd/>
                        <a:tailEnd/>
                      </a:ln>
                      <a:effectLst>
                        <a:outerShdw dist="35921" dir="2700000" algn="ctr" rotWithShape="0">
                          <a:srgbClr val="808080">
                            <a:alpha val="74997"/>
                          </a:srgbClr>
                        </a:outerShdw>
                      </a:effectLst>
                    </p:spPr>
                  </p:pic>
                </p:oleObj>
              </mc:Fallback>
            </mc:AlternateContent>
          </a:graphicData>
        </a:graphic>
      </p:graphicFrame>
      <p:graphicFrame>
        <p:nvGraphicFramePr>
          <p:cNvPr id="5" name="Object 5"/>
          <p:cNvGraphicFramePr>
            <a:graphicFrameLocks noChangeAspect="1"/>
          </p:cNvGraphicFramePr>
          <p:nvPr/>
        </p:nvGraphicFramePr>
        <p:xfrm>
          <a:off x="900113" y="5589588"/>
          <a:ext cx="1479550" cy="420687"/>
        </p:xfrm>
        <a:graphic>
          <a:graphicData uri="http://schemas.openxmlformats.org/presentationml/2006/ole">
            <mc:AlternateContent xmlns:mc="http://schemas.openxmlformats.org/markup-compatibility/2006">
              <mc:Choice xmlns:v="urn:schemas-microsoft-com:vml" Requires="v">
                <p:oleObj spid="_x0000_s6" name="公式" r:id="rId6" imgW="571500" imgH="203200" progId="Equation.3">
                  <p:embed/>
                </p:oleObj>
              </mc:Choice>
              <mc:Fallback>
                <p:oleObj name="公式" r:id="rId6" imgW="571500" imgH="203200" progId="Equation.3">
                  <p:embed/>
                  <p:pic>
                    <p:nvPicPr>
                      <p:cNvPr id="0" name="Object 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900113" y="5589588"/>
                        <a:ext cx="1479550" cy="420687"/>
                      </a:xfrm>
                      <a:prstGeom prst="rect">
                        <a:avLst/>
                      </a:prstGeom>
                      <a:solidFill>
                        <a:schemeClr val="tx1"/>
                      </a:solidFill>
                      <a:ln>
                        <a:noFill/>
                      </a:ln>
                      <a:effectLst/>
                      <a:extLst>
                        <a:ext uri="{91240B29-F687-4F45-9708-019B960494DF}">
                          <a14:hiddenLine xmlns:a14="http://schemas.microsoft.com/office/drawing/2010/main" w="19050">
                            <a:solidFill>
                              <a:schemeClr val="bg1"/>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7" name="Object 6"/>
          <p:cNvGraphicFramePr>
            <a:graphicFrameLocks noChangeAspect="1"/>
          </p:cNvGraphicFramePr>
          <p:nvPr/>
        </p:nvGraphicFramePr>
        <p:xfrm>
          <a:off x="2484438" y="4076700"/>
          <a:ext cx="4899025" cy="815975"/>
        </p:xfrm>
        <a:graphic>
          <a:graphicData uri="http://schemas.openxmlformats.org/presentationml/2006/ole">
            <mc:AlternateContent xmlns:mc="http://schemas.openxmlformats.org/markup-compatibility/2006">
              <mc:Choice xmlns:v="urn:schemas-microsoft-com:vml" Requires="v">
                <p:oleObj spid="_x0000_s8" name="公式" r:id="rId8" imgW="1892300" imgH="393700" progId="Equation.3">
                  <p:embed/>
                </p:oleObj>
              </mc:Choice>
              <mc:Fallback>
                <p:oleObj name="公式" r:id="rId8" imgW="1892300" imgH="393700" progId="Equation.3">
                  <p:embed/>
                  <p:pic>
                    <p:nvPicPr>
                      <p:cNvPr id="0" name="Object 6"/>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484438" y="4076700"/>
                        <a:ext cx="4899025" cy="815975"/>
                      </a:xfrm>
                      <a:prstGeom prst="rect">
                        <a:avLst/>
                      </a:prstGeom>
                      <a:solidFill>
                        <a:schemeClr val="tx1"/>
                      </a:solidFill>
                      <a:ln w="19050">
                        <a:solidFill>
                          <a:srgbClr val="C0C0C0"/>
                        </a:solidFill>
                        <a:miter lim="800000"/>
                        <a:headEnd/>
                        <a:tailEnd/>
                      </a:ln>
                      <a:effectLst>
                        <a:outerShdw dist="35921" dir="2700000" algn="ctr" rotWithShape="0">
                          <a:srgbClr val="808080">
                            <a:alpha val="74997"/>
                          </a:srgbClr>
                        </a:outerShdw>
                      </a:effectLst>
                    </p:spPr>
                  </p:pic>
                </p:oleObj>
              </mc:Fallback>
            </mc:AlternateContent>
          </a:graphicData>
        </a:graphic>
      </p:graphicFrame>
      <p:graphicFrame>
        <p:nvGraphicFramePr>
          <p:cNvPr id="9" name="Object 7"/>
          <p:cNvGraphicFramePr>
            <a:graphicFrameLocks noChangeAspect="1"/>
          </p:cNvGraphicFramePr>
          <p:nvPr/>
        </p:nvGraphicFramePr>
        <p:xfrm>
          <a:off x="2555776" y="5301208"/>
          <a:ext cx="5545138" cy="1008062"/>
        </p:xfrm>
        <a:graphic>
          <a:graphicData uri="http://schemas.openxmlformats.org/presentationml/2006/ole">
            <mc:AlternateContent xmlns:mc="http://schemas.openxmlformats.org/markup-compatibility/2006">
              <mc:Choice xmlns:v="urn:schemas-microsoft-com:vml" Requires="v">
                <p:oleObj spid="_x0000_s10" name="公式" r:id="rId10" imgW="1943100" imgH="393700" progId="Equation.3">
                  <p:embed/>
                </p:oleObj>
              </mc:Choice>
              <mc:Fallback>
                <p:oleObj name="公式" r:id="rId10" imgW="1943100" imgH="393700" progId="Equation.3">
                  <p:embed/>
                  <p:pic>
                    <p:nvPicPr>
                      <p:cNvPr id="0" name="Object 7"/>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555776" y="5301208"/>
                        <a:ext cx="5545138" cy="1008062"/>
                      </a:xfrm>
                      <a:prstGeom prst="rect">
                        <a:avLst/>
                      </a:prstGeom>
                      <a:solidFill>
                        <a:schemeClr val="tx1"/>
                      </a:solidFill>
                      <a:ln w="19050">
                        <a:solidFill>
                          <a:schemeClr val="bg1"/>
                        </a:solidFill>
                        <a:miter lim="800000"/>
                        <a:headEnd/>
                        <a:tailEnd/>
                      </a:ln>
                      <a:effectLst>
                        <a:outerShdw dist="35921" dir="2700000" algn="ctr" rotWithShape="0">
                          <a:srgbClr val="808080">
                            <a:alpha val="74997"/>
                          </a:srgbClr>
                        </a:outerShdw>
                      </a:effectLst>
                    </p:spPr>
                  </p:pic>
                </p:oleObj>
              </mc:Fallback>
            </mc:AlternateContent>
          </a:graphicData>
        </a:graphic>
      </p:graphicFrame>
      <p:sp>
        <p:nvSpPr>
          <p:cNvPr id="11" name="墨迹 5"/>
          <p:cNvSpPr/>
          <p:nvPr/>
        </p:nvSpPr>
        <p:spPr bwMode="auto">
          <a:xfrm>
            <a:off x="1347480" y="1485000"/>
            <a:ext cx="6667920" cy="4648680"/>
          </a:xfrm>
        </p:spPr>
      </p:sp>
    </p:spTree>
    <p:custDataLst>
      <p:tags r:id="rId12"/>
    </p:custDataLst>
  </p:cSld>
  <p:clrMapOvr>
    <a:masterClrMapping/>
  </p:clrMapOvr>
  <p:transition advTm="153541"/>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326660"/>
                                        </p:tgtEl>
                                        <p:attrNameLst>
                                          <p:attrName>style.visibility</p:attrName>
                                        </p:attrNameLst>
                                      </p:cBhvr>
                                      <p:to>
                                        <p:strVal val="visible"/>
                                      </p:to>
                                    </p:set>
                                    <p:animEffect transition="in" filter="randombar(horizontal)">
                                      <p:cBhvr>
                                        <p:cTn id="7" dur="500"/>
                                        <p:tgtEl>
                                          <p:spTgt spid="326660"/>
                                        </p:tgtEl>
                                      </p:cBhvr>
                                    </p:animEffect>
                                  </p:childTnLst>
                                </p:cTn>
                              </p:par>
                            </p:childTnLst>
                          </p:cTn>
                        </p:par>
                        <p:par>
                          <p:cTn id="8" fill="hold">
                            <p:stCondLst>
                              <p:cond delay="500"/>
                            </p:stCondLst>
                            <p:childTnLst>
                              <p:par>
                                <p:cTn id="9" presetID="14" presetClass="entr" presetSubtype="10" fill="hold"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randombar(horizontal)">
                                      <p:cBhvr>
                                        <p:cTn id="11" dur="500"/>
                                        <p:tgtEl>
                                          <p:spTgt spid="3"/>
                                        </p:tgtEl>
                                      </p:cBhvr>
                                    </p:animEffect>
                                  </p:childTnLst>
                                </p:cTn>
                              </p:par>
                            </p:childTnLst>
                          </p:cTn>
                        </p:par>
                      </p:childTnLst>
                    </p:cTn>
                  </p:par>
                  <p:par>
                    <p:cTn id="12" fill="hold">
                      <p:stCondLst>
                        <p:cond delay="indefinite"/>
                      </p:stCondLst>
                      <p:childTnLst>
                        <p:par>
                          <p:cTn id="13" fill="hold">
                            <p:stCondLst>
                              <p:cond delay="0"/>
                            </p:stCondLst>
                            <p:childTnLst>
                              <p:par>
                                <p:cTn id="14" presetID="55" presetClass="entr" presetSubtype="0" fill="hold" nodeType="clickEffect">
                                  <p:stCondLst>
                                    <p:cond delay="0"/>
                                  </p:stCondLst>
                                  <p:childTnLst>
                                    <p:set>
                                      <p:cBhvr>
                                        <p:cTn id="15" dur="1" fill="hold">
                                          <p:stCondLst>
                                            <p:cond delay="0"/>
                                          </p:stCondLst>
                                        </p:cTn>
                                        <p:tgtEl>
                                          <p:spTgt spid="7"/>
                                        </p:tgtEl>
                                        <p:attrNameLst>
                                          <p:attrName>style.visibility</p:attrName>
                                        </p:attrNameLst>
                                      </p:cBhvr>
                                      <p:to>
                                        <p:strVal val="visible"/>
                                      </p:to>
                                    </p:set>
                                    <p:anim calcmode="lin" valueType="num">
                                      <p:cBhvr>
                                        <p:cTn id="16" dur="1000" fill="hold"/>
                                        <p:tgtEl>
                                          <p:spTgt spid="7"/>
                                        </p:tgtEl>
                                        <p:attrNameLst>
                                          <p:attrName>ppt_w</p:attrName>
                                        </p:attrNameLst>
                                      </p:cBhvr>
                                      <p:tavLst>
                                        <p:tav tm="0">
                                          <p:val>
                                            <p:strVal val="#ppt_w*0.70"/>
                                          </p:val>
                                        </p:tav>
                                        <p:tav tm="100000">
                                          <p:val>
                                            <p:strVal val="#ppt_w"/>
                                          </p:val>
                                        </p:tav>
                                      </p:tavLst>
                                    </p:anim>
                                    <p:anim calcmode="lin" valueType="num">
                                      <p:cBhvr>
                                        <p:cTn id="17" dur="1000" fill="hold"/>
                                        <p:tgtEl>
                                          <p:spTgt spid="7"/>
                                        </p:tgtEl>
                                        <p:attrNameLst>
                                          <p:attrName>ppt_h</p:attrName>
                                        </p:attrNameLst>
                                      </p:cBhvr>
                                      <p:tavLst>
                                        <p:tav tm="0">
                                          <p:val>
                                            <p:strVal val="#ppt_h"/>
                                          </p:val>
                                        </p:tav>
                                        <p:tav tm="100000">
                                          <p:val>
                                            <p:strVal val="#ppt_h"/>
                                          </p:val>
                                        </p:tav>
                                      </p:tavLst>
                                    </p:anim>
                                    <p:animEffect transition="in" filter="fade">
                                      <p:cBhvr>
                                        <p:cTn id="18" dur="1000"/>
                                        <p:tgtEl>
                                          <p:spTgt spid="7"/>
                                        </p:tgtEl>
                                      </p:cBhvr>
                                    </p:animEffect>
                                  </p:childTnLst>
                                </p:cTn>
                              </p:par>
                            </p:childTnLst>
                          </p:cTn>
                        </p:par>
                      </p:childTnLst>
                    </p:cTn>
                  </p:par>
                  <p:par>
                    <p:cTn id="19" fill="hold">
                      <p:stCondLst>
                        <p:cond delay="indefinite"/>
                      </p:stCondLst>
                      <p:childTnLst>
                        <p:par>
                          <p:cTn id="20" fill="hold">
                            <p:stCondLst>
                              <p:cond delay="0"/>
                            </p:stCondLst>
                            <p:childTnLst>
                              <p:par>
                                <p:cTn id="21" presetID="14" presetClass="entr" presetSubtype="10" fill="hold" nodeType="clickEffect">
                                  <p:stCondLst>
                                    <p:cond delay="0"/>
                                  </p:stCondLst>
                                  <p:childTnLst>
                                    <p:set>
                                      <p:cBhvr>
                                        <p:cTn id="22" dur="1" fill="hold">
                                          <p:stCondLst>
                                            <p:cond delay="0"/>
                                          </p:stCondLst>
                                        </p:cTn>
                                        <p:tgtEl>
                                          <p:spTgt spid="5"/>
                                        </p:tgtEl>
                                        <p:attrNameLst>
                                          <p:attrName>style.visibility</p:attrName>
                                        </p:attrNameLst>
                                      </p:cBhvr>
                                      <p:to>
                                        <p:strVal val="visible"/>
                                      </p:to>
                                    </p:set>
                                    <p:animEffect transition="in" filter="randombar(horizontal)">
                                      <p:cBhvr>
                                        <p:cTn id="23" dur="500"/>
                                        <p:tgtEl>
                                          <p:spTgt spid="5"/>
                                        </p:tgtEl>
                                      </p:cBhvr>
                                    </p:animEffect>
                                  </p:childTnLst>
                                </p:cTn>
                              </p:par>
                            </p:childTnLst>
                          </p:cTn>
                        </p:par>
                      </p:childTnLst>
                    </p:cTn>
                  </p:par>
                  <p:par>
                    <p:cTn id="24" fill="hold">
                      <p:stCondLst>
                        <p:cond delay="indefinite"/>
                      </p:stCondLst>
                      <p:childTnLst>
                        <p:par>
                          <p:cTn id="25" fill="hold">
                            <p:stCondLst>
                              <p:cond delay="0"/>
                            </p:stCondLst>
                            <p:childTnLst>
                              <p:par>
                                <p:cTn id="26" presetID="55" presetClass="entr" presetSubtype="0" fill="hold" nodeType="clickEffect">
                                  <p:stCondLst>
                                    <p:cond delay="0"/>
                                  </p:stCondLst>
                                  <p:childTnLst>
                                    <p:set>
                                      <p:cBhvr>
                                        <p:cTn id="27" dur="1" fill="hold">
                                          <p:stCondLst>
                                            <p:cond delay="0"/>
                                          </p:stCondLst>
                                        </p:cTn>
                                        <p:tgtEl>
                                          <p:spTgt spid="9"/>
                                        </p:tgtEl>
                                        <p:attrNameLst>
                                          <p:attrName>style.visibility</p:attrName>
                                        </p:attrNameLst>
                                      </p:cBhvr>
                                      <p:to>
                                        <p:strVal val="visible"/>
                                      </p:to>
                                    </p:set>
                                    <p:anim calcmode="lin" valueType="num">
                                      <p:cBhvr>
                                        <p:cTn id="28" dur="1000" fill="hold"/>
                                        <p:tgtEl>
                                          <p:spTgt spid="9"/>
                                        </p:tgtEl>
                                        <p:attrNameLst>
                                          <p:attrName>ppt_w</p:attrName>
                                        </p:attrNameLst>
                                      </p:cBhvr>
                                      <p:tavLst>
                                        <p:tav tm="0">
                                          <p:val>
                                            <p:strVal val="#ppt_w*0.70"/>
                                          </p:val>
                                        </p:tav>
                                        <p:tav tm="100000">
                                          <p:val>
                                            <p:strVal val="#ppt_w"/>
                                          </p:val>
                                        </p:tav>
                                      </p:tavLst>
                                    </p:anim>
                                    <p:anim calcmode="lin" valueType="num">
                                      <p:cBhvr>
                                        <p:cTn id="29" dur="1000" fill="hold"/>
                                        <p:tgtEl>
                                          <p:spTgt spid="9"/>
                                        </p:tgtEl>
                                        <p:attrNameLst>
                                          <p:attrName>ppt_h</p:attrName>
                                        </p:attrNameLst>
                                      </p:cBhvr>
                                      <p:tavLst>
                                        <p:tav tm="0">
                                          <p:val>
                                            <p:strVal val="#ppt_h"/>
                                          </p:val>
                                        </p:tav>
                                        <p:tav tm="100000">
                                          <p:val>
                                            <p:strVal val="#ppt_h"/>
                                          </p:val>
                                        </p:tav>
                                      </p:tavLst>
                                    </p:anim>
                                    <p:animEffect transition="in" filter="fade">
                                      <p:cBhvr>
                                        <p:cTn id="30" dur="10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4"/>
          <p:cNvSpPr>
            <a:spLocks noGrp="1" noChangeArrowheads="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a:spcBef>
                <a:spcPct val="0"/>
              </a:spcBef>
              <a:buFontTx/>
              <a:buNone/>
            </a:pPr>
            <a:fld id="{98FBD9A2-5B6D-4BA1-9C43-EFA564FA26BB}" type="datetime1">
              <a:rPr kumimoji="0" lang="zh-CN" altLang="en-US" sz="1200" smtClean="0">
                <a:solidFill>
                  <a:srgbClr val="000000"/>
                </a:solidFill>
                <a:ea typeface="宋体" panose="02010600030101010101" pitchFamily="2" charset="-122"/>
              </a:rPr>
            </a:fld>
            <a:endParaRPr kumimoji="0" lang="en-US" altLang="zh-CN" sz="1200">
              <a:solidFill>
                <a:srgbClr val="000000"/>
              </a:solidFill>
              <a:ea typeface="宋体" panose="02010600030101010101" pitchFamily="2" charset="-122"/>
            </a:endParaRPr>
          </a:p>
        </p:txBody>
      </p:sp>
      <mc:AlternateContent xmlns:mc="http://schemas.openxmlformats.org/markup-compatibility/2006">
        <mc:Choice xmlns:a14="http://schemas.microsoft.com/office/drawing/2010/main" Requires="a14">
          <p:sp>
            <p:nvSpPr>
              <p:cNvPr id="327683" name="Object 3"/>
              <p:cNvSpPr txBox="1">
                <a:spLocks noGrp="1"/>
              </p:cNvSpPr>
              <p:nvPr>
                <p:ph sz="half" idx="2"/>
              </p:nvPr>
            </p:nvSpPr>
            <p:spPr bwMode="auto">
              <a:xfrm>
                <a:off x="1042988" y="1196975"/>
                <a:ext cx="4321100" cy="647700"/>
              </a:xfrm>
              <a:prstGeom prst="rect">
                <a:avLst/>
              </a:prstGeom>
              <a:solidFill>
                <a:schemeClr val="tx1"/>
              </a:solidFill>
              <a:ln>
                <a:noFill/>
              </a:ln>
              <a:effectLst/>
            </p:spPr>
            <p:txBody>
              <a:bodyPr>
                <a:noAutofit/>
              </a:bodyPr>
              <a:lstStyle/>
              <a:p>
                <a:pPr>
                  <a:buNone/>
                </a:pPr>
                <a14:m>
                  <m:oMathPara xmlns:m="http://schemas.openxmlformats.org/officeDocument/2006/math">
                    <m:oMathParaPr>
                      <m:jc m:val="left"/>
                    </m:oMathParaPr>
                    <m:oMath xmlns:m="http://schemas.openxmlformats.org/officeDocument/2006/math">
                      <m:r>
                        <a:rPr lang="zh-CN" altLang="en-US" sz="3600" i="1" smtClean="0">
                          <a:solidFill>
                            <a:srgbClr val="FF0000"/>
                          </a:solidFill>
                          <a:latin typeface="Cambria Math" panose="02040503050406030204" pitchFamily="18" charset="0"/>
                        </a:rPr>
                        <m:t>3</m:t>
                      </m:r>
                      <m:r>
                        <a:rPr lang="zh-CN" altLang="en-US" sz="3600" i="1" smtClean="0">
                          <a:solidFill>
                            <a:srgbClr val="FF0000"/>
                          </a:solidFill>
                          <a:latin typeface="Cambria Math" panose="02040503050406030204" pitchFamily="18" charset="0"/>
                        </a:rPr>
                        <m:t>、冲激函数</m:t>
                      </m:r>
                      <m:r>
                        <a:rPr lang="zh-CN" altLang="en-US" sz="3600" i="1">
                          <a:solidFill>
                            <a:srgbClr val="FF0000"/>
                          </a:solidFill>
                          <a:latin typeface="Cambria Math" panose="02040503050406030204" pitchFamily="18" charset="0"/>
                        </a:rPr>
                        <m:t>𝛿</m:t>
                      </m:r>
                      <m:r>
                        <a:rPr lang="zh-CN" altLang="en-US" sz="3600" i="1">
                          <a:solidFill>
                            <a:srgbClr val="FF0000"/>
                          </a:solidFill>
                          <a:latin typeface="Cambria Math" panose="02040503050406030204" pitchFamily="18" charset="0"/>
                        </a:rPr>
                        <m:t>(</m:t>
                      </m:r>
                      <m:r>
                        <a:rPr lang="zh-CN" altLang="en-US" sz="3600" i="1">
                          <a:solidFill>
                            <a:srgbClr val="FF0000"/>
                          </a:solidFill>
                          <a:latin typeface="Cambria Math" panose="02040503050406030204" pitchFamily="18" charset="0"/>
                        </a:rPr>
                        <m:t>𝑡</m:t>
                      </m:r>
                      <m:r>
                        <a:rPr lang="zh-CN" altLang="en-US" sz="3600" i="1">
                          <a:solidFill>
                            <a:srgbClr val="FF0000"/>
                          </a:solidFill>
                          <a:latin typeface="Cambria Math" panose="02040503050406030204" pitchFamily="18" charset="0"/>
                        </a:rPr>
                        <m:t>)</m:t>
                      </m:r>
                    </m:oMath>
                  </m:oMathPara>
                </a14:m>
                <a:endParaRPr lang="zh-CN" altLang="en-US" sz="3600" dirty="0">
                  <a:solidFill>
                    <a:srgbClr val="FF0000"/>
                  </a:solidFill>
                </a:endParaRPr>
              </a:p>
            </p:txBody>
          </p:sp>
        </mc:Choice>
        <mc:Fallback>
          <p:sp>
            <p:nvSpPr>
              <p:cNvPr id="327683" name="Object 3"/>
              <p:cNvSpPr txBox="1">
                <a:spLocks noRot="1" noChangeAspect="1" noMove="1" noResize="1" noEditPoints="1" noAdjustHandles="1" noChangeArrowheads="1" noChangeShapeType="1" noTextEdit="1"/>
              </p:cNvSpPr>
              <p:nvPr>
                <p:ph sz="half" idx="2"/>
              </p:nvPr>
            </p:nvSpPr>
            <p:spPr bwMode="auto">
              <a:xfrm>
                <a:off x="1042988" y="1196975"/>
                <a:ext cx="4321100" cy="647700"/>
              </a:xfrm>
              <a:prstGeom prst="rect">
                <a:avLst/>
              </a:prstGeom>
              <a:blipFill rotWithShape="1">
                <a:blip r:embed="rId1"/>
                <a:stretch>
                  <a:fillRect l="-7" r="6"/>
                </a:stretch>
              </a:blipFill>
              <a:ln>
                <a:noFill/>
              </a:ln>
              <a:effectLst/>
            </p:spPr>
            <p:txBody>
              <a:bodyPr/>
              <a:lstStyle/>
              <a:p>
                <a:r>
                  <a:rPr lang="zh-CN" altLang="en-US">
                    <a:noFill/>
                  </a:rPr>
                  <a:t> </a:t>
                </a:r>
              </a:p>
            </p:txBody>
          </p:sp>
        </mc:Fallback>
      </mc:AlternateContent>
      <p:sp>
        <p:nvSpPr>
          <p:cNvPr id="327684" name="WordArt 4">
            <a:hlinkClick r:id="rId2" action="ppaction://hlinkpres?slideindex=1&amp;slidetitle="/>
          </p:cNvPr>
          <p:cNvSpPr>
            <a:spLocks noChangeArrowheads="1" noChangeShapeType="1" noTextEdit="1"/>
          </p:cNvSpPr>
          <p:nvPr/>
        </p:nvSpPr>
        <p:spPr bwMode="auto">
          <a:xfrm>
            <a:off x="7772400" y="6400800"/>
            <a:ext cx="1371600" cy="457200"/>
          </a:xfrm>
          <a:prstGeom prst="rect">
            <a:avLst/>
          </a:prstGeom>
        </p:spPr>
        <p:txBody>
          <a:bodyPr wrap="none"/>
          <a:lstStyle>
            <a:lvl1pPr eaLnBrk="0" hangingPunct="0">
              <a:defRPr b="1">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742950" indent="-285750" eaLnBrk="0" hangingPunct="0">
              <a:defRPr b="1">
                <a:solidFill>
                  <a:schemeClr val="tx1"/>
                </a:solidFill>
                <a:latin typeface="Arial" panose="020B0604020202020204" pitchFamily="34" charset="0"/>
                <a:ea typeface="宋体" panose="02010600030101010101" pitchFamily="2" charset="-122"/>
              </a:defRPr>
            </a:lvl2pPr>
            <a:lvl3pPr marL="1143000" indent="-228600" eaLnBrk="0" hangingPunct="0">
              <a:defRPr b="1">
                <a:solidFill>
                  <a:schemeClr val="tx1"/>
                </a:solidFill>
                <a:latin typeface="Arial" panose="020B0604020202020204" pitchFamily="34" charset="0"/>
                <a:ea typeface="宋体" panose="02010600030101010101" pitchFamily="2" charset="-122"/>
              </a:defRPr>
            </a:lvl3pPr>
            <a:lvl4pPr marL="1600200" indent="-228600" eaLnBrk="0" hangingPunct="0">
              <a:defRPr b="1">
                <a:solidFill>
                  <a:schemeClr val="tx1"/>
                </a:solidFill>
                <a:latin typeface="Arial" panose="020B0604020202020204" pitchFamily="34" charset="0"/>
                <a:ea typeface="宋体" panose="02010600030101010101" pitchFamily="2" charset="-122"/>
              </a:defRPr>
            </a:lvl4pPr>
            <a:lvl5pPr marL="2057400" indent="-228600" eaLnBrk="0" hangingPunc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algn="ctr" eaLnBrk="1" hangingPunct="1">
              <a:defRPr/>
            </a:pPr>
            <a:r>
              <a:rPr lang="zh-CN" altLang="en-US" sz="3600">
                <a:effectLst>
                  <a:outerShdw blurRad="38100" dist="38100" dir="2700000" algn="tl">
                    <a:srgbClr val="DDDDDD"/>
                  </a:outerShdw>
                </a:effectLst>
                <a:latin typeface="宋体" panose="02010600030101010101" pitchFamily="2" charset="-122"/>
              </a:rPr>
              <a:t>   </a:t>
            </a:r>
            <a:endParaRPr lang="zh-CN" altLang="en-US" sz="3600">
              <a:effectLst>
                <a:outerShdw blurRad="38100" dist="38100" dir="2700000" algn="tl">
                  <a:srgbClr val="DDDDDD"/>
                </a:outerShdw>
              </a:effectLst>
              <a:latin typeface="宋体" panose="02010600030101010101" pitchFamily="2" charset="-122"/>
            </a:endParaRPr>
          </a:p>
        </p:txBody>
      </p:sp>
      <p:sp>
        <p:nvSpPr>
          <p:cNvPr id="141314" name="Rectangle 2"/>
          <p:cNvSpPr>
            <a:spLocks noChangeArrowheads="1"/>
          </p:cNvSpPr>
          <p:nvPr/>
        </p:nvSpPr>
        <p:spPr bwMode="auto">
          <a:xfrm>
            <a:off x="611188" y="188913"/>
            <a:ext cx="4968875" cy="576262"/>
          </a:xfrm>
          <a:prstGeom prst="rect">
            <a:avLst/>
          </a:prstGeom>
          <a:solidFill>
            <a:schemeClr val="bg1"/>
          </a:solidFill>
          <a:ln>
            <a:noFill/>
          </a:ln>
          <a:effectLst>
            <a:outerShdw blurRad="63500" dist="38099" dir="2700000" algn="ctr" rotWithShape="0">
              <a:schemeClr val="bg2">
                <a:alpha val="74998"/>
              </a:schemeClr>
            </a:outerShdw>
          </a:effectLst>
        </p:spPr>
        <p:txBody>
          <a:bodyPr anchor="ctr"/>
          <a:lstStyle/>
          <a:p>
            <a:pPr eaLnBrk="1" hangingPunct="1">
              <a:defRPr/>
            </a:pPr>
            <a:r>
              <a:rPr lang="en-US" altLang="zh-CN" sz="2800" dirty="0">
                <a:effectLst>
                  <a:outerShdw blurRad="38100" dist="38100" dir="2700000" algn="tl">
                    <a:srgbClr val="000000"/>
                  </a:outerShdw>
                </a:effectLst>
                <a:ea typeface="黑体" panose="02010609060101010101" charset="-122"/>
              </a:rPr>
              <a:t>5.4  </a:t>
            </a:r>
            <a:r>
              <a:rPr lang="zh-CN" altLang="en-US" sz="2800" dirty="0">
                <a:effectLst>
                  <a:outerShdw blurRad="38100" dist="38100" dir="2700000" algn="tl">
                    <a:srgbClr val="000000"/>
                  </a:outerShdw>
                </a:effectLst>
                <a:ea typeface="黑体" panose="02010609060101010101" charset="-122"/>
              </a:rPr>
              <a:t>常用函数的拉普拉斯变换</a:t>
            </a:r>
            <a:endParaRPr lang="zh-CN" altLang="en-US" sz="2800" dirty="0">
              <a:effectLst>
                <a:outerShdw blurRad="38100" dist="38100" dir="2700000" algn="tl">
                  <a:srgbClr val="000000"/>
                </a:outerShdw>
              </a:effectLst>
              <a:ea typeface="黑体" panose="02010609060101010101" charset="-122"/>
            </a:endParaRPr>
          </a:p>
        </p:txBody>
      </p:sp>
      <p:graphicFrame>
        <p:nvGraphicFramePr>
          <p:cNvPr id="2" name="Object 3"/>
          <p:cNvGraphicFramePr>
            <a:graphicFrameLocks noChangeAspect="1"/>
          </p:cNvGraphicFramePr>
          <p:nvPr/>
        </p:nvGraphicFramePr>
        <p:xfrm>
          <a:off x="1833563" y="2276317"/>
          <a:ext cx="4718050" cy="1075055"/>
        </p:xfrm>
        <a:graphic>
          <a:graphicData uri="http://schemas.openxmlformats.org/presentationml/2006/ole">
            <mc:AlternateContent xmlns:mc="http://schemas.openxmlformats.org/markup-compatibility/2006">
              <mc:Choice xmlns:v="urn:schemas-microsoft-com:vml" Requires="v">
                <p:oleObj spid="_x0000_s3" name="公式" r:id="rId3" imgW="1257300" imgH="355600" progId="Equation.3">
                  <p:embed/>
                </p:oleObj>
              </mc:Choice>
              <mc:Fallback>
                <p:oleObj name="公式" r:id="rId3" imgW="1257300" imgH="355600" progId="Equation.3">
                  <p:embed/>
                  <p:pic>
                    <p:nvPicPr>
                      <p:cNvPr id="0" name="Object 3"/>
                      <p:cNvPicPr>
                        <a:picLocks noChangeAspect="1" noChangeArrowheads="1"/>
                      </p:cNvPicPr>
                      <p:nvPr/>
                    </p:nvPicPr>
                    <p:blipFill>
                      <a:blip r:embed="rId4"/>
                      <a:srcRect/>
                      <a:stretch>
                        <a:fillRect/>
                      </a:stretch>
                    </p:blipFill>
                    <p:spPr bwMode="auto">
                      <a:xfrm>
                        <a:off x="1833563" y="2276317"/>
                        <a:ext cx="4718050" cy="1075055"/>
                      </a:xfrm>
                      <a:prstGeom prst="rect">
                        <a:avLst/>
                      </a:prstGeom>
                      <a:solidFill>
                        <a:schemeClr val="tx1"/>
                      </a:solidFill>
                      <a:ln w="38100">
                        <a:solidFill>
                          <a:srgbClr val="FF0000"/>
                        </a:solidFill>
                        <a:miter lim="800000"/>
                        <a:headEnd/>
                        <a:tailEnd/>
                      </a:ln>
                    </p:spPr>
                  </p:pic>
                </p:oleObj>
              </mc:Fallback>
            </mc:AlternateContent>
          </a:graphicData>
        </a:graphic>
      </p:graphicFrame>
      <p:graphicFrame>
        <p:nvGraphicFramePr>
          <p:cNvPr id="4" name="Object 4"/>
          <p:cNvGraphicFramePr>
            <a:graphicFrameLocks noChangeAspect="1"/>
          </p:cNvGraphicFramePr>
          <p:nvPr/>
        </p:nvGraphicFramePr>
        <p:xfrm>
          <a:off x="2914651" y="3837782"/>
          <a:ext cx="3482975" cy="996950"/>
        </p:xfrm>
        <a:graphic>
          <a:graphicData uri="http://schemas.openxmlformats.org/presentationml/2006/ole">
            <mc:AlternateContent xmlns:mc="http://schemas.openxmlformats.org/markup-compatibility/2006">
              <mc:Choice xmlns:v="urn:schemas-microsoft-com:vml" Requires="v">
                <p:oleObj spid="_x0000_s5" name="公式" r:id="rId5" imgW="927100" imgH="330200" progId="Equation.3">
                  <p:embed/>
                </p:oleObj>
              </mc:Choice>
              <mc:Fallback>
                <p:oleObj name="公式" r:id="rId5" imgW="927100" imgH="330200" progId="Equation.3">
                  <p:embed/>
                  <p:pic>
                    <p:nvPicPr>
                      <p:cNvPr id="0" name="Object 4"/>
                      <p:cNvPicPr>
                        <a:picLocks noChangeAspect="1" noChangeArrowheads="1"/>
                      </p:cNvPicPr>
                      <p:nvPr/>
                    </p:nvPicPr>
                    <p:blipFill>
                      <a:blip r:embed="rId6"/>
                      <a:srcRect/>
                      <a:stretch>
                        <a:fillRect/>
                      </a:stretch>
                    </p:blipFill>
                    <p:spPr bwMode="auto">
                      <a:xfrm>
                        <a:off x="2914651" y="3837782"/>
                        <a:ext cx="3482975" cy="996950"/>
                      </a:xfrm>
                      <a:prstGeom prst="rect">
                        <a:avLst/>
                      </a:prstGeom>
                      <a:solidFill>
                        <a:schemeClr val="tx1"/>
                      </a:solidFill>
                      <a:ln w="38100">
                        <a:solidFill>
                          <a:srgbClr val="FF0000"/>
                        </a:solidFill>
                        <a:miter lim="800000"/>
                        <a:headEnd/>
                        <a:tailEnd/>
                      </a:ln>
                    </p:spPr>
                  </p:pic>
                </p:oleObj>
              </mc:Fallback>
            </mc:AlternateContent>
          </a:graphicData>
        </a:graphic>
      </p:graphicFrame>
      <p:sp>
        <p:nvSpPr>
          <p:cNvPr id="6" name="墨迹 3"/>
          <p:cNvSpPr/>
          <p:nvPr/>
        </p:nvSpPr>
        <p:spPr bwMode="auto">
          <a:xfrm>
            <a:off x="2801880" y="439200"/>
            <a:ext cx="6380280" cy="5331240"/>
          </a:xfrm>
        </p:spPr>
      </p:sp>
    </p:spTree>
    <p:custDataLst>
      <p:tags r:id="rId7"/>
    </p:custDataLst>
  </p:cSld>
  <p:clrMapOvr>
    <a:masterClrMapping/>
  </p:clrMapOvr>
  <p:transition advTm="200557"/>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5" presetClass="entr" presetSubtype="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1000" fill="hold"/>
                                        <p:tgtEl>
                                          <p:spTgt spid="2"/>
                                        </p:tgtEl>
                                        <p:attrNameLst>
                                          <p:attrName>ppt_w</p:attrName>
                                        </p:attrNameLst>
                                      </p:cBhvr>
                                      <p:tavLst>
                                        <p:tav tm="0">
                                          <p:val>
                                            <p:strVal val="#ppt_w*0.70"/>
                                          </p:val>
                                        </p:tav>
                                        <p:tav tm="100000">
                                          <p:val>
                                            <p:strVal val="#ppt_w"/>
                                          </p:val>
                                        </p:tav>
                                      </p:tavLst>
                                    </p:anim>
                                    <p:anim calcmode="lin" valueType="num">
                                      <p:cBhvr>
                                        <p:cTn id="8" dur="1000" fill="hold"/>
                                        <p:tgtEl>
                                          <p:spTgt spid="2"/>
                                        </p:tgtEl>
                                        <p:attrNameLst>
                                          <p:attrName>ppt_h</p:attrName>
                                        </p:attrNameLst>
                                      </p:cBhvr>
                                      <p:tavLst>
                                        <p:tav tm="0">
                                          <p:val>
                                            <p:strVal val="#ppt_h"/>
                                          </p:val>
                                        </p:tav>
                                        <p:tav tm="100000">
                                          <p:val>
                                            <p:strVal val="#ppt_h"/>
                                          </p:val>
                                        </p:tav>
                                      </p:tavLst>
                                    </p:anim>
                                    <p:animEffect transition="in" filter="fade">
                                      <p:cBhvr>
                                        <p:cTn id="9" dur="1000"/>
                                        <p:tgtEl>
                                          <p:spTgt spid="2"/>
                                        </p:tgtEl>
                                      </p:cBhvr>
                                    </p:animEffect>
                                  </p:childTnLst>
                                </p:cTn>
                              </p:par>
                            </p:childTnLst>
                          </p:cTn>
                        </p:par>
                      </p:childTnLst>
                    </p:cTn>
                  </p:par>
                  <p:par>
                    <p:cTn id="10" fill="hold">
                      <p:stCondLst>
                        <p:cond delay="indefinite"/>
                      </p:stCondLst>
                      <p:childTnLst>
                        <p:par>
                          <p:cTn id="11" fill="hold">
                            <p:stCondLst>
                              <p:cond delay="0"/>
                            </p:stCondLst>
                            <p:childTnLst>
                              <p:par>
                                <p:cTn id="12" presetID="6" presetClass="entr" presetSubtype="16" fill="hold" nodeType="clickEffect">
                                  <p:stCondLst>
                                    <p:cond delay="0"/>
                                  </p:stCondLst>
                                  <p:childTnLst>
                                    <p:set>
                                      <p:cBhvr>
                                        <p:cTn id="13" dur="1" fill="hold">
                                          <p:stCondLst>
                                            <p:cond delay="0"/>
                                          </p:stCondLst>
                                        </p:cTn>
                                        <p:tgtEl>
                                          <p:spTgt spid="4"/>
                                        </p:tgtEl>
                                        <p:attrNameLst>
                                          <p:attrName>style.visibility</p:attrName>
                                        </p:attrNameLst>
                                      </p:cBhvr>
                                      <p:to>
                                        <p:strVal val="visible"/>
                                      </p:to>
                                    </p:set>
                                    <p:cmd type="call" cmd="playFrom(0.0)">
                                      <p:cBhvr>
                                        <p:cTn id="14"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4"/>
          <p:cNvSpPr>
            <a:spLocks noGrp="1" noChangeArrowheads="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a:spcBef>
                <a:spcPct val="0"/>
              </a:spcBef>
              <a:buFontTx/>
              <a:buNone/>
            </a:pPr>
            <a:fld id="{B9E16FED-71E4-4B2E-B180-01D399153E5E}" type="datetime1">
              <a:rPr kumimoji="0" lang="zh-CN" altLang="en-US" sz="1200" smtClean="0">
                <a:solidFill>
                  <a:srgbClr val="000000"/>
                </a:solidFill>
                <a:ea typeface="宋体" panose="02010600030101010101" pitchFamily="2" charset="-122"/>
              </a:rPr>
            </a:fld>
            <a:endParaRPr kumimoji="0" lang="en-US" altLang="zh-CN" sz="1200">
              <a:solidFill>
                <a:srgbClr val="000000"/>
              </a:solidFill>
              <a:ea typeface="宋体" panose="02010600030101010101" pitchFamily="2" charset="-122"/>
            </a:endParaRPr>
          </a:p>
        </p:txBody>
      </p:sp>
      <p:sp>
        <p:nvSpPr>
          <p:cNvPr id="18" name="Rectangle 2"/>
          <p:cNvSpPr>
            <a:spLocks noChangeArrowheads="1"/>
          </p:cNvSpPr>
          <p:nvPr/>
        </p:nvSpPr>
        <p:spPr bwMode="auto">
          <a:xfrm>
            <a:off x="646732" y="-9946"/>
            <a:ext cx="7237635" cy="490537"/>
          </a:xfrm>
          <a:prstGeom prst="rect">
            <a:avLst/>
          </a:prstGeom>
          <a:solidFill>
            <a:schemeClr val="bg1"/>
          </a:solidFill>
          <a:ln>
            <a:noFill/>
          </a:ln>
          <a:effectLst>
            <a:outerShdw blurRad="63500" dist="38099" dir="2700000" algn="ctr" rotWithShape="0">
              <a:schemeClr val="bg2">
                <a:alpha val="74998"/>
              </a:schemeClr>
            </a:outerShdw>
          </a:effectLst>
        </p:spPr>
        <p:txBody>
          <a:bodyPr anchor="ctr"/>
          <a:lstStyle/>
          <a:p>
            <a:pPr eaLnBrk="1" hangingPunct="1">
              <a:defRPr/>
            </a:pPr>
            <a:r>
              <a:rPr lang="zh-CN" altLang="en-US" sz="2800" dirty="0">
                <a:effectLst>
                  <a:outerShdw blurRad="38100" dist="38100" dir="2700000" algn="tl">
                    <a:srgbClr val="000000"/>
                  </a:outerShdw>
                </a:effectLst>
                <a:ea typeface="黑体" panose="02010609060101010101" charset="-122"/>
              </a:rPr>
              <a:t>回顾</a:t>
            </a:r>
            <a:r>
              <a:rPr lang="en-US" altLang="zh-CN" sz="2800" dirty="0">
                <a:effectLst>
                  <a:outerShdw blurRad="38100" dist="38100" dir="2700000" algn="tl">
                    <a:srgbClr val="000000"/>
                  </a:outerShdw>
                </a:effectLst>
                <a:ea typeface="黑体" panose="02010609060101010101" charset="-122"/>
              </a:rPr>
              <a:t>1   </a:t>
            </a:r>
            <a:r>
              <a:rPr lang="zh-CN" altLang="en-US" sz="2800" dirty="0">
                <a:effectLst>
                  <a:outerShdw blurRad="38100" dist="38100" dir="2700000" algn="tl">
                    <a:srgbClr val="000000"/>
                  </a:outerShdw>
                </a:effectLst>
                <a:ea typeface="黑体" panose="02010609060101010101" charset="-122"/>
              </a:rPr>
              <a:t>拉普拉斯变换的收敛域</a:t>
            </a:r>
            <a:endParaRPr lang="zh-CN" altLang="en-US" sz="2800" dirty="0">
              <a:effectLst>
                <a:outerShdw blurRad="38100" dist="38100" dir="2700000" algn="tl">
                  <a:srgbClr val="000000"/>
                </a:outerShdw>
              </a:effectLst>
              <a:ea typeface="黑体" panose="02010609060101010101" charset="-122"/>
            </a:endParaRPr>
          </a:p>
        </p:txBody>
      </p:sp>
      <p:sp>
        <p:nvSpPr>
          <p:cNvPr id="15" name="Rectangle 6"/>
          <p:cNvSpPr>
            <a:spLocks noChangeArrowheads="1"/>
          </p:cNvSpPr>
          <p:nvPr/>
        </p:nvSpPr>
        <p:spPr bwMode="auto">
          <a:xfrm>
            <a:off x="674893" y="723571"/>
            <a:ext cx="7209474" cy="647700"/>
          </a:xfrm>
          <a:prstGeom prst="rect">
            <a:avLst/>
          </a:prstGeom>
          <a:solidFill>
            <a:schemeClr val="tx1"/>
          </a:solidFill>
          <a:ln>
            <a:noFill/>
          </a:ln>
          <a:effectLst>
            <a:outerShdw blurRad="63500" dist="38099" dir="2700000" algn="ctr" rotWithShape="0">
              <a:srgbClr val="000000">
                <a:alpha val="74998"/>
              </a:srgbClr>
            </a:outerShdw>
          </a:effectLst>
        </p:spPr>
        <p:txBody>
          <a:bodyPr/>
          <a:lstStyle/>
          <a:p>
            <a:pPr eaLnBrk="1" hangingPunct="1">
              <a:lnSpc>
                <a:spcPct val="120000"/>
              </a:lnSpc>
              <a:spcBef>
                <a:spcPct val="20000"/>
              </a:spcBef>
              <a:defRPr/>
            </a:pPr>
            <a:r>
              <a:rPr lang="en-US" altLang="zh-CN" sz="2400" b="0" dirty="0">
                <a:solidFill>
                  <a:srgbClr val="000000"/>
                </a:solidFill>
                <a:effectLst>
                  <a:outerShdw blurRad="38100" dist="38100" dir="2700000" algn="tl">
                    <a:srgbClr val="C0C0C0"/>
                  </a:outerShdw>
                </a:effectLst>
                <a:ea typeface="华文中宋" panose="02010600040101010101" charset="-122"/>
              </a:rPr>
              <a:t>1</a:t>
            </a:r>
            <a:r>
              <a:rPr lang="zh-CN" altLang="en-US" sz="2400" b="0" kern="0" dirty="0">
                <a:solidFill>
                  <a:srgbClr val="000000"/>
                </a:solidFill>
              </a:rPr>
              <a:t>）</a:t>
            </a:r>
            <a:r>
              <a:rPr lang="zh-CN" altLang="en-US" sz="2800" kern="0" dirty="0">
                <a:solidFill>
                  <a:srgbClr val="FF0000"/>
                </a:solidFill>
              </a:rPr>
              <a:t>收敛域的定义</a:t>
            </a:r>
            <a:endParaRPr lang="zh-CN" altLang="en-US" sz="2800" kern="0" dirty="0">
              <a:solidFill>
                <a:srgbClr val="000000"/>
              </a:solidFill>
            </a:endParaRPr>
          </a:p>
          <a:p>
            <a:pPr eaLnBrk="1" hangingPunct="1">
              <a:lnSpc>
                <a:spcPct val="120000"/>
              </a:lnSpc>
              <a:spcBef>
                <a:spcPct val="20000"/>
              </a:spcBef>
              <a:defRPr/>
            </a:pPr>
            <a:endParaRPr lang="zh-CN" altLang="en-US" sz="2400" dirty="0">
              <a:solidFill>
                <a:srgbClr val="000000"/>
              </a:solidFill>
              <a:effectLst>
                <a:outerShdw blurRad="38100" dist="38100" dir="2700000" algn="tl">
                  <a:srgbClr val="C0C0C0"/>
                </a:outerShdw>
              </a:effectLst>
              <a:ea typeface="华文中宋" panose="02010600040101010101" charset="-122"/>
            </a:endParaRPr>
          </a:p>
        </p:txBody>
      </p:sp>
      <mc:AlternateContent xmlns:mc="http://schemas.openxmlformats.org/markup-compatibility/2006">
        <mc:Choice xmlns:a14="http://schemas.microsoft.com/office/drawing/2010/main" Requires="a14">
          <p:sp>
            <p:nvSpPr>
              <p:cNvPr id="9" name="Object 6"/>
              <p:cNvSpPr txBox="1"/>
              <p:nvPr/>
            </p:nvSpPr>
            <p:spPr bwMode="auto">
              <a:xfrm>
                <a:off x="1691680" y="1593514"/>
                <a:ext cx="4895850" cy="575965"/>
              </a:xfrm>
              <a:prstGeom prst="rect">
                <a:avLst/>
              </a:prstGeom>
              <a:solidFill>
                <a:schemeClr val="tx1"/>
              </a:solidFill>
              <a:ln>
                <a:noFill/>
              </a:ln>
              <a:effectLst/>
            </p:spPr>
            <p:txBody>
              <a:bodyPr>
                <a:normAutofit fontScale="85000" lnSpcReduction="10000"/>
              </a:bodyPr>
              <a:lstStyle/>
              <a:p>
                <a14:m>
                  <m:oMathPara xmlns:m="http://schemas.openxmlformats.org/officeDocument/2006/math">
                    <m:oMathParaPr>
                      <m:jc m:val="left"/>
                    </m:oMathParaPr>
                    <m:oMath xmlns:m="http://schemas.openxmlformats.org/officeDocument/2006/math">
                      <m:func>
                        <m:funcPr>
                          <m:ctrlPr>
                            <a:rPr lang="zh-CN" altLang="en-US" sz="2800" i="1">
                              <a:solidFill>
                                <a:srgbClr val="000000"/>
                              </a:solidFill>
                              <a:latin typeface="Cambria Math" panose="02040503050406030204" pitchFamily="18" charset="0"/>
                            </a:rPr>
                          </m:ctrlPr>
                        </m:funcPr>
                        <m:fName>
                          <m:limLow>
                            <m:limLowPr>
                              <m:ctrlPr>
                                <a:rPr lang="zh-CN" altLang="en-US" sz="2800" i="1">
                                  <a:solidFill>
                                    <a:srgbClr val="000000"/>
                                  </a:solidFill>
                                  <a:latin typeface="Cambria Math" panose="02040503050406030204" pitchFamily="18" charset="0"/>
                                </a:rPr>
                              </m:ctrlPr>
                            </m:limLowPr>
                            <m:e>
                              <m:r>
                                <m:rPr>
                                  <m:sty m:val="p"/>
                                </m:rPr>
                                <a:rPr lang="zh-CN" altLang="en-US" sz="2800" i="0">
                                  <a:solidFill>
                                    <a:srgbClr val="000000"/>
                                  </a:solidFill>
                                  <a:latin typeface="Cambria Math" panose="02040503050406030204" pitchFamily="18" charset="0"/>
                                </a:rPr>
                                <m:t>lim</m:t>
                              </m:r>
                            </m:e>
                            <m:lim>
                              <m:r>
                                <a:rPr lang="zh-CN" altLang="en-US" sz="2800" i="1">
                                  <a:solidFill>
                                    <a:srgbClr val="000000"/>
                                  </a:solidFill>
                                  <a:latin typeface="Cambria Math" panose="02040503050406030204" pitchFamily="18" charset="0"/>
                                </a:rPr>
                                <m:t>𝑡</m:t>
                              </m:r>
                              <m:r>
                                <a:rPr lang="zh-CN" altLang="en-US" sz="2800" i="1">
                                  <a:solidFill>
                                    <a:srgbClr val="000000"/>
                                  </a:solidFill>
                                  <a:latin typeface="Cambria Math" panose="02040503050406030204" pitchFamily="18" charset="0"/>
                                </a:rPr>
                                <m:t>→∞</m:t>
                              </m:r>
                            </m:lim>
                          </m:limLow>
                        </m:fName>
                        <m:e>
                          <m:r>
                            <a:rPr lang="zh-CN" altLang="en-US" sz="2800" i="1">
                              <a:solidFill>
                                <a:srgbClr val="000000"/>
                              </a:solidFill>
                              <a:latin typeface="Cambria Math" panose="02040503050406030204" pitchFamily="18" charset="0"/>
                            </a:rPr>
                            <m:t>𝑓</m:t>
                          </m:r>
                        </m:e>
                      </m:func>
                      <m:r>
                        <a:rPr lang="zh-CN" altLang="en-US" sz="2800" i="1">
                          <a:solidFill>
                            <a:srgbClr val="000000"/>
                          </a:solidFill>
                          <a:latin typeface="Cambria Math" panose="02040503050406030204" pitchFamily="18" charset="0"/>
                        </a:rPr>
                        <m:t>(</m:t>
                      </m:r>
                      <m:r>
                        <m:rPr>
                          <m:sty m:val="p"/>
                        </m:rPr>
                        <a:rPr lang="zh-CN" altLang="en-US" sz="2800" i="0">
                          <a:solidFill>
                            <a:srgbClr val="000000"/>
                          </a:solidFill>
                          <a:latin typeface="Cambria Math" panose="02040503050406030204" pitchFamily="18" charset="0"/>
                        </a:rPr>
                        <m:t>t</m:t>
                      </m:r>
                      <m:r>
                        <a:rPr lang="zh-CN" altLang="en-US" sz="2800" i="1">
                          <a:solidFill>
                            <a:srgbClr val="000000"/>
                          </a:solidFill>
                          <a:latin typeface="Cambria Math" panose="02040503050406030204" pitchFamily="18" charset="0"/>
                        </a:rPr>
                        <m:t>)</m:t>
                      </m:r>
                      <m:sSup>
                        <m:sSupPr>
                          <m:ctrlPr>
                            <a:rPr lang="zh-CN" altLang="en-US" sz="2800" i="1">
                              <a:solidFill>
                                <a:srgbClr val="000000"/>
                              </a:solidFill>
                              <a:latin typeface="Cambria Math" panose="02040503050406030204" pitchFamily="18" charset="0"/>
                            </a:rPr>
                          </m:ctrlPr>
                        </m:sSupPr>
                        <m:e>
                          <m:r>
                            <m:rPr>
                              <m:sty m:val="p"/>
                            </m:rPr>
                            <a:rPr lang="zh-CN" altLang="en-US" sz="2800" i="0">
                              <a:solidFill>
                                <a:srgbClr val="000000"/>
                              </a:solidFill>
                              <a:latin typeface="Cambria Math" panose="02040503050406030204" pitchFamily="18" charset="0"/>
                            </a:rPr>
                            <m:t>e</m:t>
                          </m:r>
                        </m:e>
                        <m:sup>
                          <m:r>
                            <a:rPr lang="zh-CN" altLang="en-US" sz="2800" i="1">
                              <a:solidFill>
                                <a:srgbClr val="000000"/>
                              </a:solidFill>
                              <a:latin typeface="Cambria Math" panose="02040503050406030204" pitchFamily="18" charset="0"/>
                            </a:rPr>
                            <m:t>−</m:t>
                          </m:r>
                          <m:r>
                            <a:rPr lang="zh-CN" altLang="en-US" sz="2800" i="1">
                              <a:solidFill>
                                <a:srgbClr val="000000"/>
                              </a:solidFill>
                              <a:latin typeface="Cambria Math" panose="02040503050406030204" pitchFamily="18" charset="0"/>
                            </a:rPr>
                            <m:t>𝜎</m:t>
                          </m:r>
                          <m:r>
                            <m:rPr>
                              <m:sty m:val="p"/>
                            </m:rPr>
                            <a:rPr lang="zh-CN" altLang="en-US" sz="2800" i="0">
                              <a:solidFill>
                                <a:srgbClr val="000000"/>
                              </a:solidFill>
                              <a:latin typeface="Cambria Math" panose="02040503050406030204" pitchFamily="18" charset="0"/>
                            </a:rPr>
                            <m:t>t</m:t>
                          </m:r>
                        </m:sup>
                      </m:sSup>
                      <m:r>
                        <a:rPr lang="zh-CN" altLang="en-US" sz="2800" i="1">
                          <a:solidFill>
                            <a:srgbClr val="000000"/>
                          </a:solidFill>
                          <a:latin typeface="Cambria Math" panose="02040503050406030204" pitchFamily="18" charset="0"/>
                        </a:rPr>
                        <m:t>=</m:t>
                      </m:r>
                      <m:r>
                        <a:rPr lang="zh-CN" altLang="en-US" sz="2800" i="1">
                          <a:solidFill>
                            <a:srgbClr val="000000"/>
                          </a:solidFill>
                          <a:latin typeface="Cambria Math" panose="02040503050406030204" pitchFamily="18" charset="0"/>
                        </a:rPr>
                        <m:t>0</m:t>
                      </m:r>
                      <m:r>
                        <a:rPr lang="zh-CN" altLang="en-US" sz="2800" i="1">
                          <a:solidFill>
                            <a:srgbClr val="000000"/>
                          </a:solidFill>
                          <a:latin typeface="Cambria Math" panose="02040503050406030204" pitchFamily="18" charset="0"/>
                        </a:rPr>
                        <m:t>,</m:t>
                      </m:r>
                      <m:r>
                        <a:rPr lang="zh-CN" altLang="en-US" sz="2800" i="1">
                          <a:solidFill>
                            <a:srgbClr val="000000"/>
                          </a:solidFill>
                          <a:latin typeface="Cambria Math" panose="02040503050406030204" pitchFamily="18" charset="0"/>
                        </a:rPr>
                        <m:t>𝜎</m:t>
                      </m:r>
                      <m:r>
                        <a:rPr lang="zh-CN" altLang="en-US" sz="2800" i="1">
                          <a:solidFill>
                            <a:srgbClr val="000000"/>
                          </a:solidFill>
                          <a:latin typeface="Cambria Math" panose="02040503050406030204" pitchFamily="18" charset="0"/>
                        </a:rPr>
                        <m:t>&gt;</m:t>
                      </m:r>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𝜎</m:t>
                          </m:r>
                        </m:e>
                        <m:sub>
                          <m:r>
                            <a:rPr lang="zh-CN" altLang="en-US" sz="2800" i="1">
                              <a:solidFill>
                                <a:srgbClr val="000000"/>
                              </a:solidFill>
                              <a:latin typeface="Cambria Math" panose="02040503050406030204" pitchFamily="18" charset="0"/>
                            </a:rPr>
                            <m:t>0</m:t>
                          </m:r>
                        </m:sub>
                      </m:sSub>
                    </m:oMath>
                  </m:oMathPara>
                </a14:m>
                <a:endParaRPr lang="zh-CN" altLang="en-US" sz="2800" dirty="0"/>
              </a:p>
            </p:txBody>
          </p:sp>
        </mc:Choice>
        <mc:Fallback>
          <p:sp>
            <p:nvSpPr>
              <p:cNvPr id="9" name="Object 6"/>
              <p:cNvSpPr txBox="1">
                <a:spLocks noRot="1" noChangeAspect="1" noMove="1" noResize="1" noEditPoints="1" noAdjustHandles="1" noChangeArrowheads="1" noChangeShapeType="1" noTextEdit="1"/>
              </p:cNvSpPr>
              <p:nvPr/>
            </p:nvSpPr>
            <p:spPr bwMode="auto">
              <a:xfrm>
                <a:off x="1691680" y="1593514"/>
                <a:ext cx="4895850" cy="575965"/>
              </a:xfrm>
              <a:prstGeom prst="rect">
                <a:avLst/>
              </a:prstGeom>
              <a:blipFill rotWithShape="1">
                <a:blip r:embed="rId1"/>
                <a:stretch>
                  <a:fillRect l="-1" t="-52" r="1" b="55"/>
                </a:stretch>
              </a:blipFill>
              <a:ln>
                <a:noFill/>
              </a:ln>
              <a:effectLst/>
            </p:spPr>
            <p:txBody>
              <a:bodyPr/>
              <a:lstStyle/>
              <a:p>
                <a:r>
                  <a:rPr lang="zh-CN" altLang="en-US">
                    <a:noFill/>
                  </a:rPr>
                  <a:t> </a:t>
                </a:r>
              </a:p>
            </p:txBody>
          </p:sp>
        </mc:Fallback>
      </mc:AlternateContent>
      <p:sp>
        <p:nvSpPr>
          <p:cNvPr id="12" name="Rectangle 3"/>
          <p:cNvSpPr>
            <a:spLocks noChangeArrowheads="1"/>
          </p:cNvSpPr>
          <p:nvPr/>
        </p:nvSpPr>
        <p:spPr bwMode="auto">
          <a:xfrm>
            <a:off x="944182" y="2288936"/>
            <a:ext cx="7993062" cy="1404256"/>
          </a:xfrm>
          <a:prstGeom prst="rect">
            <a:avLst/>
          </a:prstGeom>
          <a:solidFill>
            <a:schemeClr val="tx1"/>
          </a:solidFill>
          <a:ln w="9525">
            <a:solidFill>
              <a:schemeClr val="bg2"/>
            </a:solidFill>
            <a:miter lim="800000"/>
          </a:ln>
          <a:effectLst>
            <a:outerShdw blurRad="63500" dist="38099" dir="2700000" algn="ctr" rotWithShape="0">
              <a:srgbClr val="000000">
                <a:alpha val="74998"/>
              </a:srgbClr>
            </a:outerShdw>
          </a:effectLst>
        </p:spPr>
        <p:txBody>
          <a:bodyPr/>
          <a:lstStyle/>
          <a:p>
            <a:pPr marL="355600" indent="-355600" eaLnBrk="1" hangingPunct="1">
              <a:lnSpc>
                <a:spcPct val="120000"/>
              </a:lnSpc>
              <a:spcBef>
                <a:spcPct val="20000"/>
              </a:spcBef>
              <a:buClr>
                <a:schemeClr val="bg1"/>
              </a:buClr>
              <a:buFont typeface="Wingdings" panose="05000000000000000000" pitchFamily="2" charset="2"/>
              <a:buChar char="l"/>
              <a:defRPr/>
            </a:pPr>
            <a:r>
              <a:rPr lang="el-GR" altLang="zh-CN" sz="2400" b="0" dirty="0">
                <a:solidFill>
                  <a:srgbClr val="000000"/>
                </a:solidFill>
                <a:effectLst>
                  <a:outerShdw blurRad="38100" dist="38100" dir="2700000" algn="tl">
                    <a:srgbClr val="C0C0C0"/>
                  </a:outerShdw>
                </a:effectLst>
                <a:ea typeface="华文中宋" panose="02010600040101010101" charset="-122"/>
              </a:rPr>
              <a:t>σ</a:t>
            </a:r>
            <a:r>
              <a:rPr lang="el-GR" altLang="zh-CN" sz="2400" b="0" baseline="-25000" dirty="0">
                <a:solidFill>
                  <a:srgbClr val="000000"/>
                </a:solidFill>
                <a:effectLst>
                  <a:outerShdw blurRad="38100" dist="38100" dir="2700000" algn="tl">
                    <a:srgbClr val="C0C0C0"/>
                  </a:outerShdw>
                </a:effectLst>
                <a:ea typeface="华文中宋" panose="02010600040101010101" charset="-122"/>
              </a:rPr>
              <a:t>0</a:t>
            </a:r>
            <a:r>
              <a:rPr lang="zh-CN" altLang="el-GR" sz="2400" b="0" dirty="0">
                <a:solidFill>
                  <a:srgbClr val="000000"/>
                </a:solidFill>
                <a:effectLst>
                  <a:outerShdw blurRad="38100" dist="38100" dir="2700000" algn="tl">
                    <a:srgbClr val="C0C0C0"/>
                  </a:outerShdw>
                </a:effectLst>
                <a:ea typeface="华文中宋" panose="02010600040101010101" charset="-122"/>
              </a:rPr>
              <a:t>称为收敛坐标</a:t>
            </a:r>
            <a:r>
              <a:rPr lang="zh-CN" altLang="en-US" sz="2400" b="0" dirty="0">
                <a:solidFill>
                  <a:srgbClr val="000000"/>
                </a:solidFill>
                <a:effectLst>
                  <a:outerShdw blurRad="38100" dist="38100" dir="2700000" algn="tl">
                    <a:srgbClr val="C0C0C0"/>
                  </a:outerShdw>
                </a:effectLst>
                <a:ea typeface="华文中宋" panose="02010600040101010101" charset="-122"/>
              </a:rPr>
              <a:t>，</a:t>
            </a:r>
            <a:r>
              <a:rPr lang="zh-CN" altLang="el-GR" sz="2400" b="0" dirty="0">
                <a:solidFill>
                  <a:srgbClr val="000000"/>
                </a:solidFill>
                <a:effectLst>
                  <a:outerShdw blurRad="38100" dist="38100" dir="2700000" algn="tl">
                    <a:srgbClr val="C0C0C0"/>
                  </a:outerShdw>
                </a:effectLst>
                <a:ea typeface="华文中宋" panose="02010600040101010101" charset="-122"/>
              </a:rPr>
              <a:t>通过</a:t>
            </a:r>
            <a:r>
              <a:rPr lang="el-GR" altLang="zh-CN" sz="2400" b="0" dirty="0">
                <a:solidFill>
                  <a:srgbClr val="000000"/>
                </a:solidFill>
                <a:effectLst>
                  <a:outerShdw blurRad="38100" dist="38100" dir="2700000" algn="tl">
                    <a:srgbClr val="C0C0C0"/>
                  </a:outerShdw>
                </a:effectLst>
                <a:ea typeface="华文中宋" panose="02010600040101010101" charset="-122"/>
              </a:rPr>
              <a:t>σ</a:t>
            </a:r>
            <a:r>
              <a:rPr lang="el-GR" altLang="zh-CN" sz="2400" b="0" baseline="-25000" dirty="0">
                <a:solidFill>
                  <a:srgbClr val="000000"/>
                </a:solidFill>
                <a:effectLst>
                  <a:outerShdw blurRad="38100" dist="38100" dir="2700000" algn="tl">
                    <a:srgbClr val="C0C0C0"/>
                  </a:outerShdw>
                </a:effectLst>
                <a:ea typeface="华文中宋" panose="02010600040101010101" charset="-122"/>
              </a:rPr>
              <a:t>0</a:t>
            </a:r>
            <a:r>
              <a:rPr lang="zh-CN" altLang="el-GR" sz="2400" b="0" dirty="0">
                <a:solidFill>
                  <a:srgbClr val="000000"/>
                </a:solidFill>
                <a:effectLst>
                  <a:outerShdw blurRad="38100" dist="38100" dir="2700000" algn="tl">
                    <a:srgbClr val="C0C0C0"/>
                  </a:outerShdw>
                </a:effectLst>
                <a:ea typeface="华文中宋" panose="02010600040101010101" charset="-122"/>
              </a:rPr>
              <a:t>的垂直线是收敛区的边界，称为</a:t>
            </a:r>
            <a:r>
              <a:rPr lang="zh-CN" altLang="el-GR" sz="2400" b="0" dirty="0">
                <a:solidFill>
                  <a:srgbClr val="FF0000"/>
                </a:solidFill>
                <a:effectLst>
                  <a:outerShdw blurRad="38100" dist="38100" dir="2700000" algn="tl">
                    <a:srgbClr val="C0C0C0"/>
                  </a:outerShdw>
                </a:effectLst>
                <a:ea typeface="华文中宋" panose="02010600040101010101" charset="-122"/>
              </a:rPr>
              <a:t>收敛边界</a:t>
            </a:r>
            <a:r>
              <a:rPr lang="zh-CN" altLang="el-GR" sz="2400" b="0" dirty="0">
                <a:solidFill>
                  <a:srgbClr val="000000"/>
                </a:solidFill>
                <a:effectLst>
                  <a:outerShdw blurRad="38100" dist="38100" dir="2700000" algn="tl">
                    <a:srgbClr val="C0C0C0"/>
                  </a:outerShdw>
                </a:effectLst>
                <a:ea typeface="华文中宋" panose="02010600040101010101" charset="-122"/>
              </a:rPr>
              <a:t>或收敛轴</a:t>
            </a:r>
            <a:r>
              <a:rPr lang="zh-CN" altLang="en-US" sz="2400" b="0" dirty="0">
                <a:solidFill>
                  <a:srgbClr val="000000"/>
                </a:solidFill>
                <a:effectLst>
                  <a:outerShdw blurRad="38100" dist="38100" dir="2700000" algn="tl">
                    <a:srgbClr val="C0C0C0"/>
                  </a:outerShdw>
                </a:effectLst>
                <a:ea typeface="华文中宋" panose="02010600040101010101" charset="-122"/>
              </a:rPr>
              <a:t>；</a:t>
            </a:r>
            <a:endParaRPr lang="zh-CN" altLang="en-US" sz="2400" b="0" dirty="0">
              <a:solidFill>
                <a:srgbClr val="000000"/>
              </a:solidFill>
              <a:effectLst>
                <a:outerShdw blurRad="38100" dist="38100" dir="2700000" algn="tl">
                  <a:srgbClr val="C0C0C0"/>
                </a:outerShdw>
              </a:effectLst>
              <a:ea typeface="华文中宋" panose="02010600040101010101" charset="-122"/>
            </a:endParaRPr>
          </a:p>
          <a:p>
            <a:pPr marL="355600" indent="-355600" eaLnBrk="1" hangingPunct="1">
              <a:lnSpc>
                <a:spcPct val="120000"/>
              </a:lnSpc>
              <a:spcBef>
                <a:spcPct val="20000"/>
              </a:spcBef>
              <a:buClr>
                <a:schemeClr val="bg1"/>
              </a:buClr>
              <a:buFont typeface="Wingdings" panose="05000000000000000000" pitchFamily="2" charset="2"/>
              <a:buChar char="l"/>
              <a:defRPr/>
            </a:pPr>
            <a:r>
              <a:rPr lang="el-GR" altLang="zh-CN" sz="2400" b="0" dirty="0">
                <a:solidFill>
                  <a:srgbClr val="000000"/>
                </a:solidFill>
                <a:effectLst>
                  <a:outerShdw blurRad="38100" dist="38100" dir="2700000" algn="tl">
                    <a:srgbClr val="C0C0C0"/>
                  </a:outerShdw>
                </a:effectLst>
                <a:ea typeface="华文中宋" panose="02010600040101010101" charset="-122"/>
              </a:rPr>
              <a:t>s</a:t>
            </a:r>
            <a:r>
              <a:rPr lang="zh-CN" altLang="el-GR" sz="2400" b="0" dirty="0">
                <a:solidFill>
                  <a:srgbClr val="000000"/>
                </a:solidFill>
                <a:effectLst>
                  <a:outerShdw blurRad="38100" dist="38100" dir="2700000" algn="tl">
                    <a:srgbClr val="C0C0C0"/>
                  </a:outerShdw>
                </a:effectLst>
                <a:ea typeface="华文中宋" panose="02010600040101010101" charset="-122"/>
              </a:rPr>
              <a:t>平面上收敛轴之右的部分即为</a:t>
            </a:r>
            <a:r>
              <a:rPr lang="zh-CN" altLang="el-GR" sz="2400" b="0" dirty="0">
                <a:solidFill>
                  <a:srgbClr val="FF0000"/>
                </a:solidFill>
                <a:effectLst>
                  <a:outerShdw blurRad="38100" dist="38100" dir="2700000" algn="tl">
                    <a:srgbClr val="C0C0C0"/>
                  </a:outerShdw>
                </a:effectLst>
                <a:ea typeface="华文中宋" panose="02010600040101010101" charset="-122"/>
              </a:rPr>
              <a:t>收敛区</a:t>
            </a:r>
            <a:r>
              <a:rPr lang="zh-CN" altLang="el-GR" sz="2400" b="0" dirty="0">
                <a:solidFill>
                  <a:srgbClr val="000000"/>
                </a:solidFill>
                <a:effectLst>
                  <a:outerShdw blurRad="38100" dist="38100" dir="2700000" algn="tl">
                    <a:srgbClr val="C0C0C0"/>
                  </a:outerShdw>
                </a:effectLst>
                <a:ea typeface="华文中宋" panose="02010600040101010101" charset="-122"/>
              </a:rPr>
              <a:t>。</a:t>
            </a:r>
            <a:endParaRPr lang="zh-CN" altLang="el-GR" sz="2400" b="0" dirty="0">
              <a:solidFill>
                <a:srgbClr val="000000"/>
              </a:solidFill>
              <a:effectLst>
                <a:outerShdw blurRad="38100" dist="38100" dir="2700000" algn="tl">
                  <a:srgbClr val="C0C0C0"/>
                </a:outerShdw>
              </a:effectLst>
              <a:ea typeface="华文中宋" panose="02010600040101010101" charset="-122"/>
            </a:endParaRPr>
          </a:p>
        </p:txBody>
      </p:sp>
      <p:sp>
        <p:nvSpPr>
          <p:cNvPr id="14" name="Rectangle 6"/>
          <p:cNvSpPr>
            <a:spLocks noChangeArrowheads="1"/>
          </p:cNvSpPr>
          <p:nvPr/>
        </p:nvSpPr>
        <p:spPr bwMode="auto">
          <a:xfrm>
            <a:off x="755576" y="3933056"/>
            <a:ext cx="7209474" cy="570620"/>
          </a:xfrm>
          <a:prstGeom prst="rect">
            <a:avLst/>
          </a:prstGeom>
          <a:solidFill>
            <a:schemeClr val="tx1"/>
          </a:solidFill>
          <a:ln>
            <a:noFill/>
          </a:ln>
          <a:effectLst>
            <a:outerShdw blurRad="63500" dist="38099" dir="2700000" algn="ctr" rotWithShape="0">
              <a:srgbClr val="000000">
                <a:alpha val="74998"/>
              </a:srgbClr>
            </a:outerShdw>
          </a:effectLst>
        </p:spPr>
        <p:txBody>
          <a:bodyPr/>
          <a:lstStyle/>
          <a:p>
            <a:pPr eaLnBrk="1" hangingPunct="1">
              <a:lnSpc>
                <a:spcPct val="120000"/>
              </a:lnSpc>
              <a:spcBef>
                <a:spcPct val="20000"/>
              </a:spcBef>
              <a:defRPr/>
            </a:pPr>
            <a:r>
              <a:rPr lang="en-US" altLang="zh-CN" sz="2400" b="0" dirty="0">
                <a:solidFill>
                  <a:srgbClr val="000000"/>
                </a:solidFill>
                <a:effectLst>
                  <a:outerShdw blurRad="38100" dist="38100" dir="2700000" algn="tl">
                    <a:srgbClr val="C0C0C0"/>
                  </a:outerShdw>
                </a:effectLst>
                <a:ea typeface="华文中宋" panose="02010600040101010101" charset="-122"/>
              </a:rPr>
              <a:t>2</a:t>
            </a:r>
            <a:r>
              <a:rPr lang="zh-CN" altLang="en-US" sz="2400" b="0" kern="0" dirty="0">
                <a:solidFill>
                  <a:srgbClr val="000000"/>
                </a:solidFill>
              </a:rPr>
              <a:t>）</a:t>
            </a:r>
            <a:r>
              <a:rPr lang="zh-CN" altLang="en-US" sz="2800" kern="0" dirty="0">
                <a:solidFill>
                  <a:srgbClr val="FF0000"/>
                </a:solidFill>
              </a:rPr>
              <a:t>不同信号的收敛域</a:t>
            </a:r>
            <a:endParaRPr lang="zh-CN" altLang="en-US" sz="2800" kern="0" dirty="0">
              <a:solidFill>
                <a:srgbClr val="000000"/>
              </a:solidFill>
            </a:endParaRPr>
          </a:p>
          <a:p>
            <a:pPr eaLnBrk="1" hangingPunct="1">
              <a:lnSpc>
                <a:spcPct val="120000"/>
              </a:lnSpc>
              <a:spcBef>
                <a:spcPct val="20000"/>
              </a:spcBef>
              <a:defRPr/>
            </a:pPr>
            <a:endParaRPr lang="zh-CN" altLang="en-US" sz="2400" dirty="0">
              <a:solidFill>
                <a:srgbClr val="000000"/>
              </a:solidFill>
              <a:effectLst>
                <a:outerShdw blurRad="38100" dist="38100" dir="2700000" algn="tl">
                  <a:srgbClr val="C0C0C0"/>
                </a:outerShdw>
              </a:effectLst>
              <a:ea typeface="华文中宋" panose="02010600040101010101" charset="-122"/>
            </a:endParaRPr>
          </a:p>
        </p:txBody>
      </p:sp>
      <mc:AlternateContent xmlns:mc="http://schemas.openxmlformats.org/markup-compatibility/2006">
        <mc:Choice xmlns:a14="http://schemas.microsoft.com/office/drawing/2010/main" Requires="a14">
          <p:sp>
            <p:nvSpPr>
              <p:cNvPr id="16" name="Rectangle 3"/>
              <p:cNvSpPr>
                <a:spLocks noChangeArrowheads="1"/>
              </p:cNvSpPr>
              <p:nvPr/>
            </p:nvSpPr>
            <p:spPr bwMode="auto">
              <a:xfrm>
                <a:off x="1043608" y="4743540"/>
                <a:ext cx="7993062" cy="1565780"/>
              </a:xfrm>
              <a:prstGeom prst="rect">
                <a:avLst/>
              </a:prstGeom>
              <a:solidFill>
                <a:schemeClr val="tx1"/>
              </a:solidFill>
              <a:ln w="9525">
                <a:solidFill>
                  <a:schemeClr val="bg2"/>
                </a:solidFill>
                <a:miter lim="800000"/>
              </a:ln>
              <a:effectLst>
                <a:outerShdw blurRad="63500" dist="38099" dir="2700000" algn="ctr" rotWithShape="0">
                  <a:srgbClr val="000000">
                    <a:alpha val="74998"/>
                  </a:srgbClr>
                </a:outerShdw>
              </a:effectLst>
            </p:spPr>
            <p:txBody>
              <a:bodyPr/>
              <a:lstStyle/>
              <a:p>
                <a:pPr marL="355600" indent="-355600" eaLnBrk="1" hangingPunct="1">
                  <a:lnSpc>
                    <a:spcPct val="120000"/>
                  </a:lnSpc>
                  <a:spcBef>
                    <a:spcPct val="20000"/>
                  </a:spcBef>
                  <a:buClr>
                    <a:schemeClr val="bg1"/>
                  </a:buClr>
                  <a:buFont typeface="Wingdings" panose="05000000000000000000" pitchFamily="2" charset="2"/>
                  <a:buChar char="l"/>
                  <a:defRPr/>
                </a:pPr>
                <a:r>
                  <a:rPr lang="zh-CN" altLang="en-US" sz="2400" dirty="0">
                    <a:solidFill>
                      <a:srgbClr val="FF0000"/>
                    </a:solidFill>
                    <a:latin typeface="Times New Roman" panose="02020603050405020304" pitchFamily="18" charset="0"/>
                  </a:rPr>
                  <a:t>右边信号的收敛域：</a:t>
                </a:r>
                <a14:m>
                  <m:oMath xmlns:m="http://schemas.openxmlformats.org/officeDocument/2006/math">
                    <m:r>
                      <a:rPr lang="zh-CN" altLang="en-US" sz="2400" i="1">
                        <a:solidFill>
                          <a:srgbClr val="000000"/>
                        </a:solidFill>
                        <a:latin typeface="Cambria Math" panose="02040503050406030204" pitchFamily="18" charset="0"/>
                      </a:rPr>
                      <m:t>𝜎</m:t>
                    </m:r>
                    <m:r>
                      <a:rPr lang="zh-CN" altLang="en-US" sz="2400" i="1">
                        <a:solidFill>
                          <a:srgbClr val="000000"/>
                        </a:solidFill>
                        <a:latin typeface="Cambria Math" panose="02040503050406030204" pitchFamily="18" charset="0"/>
                      </a:rPr>
                      <m:t>&gt;</m:t>
                    </m:r>
                    <m:sSub>
                      <m:sSubPr>
                        <m:ctrlPr>
                          <a:rPr lang="zh-CN" altLang="en-US" sz="2400" i="1">
                            <a:solidFill>
                              <a:srgbClr val="000000"/>
                            </a:solidFill>
                            <a:latin typeface="Cambria Math" panose="02040503050406030204" pitchFamily="18" charset="0"/>
                          </a:rPr>
                        </m:ctrlPr>
                      </m:sSubPr>
                      <m:e>
                        <m:r>
                          <a:rPr lang="zh-CN" altLang="en-US" sz="2400" i="1">
                            <a:solidFill>
                              <a:srgbClr val="000000"/>
                            </a:solidFill>
                            <a:latin typeface="Cambria Math" panose="02040503050406030204" pitchFamily="18" charset="0"/>
                          </a:rPr>
                          <m:t>𝜎</m:t>
                        </m:r>
                      </m:e>
                      <m:sub>
                        <m:r>
                          <a:rPr lang="zh-CN" altLang="en-US" sz="2400" i="1">
                            <a:solidFill>
                              <a:srgbClr val="000000"/>
                            </a:solidFill>
                            <a:latin typeface="Cambria Math" panose="02040503050406030204" pitchFamily="18" charset="0"/>
                          </a:rPr>
                          <m:t>0</m:t>
                        </m:r>
                      </m:sub>
                    </m:sSub>
                  </m:oMath>
                </a14:m>
                <a:r>
                  <a:rPr lang="zh-CN" altLang="en-US" sz="2400" dirty="0">
                    <a:solidFill>
                      <a:srgbClr val="FF0000"/>
                    </a:solidFill>
                    <a:latin typeface="Tahoma" panose="020B0604030504040204" pitchFamily="34" charset="0"/>
                  </a:rPr>
                  <a:t>的右半平面</a:t>
                </a:r>
                <a:endParaRPr lang="en-US" altLang="zh-CN" sz="2400" dirty="0">
                  <a:solidFill>
                    <a:srgbClr val="FF0000"/>
                  </a:solidFill>
                  <a:latin typeface="Tahoma" panose="020B0604030504040204" pitchFamily="34" charset="0"/>
                </a:endParaRPr>
              </a:p>
              <a:p>
                <a:pPr marL="355600" indent="-355600" eaLnBrk="1" hangingPunct="1">
                  <a:lnSpc>
                    <a:spcPct val="120000"/>
                  </a:lnSpc>
                  <a:spcBef>
                    <a:spcPct val="20000"/>
                  </a:spcBef>
                  <a:buClr>
                    <a:schemeClr val="bg1"/>
                  </a:buClr>
                  <a:buFont typeface="Wingdings" panose="05000000000000000000" pitchFamily="2" charset="2"/>
                  <a:buChar char="l"/>
                  <a:defRPr/>
                </a:pPr>
                <a:r>
                  <a:rPr lang="zh-CN" altLang="en-US" sz="2400" dirty="0">
                    <a:solidFill>
                      <a:srgbClr val="FF0000"/>
                    </a:solidFill>
                    <a:latin typeface="Times New Roman" panose="02020603050405020304" pitchFamily="18" charset="0"/>
                  </a:rPr>
                  <a:t>左边信号的收敛域：</a:t>
                </a:r>
                <a14:m>
                  <m:oMath xmlns:m="http://schemas.openxmlformats.org/officeDocument/2006/math">
                    <m:r>
                      <a:rPr lang="zh-CN" altLang="en-US" sz="2400" i="1">
                        <a:solidFill>
                          <a:srgbClr val="000000"/>
                        </a:solidFill>
                        <a:latin typeface="Cambria Math" panose="02040503050406030204" pitchFamily="18" charset="0"/>
                      </a:rPr>
                      <m:t>𝜎</m:t>
                    </m:r>
                    <m:r>
                      <a:rPr lang="en-US" altLang="zh-CN" sz="2400" b="1" i="1" smtClean="0">
                        <a:solidFill>
                          <a:srgbClr val="000000"/>
                        </a:solidFill>
                        <a:latin typeface="Cambria Math" panose="02040503050406030204" pitchFamily="18" charset="0"/>
                      </a:rPr>
                      <m:t>&lt;</m:t>
                    </m:r>
                    <m:sSub>
                      <m:sSubPr>
                        <m:ctrlPr>
                          <a:rPr lang="zh-CN" altLang="en-US" sz="2400" i="1">
                            <a:solidFill>
                              <a:srgbClr val="000000"/>
                            </a:solidFill>
                            <a:latin typeface="Cambria Math" panose="02040503050406030204" pitchFamily="18" charset="0"/>
                          </a:rPr>
                        </m:ctrlPr>
                      </m:sSubPr>
                      <m:e>
                        <m:r>
                          <a:rPr lang="zh-CN" altLang="en-US" sz="2400" i="1">
                            <a:solidFill>
                              <a:srgbClr val="000000"/>
                            </a:solidFill>
                            <a:latin typeface="Cambria Math" panose="02040503050406030204" pitchFamily="18" charset="0"/>
                          </a:rPr>
                          <m:t>𝜎</m:t>
                        </m:r>
                      </m:e>
                      <m:sub>
                        <m:r>
                          <a:rPr lang="zh-CN" altLang="en-US" sz="2400" i="1">
                            <a:solidFill>
                              <a:srgbClr val="000000"/>
                            </a:solidFill>
                            <a:latin typeface="Cambria Math" panose="02040503050406030204" pitchFamily="18" charset="0"/>
                          </a:rPr>
                          <m:t>0</m:t>
                        </m:r>
                      </m:sub>
                    </m:sSub>
                  </m:oMath>
                </a14:m>
                <a:r>
                  <a:rPr lang="zh-CN" altLang="en-US" sz="2400" dirty="0">
                    <a:solidFill>
                      <a:srgbClr val="FF0000"/>
                    </a:solidFill>
                    <a:latin typeface="Tahoma" panose="020B0604030504040204" pitchFamily="34" charset="0"/>
                  </a:rPr>
                  <a:t>的左半平面</a:t>
                </a:r>
                <a:endParaRPr lang="en-US" altLang="zh-CN" sz="2400" dirty="0">
                  <a:solidFill>
                    <a:srgbClr val="FF0000"/>
                  </a:solidFill>
                  <a:latin typeface="Tahoma" panose="020B0604030504040204" pitchFamily="34" charset="0"/>
                </a:endParaRPr>
              </a:p>
              <a:p>
                <a:pPr marL="355600" indent="-355600" eaLnBrk="1" hangingPunct="1">
                  <a:lnSpc>
                    <a:spcPct val="120000"/>
                  </a:lnSpc>
                  <a:spcBef>
                    <a:spcPct val="20000"/>
                  </a:spcBef>
                  <a:buClr>
                    <a:schemeClr val="bg1"/>
                  </a:buClr>
                  <a:buFont typeface="Wingdings" panose="05000000000000000000" pitchFamily="2" charset="2"/>
                  <a:buChar char="l"/>
                  <a:defRPr/>
                </a:pPr>
                <a:r>
                  <a:rPr lang="zh-CN" altLang="en-US" sz="2400" dirty="0">
                    <a:solidFill>
                      <a:srgbClr val="FF0000"/>
                    </a:solidFill>
                    <a:latin typeface="Tahoma" panose="020B0604030504040204" pitchFamily="34" charset="0"/>
                  </a:rPr>
                  <a:t>双边信号</a:t>
                </a:r>
                <a:r>
                  <a:rPr lang="zh-CN" altLang="en-US" sz="2400" dirty="0">
                    <a:solidFill>
                      <a:srgbClr val="FF0000"/>
                    </a:solidFill>
                    <a:latin typeface="Times New Roman" panose="02020603050405020304" pitchFamily="18" charset="0"/>
                  </a:rPr>
                  <a:t>的收敛域：</a:t>
                </a:r>
                <a14:m>
                  <m:oMath xmlns:m="http://schemas.openxmlformats.org/officeDocument/2006/math">
                    <m:sSub>
                      <m:sSubPr>
                        <m:ctrlPr>
                          <a:rPr lang="zh-CN" altLang="en-US" sz="2400" i="1">
                            <a:solidFill>
                              <a:srgbClr val="000000"/>
                            </a:solidFill>
                            <a:latin typeface="Cambria Math" panose="02040503050406030204" pitchFamily="18" charset="0"/>
                          </a:rPr>
                        </m:ctrlPr>
                      </m:sSubPr>
                      <m:e>
                        <m:r>
                          <a:rPr lang="zh-CN" altLang="en-US" sz="2400" i="1">
                            <a:solidFill>
                              <a:srgbClr val="000000"/>
                            </a:solidFill>
                            <a:latin typeface="Cambria Math" panose="02040503050406030204" pitchFamily="18" charset="0"/>
                          </a:rPr>
                          <m:t>𝜎</m:t>
                        </m:r>
                      </m:e>
                      <m:sub>
                        <m:r>
                          <a:rPr lang="en-US" altLang="zh-CN" sz="2400" b="1" i="1" smtClean="0">
                            <a:solidFill>
                              <a:srgbClr val="000000"/>
                            </a:solidFill>
                            <a:latin typeface="Cambria Math" panose="02040503050406030204" pitchFamily="18" charset="0"/>
                          </a:rPr>
                          <m:t>𝟏</m:t>
                        </m:r>
                      </m:sub>
                    </m:sSub>
                    <m:r>
                      <a:rPr lang="en-US" altLang="zh-CN" sz="2400" i="1" dirty="0" smtClean="0">
                        <a:solidFill>
                          <a:schemeClr val="bg2"/>
                        </a:solidFill>
                        <a:latin typeface="Cambria Math" panose="02040503050406030204" pitchFamily="18" charset="0"/>
                      </a:rPr>
                      <m:t>&lt;</m:t>
                    </m:r>
                    <m:r>
                      <a:rPr lang="zh-CN" altLang="en-US" sz="2400" i="1">
                        <a:solidFill>
                          <a:srgbClr val="000000"/>
                        </a:solidFill>
                        <a:latin typeface="Cambria Math" panose="02040503050406030204" pitchFamily="18" charset="0"/>
                      </a:rPr>
                      <m:t>𝜎</m:t>
                    </m:r>
                    <m:r>
                      <a:rPr lang="en-US" altLang="zh-CN" sz="2400" i="1">
                        <a:solidFill>
                          <a:srgbClr val="000000"/>
                        </a:solidFill>
                        <a:latin typeface="Cambria Math" panose="02040503050406030204" pitchFamily="18" charset="0"/>
                      </a:rPr>
                      <m:t>&lt;</m:t>
                    </m:r>
                    <m:sSub>
                      <m:sSubPr>
                        <m:ctrlPr>
                          <a:rPr lang="zh-CN" altLang="en-US" sz="2400" i="1">
                            <a:solidFill>
                              <a:srgbClr val="000000"/>
                            </a:solidFill>
                            <a:latin typeface="Cambria Math" panose="02040503050406030204" pitchFamily="18" charset="0"/>
                          </a:rPr>
                        </m:ctrlPr>
                      </m:sSubPr>
                      <m:e>
                        <m:r>
                          <a:rPr lang="zh-CN" altLang="en-US" sz="2400" i="1">
                            <a:solidFill>
                              <a:srgbClr val="000000"/>
                            </a:solidFill>
                            <a:latin typeface="Cambria Math" panose="02040503050406030204" pitchFamily="18" charset="0"/>
                          </a:rPr>
                          <m:t>𝜎</m:t>
                        </m:r>
                      </m:e>
                      <m:sub>
                        <m:r>
                          <a:rPr lang="en-US" altLang="zh-CN" sz="2400" b="1" i="1" smtClean="0">
                            <a:solidFill>
                              <a:srgbClr val="000000"/>
                            </a:solidFill>
                            <a:latin typeface="Cambria Math" panose="02040503050406030204" pitchFamily="18" charset="0"/>
                          </a:rPr>
                          <m:t>𝟐</m:t>
                        </m:r>
                      </m:sub>
                    </m:sSub>
                  </m:oMath>
                </a14:m>
                <a:r>
                  <a:rPr lang="zh-CN" altLang="en-US" sz="2400" dirty="0">
                    <a:solidFill>
                      <a:srgbClr val="FF0000"/>
                    </a:solidFill>
                    <a:latin typeface="Tahoma" panose="020B0604030504040204" pitchFamily="34" charset="0"/>
                  </a:rPr>
                  <a:t>的条带区域</a:t>
                </a:r>
                <a:endParaRPr lang="zh-CN" altLang="en-US" sz="2400" dirty="0">
                  <a:solidFill>
                    <a:srgbClr val="FF0000"/>
                  </a:solidFill>
                  <a:latin typeface="Tahoma" panose="020B0604030504040204" pitchFamily="34" charset="0"/>
                </a:endParaRPr>
              </a:p>
              <a:p>
                <a:pPr marL="355600" indent="-355600" eaLnBrk="1" hangingPunct="1">
                  <a:lnSpc>
                    <a:spcPct val="120000"/>
                  </a:lnSpc>
                  <a:spcBef>
                    <a:spcPct val="20000"/>
                  </a:spcBef>
                  <a:buClr>
                    <a:schemeClr val="bg1"/>
                  </a:buClr>
                  <a:buFont typeface="Wingdings" panose="05000000000000000000" pitchFamily="2" charset="2"/>
                  <a:buChar char="l"/>
                  <a:defRPr/>
                </a:pPr>
                <a:endParaRPr lang="zh-CN" altLang="en-US" sz="2400" dirty="0">
                  <a:solidFill>
                    <a:srgbClr val="FF0000"/>
                  </a:solidFill>
                  <a:latin typeface="Tahoma" panose="020B0604030504040204" pitchFamily="34" charset="0"/>
                </a:endParaRPr>
              </a:p>
            </p:txBody>
          </p:sp>
        </mc:Choice>
        <mc:Fallback>
          <p:sp>
            <p:nvSpPr>
              <p:cNvPr id="16" name="Rectangle 3"/>
              <p:cNvSpPr>
                <a:spLocks noRot="1" noChangeAspect="1" noMove="1" noResize="1" noEditPoints="1" noAdjustHandles="1" noChangeArrowheads="1" noChangeShapeType="1" noTextEdit="1"/>
              </p:cNvSpPr>
              <p:nvPr/>
            </p:nvSpPr>
            <p:spPr bwMode="auto">
              <a:xfrm>
                <a:off x="1043608" y="4743540"/>
                <a:ext cx="7993062" cy="1565780"/>
              </a:xfrm>
              <a:prstGeom prst="rect">
                <a:avLst/>
              </a:prstGeom>
              <a:blipFill rotWithShape="1">
                <a:blip r:embed="rId2"/>
                <a:stretch>
                  <a:fillRect l="-393" t="-2033" r="-1065" b="-34109"/>
                </a:stretch>
              </a:blipFill>
              <a:ln w="9525">
                <a:solidFill>
                  <a:schemeClr val="bg2"/>
                </a:solidFill>
                <a:miter lim="800000"/>
              </a:ln>
              <a:effectLst>
                <a:outerShdw blurRad="63500" dist="38099" dir="2700000" algn="ctr" rotWithShape="0">
                  <a:srgbClr val="000000">
                    <a:alpha val="74998"/>
                  </a:srgbClr>
                </a:outerShdw>
              </a:effectLst>
            </p:spPr>
            <p:txBody>
              <a:bodyPr/>
              <a:lstStyle/>
              <a:p>
                <a:r>
                  <a:rPr lang="zh-CN" altLang="en-US">
                    <a:noFill/>
                  </a:rPr>
                  <a:t> </a:t>
                </a:r>
              </a:p>
            </p:txBody>
          </p:sp>
        </mc:Fallback>
      </mc:AlternateContent>
      <p:sp>
        <p:nvSpPr>
          <p:cNvPr id="2" name="墨迹 1"/>
          <p:cNvSpPr/>
          <p:nvPr/>
        </p:nvSpPr>
        <p:spPr bwMode="auto">
          <a:xfrm>
            <a:off x="2302560" y="641160"/>
            <a:ext cx="6891480" cy="5720040"/>
          </a:xfrm>
        </p:spPr>
      </p:sp>
    </p:spTree>
    <p:custDataLst>
      <p:tags r:id="rId3"/>
    </p:custDataLst>
  </p:cSld>
  <p:clrMapOvr>
    <a:masterClrMapping/>
  </p:clrMapOvr>
  <mc:AlternateContent xmlns:mc="http://schemas.openxmlformats.org/markup-compatibility/2006">
    <mc:Choice xmlns:p14="http://schemas.microsoft.com/office/powerpoint/2010/main" Requires="p14">
      <p:transition spd="slow" p14:dur="2000" advTm="253279"/>
    </mc:Choice>
    <mc:Fallback>
      <p:transition spd="slow" advTm="253279"/>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nodeType="withEffect">
                                  <p:stCondLst>
                                    <p:cond delay="0"/>
                                  </p:stCondLst>
                                  <p:childTnLst>
                                    <p:set>
                                      <p:cBhvr>
                                        <p:cTn id="6" dur="1" fill="hold">
                                          <p:stCondLst>
                                            <p:cond delay="0"/>
                                          </p:stCondLst>
                                        </p:cTn>
                                        <p:tgtEl>
                                          <p:spTgt spid="2"/>
                                        </p:tgtEl>
                                        <p:attrNameLst>
                                          <p:attrName>style.visibility</p:attrName>
                                        </p:attrNameLst>
                                      </p:cBhvr>
                                      <p:to>
                                        <p:strVal val="visible"/>
                                      </p:to>
                                    </p:set>
                                    <p:cmd type="call" cmd="playFrom(0.0)">
                                      <p:cBhvr>
                                        <p:cTn id="7" dur="1" fill="hold"/>
                                        <p:tgtEl>
                                          <p:spTgt spid="2"/>
                                        </p:tgtEl>
                                      </p:cBhvr>
                                    </p:cmd>
                                  </p:childTnLst>
                                </p:cTn>
                              </p:par>
                            </p:childTnLst>
                          </p:cTn>
                        </p:par>
                        <p:par>
                          <p:cTn id="8" fill="hold">
                            <p:stCondLst>
                              <p:cond delay="0"/>
                            </p:stCondLst>
                            <p:childTnLst>
                              <p:par>
                                <p:cTn id="9" presetID="55" presetClass="entr" presetSubtype="0" fill="hold" grpId="0" nodeType="afterEffect">
                                  <p:stCondLst>
                                    <p:cond delay="0"/>
                                  </p:stCondLst>
                                  <p:childTnLst>
                                    <p:set>
                                      <p:cBhvr>
                                        <p:cTn id="10" dur="1" fill="hold">
                                          <p:stCondLst>
                                            <p:cond delay="0"/>
                                          </p:stCondLst>
                                        </p:cTn>
                                        <p:tgtEl>
                                          <p:spTgt spid="15"/>
                                        </p:tgtEl>
                                        <p:attrNameLst>
                                          <p:attrName>style.visibility</p:attrName>
                                        </p:attrNameLst>
                                      </p:cBhvr>
                                      <p:to>
                                        <p:strVal val="visible"/>
                                      </p:to>
                                    </p:set>
                                    <p:anim calcmode="lin" valueType="num">
                                      <p:cBhvr>
                                        <p:cTn id="11" dur="1000" fill="hold"/>
                                        <p:tgtEl>
                                          <p:spTgt spid="15"/>
                                        </p:tgtEl>
                                        <p:attrNameLst>
                                          <p:attrName>ppt_w</p:attrName>
                                        </p:attrNameLst>
                                      </p:cBhvr>
                                      <p:tavLst>
                                        <p:tav tm="0">
                                          <p:val>
                                            <p:strVal val="#ppt_w*0.70"/>
                                          </p:val>
                                        </p:tav>
                                        <p:tav tm="100000">
                                          <p:val>
                                            <p:strVal val="#ppt_w"/>
                                          </p:val>
                                        </p:tav>
                                      </p:tavLst>
                                    </p:anim>
                                    <p:anim calcmode="lin" valueType="num">
                                      <p:cBhvr>
                                        <p:cTn id="12" dur="1000" fill="hold"/>
                                        <p:tgtEl>
                                          <p:spTgt spid="15"/>
                                        </p:tgtEl>
                                        <p:attrNameLst>
                                          <p:attrName>ppt_h</p:attrName>
                                        </p:attrNameLst>
                                      </p:cBhvr>
                                      <p:tavLst>
                                        <p:tav tm="0">
                                          <p:val>
                                            <p:strVal val="#ppt_h"/>
                                          </p:val>
                                        </p:tav>
                                        <p:tav tm="100000">
                                          <p:val>
                                            <p:strVal val="#ppt_h"/>
                                          </p:val>
                                        </p:tav>
                                      </p:tavLst>
                                    </p:anim>
                                    <p:animEffect transition="in" filter="fade">
                                      <p:cBhvr>
                                        <p:cTn id="13" dur="1000"/>
                                        <p:tgtEl>
                                          <p:spTgt spid="15"/>
                                        </p:tgtEl>
                                      </p:cBhvr>
                                    </p:animEffect>
                                  </p:childTnLst>
                                </p:cTn>
                              </p:par>
                            </p:childTnLst>
                          </p:cTn>
                        </p:par>
                      </p:childTnLst>
                    </p:cTn>
                  </p:par>
                  <p:par>
                    <p:cTn id="14" fill="hold">
                      <p:stCondLst>
                        <p:cond delay="indefinite"/>
                      </p:stCondLst>
                      <p:childTnLst>
                        <p:par>
                          <p:cTn id="15" fill="hold">
                            <p:stCondLst>
                              <p:cond delay="0"/>
                            </p:stCondLst>
                            <p:childTnLst>
                              <p:par>
                                <p:cTn id="16" presetID="55" presetClass="entr" presetSubtype="0" fill="hold" grpId="0" nodeType="clickEffect">
                                  <p:stCondLst>
                                    <p:cond delay="0"/>
                                  </p:stCondLst>
                                  <p:childTnLst>
                                    <p:set>
                                      <p:cBhvr>
                                        <p:cTn id="17" dur="1" fill="hold">
                                          <p:stCondLst>
                                            <p:cond delay="0"/>
                                          </p:stCondLst>
                                        </p:cTn>
                                        <p:tgtEl>
                                          <p:spTgt spid="12"/>
                                        </p:tgtEl>
                                        <p:attrNameLst>
                                          <p:attrName>style.visibility</p:attrName>
                                        </p:attrNameLst>
                                      </p:cBhvr>
                                      <p:to>
                                        <p:strVal val="visible"/>
                                      </p:to>
                                    </p:set>
                                    <p:anim calcmode="lin" valueType="num">
                                      <p:cBhvr>
                                        <p:cTn id="18" dur="1000" fill="hold"/>
                                        <p:tgtEl>
                                          <p:spTgt spid="12"/>
                                        </p:tgtEl>
                                        <p:attrNameLst>
                                          <p:attrName>ppt_w</p:attrName>
                                        </p:attrNameLst>
                                      </p:cBhvr>
                                      <p:tavLst>
                                        <p:tav tm="0">
                                          <p:val>
                                            <p:strVal val="#ppt_w*0.70"/>
                                          </p:val>
                                        </p:tav>
                                        <p:tav tm="100000">
                                          <p:val>
                                            <p:strVal val="#ppt_w"/>
                                          </p:val>
                                        </p:tav>
                                      </p:tavLst>
                                    </p:anim>
                                    <p:anim calcmode="lin" valueType="num">
                                      <p:cBhvr>
                                        <p:cTn id="19" dur="1000" fill="hold"/>
                                        <p:tgtEl>
                                          <p:spTgt spid="12"/>
                                        </p:tgtEl>
                                        <p:attrNameLst>
                                          <p:attrName>ppt_h</p:attrName>
                                        </p:attrNameLst>
                                      </p:cBhvr>
                                      <p:tavLst>
                                        <p:tav tm="0">
                                          <p:val>
                                            <p:strVal val="#ppt_h"/>
                                          </p:val>
                                        </p:tav>
                                        <p:tav tm="100000">
                                          <p:val>
                                            <p:strVal val="#ppt_h"/>
                                          </p:val>
                                        </p:tav>
                                      </p:tavLst>
                                    </p:anim>
                                    <p:animEffect transition="in" filter="fade">
                                      <p:cBhvr>
                                        <p:cTn id="20" dur="1000"/>
                                        <p:tgtEl>
                                          <p:spTgt spid="12"/>
                                        </p:tgtEl>
                                      </p:cBhvr>
                                    </p:animEffect>
                                  </p:childTnLst>
                                </p:cTn>
                              </p:par>
                            </p:childTnLst>
                          </p:cTn>
                        </p:par>
                      </p:childTnLst>
                    </p:cTn>
                  </p:par>
                  <p:par>
                    <p:cTn id="21" fill="hold">
                      <p:stCondLst>
                        <p:cond delay="indefinite"/>
                      </p:stCondLst>
                      <p:childTnLst>
                        <p:par>
                          <p:cTn id="22" fill="hold">
                            <p:stCondLst>
                              <p:cond delay="0"/>
                            </p:stCondLst>
                            <p:childTnLst>
                              <p:par>
                                <p:cTn id="23" presetID="55" presetClass="entr" presetSubtype="0" fill="hold" grpId="0" nodeType="clickEffect">
                                  <p:stCondLst>
                                    <p:cond delay="0"/>
                                  </p:stCondLst>
                                  <p:childTnLst>
                                    <p:set>
                                      <p:cBhvr>
                                        <p:cTn id="24" dur="1" fill="hold">
                                          <p:stCondLst>
                                            <p:cond delay="0"/>
                                          </p:stCondLst>
                                        </p:cTn>
                                        <p:tgtEl>
                                          <p:spTgt spid="14"/>
                                        </p:tgtEl>
                                        <p:attrNameLst>
                                          <p:attrName>style.visibility</p:attrName>
                                        </p:attrNameLst>
                                      </p:cBhvr>
                                      <p:to>
                                        <p:strVal val="visible"/>
                                      </p:to>
                                    </p:set>
                                    <p:anim calcmode="lin" valueType="num">
                                      <p:cBhvr>
                                        <p:cTn id="25" dur="1000" fill="hold"/>
                                        <p:tgtEl>
                                          <p:spTgt spid="14"/>
                                        </p:tgtEl>
                                        <p:attrNameLst>
                                          <p:attrName>ppt_w</p:attrName>
                                        </p:attrNameLst>
                                      </p:cBhvr>
                                      <p:tavLst>
                                        <p:tav tm="0">
                                          <p:val>
                                            <p:strVal val="#ppt_w*0.70"/>
                                          </p:val>
                                        </p:tav>
                                        <p:tav tm="100000">
                                          <p:val>
                                            <p:strVal val="#ppt_w"/>
                                          </p:val>
                                        </p:tav>
                                      </p:tavLst>
                                    </p:anim>
                                    <p:anim calcmode="lin" valueType="num">
                                      <p:cBhvr>
                                        <p:cTn id="26" dur="1000" fill="hold"/>
                                        <p:tgtEl>
                                          <p:spTgt spid="14"/>
                                        </p:tgtEl>
                                        <p:attrNameLst>
                                          <p:attrName>ppt_h</p:attrName>
                                        </p:attrNameLst>
                                      </p:cBhvr>
                                      <p:tavLst>
                                        <p:tav tm="0">
                                          <p:val>
                                            <p:strVal val="#ppt_h"/>
                                          </p:val>
                                        </p:tav>
                                        <p:tav tm="100000">
                                          <p:val>
                                            <p:strVal val="#ppt_h"/>
                                          </p:val>
                                        </p:tav>
                                      </p:tavLst>
                                    </p:anim>
                                    <p:animEffect transition="in" filter="fade">
                                      <p:cBhvr>
                                        <p:cTn id="27" dur="1000"/>
                                        <p:tgtEl>
                                          <p:spTgt spid="14"/>
                                        </p:tgtEl>
                                      </p:cBhvr>
                                    </p:animEffect>
                                  </p:childTnLst>
                                </p:cTn>
                              </p:par>
                            </p:childTnLst>
                          </p:cTn>
                        </p:par>
                      </p:childTnLst>
                    </p:cTn>
                  </p:par>
                  <p:par>
                    <p:cTn id="28" fill="hold">
                      <p:stCondLst>
                        <p:cond delay="indefinite"/>
                      </p:stCondLst>
                      <p:childTnLst>
                        <p:par>
                          <p:cTn id="29" fill="hold">
                            <p:stCondLst>
                              <p:cond delay="0"/>
                            </p:stCondLst>
                            <p:childTnLst>
                              <p:par>
                                <p:cTn id="30" presetID="55" presetClass="entr" presetSubtype="0" fill="hold" grpId="0" nodeType="clickEffect">
                                  <p:stCondLst>
                                    <p:cond delay="0"/>
                                  </p:stCondLst>
                                  <p:childTnLst>
                                    <p:set>
                                      <p:cBhvr>
                                        <p:cTn id="31" dur="1" fill="hold">
                                          <p:stCondLst>
                                            <p:cond delay="0"/>
                                          </p:stCondLst>
                                        </p:cTn>
                                        <p:tgtEl>
                                          <p:spTgt spid="16"/>
                                        </p:tgtEl>
                                        <p:attrNameLst>
                                          <p:attrName>style.visibility</p:attrName>
                                        </p:attrNameLst>
                                      </p:cBhvr>
                                      <p:to>
                                        <p:strVal val="visible"/>
                                      </p:to>
                                    </p:set>
                                    <p:anim calcmode="lin" valueType="num">
                                      <p:cBhvr>
                                        <p:cTn id="32" dur="1000" fill="hold"/>
                                        <p:tgtEl>
                                          <p:spTgt spid="16"/>
                                        </p:tgtEl>
                                        <p:attrNameLst>
                                          <p:attrName>ppt_w</p:attrName>
                                        </p:attrNameLst>
                                      </p:cBhvr>
                                      <p:tavLst>
                                        <p:tav tm="0">
                                          <p:val>
                                            <p:strVal val="#ppt_w*0.70"/>
                                          </p:val>
                                        </p:tav>
                                        <p:tav tm="100000">
                                          <p:val>
                                            <p:strVal val="#ppt_w"/>
                                          </p:val>
                                        </p:tav>
                                      </p:tavLst>
                                    </p:anim>
                                    <p:anim calcmode="lin" valueType="num">
                                      <p:cBhvr>
                                        <p:cTn id="33" dur="1000" fill="hold"/>
                                        <p:tgtEl>
                                          <p:spTgt spid="16"/>
                                        </p:tgtEl>
                                        <p:attrNameLst>
                                          <p:attrName>ppt_h</p:attrName>
                                        </p:attrNameLst>
                                      </p:cBhvr>
                                      <p:tavLst>
                                        <p:tav tm="0">
                                          <p:val>
                                            <p:strVal val="#ppt_h"/>
                                          </p:val>
                                        </p:tav>
                                        <p:tav tm="100000">
                                          <p:val>
                                            <p:strVal val="#ppt_h"/>
                                          </p:val>
                                        </p:tav>
                                      </p:tavLst>
                                    </p:anim>
                                    <p:animEffect transition="in" filter="fade">
                                      <p:cBhvr>
                                        <p:cTn id="34" dur="10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4" grpId="0" animBg="1"/>
      <p:bldP spid="12" grpId="0" animBg="1"/>
      <p:bldP spid="12" grpId="1" animBg="1"/>
      <p:bldP spid="16" grpId="0" animBg="1"/>
      <p:bldP spid="16" grpId="1"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4"/>
          <p:cNvSpPr>
            <a:spLocks noGrp="1" noChangeArrowheads="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a:spcBef>
                <a:spcPct val="0"/>
              </a:spcBef>
              <a:buFontTx/>
              <a:buNone/>
            </a:pPr>
            <a:fld id="{03666162-ED80-423E-86E8-F569B3605C69}" type="datetime1">
              <a:rPr kumimoji="0" lang="zh-CN" altLang="en-US" sz="1200" smtClean="0">
                <a:solidFill>
                  <a:srgbClr val="000000"/>
                </a:solidFill>
                <a:ea typeface="宋体" panose="02010600030101010101" pitchFamily="2" charset="-122"/>
              </a:rPr>
            </a:fld>
            <a:endParaRPr kumimoji="0" lang="en-US" altLang="zh-CN" sz="1200">
              <a:solidFill>
                <a:srgbClr val="000000"/>
              </a:solidFill>
              <a:ea typeface="宋体" panose="02010600030101010101" pitchFamily="2" charset="-122"/>
            </a:endParaRPr>
          </a:p>
        </p:txBody>
      </p:sp>
      <p:sp>
        <p:nvSpPr>
          <p:cNvPr id="141315" name="Rectangle 3"/>
          <p:cNvSpPr>
            <a:spLocks noGrp="1" noChangeArrowheads="1"/>
          </p:cNvSpPr>
          <p:nvPr>
            <p:ph type="body" sz="half" idx="1"/>
          </p:nvPr>
        </p:nvSpPr>
        <p:spPr>
          <a:xfrm>
            <a:off x="639627" y="1307608"/>
            <a:ext cx="2807791" cy="574675"/>
          </a:xfrm>
          <a:solidFill>
            <a:schemeClr val="tx1"/>
          </a:solidFill>
          <a:effectLst>
            <a:outerShdw dist="35921" dir="2700000" algn="ctr" rotWithShape="0">
              <a:schemeClr val="bg2"/>
            </a:outerShdw>
          </a:effectLst>
        </p:spPr>
        <p:txBody>
          <a:bodyPr/>
          <a:lstStyle/>
          <a:p>
            <a:pPr marL="0" indent="0" eaLnBrk="1" hangingPunct="1">
              <a:buNone/>
              <a:defRPr/>
            </a:pPr>
            <a:r>
              <a:rPr kumimoji="0" lang="en-US" altLang="zh-CN" sz="2800" b="1" dirty="0">
                <a:solidFill>
                  <a:srgbClr val="000000"/>
                </a:solidFill>
                <a:effectLst>
                  <a:outerShdw blurRad="38100" dist="38100" dir="2700000" algn="tl">
                    <a:srgbClr val="DDDDDD"/>
                  </a:outerShdw>
                </a:effectLst>
              </a:rPr>
              <a:t>1)</a:t>
            </a:r>
            <a:r>
              <a:rPr kumimoji="0" lang="zh-CN" altLang="en-US" sz="2800" b="1" dirty="0">
                <a:solidFill>
                  <a:srgbClr val="000000"/>
                </a:solidFill>
                <a:effectLst>
                  <a:outerShdw blurRad="38100" dist="38100" dir="2700000" algn="tl">
                    <a:srgbClr val="DDDDDD"/>
                  </a:outerShdw>
                </a:effectLst>
              </a:rPr>
              <a:t>单边指数函数</a:t>
            </a:r>
            <a:endParaRPr kumimoji="0" lang="zh-CN" altLang="en-US" sz="2800" b="1" dirty="0">
              <a:solidFill>
                <a:srgbClr val="000000"/>
              </a:solidFill>
              <a:effectLst>
                <a:outerShdw blurRad="38100" dist="38100" dir="2700000" algn="tl">
                  <a:srgbClr val="DDDDDD"/>
                </a:outerShdw>
              </a:effectLst>
            </a:endParaRPr>
          </a:p>
        </p:txBody>
      </p:sp>
      <p:graphicFrame>
        <p:nvGraphicFramePr>
          <p:cNvPr id="19464" name="Object 8"/>
          <p:cNvGraphicFramePr>
            <a:graphicFrameLocks noChangeAspect="1"/>
          </p:cNvGraphicFramePr>
          <p:nvPr/>
        </p:nvGraphicFramePr>
        <p:xfrm>
          <a:off x="4355976" y="1070872"/>
          <a:ext cx="3311525" cy="1208087"/>
        </p:xfrm>
        <a:graphic>
          <a:graphicData uri="http://schemas.openxmlformats.org/presentationml/2006/ole">
            <mc:AlternateContent xmlns:mc="http://schemas.openxmlformats.org/markup-compatibility/2006">
              <mc:Choice xmlns:v="urn:schemas-microsoft-com:vml" Requires="v">
                <p:oleObj spid="_x0000_s2" name="公式" r:id="rId1" imgW="1078865" imgH="393700" progId="Equation.3">
                  <p:embed/>
                </p:oleObj>
              </mc:Choice>
              <mc:Fallback>
                <p:oleObj name="公式" r:id="rId1" imgW="1078865" imgH="393700" progId="Equation.3">
                  <p:embed/>
                  <p:pic>
                    <p:nvPicPr>
                      <p:cNvPr id="0" name="Object 8"/>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55976" y="1070872"/>
                        <a:ext cx="3311525" cy="1208087"/>
                      </a:xfrm>
                      <a:prstGeom prst="rect">
                        <a:avLst/>
                      </a:prstGeom>
                      <a:solidFill>
                        <a:schemeClr val="tx1"/>
                      </a:solidFill>
                      <a:ln w="9525">
                        <a:solidFill>
                          <a:srgbClr val="FF0000"/>
                        </a:solidFill>
                        <a:miter lim="800000"/>
                        <a:headEnd/>
                        <a:tailEnd/>
                      </a:ln>
                      <a:effectLst>
                        <a:outerShdw dist="35921" dir="2700000" algn="ctr" rotWithShape="0">
                          <a:schemeClr val="bg2">
                            <a:alpha val="74997"/>
                          </a:schemeClr>
                        </a:outerShdw>
                      </a:effectLst>
                    </p:spPr>
                  </p:pic>
                </p:oleObj>
              </mc:Fallback>
            </mc:AlternateContent>
          </a:graphicData>
        </a:graphic>
      </p:graphicFrame>
      <p:sp>
        <p:nvSpPr>
          <p:cNvPr id="11" name="Rectangle 3"/>
          <p:cNvSpPr txBox="1">
            <a:spLocks noChangeArrowheads="1"/>
          </p:cNvSpPr>
          <p:nvPr/>
        </p:nvSpPr>
        <p:spPr bwMode="auto">
          <a:xfrm>
            <a:off x="572481" y="511574"/>
            <a:ext cx="3495463" cy="574675"/>
          </a:xfrm>
          <a:prstGeom prst="rect">
            <a:avLst/>
          </a:prstGeom>
          <a:solidFill>
            <a:schemeClr val="tx1"/>
          </a:solidFill>
          <a:ln w="9525">
            <a:noFill/>
            <a:miter lim="800000"/>
          </a:ln>
          <a:effectLst>
            <a:outerShdw dist="35921" dir="2700000" algn="ctr" rotWithShape="0">
              <a:schemeClr val="bg2"/>
            </a:outerShdw>
          </a:effectLst>
        </p:spPr>
        <p:txBody>
          <a:bodyPr vert="horz" wrap="square" lIns="91440" tIns="45720" rIns="91440" bIns="45720" numCol="1" anchor="t" anchorCtr="0" compatLnSpc="1"/>
          <a:lstStyle>
            <a:lvl1pPr marL="342900" indent="-342900" algn="l" rtl="0" eaLnBrk="0" fontAlgn="base" hangingPunct="0">
              <a:spcBef>
                <a:spcPct val="20000"/>
              </a:spcBef>
              <a:spcAft>
                <a:spcPct val="0"/>
              </a:spcAft>
              <a:buChar char="•"/>
              <a:defRPr kumimoji="1" sz="3200">
                <a:solidFill>
                  <a:schemeClr val="tx1"/>
                </a:solidFill>
                <a:effectLst>
                  <a:outerShdw blurRad="38100" dist="38100" dir="2700000" algn="tl">
                    <a:srgbClr val="C0C0C0"/>
                  </a:outerShdw>
                </a:effectLst>
                <a:latin typeface="+mn-lt"/>
                <a:ea typeface="+mn-ea"/>
                <a:cs typeface="华文中宋" panose="02010600040101010101" charset="-122"/>
              </a:defRPr>
            </a:lvl1pPr>
            <a:lvl2pPr marL="742950" indent="-285750" algn="l" rtl="0" eaLnBrk="0" fontAlgn="base" hangingPunct="0">
              <a:spcBef>
                <a:spcPct val="20000"/>
              </a:spcBef>
              <a:spcAft>
                <a:spcPct val="0"/>
              </a:spcAft>
              <a:buChar char="–"/>
              <a:defRPr kumimoji="1" sz="2800">
                <a:solidFill>
                  <a:schemeClr val="tx1"/>
                </a:solidFill>
                <a:effectLst>
                  <a:outerShdw blurRad="38100" dist="38100" dir="2700000" algn="tl">
                    <a:srgbClr val="C0C0C0"/>
                  </a:outerShdw>
                </a:effectLst>
                <a:latin typeface="+mn-lt"/>
                <a:ea typeface="+mn-ea"/>
                <a:cs typeface="华文中宋" panose="02010600040101010101" charset="-122"/>
              </a:defRPr>
            </a:lvl2pPr>
            <a:lvl3pPr marL="1143000" indent="-228600" algn="l" rtl="0" eaLnBrk="0" fontAlgn="base" hangingPunct="0">
              <a:spcBef>
                <a:spcPct val="20000"/>
              </a:spcBef>
              <a:spcAft>
                <a:spcPct val="0"/>
              </a:spcAft>
              <a:buChar char="•"/>
              <a:defRPr kumimoji="1" sz="2400">
                <a:solidFill>
                  <a:schemeClr val="tx1"/>
                </a:solidFill>
                <a:effectLst>
                  <a:outerShdw blurRad="38100" dist="38100" dir="2700000" algn="tl">
                    <a:srgbClr val="C0C0C0"/>
                  </a:outerShdw>
                </a:effectLst>
                <a:latin typeface="+mn-lt"/>
                <a:ea typeface="+mn-ea"/>
                <a:cs typeface="华文中宋" panose="02010600040101010101" charset="-122"/>
              </a:defRPr>
            </a:lvl3pPr>
            <a:lvl4pPr marL="1600200" indent="-228600" algn="l" rtl="0" eaLnBrk="0" fontAlgn="base" hangingPunct="0">
              <a:spcBef>
                <a:spcPct val="20000"/>
              </a:spcBef>
              <a:spcAft>
                <a:spcPct val="0"/>
              </a:spcAft>
              <a:buChar char="–"/>
              <a:defRPr kumimoji="1" sz="2000">
                <a:solidFill>
                  <a:schemeClr val="tx1"/>
                </a:solidFill>
                <a:effectLst>
                  <a:outerShdw blurRad="38100" dist="38100" dir="2700000" algn="tl">
                    <a:srgbClr val="C0C0C0"/>
                  </a:outerShdw>
                </a:effectLst>
                <a:latin typeface="+mn-lt"/>
                <a:ea typeface="+mn-ea"/>
                <a:cs typeface="华文中宋" panose="02010600040101010101" charset="-122"/>
              </a:defRPr>
            </a:lvl4pPr>
            <a:lvl5pPr marL="2057400" indent="-228600" algn="l" rtl="0" eaLnBrk="0" fontAlgn="base" hangingPunct="0">
              <a:spcBef>
                <a:spcPct val="20000"/>
              </a:spcBef>
              <a:spcAft>
                <a:spcPct val="0"/>
              </a:spcAft>
              <a:buChar char="»"/>
              <a:defRPr kumimoji="1" sz="2000">
                <a:solidFill>
                  <a:schemeClr val="tx1"/>
                </a:solidFill>
                <a:effectLst>
                  <a:outerShdw blurRad="38100" dist="38100" dir="2700000" algn="tl">
                    <a:srgbClr val="C0C0C0"/>
                  </a:outerShdw>
                </a:effectLst>
                <a:latin typeface="+mn-lt"/>
                <a:ea typeface="+mn-ea"/>
                <a:cs typeface="华文中宋" panose="02010600040101010101" charset="-122"/>
              </a:defRPr>
            </a:lvl5pPr>
            <a:lvl6pPr marL="2514600" indent="-228600" algn="l" rtl="0" fontAlgn="base">
              <a:spcBef>
                <a:spcPct val="20000"/>
              </a:spcBef>
              <a:spcAft>
                <a:spcPct val="0"/>
              </a:spcAft>
              <a:buChar char="»"/>
              <a:defRPr sz="2000">
                <a:solidFill>
                  <a:schemeClr val="tx1"/>
                </a:solidFill>
                <a:effectLst>
                  <a:outerShdw blurRad="38100" dist="38100" dir="2700000" algn="tl">
                    <a:srgbClr val="C0C0C0"/>
                  </a:outerShdw>
                </a:effectLst>
                <a:latin typeface="+mn-lt"/>
                <a:ea typeface="+mn-ea"/>
              </a:defRPr>
            </a:lvl6pPr>
            <a:lvl7pPr marL="2971800" indent="-228600" algn="l" rtl="0" fontAlgn="base">
              <a:spcBef>
                <a:spcPct val="20000"/>
              </a:spcBef>
              <a:spcAft>
                <a:spcPct val="0"/>
              </a:spcAft>
              <a:buChar char="»"/>
              <a:defRPr sz="2000">
                <a:solidFill>
                  <a:schemeClr val="tx1"/>
                </a:solidFill>
                <a:effectLst>
                  <a:outerShdw blurRad="38100" dist="38100" dir="2700000" algn="tl">
                    <a:srgbClr val="C0C0C0"/>
                  </a:outerShdw>
                </a:effectLst>
                <a:latin typeface="+mn-lt"/>
                <a:ea typeface="+mn-ea"/>
              </a:defRPr>
            </a:lvl7pPr>
            <a:lvl8pPr marL="3429000" indent="-228600" algn="l" rtl="0" fontAlgn="base">
              <a:spcBef>
                <a:spcPct val="20000"/>
              </a:spcBef>
              <a:spcAft>
                <a:spcPct val="0"/>
              </a:spcAft>
              <a:buChar char="»"/>
              <a:defRPr sz="2000">
                <a:solidFill>
                  <a:schemeClr val="tx1"/>
                </a:solidFill>
                <a:effectLst>
                  <a:outerShdw blurRad="38100" dist="38100" dir="2700000" algn="tl">
                    <a:srgbClr val="C0C0C0"/>
                  </a:outerShdw>
                </a:effectLst>
                <a:latin typeface="+mn-lt"/>
                <a:ea typeface="+mn-ea"/>
              </a:defRPr>
            </a:lvl8pPr>
            <a:lvl9pPr marL="3886200" indent="-228600" algn="l" rtl="0" fontAlgn="base">
              <a:spcBef>
                <a:spcPct val="20000"/>
              </a:spcBef>
              <a:spcAft>
                <a:spcPct val="0"/>
              </a:spcAft>
              <a:buChar char="»"/>
              <a:defRPr sz="2000">
                <a:solidFill>
                  <a:schemeClr val="tx1"/>
                </a:solidFill>
                <a:effectLst>
                  <a:outerShdw blurRad="38100" dist="38100" dir="2700000" algn="tl">
                    <a:srgbClr val="C0C0C0"/>
                  </a:outerShdw>
                </a:effectLst>
                <a:latin typeface="+mn-lt"/>
                <a:ea typeface="+mn-ea"/>
              </a:defRPr>
            </a:lvl9pPr>
          </a:lstStyle>
          <a:p>
            <a:pPr marL="0" indent="0" eaLnBrk="1" hangingPunct="1">
              <a:buNone/>
              <a:defRPr/>
            </a:pPr>
            <a:r>
              <a:rPr kumimoji="0" lang="en-US" altLang="zh-CN" sz="2800" kern="0" dirty="0">
                <a:solidFill>
                  <a:srgbClr val="FF0000"/>
                </a:solidFill>
                <a:effectLst>
                  <a:outerShdw blurRad="38100" dist="38100" dir="2700000" algn="tl">
                    <a:srgbClr val="DDDDDD"/>
                  </a:outerShdw>
                </a:effectLst>
              </a:rPr>
              <a:t>1</a:t>
            </a:r>
            <a:r>
              <a:rPr kumimoji="0" lang="zh-CN" altLang="en-US" sz="2800" kern="0" dirty="0">
                <a:solidFill>
                  <a:srgbClr val="FF0000"/>
                </a:solidFill>
                <a:effectLst>
                  <a:outerShdw blurRad="38100" dist="38100" dir="2700000" algn="tl">
                    <a:srgbClr val="DDDDDD"/>
                  </a:outerShdw>
                </a:effectLst>
              </a:rPr>
              <a:t>、</a:t>
            </a:r>
            <a:r>
              <a:rPr kumimoji="0" lang="zh-CN" altLang="en-US" sz="2800" b="1" kern="0" dirty="0">
                <a:solidFill>
                  <a:srgbClr val="FF0000"/>
                </a:solidFill>
                <a:effectLst>
                  <a:outerShdw blurRad="38100" dist="38100" dir="2700000" algn="tl">
                    <a:srgbClr val="DDDDDD"/>
                  </a:outerShdw>
                </a:effectLst>
              </a:rPr>
              <a:t>指数类函数</a:t>
            </a:r>
            <a:endParaRPr kumimoji="0" lang="zh-CN" altLang="en-US" sz="2800" b="1" kern="0" dirty="0">
              <a:solidFill>
                <a:srgbClr val="FF0000"/>
              </a:solidFill>
              <a:effectLst>
                <a:outerShdw blurRad="38100" dist="38100" dir="2700000" algn="tl">
                  <a:srgbClr val="DDDDDD"/>
                </a:outerShdw>
              </a:effectLst>
            </a:endParaRPr>
          </a:p>
        </p:txBody>
      </p:sp>
      <p:sp>
        <p:nvSpPr>
          <p:cNvPr id="12" name="Rectangle 2"/>
          <p:cNvSpPr>
            <a:spLocks noChangeArrowheads="1"/>
          </p:cNvSpPr>
          <p:nvPr/>
        </p:nvSpPr>
        <p:spPr bwMode="auto">
          <a:xfrm>
            <a:off x="646732" y="-9946"/>
            <a:ext cx="7237635" cy="490537"/>
          </a:xfrm>
          <a:prstGeom prst="rect">
            <a:avLst/>
          </a:prstGeom>
          <a:solidFill>
            <a:schemeClr val="bg1"/>
          </a:solidFill>
          <a:ln>
            <a:noFill/>
          </a:ln>
          <a:effectLst>
            <a:outerShdw blurRad="63500" dist="38099" dir="2700000" algn="ctr" rotWithShape="0">
              <a:schemeClr val="bg2">
                <a:alpha val="74998"/>
              </a:schemeClr>
            </a:outerShdw>
          </a:effectLst>
        </p:spPr>
        <p:txBody>
          <a:bodyPr anchor="ctr"/>
          <a:lstStyle/>
          <a:p>
            <a:pPr eaLnBrk="1" hangingPunct="1">
              <a:defRPr/>
            </a:pPr>
            <a:r>
              <a:rPr lang="zh-CN" altLang="en-US" sz="2800" dirty="0">
                <a:effectLst>
                  <a:outerShdw blurRad="38100" dist="38100" dir="2700000" algn="tl">
                    <a:srgbClr val="000000"/>
                  </a:outerShdw>
                </a:effectLst>
                <a:ea typeface="黑体" panose="02010609060101010101" charset="-122"/>
              </a:rPr>
              <a:t>回顾</a:t>
            </a:r>
            <a:r>
              <a:rPr lang="en-US" altLang="zh-CN" sz="2800" dirty="0">
                <a:effectLst>
                  <a:outerShdw blurRad="38100" dist="38100" dir="2700000" algn="tl">
                    <a:srgbClr val="000000"/>
                  </a:outerShdw>
                </a:effectLst>
                <a:ea typeface="黑体" panose="02010609060101010101" charset="-122"/>
              </a:rPr>
              <a:t>2   </a:t>
            </a:r>
            <a:r>
              <a:rPr lang="zh-CN" altLang="en-US" sz="2800" dirty="0">
                <a:effectLst>
                  <a:outerShdw blurRad="38100" dist="38100" dir="2700000" algn="tl">
                    <a:srgbClr val="000000"/>
                  </a:outerShdw>
                </a:effectLst>
                <a:ea typeface="黑体" panose="02010609060101010101" charset="-122"/>
              </a:rPr>
              <a:t>常见信号的拉普拉斯变换</a:t>
            </a:r>
            <a:endParaRPr lang="zh-CN" altLang="en-US" sz="2800" dirty="0">
              <a:effectLst>
                <a:outerShdw blurRad="38100" dist="38100" dir="2700000" algn="tl">
                  <a:srgbClr val="000000"/>
                </a:outerShdw>
              </a:effectLst>
              <a:ea typeface="黑体" panose="02010609060101010101" charset="-122"/>
            </a:endParaRPr>
          </a:p>
        </p:txBody>
      </p:sp>
      <mc:AlternateContent xmlns:mc="http://schemas.openxmlformats.org/markup-compatibility/2006">
        <mc:Choice xmlns:a14="http://schemas.microsoft.com/office/drawing/2010/main" Requires="a14">
          <p:sp>
            <p:nvSpPr>
              <p:cNvPr id="13" name="Object 3"/>
              <p:cNvSpPr txBox="1">
                <a:spLocks noGrp="1"/>
              </p:cNvSpPr>
              <p:nvPr>
                <p:ph sz="half" idx="2"/>
              </p:nvPr>
            </p:nvSpPr>
            <p:spPr bwMode="auto">
              <a:xfrm>
                <a:off x="539750" y="2530822"/>
                <a:ext cx="3416652" cy="576263"/>
              </a:xfrm>
              <a:prstGeom prst="rect">
                <a:avLst/>
              </a:prstGeom>
              <a:solidFill>
                <a:schemeClr val="tx1"/>
              </a:solidFill>
              <a:ln>
                <a:noFill/>
              </a:ln>
              <a:effectLst/>
            </p:spPr>
            <p:txBody>
              <a:bodyPr>
                <a:noAutofit/>
              </a:bodyPr>
              <a:lstStyle/>
              <a:p>
                <a:pPr marL="0" indent="0" eaLnBrk="1" hangingPunct="1">
                  <a:buNone/>
                  <a:defRPr/>
                </a:pPr>
                <a14:m>
                  <m:oMathPara xmlns:m="http://schemas.openxmlformats.org/officeDocument/2006/math">
                    <m:oMathParaPr>
                      <m:jc m:val="left"/>
                    </m:oMathParaPr>
                    <m:oMath xmlns:m="http://schemas.openxmlformats.org/officeDocument/2006/math">
                      <m:r>
                        <a:rPr kumimoji="0" lang="en-US" altLang="zh-CN" sz="2800" b="1">
                          <a:solidFill>
                            <a:srgbClr val="000000"/>
                          </a:solidFill>
                          <a:effectLst>
                            <a:outerShdw blurRad="38100" dist="38100" dir="2700000" algn="tl">
                              <a:srgbClr val="DDDDDD"/>
                            </a:outerShdw>
                          </a:effectLst>
                          <a:latin typeface="Cambria Math" panose="02040503050406030204" pitchFamily="18" charset="0"/>
                        </a:rPr>
                        <m:t>2</m:t>
                      </m:r>
                      <m:r>
                        <a:rPr kumimoji="0" lang="zh-CN" altLang="en-US" sz="2800" b="1">
                          <a:solidFill>
                            <a:srgbClr val="000000"/>
                          </a:solidFill>
                          <a:effectLst>
                            <a:outerShdw blurRad="38100" dist="38100" dir="2700000" algn="tl">
                              <a:srgbClr val="DDDDDD"/>
                            </a:outerShdw>
                          </a:effectLst>
                          <a:latin typeface="Cambria Math" panose="02040503050406030204" pitchFamily="18" charset="0"/>
                        </a:rPr>
                        <m:t>)</m:t>
                      </m:r>
                      <m:r>
                        <a:rPr kumimoji="0" lang="zh-CN" altLang="en-US" sz="2800" b="1">
                          <a:solidFill>
                            <a:srgbClr val="000000"/>
                          </a:solidFill>
                          <a:effectLst>
                            <a:outerShdw blurRad="38100" dist="38100" dir="2700000" algn="tl">
                              <a:srgbClr val="DDDDDD"/>
                            </a:outerShdw>
                          </a:effectLst>
                          <a:latin typeface="Cambria Math" panose="02040503050406030204" pitchFamily="18" charset="0"/>
                        </a:rPr>
                        <m:t>单位阶跃函数</m:t>
                      </m:r>
                      <m:r>
                        <a:rPr kumimoji="0" lang="zh-CN" altLang="en-US" sz="2800" b="1">
                          <a:solidFill>
                            <a:srgbClr val="000000"/>
                          </a:solidFill>
                          <a:effectLst>
                            <a:outerShdw blurRad="38100" dist="38100" dir="2700000" algn="tl">
                              <a:srgbClr val="DDDDDD"/>
                            </a:outerShdw>
                          </a:effectLst>
                          <a:latin typeface="Cambria Math" panose="02040503050406030204" pitchFamily="18" charset="0"/>
                        </a:rPr>
                        <m:t>𝜀</m:t>
                      </m:r>
                      <m:r>
                        <a:rPr kumimoji="0" lang="zh-CN" altLang="en-US" sz="2800" b="1">
                          <a:solidFill>
                            <a:srgbClr val="000000"/>
                          </a:solidFill>
                          <a:effectLst>
                            <a:outerShdw blurRad="38100" dist="38100" dir="2700000" algn="tl">
                              <a:srgbClr val="DDDDDD"/>
                            </a:outerShdw>
                          </a:effectLst>
                          <a:latin typeface="Cambria Math" panose="02040503050406030204" pitchFamily="18" charset="0"/>
                        </a:rPr>
                        <m:t>(</m:t>
                      </m:r>
                      <m:r>
                        <a:rPr kumimoji="0" lang="zh-CN" altLang="en-US" sz="2800" b="1">
                          <a:solidFill>
                            <a:srgbClr val="000000"/>
                          </a:solidFill>
                          <a:effectLst>
                            <a:outerShdw blurRad="38100" dist="38100" dir="2700000" algn="tl">
                              <a:srgbClr val="DDDDDD"/>
                            </a:outerShdw>
                          </a:effectLst>
                          <a:latin typeface="Cambria Math" panose="02040503050406030204" pitchFamily="18" charset="0"/>
                        </a:rPr>
                        <m:t>𝑡</m:t>
                      </m:r>
                      <m:r>
                        <a:rPr kumimoji="0" lang="zh-CN" altLang="en-US" sz="2800" b="1">
                          <a:solidFill>
                            <a:srgbClr val="000000"/>
                          </a:solidFill>
                          <a:effectLst>
                            <a:outerShdw blurRad="38100" dist="38100" dir="2700000" algn="tl">
                              <a:srgbClr val="DDDDDD"/>
                            </a:outerShdw>
                          </a:effectLst>
                          <a:latin typeface="Cambria Math" panose="02040503050406030204" pitchFamily="18" charset="0"/>
                        </a:rPr>
                        <m:t>)</m:t>
                      </m:r>
                    </m:oMath>
                  </m:oMathPara>
                </a14:m>
                <a:endParaRPr kumimoji="0" lang="zh-CN" altLang="en-US" sz="2800" b="1" dirty="0">
                  <a:solidFill>
                    <a:srgbClr val="000000"/>
                  </a:solidFill>
                  <a:effectLst>
                    <a:outerShdw blurRad="38100" dist="38100" dir="2700000" algn="tl">
                      <a:srgbClr val="DDDDDD"/>
                    </a:outerShdw>
                  </a:effectLst>
                </a:endParaRPr>
              </a:p>
            </p:txBody>
          </p:sp>
        </mc:Choice>
        <mc:Fallback>
          <p:sp>
            <p:nvSpPr>
              <p:cNvPr id="13" name="Object 3"/>
              <p:cNvSpPr txBox="1">
                <a:spLocks noRot="1" noChangeAspect="1" noMove="1" noResize="1" noEditPoints="1" noAdjustHandles="1" noChangeArrowheads="1" noChangeShapeType="1" noTextEdit="1"/>
              </p:cNvSpPr>
              <p:nvPr>
                <p:ph sz="half" idx="2"/>
              </p:nvPr>
            </p:nvSpPr>
            <p:spPr bwMode="auto">
              <a:xfrm>
                <a:off x="539750" y="2530822"/>
                <a:ext cx="3416652" cy="576263"/>
              </a:xfrm>
              <a:prstGeom prst="rect">
                <a:avLst/>
              </a:prstGeom>
              <a:blipFill rotWithShape="1">
                <a:blip r:embed="rId3"/>
                <a:stretch>
                  <a:fillRect t="-60" r="10" b="5"/>
                </a:stretch>
              </a:blipFill>
              <a:ln>
                <a:noFill/>
              </a:ln>
              <a:effectLst/>
            </p:spPr>
            <p:txBody>
              <a:bodyPr/>
              <a:lstStyle/>
              <a:p>
                <a:r>
                  <a:rPr lang="zh-CN" altLang="en-US">
                    <a:noFill/>
                  </a:rPr>
                  <a:t> </a:t>
                </a:r>
              </a:p>
            </p:txBody>
          </p:sp>
        </mc:Fallback>
      </mc:AlternateContent>
      <p:graphicFrame>
        <p:nvGraphicFramePr>
          <p:cNvPr id="16" name="Object 8"/>
          <p:cNvGraphicFramePr>
            <a:graphicFrameLocks noChangeAspect="1"/>
          </p:cNvGraphicFramePr>
          <p:nvPr/>
        </p:nvGraphicFramePr>
        <p:xfrm>
          <a:off x="4355976" y="2451524"/>
          <a:ext cx="2181225" cy="911970"/>
        </p:xfrm>
        <a:graphic>
          <a:graphicData uri="http://schemas.openxmlformats.org/presentationml/2006/ole">
            <mc:AlternateContent xmlns:mc="http://schemas.openxmlformats.org/markup-compatibility/2006">
              <mc:Choice xmlns:v="urn:schemas-microsoft-com:vml" Requires="v">
                <p:oleObj spid="_x0000_s3" name="公式" r:id="rId4" imgW="17068800" imgH="9753600" progId="Equation.3">
                  <p:embed/>
                </p:oleObj>
              </mc:Choice>
              <mc:Fallback>
                <p:oleObj name="公式" r:id="rId4" imgW="17068800" imgH="9753600" progId="Equation.3">
                  <p:embed/>
                  <p:pic>
                    <p:nvPicPr>
                      <p:cNvPr id="0" name="Object 8"/>
                      <p:cNvPicPr>
                        <a:picLocks noChangeAspect="1" noChangeArrowheads="1"/>
                      </p:cNvPicPr>
                      <p:nvPr/>
                    </p:nvPicPr>
                    <p:blipFill>
                      <a:blip r:embed="rId5"/>
                      <a:srcRect/>
                      <a:stretch>
                        <a:fillRect/>
                      </a:stretch>
                    </p:blipFill>
                    <p:spPr bwMode="auto">
                      <a:xfrm>
                        <a:off x="4355976" y="2451524"/>
                        <a:ext cx="2181225" cy="911970"/>
                      </a:xfrm>
                      <a:prstGeom prst="rect">
                        <a:avLst/>
                      </a:prstGeom>
                      <a:solidFill>
                        <a:schemeClr val="tx1"/>
                      </a:solidFill>
                      <a:ln w="9525">
                        <a:solidFill>
                          <a:srgbClr val="FF0000"/>
                        </a:solidFill>
                        <a:miter lim="800000"/>
                        <a:headEnd/>
                        <a:tailEnd/>
                      </a:ln>
                      <a:effectLst>
                        <a:outerShdw dist="35921" dir="2700000" algn="ctr" rotWithShape="0">
                          <a:schemeClr val="bg2">
                            <a:alpha val="74997"/>
                          </a:schemeClr>
                        </a:outerShdw>
                      </a:effectLst>
                    </p:spPr>
                  </p:pic>
                </p:oleObj>
              </mc:Fallback>
            </mc:AlternateContent>
          </a:graphicData>
        </a:graphic>
      </p:graphicFrame>
      <mc:AlternateContent xmlns:mc="http://schemas.openxmlformats.org/markup-compatibility/2006">
        <mc:Choice xmlns:a14="http://schemas.microsoft.com/office/drawing/2010/main" Requires="a14">
          <p:sp>
            <p:nvSpPr>
              <p:cNvPr id="17" name="Object 5"/>
              <p:cNvSpPr txBox="1">
                <a:spLocks noGrp="1"/>
              </p:cNvSpPr>
              <p:nvPr>
                <p:ph sz="half" idx="1"/>
              </p:nvPr>
            </p:nvSpPr>
            <p:spPr bwMode="auto">
              <a:xfrm>
                <a:off x="501650" y="3499949"/>
                <a:ext cx="2558182" cy="663575"/>
              </a:xfrm>
              <a:prstGeom prst="rect">
                <a:avLst/>
              </a:prstGeom>
              <a:solidFill>
                <a:schemeClr val="tx1"/>
              </a:solidFill>
              <a:ln>
                <a:noFill/>
              </a:ln>
              <a:effectLst/>
            </p:spPr>
            <p:txBody>
              <a:bodyPr>
                <a:normAutofit/>
              </a:bodyPr>
              <a:lstStyle/>
              <a:p>
                <a:pPr>
                  <a:buNone/>
                </a:pPr>
                <a14:m>
                  <m:oMathPara xmlns:m="http://schemas.openxmlformats.org/officeDocument/2006/math">
                    <m:oMathParaPr>
                      <m:jc m:val="left"/>
                    </m:oMathParaPr>
                    <m:oMath xmlns:m="http://schemas.openxmlformats.org/officeDocument/2006/math">
                      <m:r>
                        <a:rPr lang="en-US" altLang="zh-CN" sz="3200" i="1">
                          <a:solidFill>
                            <a:srgbClr val="000000"/>
                          </a:solidFill>
                          <a:latin typeface="Cambria Math" panose="02040503050406030204" pitchFamily="18" charset="0"/>
                        </a:rPr>
                        <m:t>3</m:t>
                      </m:r>
                      <m:r>
                        <a:rPr lang="zh-CN" altLang="en-US" sz="3200" i="1">
                          <a:solidFill>
                            <a:srgbClr val="000000"/>
                          </a:solidFill>
                          <a:latin typeface="Cambria Math" panose="02040503050406030204" pitchFamily="18" charset="0"/>
                        </a:rPr>
                        <m:t>)</m:t>
                      </m:r>
                      <m:r>
                        <a:rPr lang="zh-CN" altLang="en-US" sz="3200" i="1">
                          <a:solidFill>
                            <a:srgbClr val="000000"/>
                          </a:solidFill>
                          <a:latin typeface="Cambria Math" panose="02040503050406030204" pitchFamily="18" charset="0"/>
                        </a:rPr>
                        <m:t>单边正弦</m:t>
                      </m:r>
                    </m:oMath>
                  </m:oMathPara>
                </a14:m>
                <a:endParaRPr lang="zh-CN" altLang="en-US" sz="3200" dirty="0"/>
              </a:p>
            </p:txBody>
          </p:sp>
        </mc:Choice>
        <mc:Fallback>
          <p:sp>
            <p:nvSpPr>
              <p:cNvPr id="17" name="Object 5"/>
              <p:cNvSpPr txBox="1">
                <a:spLocks noRot="1" noChangeAspect="1" noMove="1" noResize="1" noEditPoints="1" noAdjustHandles="1" noChangeArrowheads="1" noChangeShapeType="1" noTextEdit="1"/>
              </p:cNvSpPr>
              <p:nvPr>
                <p:ph sz="half" idx="1"/>
              </p:nvPr>
            </p:nvSpPr>
            <p:spPr bwMode="auto">
              <a:xfrm>
                <a:off x="501650" y="3499949"/>
                <a:ext cx="2558182" cy="663575"/>
              </a:xfrm>
              <a:prstGeom prst="rect">
                <a:avLst/>
              </a:prstGeom>
              <a:blipFill rotWithShape="1">
                <a:blip r:embed="rId6"/>
                <a:stretch>
                  <a:fillRect t="-70" r="16" b="70"/>
                </a:stretch>
              </a:blipFill>
              <a:ln>
                <a:noFill/>
              </a:ln>
              <a:effectLst/>
            </p:spPr>
            <p:txBody>
              <a:bodyPr/>
              <a:lstStyle/>
              <a:p>
                <a:r>
                  <a:rPr lang="zh-CN" altLang="en-US">
                    <a:noFill/>
                  </a:rPr>
                  <a:t> </a:t>
                </a:r>
              </a:p>
            </p:txBody>
          </p:sp>
        </mc:Fallback>
      </mc:AlternateContent>
      <p:graphicFrame>
        <p:nvGraphicFramePr>
          <p:cNvPr id="19" name="Object 8"/>
          <p:cNvGraphicFramePr>
            <a:graphicFrameLocks noChangeAspect="1"/>
          </p:cNvGraphicFramePr>
          <p:nvPr/>
        </p:nvGraphicFramePr>
        <p:xfrm>
          <a:off x="3079574" y="3429000"/>
          <a:ext cx="5133975" cy="935038"/>
        </p:xfrm>
        <a:graphic>
          <a:graphicData uri="http://schemas.openxmlformats.org/presentationml/2006/ole">
            <mc:AlternateContent xmlns:mc="http://schemas.openxmlformats.org/markup-compatibility/2006">
              <mc:Choice xmlns:v="urn:schemas-microsoft-com:vml" Requires="v">
                <p:oleObj spid="_x0000_s4" name="公式" r:id="rId7" imgW="40233600" imgH="10058400" progId="Equation.3">
                  <p:embed/>
                </p:oleObj>
              </mc:Choice>
              <mc:Fallback>
                <p:oleObj name="公式" r:id="rId7" imgW="40233600" imgH="10058400" progId="Equation.3">
                  <p:embed/>
                  <p:pic>
                    <p:nvPicPr>
                      <p:cNvPr id="0" name="Object 8"/>
                      <p:cNvPicPr>
                        <a:picLocks noChangeAspect="1" noChangeArrowheads="1"/>
                      </p:cNvPicPr>
                      <p:nvPr/>
                    </p:nvPicPr>
                    <p:blipFill>
                      <a:blip r:embed="rId8"/>
                      <a:srcRect/>
                      <a:stretch>
                        <a:fillRect/>
                      </a:stretch>
                    </p:blipFill>
                    <p:spPr bwMode="auto">
                      <a:xfrm>
                        <a:off x="3079574" y="3429000"/>
                        <a:ext cx="5133975" cy="935038"/>
                      </a:xfrm>
                      <a:prstGeom prst="rect">
                        <a:avLst/>
                      </a:prstGeom>
                      <a:solidFill>
                        <a:schemeClr val="tx1"/>
                      </a:solidFill>
                      <a:ln w="9525">
                        <a:solidFill>
                          <a:srgbClr val="FF0000"/>
                        </a:solidFill>
                        <a:miter lim="800000"/>
                        <a:headEnd/>
                        <a:tailEnd/>
                      </a:ln>
                      <a:effectLst>
                        <a:outerShdw dist="35921" dir="2700000" algn="ctr" rotWithShape="0">
                          <a:schemeClr val="bg2">
                            <a:alpha val="74997"/>
                          </a:schemeClr>
                        </a:outerShdw>
                      </a:effectLst>
                    </p:spPr>
                  </p:pic>
                </p:oleObj>
              </mc:Fallback>
            </mc:AlternateContent>
          </a:graphicData>
        </a:graphic>
      </p:graphicFrame>
      <mc:AlternateContent xmlns:mc="http://schemas.openxmlformats.org/markup-compatibility/2006">
        <mc:Choice xmlns:a14="http://schemas.microsoft.com/office/drawing/2010/main" Requires="a14">
          <p:sp>
            <p:nvSpPr>
              <p:cNvPr id="20" name="Object 3"/>
              <p:cNvSpPr txBox="1">
                <a:spLocks noGrp="1"/>
              </p:cNvSpPr>
              <p:nvPr>
                <p:ph sz="half" idx="1"/>
              </p:nvPr>
            </p:nvSpPr>
            <p:spPr bwMode="auto">
              <a:xfrm>
                <a:off x="501650" y="4725144"/>
                <a:ext cx="2472273" cy="550862"/>
              </a:xfrm>
              <a:prstGeom prst="rect">
                <a:avLst/>
              </a:prstGeom>
              <a:solidFill>
                <a:schemeClr val="tx1"/>
              </a:solidFill>
              <a:ln>
                <a:noFill/>
              </a:ln>
              <a:effectLst/>
            </p:spPr>
            <p:txBody>
              <a:bodyPr>
                <a:noAutofit/>
              </a:bodyPr>
              <a:lstStyle/>
              <a:p>
                <a:pPr>
                  <a:buNone/>
                </a:pPr>
                <a14:m>
                  <m:oMathPara xmlns:m="http://schemas.openxmlformats.org/officeDocument/2006/math">
                    <m:oMathParaPr>
                      <m:jc m:val="left"/>
                    </m:oMathParaPr>
                    <m:oMath xmlns:m="http://schemas.openxmlformats.org/officeDocument/2006/math">
                      <m:r>
                        <a:rPr lang="en-US" altLang="zh-CN" i="1">
                          <a:solidFill>
                            <a:srgbClr val="000000"/>
                          </a:solidFill>
                          <a:latin typeface="Cambria Math" panose="02040503050406030204" pitchFamily="18" charset="0"/>
                        </a:rPr>
                        <m:t>4</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单边余弦</m:t>
                      </m:r>
                    </m:oMath>
                  </m:oMathPara>
                </a14:m>
                <a:endParaRPr lang="zh-CN" altLang="en-US" dirty="0"/>
              </a:p>
            </p:txBody>
          </p:sp>
        </mc:Choice>
        <mc:Fallback>
          <p:sp>
            <p:nvSpPr>
              <p:cNvPr id="20" name="Object 3"/>
              <p:cNvSpPr txBox="1">
                <a:spLocks noRot="1" noChangeAspect="1" noMove="1" noResize="1" noEditPoints="1" noAdjustHandles="1" noChangeArrowheads="1" noChangeShapeType="1" noTextEdit="1"/>
              </p:cNvSpPr>
              <p:nvPr>
                <p:ph sz="half" idx="1"/>
              </p:nvPr>
            </p:nvSpPr>
            <p:spPr bwMode="auto">
              <a:xfrm>
                <a:off x="501650" y="4725144"/>
                <a:ext cx="2472273" cy="550862"/>
              </a:xfrm>
              <a:prstGeom prst="rect">
                <a:avLst/>
              </a:prstGeom>
              <a:blipFill rotWithShape="1">
                <a:blip r:embed="rId9"/>
                <a:stretch>
                  <a:fillRect t="-20" r="9" b="77"/>
                </a:stretch>
              </a:blipFill>
              <a:ln>
                <a:noFill/>
              </a:ln>
              <a:effectLst/>
            </p:spPr>
            <p:txBody>
              <a:bodyPr/>
              <a:lstStyle/>
              <a:p>
                <a:r>
                  <a:rPr lang="zh-CN" altLang="en-US">
                    <a:noFill/>
                  </a:rPr>
                  <a:t> </a:t>
                </a:r>
              </a:p>
            </p:txBody>
          </p:sp>
        </mc:Fallback>
      </mc:AlternateContent>
      <p:graphicFrame>
        <p:nvGraphicFramePr>
          <p:cNvPr id="21" name="Object 8"/>
          <p:cNvGraphicFramePr>
            <a:graphicFrameLocks noChangeAspect="1"/>
          </p:cNvGraphicFramePr>
          <p:nvPr/>
        </p:nvGraphicFramePr>
        <p:xfrm>
          <a:off x="3079574" y="4489540"/>
          <a:ext cx="5133975" cy="935038"/>
        </p:xfrm>
        <a:graphic>
          <a:graphicData uri="http://schemas.openxmlformats.org/presentationml/2006/ole">
            <mc:AlternateContent xmlns:mc="http://schemas.openxmlformats.org/markup-compatibility/2006">
              <mc:Choice xmlns:v="urn:schemas-microsoft-com:vml" Requires="v">
                <p:oleObj spid="_x0000_s5" name="公式" r:id="rId10" imgW="40233600" imgH="10058400" progId="Equation.3">
                  <p:embed/>
                </p:oleObj>
              </mc:Choice>
              <mc:Fallback>
                <p:oleObj name="公式" r:id="rId10" imgW="40233600" imgH="10058400" progId="Equation.3">
                  <p:embed/>
                  <p:pic>
                    <p:nvPicPr>
                      <p:cNvPr id="0" name="Object 8"/>
                      <p:cNvPicPr>
                        <a:picLocks noChangeAspect="1" noChangeArrowheads="1"/>
                      </p:cNvPicPr>
                      <p:nvPr/>
                    </p:nvPicPr>
                    <p:blipFill>
                      <a:blip r:embed="rId11"/>
                      <a:srcRect/>
                      <a:stretch>
                        <a:fillRect/>
                      </a:stretch>
                    </p:blipFill>
                    <p:spPr bwMode="auto">
                      <a:xfrm>
                        <a:off x="3079574" y="4489540"/>
                        <a:ext cx="5133975" cy="935038"/>
                      </a:xfrm>
                      <a:prstGeom prst="rect">
                        <a:avLst/>
                      </a:prstGeom>
                      <a:solidFill>
                        <a:schemeClr val="tx1"/>
                      </a:solidFill>
                      <a:ln w="9525">
                        <a:solidFill>
                          <a:srgbClr val="FF0000"/>
                        </a:solidFill>
                        <a:miter lim="800000"/>
                        <a:headEnd/>
                        <a:tailEnd/>
                      </a:ln>
                      <a:effectLst>
                        <a:outerShdw dist="35921" dir="2700000" algn="ctr" rotWithShape="0">
                          <a:schemeClr val="bg2">
                            <a:alpha val="74997"/>
                          </a:schemeClr>
                        </a:outerShdw>
                      </a:effectLst>
                    </p:spPr>
                  </p:pic>
                </p:oleObj>
              </mc:Fallback>
            </mc:AlternateContent>
          </a:graphicData>
        </a:graphic>
      </p:graphicFrame>
      <mc:AlternateContent xmlns:mc="http://schemas.openxmlformats.org/markup-compatibility/2006">
        <mc:Choice xmlns:a14="http://schemas.microsoft.com/office/drawing/2010/main" Requires="a14">
          <p:sp>
            <p:nvSpPr>
              <p:cNvPr id="6" name="Object 5"/>
              <p:cNvSpPr txBox="1"/>
              <p:nvPr/>
            </p:nvSpPr>
            <p:spPr bwMode="auto">
              <a:xfrm>
                <a:off x="539750" y="5756332"/>
                <a:ext cx="4622800" cy="663575"/>
              </a:xfrm>
              <a:prstGeom prst="rect">
                <a:avLst/>
              </a:prstGeom>
              <a:solidFill>
                <a:schemeClr val="tx1"/>
              </a:solidFill>
              <a:ln w="9525">
                <a:noFill/>
                <a:miter lim="800000"/>
              </a:ln>
              <a:effectLst/>
            </p:spPr>
            <p:txBody>
              <a:bodyPr vert="horz" wrap="square" lIns="91440" tIns="45720" rIns="91440" bIns="45720" numCol="1" anchor="t" anchorCtr="0" compatLnSpc="1">
                <a:normAutofit/>
              </a:bodyPr>
              <a:lstStyle>
                <a:lvl1pPr marL="342900" indent="-342900" algn="l" rtl="0" eaLnBrk="0" fontAlgn="base" hangingPunct="0">
                  <a:spcBef>
                    <a:spcPct val="20000"/>
                  </a:spcBef>
                  <a:spcAft>
                    <a:spcPct val="0"/>
                  </a:spcAft>
                  <a:buChar char="•"/>
                  <a:defRPr kumimoji="1" sz="3200">
                    <a:solidFill>
                      <a:schemeClr val="tx1"/>
                    </a:solidFill>
                    <a:effectLst>
                      <a:outerShdw blurRad="38100" dist="38100" dir="2700000" algn="tl">
                        <a:srgbClr val="C0C0C0"/>
                      </a:outerShdw>
                    </a:effectLst>
                    <a:latin typeface="+mn-lt"/>
                    <a:ea typeface="+mn-ea"/>
                    <a:cs typeface="华文中宋" panose="02010600040101010101" charset="-122"/>
                  </a:defRPr>
                </a:lvl1pPr>
                <a:lvl2pPr marL="742950" indent="-285750" algn="l" rtl="0" eaLnBrk="0" fontAlgn="base" hangingPunct="0">
                  <a:spcBef>
                    <a:spcPct val="20000"/>
                  </a:spcBef>
                  <a:spcAft>
                    <a:spcPct val="0"/>
                  </a:spcAft>
                  <a:buChar char="–"/>
                  <a:defRPr kumimoji="1" sz="2800">
                    <a:solidFill>
                      <a:schemeClr val="tx1"/>
                    </a:solidFill>
                    <a:effectLst>
                      <a:outerShdw blurRad="38100" dist="38100" dir="2700000" algn="tl">
                        <a:srgbClr val="C0C0C0"/>
                      </a:outerShdw>
                    </a:effectLst>
                    <a:latin typeface="+mn-lt"/>
                    <a:ea typeface="+mn-ea"/>
                    <a:cs typeface="华文中宋" panose="02010600040101010101" charset="-122"/>
                  </a:defRPr>
                </a:lvl2pPr>
                <a:lvl3pPr marL="1143000" indent="-228600" algn="l" rtl="0" eaLnBrk="0" fontAlgn="base" hangingPunct="0">
                  <a:spcBef>
                    <a:spcPct val="20000"/>
                  </a:spcBef>
                  <a:spcAft>
                    <a:spcPct val="0"/>
                  </a:spcAft>
                  <a:buChar char="•"/>
                  <a:defRPr kumimoji="1" sz="2400">
                    <a:solidFill>
                      <a:schemeClr val="tx1"/>
                    </a:solidFill>
                    <a:effectLst>
                      <a:outerShdw blurRad="38100" dist="38100" dir="2700000" algn="tl">
                        <a:srgbClr val="C0C0C0"/>
                      </a:outerShdw>
                    </a:effectLst>
                    <a:latin typeface="+mn-lt"/>
                    <a:ea typeface="+mn-ea"/>
                    <a:cs typeface="华文中宋" panose="02010600040101010101" charset="-122"/>
                  </a:defRPr>
                </a:lvl3pPr>
                <a:lvl4pPr marL="1600200" indent="-228600" algn="l" rtl="0" eaLnBrk="0" fontAlgn="base" hangingPunct="0">
                  <a:spcBef>
                    <a:spcPct val="20000"/>
                  </a:spcBef>
                  <a:spcAft>
                    <a:spcPct val="0"/>
                  </a:spcAft>
                  <a:buChar char="–"/>
                  <a:defRPr kumimoji="1" sz="2000">
                    <a:solidFill>
                      <a:schemeClr val="tx1"/>
                    </a:solidFill>
                    <a:effectLst>
                      <a:outerShdw blurRad="38100" dist="38100" dir="2700000" algn="tl">
                        <a:srgbClr val="C0C0C0"/>
                      </a:outerShdw>
                    </a:effectLst>
                    <a:latin typeface="+mn-lt"/>
                    <a:ea typeface="+mn-ea"/>
                    <a:cs typeface="华文中宋" panose="02010600040101010101" charset="-122"/>
                  </a:defRPr>
                </a:lvl4pPr>
                <a:lvl5pPr marL="2057400" indent="-228600" algn="l" rtl="0" eaLnBrk="0" fontAlgn="base" hangingPunct="0">
                  <a:spcBef>
                    <a:spcPct val="20000"/>
                  </a:spcBef>
                  <a:spcAft>
                    <a:spcPct val="0"/>
                  </a:spcAft>
                  <a:buChar char="»"/>
                  <a:defRPr kumimoji="1" sz="2000">
                    <a:solidFill>
                      <a:schemeClr val="tx1"/>
                    </a:solidFill>
                    <a:effectLst>
                      <a:outerShdw blurRad="38100" dist="38100" dir="2700000" algn="tl">
                        <a:srgbClr val="C0C0C0"/>
                      </a:outerShdw>
                    </a:effectLst>
                    <a:latin typeface="+mn-lt"/>
                    <a:ea typeface="+mn-ea"/>
                    <a:cs typeface="华文中宋" panose="02010600040101010101" charset="-122"/>
                  </a:defRPr>
                </a:lvl5pPr>
                <a:lvl6pPr marL="2514600" indent="-228600" algn="l" rtl="0" fontAlgn="base">
                  <a:spcBef>
                    <a:spcPct val="20000"/>
                  </a:spcBef>
                  <a:spcAft>
                    <a:spcPct val="0"/>
                  </a:spcAft>
                  <a:buChar char="»"/>
                  <a:defRPr sz="2000">
                    <a:solidFill>
                      <a:schemeClr val="tx1"/>
                    </a:solidFill>
                    <a:effectLst>
                      <a:outerShdw blurRad="38100" dist="38100" dir="2700000" algn="tl">
                        <a:srgbClr val="C0C0C0"/>
                      </a:outerShdw>
                    </a:effectLst>
                    <a:latin typeface="+mn-lt"/>
                    <a:ea typeface="+mn-ea"/>
                  </a:defRPr>
                </a:lvl6pPr>
                <a:lvl7pPr marL="2971800" indent="-228600" algn="l" rtl="0" fontAlgn="base">
                  <a:spcBef>
                    <a:spcPct val="20000"/>
                  </a:spcBef>
                  <a:spcAft>
                    <a:spcPct val="0"/>
                  </a:spcAft>
                  <a:buChar char="»"/>
                  <a:defRPr sz="2000">
                    <a:solidFill>
                      <a:schemeClr val="tx1"/>
                    </a:solidFill>
                    <a:effectLst>
                      <a:outerShdw blurRad="38100" dist="38100" dir="2700000" algn="tl">
                        <a:srgbClr val="C0C0C0"/>
                      </a:outerShdw>
                    </a:effectLst>
                    <a:latin typeface="+mn-lt"/>
                    <a:ea typeface="+mn-ea"/>
                  </a:defRPr>
                </a:lvl7pPr>
                <a:lvl8pPr marL="3429000" indent="-228600" algn="l" rtl="0" fontAlgn="base">
                  <a:spcBef>
                    <a:spcPct val="20000"/>
                  </a:spcBef>
                  <a:spcAft>
                    <a:spcPct val="0"/>
                  </a:spcAft>
                  <a:buChar char="»"/>
                  <a:defRPr sz="2000">
                    <a:solidFill>
                      <a:schemeClr val="tx1"/>
                    </a:solidFill>
                    <a:effectLst>
                      <a:outerShdw blurRad="38100" dist="38100" dir="2700000" algn="tl">
                        <a:srgbClr val="C0C0C0"/>
                      </a:outerShdw>
                    </a:effectLst>
                    <a:latin typeface="+mn-lt"/>
                    <a:ea typeface="+mn-ea"/>
                  </a:defRPr>
                </a:lvl8pPr>
                <a:lvl9pPr marL="3886200" indent="-228600" algn="l" rtl="0" fontAlgn="base">
                  <a:spcBef>
                    <a:spcPct val="20000"/>
                  </a:spcBef>
                  <a:spcAft>
                    <a:spcPct val="0"/>
                  </a:spcAft>
                  <a:buChar char="»"/>
                  <a:defRPr sz="2000">
                    <a:solidFill>
                      <a:schemeClr val="tx1"/>
                    </a:solidFill>
                    <a:effectLst>
                      <a:outerShdw blurRad="38100" dist="38100" dir="2700000" algn="tl">
                        <a:srgbClr val="C0C0C0"/>
                      </a:outerShdw>
                    </a:effectLst>
                    <a:latin typeface="+mn-lt"/>
                    <a:ea typeface="+mn-ea"/>
                  </a:defRPr>
                </a:lvl9pPr>
              </a:lstStyle>
              <a:p>
                <a:pPr>
                  <a:buFontTx/>
                  <a:buNone/>
                </a:pPr>
                <a14:m>
                  <m:oMathPara xmlns:m="http://schemas.openxmlformats.org/officeDocument/2006/math">
                    <m:oMathParaPr>
                      <m:jc m:val="left"/>
                    </m:oMathParaPr>
                    <m:oMath xmlns:m="http://schemas.openxmlformats.org/officeDocument/2006/math">
                      <m:r>
                        <a:rPr lang="en-US" altLang="zh-CN" sz="2800" b="0" i="1" kern="0" smtClean="0">
                          <a:solidFill>
                            <a:srgbClr val="000000"/>
                          </a:solidFill>
                          <a:latin typeface="Cambria Math" panose="02040503050406030204" pitchFamily="18" charset="0"/>
                        </a:rPr>
                        <m:t>5</m:t>
                      </m:r>
                      <m:r>
                        <a:rPr lang="zh-CN" altLang="en-US" sz="2800" b="0" i="1" kern="0">
                          <a:solidFill>
                            <a:srgbClr val="000000"/>
                          </a:solidFill>
                          <a:latin typeface="Cambria Math" panose="02040503050406030204" pitchFamily="18" charset="0"/>
                        </a:rPr>
                        <m:t>)</m:t>
                      </m:r>
                      <m:r>
                        <a:rPr lang="zh-CN" altLang="en-US" sz="2800" b="0" i="1" kern="0">
                          <a:solidFill>
                            <a:srgbClr val="000000"/>
                          </a:solidFill>
                          <a:latin typeface="Cambria Math" panose="02040503050406030204" pitchFamily="18" charset="0"/>
                        </a:rPr>
                        <m:t>单边衰减正弦</m:t>
                      </m:r>
                    </m:oMath>
                  </m:oMathPara>
                </a14:m>
                <a:endParaRPr lang="zh-CN" altLang="en-US" sz="2800" b="0" kern="0" dirty="0"/>
              </a:p>
            </p:txBody>
          </p:sp>
        </mc:Choice>
        <mc:Fallback>
          <p:sp>
            <p:nvSpPr>
              <p:cNvPr id="6" name="Object 5"/>
              <p:cNvSpPr txBox="1">
                <a:spLocks noRot="1" noChangeAspect="1" noMove="1" noResize="1" noEditPoints="1" noAdjustHandles="1" noChangeArrowheads="1" noChangeShapeType="1" noTextEdit="1"/>
              </p:cNvSpPr>
              <p:nvPr/>
            </p:nvSpPr>
            <p:spPr bwMode="auto">
              <a:xfrm>
                <a:off x="539750" y="5756332"/>
                <a:ext cx="4622800" cy="663575"/>
              </a:xfrm>
              <a:prstGeom prst="rect">
                <a:avLst/>
              </a:prstGeom>
              <a:blipFill rotWithShape="1">
                <a:blip r:embed="rId12"/>
                <a:stretch>
                  <a:fillRect t="-9" b="9"/>
                </a:stretch>
              </a:blipFill>
              <a:ln w="9525">
                <a:noFill/>
                <a:miter lim="800000"/>
              </a:ln>
              <a:effectLst/>
            </p:spPr>
            <p:txBody>
              <a:bodyPr/>
              <a:lstStyle/>
              <a:p>
                <a:r>
                  <a:rPr lang="zh-CN" altLang="en-US">
                    <a:noFill/>
                  </a:rPr>
                  <a:t> </a:t>
                </a:r>
              </a:p>
            </p:txBody>
          </p:sp>
        </mc:Fallback>
      </mc:AlternateContent>
      <p:graphicFrame>
        <p:nvGraphicFramePr>
          <p:cNvPr id="7" name="Object 8"/>
          <p:cNvGraphicFramePr>
            <a:graphicFrameLocks noChangeAspect="1"/>
          </p:cNvGraphicFramePr>
          <p:nvPr/>
        </p:nvGraphicFramePr>
        <p:xfrm>
          <a:off x="3254621" y="5647380"/>
          <a:ext cx="5688632" cy="799379"/>
        </p:xfrm>
        <a:graphic>
          <a:graphicData uri="http://schemas.openxmlformats.org/presentationml/2006/ole">
            <mc:AlternateContent xmlns:mc="http://schemas.openxmlformats.org/markup-compatibility/2006">
              <mc:Choice xmlns:v="urn:schemas-microsoft-com:vml" Requires="v">
                <p:oleObj spid="_x0000_s8" name="公式" r:id="rId13" imgW="55473600" imgH="10058400" progId="Equation.3">
                  <p:embed/>
                </p:oleObj>
              </mc:Choice>
              <mc:Fallback>
                <p:oleObj name="公式" r:id="rId13" imgW="55473600" imgH="10058400" progId="Equation.3">
                  <p:embed/>
                  <p:pic>
                    <p:nvPicPr>
                      <p:cNvPr id="0" name="Object 8"/>
                      <p:cNvPicPr>
                        <a:picLocks noChangeAspect="1" noChangeArrowheads="1"/>
                      </p:cNvPicPr>
                      <p:nvPr/>
                    </p:nvPicPr>
                    <p:blipFill>
                      <a:blip r:embed="rId14"/>
                      <a:srcRect/>
                      <a:stretch>
                        <a:fillRect/>
                      </a:stretch>
                    </p:blipFill>
                    <p:spPr bwMode="auto">
                      <a:xfrm>
                        <a:off x="3254621" y="5647380"/>
                        <a:ext cx="5688632" cy="799379"/>
                      </a:xfrm>
                      <a:prstGeom prst="rect">
                        <a:avLst/>
                      </a:prstGeom>
                      <a:solidFill>
                        <a:schemeClr val="tx1"/>
                      </a:solidFill>
                      <a:ln w="9525">
                        <a:solidFill>
                          <a:srgbClr val="FF0000"/>
                        </a:solidFill>
                        <a:miter lim="800000"/>
                        <a:headEnd/>
                        <a:tailEnd/>
                      </a:ln>
                      <a:effectLst>
                        <a:outerShdw dist="35921" dir="2700000" algn="ctr" rotWithShape="0">
                          <a:schemeClr val="bg2">
                            <a:alpha val="74997"/>
                          </a:schemeClr>
                        </a:outerShdw>
                      </a:effectLst>
                    </p:spPr>
                  </p:pic>
                </p:oleObj>
              </mc:Fallback>
            </mc:AlternateContent>
          </a:graphicData>
        </a:graphic>
      </p:graphicFrame>
    </p:spTree>
    <p:custDataLst>
      <p:tags r:id="rId15"/>
    </p:custDataLst>
  </p:cSld>
  <p:clrMapOvr>
    <a:masterClrMapping/>
  </p:clrMapOvr>
  <mc:AlternateContent xmlns:mc="http://schemas.openxmlformats.org/markup-compatibility/2006">
    <mc:Choice xmlns:p14="http://schemas.microsoft.com/office/powerpoint/2010/main" Requires="p14">
      <p:transition spd="slow" p14:dur="2000" advTm="4176"/>
    </mc:Choice>
    <mc:Fallback>
      <p:transition spd="slow" advTm="4176"/>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14131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55" presetClass="entr" presetSubtype="0" fill="hold" nodeType="clickEffect">
                                  <p:stCondLst>
                                    <p:cond delay="0"/>
                                  </p:stCondLst>
                                  <p:childTnLst>
                                    <p:set>
                                      <p:cBhvr>
                                        <p:cTn id="10" dur="1" fill="hold">
                                          <p:stCondLst>
                                            <p:cond delay="0"/>
                                          </p:stCondLst>
                                        </p:cTn>
                                        <p:tgtEl>
                                          <p:spTgt spid="19464"/>
                                        </p:tgtEl>
                                        <p:attrNameLst>
                                          <p:attrName>style.visibility</p:attrName>
                                        </p:attrNameLst>
                                      </p:cBhvr>
                                      <p:to>
                                        <p:strVal val="visible"/>
                                      </p:to>
                                    </p:set>
                                    <p:anim calcmode="lin" valueType="num">
                                      <p:cBhvr>
                                        <p:cTn id="11" dur="1000" fill="hold"/>
                                        <p:tgtEl>
                                          <p:spTgt spid="19464"/>
                                        </p:tgtEl>
                                        <p:attrNameLst>
                                          <p:attrName>ppt_w</p:attrName>
                                        </p:attrNameLst>
                                      </p:cBhvr>
                                      <p:tavLst>
                                        <p:tav tm="0">
                                          <p:val>
                                            <p:strVal val="#ppt_w*0.70"/>
                                          </p:val>
                                        </p:tav>
                                        <p:tav tm="100000">
                                          <p:val>
                                            <p:strVal val="#ppt_w"/>
                                          </p:val>
                                        </p:tav>
                                      </p:tavLst>
                                    </p:anim>
                                    <p:anim calcmode="lin" valueType="num">
                                      <p:cBhvr>
                                        <p:cTn id="12" dur="1000" fill="hold"/>
                                        <p:tgtEl>
                                          <p:spTgt spid="19464"/>
                                        </p:tgtEl>
                                        <p:attrNameLst>
                                          <p:attrName>ppt_h</p:attrName>
                                        </p:attrNameLst>
                                      </p:cBhvr>
                                      <p:tavLst>
                                        <p:tav tm="0">
                                          <p:val>
                                            <p:strVal val="#ppt_h"/>
                                          </p:val>
                                        </p:tav>
                                        <p:tav tm="100000">
                                          <p:val>
                                            <p:strVal val="#ppt_h"/>
                                          </p:val>
                                        </p:tav>
                                      </p:tavLst>
                                    </p:anim>
                                    <p:animEffect transition="in" filter="fade">
                                      <p:cBhvr>
                                        <p:cTn id="13" dur="1000"/>
                                        <p:tgtEl>
                                          <p:spTgt spid="19464"/>
                                        </p:tgtEl>
                                      </p:cBhvr>
                                    </p:animEffec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grpId="0" nodeType="clickEffect">
                                  <p:stCondLst>
                                    <p:cond delay="0"/>
                                  </p:stCondLst>
                                  <p:childTnLst>
                                    <p:set>
                                      <p:cBhvr>
                                        <p:cTn id="17" dur="1" fill="hold">
                                          <p:stCondLst>
                                            <p:cond delay="0"/>
                                          </p:stCondLst>
                                        </p:cTn>
                                        <p:tgtEl>
                                          <p:spTgt spid="13">
                                            <p:txEl>
                                              <p:pRg st="0" end="0"/>
                                            </p:txEl>
                                          </p:spTgt>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55" presetClass="entr" presetSubtype="0" fill="hold" nodeType="clickEffect">
                                  <p:stCondLst>
                                    <p:cond delay="0"/>
                                  </p:stCondLst>
                                  <p:childTnLst>
                                    <p:set>
                                      <p:cBhvr>
                                        <p:cTn id="21" dur="1" fill="hold">
                                          <p:stCondLst>
                                            <p:cond delay="0"/>
                                          </p:stCondLst>
                                        </p:cTn>
                                        <p:tgtEl>
                                          <p:spTgt spid="16"/>
                                        </p:tgtEl>
                                        <p:attrNameLst>
                                          <p:attrName>style.visibility</p:attrName>
                                        </p:attrNameLst>
                                      </p:cBhvr>
                                      <p:to>
                                        <p:strVal val="visible"/>
                                      </p:to>
                                    </p:set>
                                    <p:anim calcmode="lin" valueType="num">
                                      <p:cBhvr>
                                        <p:cTn id="22" dur="1000" fill="hold"/>
                                        <p:tgtEl>
                                          <p:spTgt spid="16"/>
                                        </p:tgtEl>
                                        <p:attrNameLst>
                                          <p:attrName>ppt_w</p:attrName>
                                        </p:attrNameLst>
                                      </p:cBhvr>
                                      <p:tavLst>
                                        <p:tav tm="0">
                                          <p:val>
                                            <p:strVal val="#ppt_w*0.70"/>
                                          </p:val>
                                        </p:tav>
                                        <p:tav tm="100000">
                                          <p:val>
                                            <p:strVal val="#ppt_w"/>
                                          </p:val>
                                        </p:tav>
                                      </p:tavLst>
                                    </p:anim>
                                    <p:anim calcmode="lin" valueType="num">
                                      <p:cBhvr>
                                        <p:cTn id="23" dur="1000" fill="hold"/>
                                        <p:tgtEl>
                                          <p:spTgt spid="16"/>
                                        </p:tgtEl>
                                        <p:attrNameLst>
                                          <p:attrName>ppt_h</p:attrName>
                                        </p:attrNameLst>
                                      </p:cBhvr>
                                      <p:tavLst>
                                        <p:tav tm="0">
                                          <p:val>
                                            <p:strVal val="#ppt_h"/>
                                          </p:val>
                                        </p:tav>
                                        <p:tav tm="100000">
                                          <p:val>
                                            <p:strVal val="#ppt_h"/>
                                          </p:val>
                                        </p:tav>
                                      </p:tavLst>
                                    </p:anim>
                                    <p:animEffect transition="in" filter="fade">
                                      <p:cBhvr>
                                        <p:cTn id="24" dur="1000"/>
                                        <p:tgtEl>
                                          <p:spTgt spid="16"/>
                                        </p:tgtEl>
                                      </p:cBhvr>
                                    </p:animEffec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7">
                                            <p:txEl>
                                              <p:pRg st="0" end="0"/>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55" presetClass="entr" presetSubtype="0" fill="hold" nodeType="clickEffect">
                                  <p:stCondLst>
                                    <p:cond delay="0"/>
                                  </p:stCondLst>
                                  <p:childTnLst>
                                    <p:set>
                                      <p:cBhvr>
                                        <p:cTn id="32" dur="1" fill="hold">
                                          <p:stCondLst>
                                            <p:cond delay="0"/>
                                          </p:stCondLst>
                                        </p:cTn>
                                        <p:tgtEl>
                                          <p:spTgt spid="19"/>
                                        </p:tgtEl>
                                        <p:attrNameLst>
                                          <p:attrName>style.visibility</p:attrName>
                                        </p:attrNameLst>
                                      </p:cBhvr>
                                      <p:to>
                                        <p:strVal val="visible"/>
                                      </p:to>
                                    </p:set>
                                    <p:anim calcmode="lin" valueType="num">
                                      <p:cBhvr>
                                        <p:cTn id="33" dur="1000" fill="hold"/>
                                        <p:tgtEl>
                                          <p:spTgt spid="19"/>
                                        </p:tgtEl>
                                        <p:attrNameLst>
                                          <p:attrName>ppt_w</p:attrName>
                                        </p:attrNameLst>
                                      </p:cBhvr>
                                      <p:tavLst>
                                        <p:tav tm="0">
                                          <p:val>
                                            <p:strVal val="#ppt_w*0.70"/>
                                          </p:val>
                                        </p:tav>
                                        <p:tav tm="100000">
                                          <p:val>
                                            <p:strVal val="#ppt_w"/>
                                          </p:val>
                                        </p:tav>
                                      </p:tavLst>
                                    </p:anim>
                                    <p:anim calcmode="lin" valueType="num">
                                      <p:cBhvr>
                                        <p:cTn id="34" dur="1000" fill="hold"/>
                                        <p:tgtEl>
                                          <p:spTgt spid="19"/>
                                        </p:tgtEl>
                                        <p:attrNameLst>
                                          <p:attrName>ppt_h</p:attrName>
                                        </p:attrNameLst>
                                      </p:cBhvr>
                                      <p:tavLst>
                                        <p:tav tm="0">
                                          <p:val>
                                            <p:strVal val="#ppt_h"/>
                                          </p:val>
                                        </p:tav>
                                        <p:tav tm="100000">
                                          <p:val>
                                            <p:strVal val="#ppt_h"/>
                                          </p:val>
                                        </p:tav>
                                      </p:tavLst>
                                    </p:anim>
                                    <p:animEffect transition="in" filter="fade">
                                      <p:cBhvr>
                                        <p:cTn id="35" dur="1000"/>
                                        <p:tgtEl>
                                          <p:spTgt spid="19"/>
                                        </p:tgtEl>
                                      </p:cBhvr>
                                    </p:animEffect>
                                  </p:childTnLst>
                                </p:cTn>
                              </p:par>
                            </p:childTnLst>
                          </p:cTn>
                        </p:par>
                      </p:childTnLst>
                    </p:cTn>
                  </p:par>
                  <p:par>
                    <p:cTn id="36" fill="hold">
                      <p:stCondLst>
                        <p:cond delay="indefinite"/>
                      </p:stCondLst>
                      <p:childTnLst>
                        <p:par>
                          <p:cTn id="37" fill="hold">
                            <p:stCondLst>
                              <p:cond delay="0"/>
                            </p:stCondLst>
                            <p:childTnLst>
                              <p:par>
                                <p:cTn id="38" presetID="1" presetClass="entr" presetSubtype="0" fill="hold" grpId="0" nodeType="clickEffect">
                                  <p:stCondLst>
                                    <p:cond delay="0"/>
                                  </p:stCondLst>
                                  <p:childTnLst>
                                    <p:set>
                                      <p:cBhvr>
                                        <p:cTn id="39" dur="1" fill="hold">
                                          <p:stCondLst>
                                            <p:cond delay="0"/>
                                          </p:stCondLst>
                                        </p:cTn>
                                        <p:tgtEl>
                                          <p:spTgt spid="20">
                                            <p:txEl>
                                              <p:pRg st="0" end="0"/>
                                            </p:txEl>
                                          </p:spTgt>
                                        </p:tgtEl>
                                        <p:attrNameLst>
                                          <p:attrName>style.visibility</p:attrName>
                                        </p:attrNameLst>
                                      </p:cBhvr>
                                      <p:to>
                                        <p:strVal val="visible"/>
                                      </p:to>
                                    </p:set>
                                  </p:childTnLst>
                                </p:cTn>
                              </p:par>
                            </p:childTnLst>
                          </p:cTn>
                        </p:par>
                      </p:childTnLst>
                    </p:cTn>
                  </p:par>
                  <p:par>
                    <p:cTn id="40" fill="hold">
                      <p:stCondLst>
                        <p:cond delay="indefinite"/>
                      </p:stCondLst>
                      <p:childTnLst>
                        <p:par>
                          <p:cTn id="41" fill="hold">
                            <p:stCondLst>
                              <p:cond delay="0"/>
                            </p:stCondLst>
                            <p:childTnLst>
                              <p:par>
                                <p:cTn id="42" presetID="55" presetClass="entr" presetSubtype="0" fill="hold" nodeType="clickEffect">
                                  <p:stCondLst>
                                    <p:cond delay="0"/>
                                  </p:stCondLst>
                                  <p:childTnLst>
                                    <p:set>
                                      <p:cBhvr>
                                        <p:cTn id="43" dur="1" fill="hold">
                                          <p:stCondLst>
                                            <p:cond delay="0"/>
                                          </p:stCondLst>
                                        </p:cTn>
                                        <p:tgtEl>
                                          <p:spTgt spid="21"/>
                                        </p:tgtEl>
                                        <p:attrNameLst>
                                          <p:attrName>style.visibility</p:attrName>
                                        </p:attrNameLst>
                                      </p:cBhvr>
                                      <p:to>
                                        <p:strVal val="visible"/>
                                      </p:to>
                                    </p:set>
                                    <p:anim calcmode="lin" valueType="num">
                                      <p:cBhvr>
                                        <p:cTn id="44" dur="1000" fill="hold"/>
                                        <p:tgtEl>
                                          <p:spTgt spid="21"/>
                                        </p:tgtEl>
                                        <p:attrNameLst>
                                          <p:attrName>ppt_w</p:attrName>
                                        </p:attrNameLst>
                                      </p:cBhvr>
                                      <p:tavLst>
                                        <p:tav tm="0">
                                          <p:val>
                                            <p:strVal val="#ppt_w*0.70"/>
                                          </p:val>
                                        </p:tav>
                                        <p:tav tm="100000">
                                          <p:val>
                                            <p:strVal val="#ppt_w"/>
                                          </p:val>
                                        </p:tav>
                                      </p:tavLst>
                                    </p:anim>
                                    <p:anim calcmode="lin" valueType="num">
                                      <p:cBhvr>
                                        <p:cTn id="45" dur="1000" fill="hold"/>
                                        <p:tgtEl>
                                          <p:spTgt spid="21"/>
                                        </p:tgtEl>
                                        <p:attrNameLst>
                                          <p:attrName>ppt_h</p:attrName>
                                        </p:attrNameLst>
                                      </p:cBhvr>
                                      <p:tavLst>
                                        <p:tav tm="0">
                                          <p:val>
                                            <p:strVal val="#ppt_h"/>
                                          </p:val>
                                        </p:tav>
                                        <p:tav tm="100000">
                                          <p:val>
                                            <p:strVal val="#ppt_h"/>
                                          </p:val>
                                        </p:tav>
                                      </p:tavLst>
                                    </p:anim>
                                    <p:animEffect transition="in" filter="fade">
                                      <p:cBhvr>
                                        <p:cTn id="46" dur="1000"/>
                                        <p:tgtEl>
                                          <p:spTgt spid="21"/>
                                        </p:tgtEl>
                                      </p:cBhvr>
                                    </p:animEffect>
                                  </p:childTnLst>
                                </p:cTn>
                              </p:par>
                            </p:childTnLst>
                          </p:cTn>
                        </p:par>
                      </p:childTnLst>
                    </p:cTn>
                  </p:par>
                  <p:par>
                    <p:cTn id="47" fill="hold">
                      <p:stCondLst>
                        <p:cond delay="indefinite"/>
                      </p:stCondLst>
                      <p:childTnLst>
                        <p:par>
                          <p:cTn id="48" fill="hold">
                            <p:stCondLst>
                              <p:cond delay="0"/>
                            </p:stCondLst>
                            <p:childTnLst>
                              <p:par>
                                <p:cTn id="49" presetID="55" presetClass="entr" presetSubtype="0" fill="hold" nodeType="clickEffect">
                                  <p:stCondLst>
                                    <p:cond delay="0"/>
                                  </p:stCondLst>
                                  <p:childTnLst>
                                    <p:set>
                                      <p:cBhvr>
                                        <p:cTn id="50" dur="1" fill="hold">
                                          <p:stCondLst>
                                            <p:cond delay="0"/>
                                          </p:stCondLst>
                                        </p:cTn>
                                        <p:tgtEl>
                                          <p:spTgt spid="6"/>
                                        </p:tgtEl>
                                        <p:attrNameLst>
                                          <p:attrName>style.visibility</p:attrName>
                                        </p:attrNameLst>
                                      </p:cBhvr>
                                      <p:to>
                                        <p:strVal val="visible"/>
                                      </p:to>
                                    </p:set>
                                    <p:anim calcmode="lin" valueType="num">
                                      <p:cBhvr>
                                        <p:cTn id="51" dur="1000" fill="hold"/>
                                        <p:tgtEl>
                                          <p:spTgt spid="6"/>
                                        </p:tgtEl>
                                        <p:attrNameLst>
                                          <p:attrName>ppt_w</p:attrName>
                                        </p:attrNameLst>
                                      </p:cBhvr>
                                      <p:tavLst>
                                        <p:tav tm="0">
                                          <p:val>
                                            <p:strVal val="#ppt_w*0.70"/>
                                          </p:val>
                                        </p:tav>
                                        <p:tav tm="100000">
                                          <p:val>
                                            <p:strVal val="#ppt_w"/>
                                          </p:val>
                                        </p:tav>
                                      </p:tavLst>
                                    </p:anim>
                                    <p:anim calcmode="lin" valueType="num">
                                      <p:cBhvr>
                                        <p:cTn id="52" dur="1000" fill="hold"/>
                                        <p:tgtEl>
                                          <p:spTgt spid="6"/>
                                        </p:tgtEl>
                                        <p:attrNameLst>
                                          <p:attrName>ppt_h</p:attrName>
                                        </p:attrNameLst>
                                      </p:cBhvr>
                                      <p:tavLst>
                                        <p:tav tm="0">
                                          <p:val>
                                            <p:strVal val="#ppt_h"/>
                                          </p:val>
                                        </p:tav>
                                        <p:tav tm="100000">
                                          <p:val>
                                            <p:strVal val="#ppt_h"/>
                                          </p:val>
                                        </p:tav>
                                      </p:tavLst>
                                    </p:anim>
                                    <p:animEffect transition="in" filter="fade">
                                      <p:cBhvr>
                                        <p:cTn id="53" dur="1000"/>
                                        <p:tgtEl>
                                          <p:spTgt spid="6"/>
                                        </p:tgtEl>
                                      </p:cBhvr>
                                    </p:animEffect>
                                  </p:childTnLst>
                                </p:cTn>
                              </p:par>
                            </p:childTnLst>
                          </p:cTn>
                        </p:par>
                      </p:childTnLst>
                    </p:cTn>
                  </p:par>
                  <p:par>
                    <p:cTn id="54" fill="hold">
                      <p:stCondLst>
                        <p:cond delay="indefinite"/>
                      </p:stCondLst>
                      <p:childTnLst>
                        <p:par>
                          <p:cTn id="55" fill="hold">
                            <p:stCondLst>
                              <p:cond delay="0"/>
                            </p:stCondLst>
                            <p:childTnLst>
                              <p:par>
                                <p:cTn id="56" presetID="1" presetClass="entr" presetSubtype="0" fill="hold" nodeType="clickEffect">
                                  <p:stCondLst>
                                    <p:cond delay="0"/>
                                  </p:stCondLst>
                                  <p:childTnLst>
                                    <p:set>
                                      <p:cBhvr>
                                        <p:cTn id="57"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1315" grpId="0" build="p"/>
      <p:bldP spid="13" grpId="0" build="p"/>
      <p:bldP spid="17" grpId="0" build="p"/>
      <p:bldP spid="20" grpId="0" build="p"/>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1" name="Object 7"/>
              <p:cNvSpPr txBox="1"/>
              <p:nvPr/>
            </p:nvSpPr>
            <p:spPr bwMode="auto">
              <a:xfrm>
                <a:off x="3660812" y="5949280"/>
                <a:ext cx="2999420" cy="694424"/>
              </a:xfrm>
              <a:prstGeom prst="rect">
                <a:avLst/>
              </a:prstGeom>
              <a:solidFill>
                <a:schemeClr val="tx1"/>
              </a:solidFill>
              <a:ln w="19050">
                <a:solidFill>
                  <a:srgbClr val="FF0000"/>
                </a:solidFill>
                <a:miter lim="800000"/>
              </a:ln>
              <a:effectLst>
                <a:outerShdw dist="35921" dir="2700000" algn="ctr" rotWithShape="0">
                  <a:srgbClr val="808080">
                    <a:alpha val="74997"/>
                  </a:srgbClr>
                </a:outerShdw>
              </a:effectLst>
            </p:spPr>
            <p:txBody>
              <a:bodyPr>
                <a:noAutofit/>
              </a:bodyPr>
              <a:lstStyle/>
              <a:p>
                <a14:m>
                  <m:oMathPara xmlns:m="http://schemas.openxmlformats.org/officeDocument/2006/math">
                    <m:oMathParaPr>
                      <m:jc m:val="left"/>
                    </m:oMathParaPr>
                    <m:oMath xmlns:m="http://schemas.openxmlformats.org/officeDocument/2006/math">
                      <m:r>
                        <a:rPr lang="zh-CN" altLang="en-US" sz="3200" i="1" smtClean="0">
                          <a:solidFill>
                            <a:srgbClr val="000000"/>
                          </a:solidFill>
                          <a:latin typeface="Cambria Math" panose="02040503050406030204" pitchFamily="18" charset="0"/>
                        </a:rPr>
                        <m:t>𝛿</m:t>
                      </m:r>
                      <m:d>
                        <m:dPr>
                          <m:ctrlPr>
                            <a:rPr lang="zh-CN" altLang="en-US" sz="3200" i="1" smtClean="0">
                              <a:solidFill>
                                <a:srgbClr val="000000"/>
                              </a:solidFill>
                              <a:latin typeface="Cambria Math" panose="02040503050406030204" pitchFamily="18" charset="0"/>
                            </a:rPr>
                          </m:ctrlPr>
                        </m:dPr>
                        <m:e>
                          <m:r>
                            <a:rPr lang="zh-CN" altLang="en-US" sz="3200" i="1" smtClean="0">
                              <a:solidFill>
                                <a:srgbClr val="000000"/>
                              </a:solidFill>
                              <a:latin typeface="Cambria Math" panose="02040503050406030204" pitchFamily="18" charset="0"/>
                            </a:rPr>
                            <m:t>𝑡</m:t>
                          </m:r>
                        </m:e>
                      </m:d>
                      <m:r>
                        <a:rPr lang="en-US" altLang="zh-CN" sz="3200" b="1" i="1" smtClean="0">
                          <a:solidFill>
                            <a:srgbClr val="000000"/>
                          </a:solidFill>
                          <a:latin typeface="Cambria Math" panose="02040503050406030204" pitchFamily="18" charset="0"/>
                        </a:rPr>
                        <m:t>         </m:t>
                      </m:r>
                      <m:r>
                        <a:rPr lang="en-US" altLang="zh-CN" sz="3200" b="1" i="1" smtClean="0">
                          <a:solidFill>
                            <a:srgbClr val="000000"/>
                          </a:solidFill>
                          <a:latin typeface="Cambria Math" panose="02040503050406030204" pitchFamily="18" charset="0"/>
                        </a:rPr>
                        <m:t>𝟏</m:t>
                      </m:r>
                    </m:oMath>
                  </m:oMathPara>
                </a14:m>
                <a:endParaRPr lang="zh-CN" altLang="en-US" sz="3200" dirty="0">
                  <a:solidFill>
                    <a:srgbClr val="000000"/>
                  </a:solidFill>
                </a:endParaRPr>
              </a:p>
            </p:txBody>
          </p:sp>
        </mc:Choice>
        <mc:Fallback>
          <p:sp>
            <p:nvSpPr>
              <p:cNvPr id="31" name="Object 7"/>
              <p:cNvSpPr txBox="1">
                <a:spLocks noRot="1" noChangeAspect="1" noMove="1" noResize="1" noEditPoints="1" noAdjustHandles="1" noChangeArrowheads="1" noChangeShapeType="1" noTextEdit="1"/>
              </p:cNvSpPr>
              <p:nvPr/>
            </p:nvSpPr>
            <p:spPr bwMode="auto">
              <a:xfrm>
                <a:off x="3660812" y="5949280"/>
                <a:ext cx="2999420" cy="694424"/>
              </a:xfrm>
              <a:prstGeom prst="rect">
                <a:avLst/>
              </a:prstGeom>
              <a:blipFill rotWithShape="1">
                <a:blip r:embed="rId1"/>
                <a:stretch>
                  <a:fillRect l="-319" t="-1458" r="-1153" b="-4981"/>
                </a:stretch>
              </a:blipFill>
              <a:ln w="19050">
                <a:solidFill>
                  <a:srgbClr val="FF0000"/>
                </a:solidFill>
                <a:miter lim="800000"/>
              </a:ln>
              <a:effectLst>
                <a:outerShdw dist="35921" dir="2700000" algn="ctr" rotWithShape="0">
                  <a:srgbClr val="808080">
                    <a:alpha val="74997"/>
                  </a:srgbClr>
                </a:outerShdw>
              </a:effectLst>
            </p:spPr>
            <p:txBody>
              <a:bodyPr/>
              <a:lstStyle/>
              <a:p>
                <a:r>
                  <a:rPr lang="zh-CN" altLang="en-US">
                    <a:noFill/>
                  </a:rPr>
                  <a:t> </a:t>
                </a:r>
              </a:p>
            </p:txBody>
          </p:sp>
        </mc:Fallback>
      </mc:AlternateContent>
      <p:sp>
        <p:nvSpPr>
          <p:cNvPr id="30722" name="Rectangle 4"/>
          <p:cNvSpPr>
            <a:spLocks noGrp="1" noChangeArrowheads="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a:spcBef>
                <a:spcPct val="0"/>
              </a:spcBef>
              <a:buFontTx/>
              <a:buNone/>
            </a:pPr>
            <a:fld id="{03666162-ED80-423E-86E8-F569B3605C69}" type="datetime1">
              <a:rPr kumimoji="0" lang="zh-CN" altLang="en-US" sz="1200" smtClean="0">
                <a:solidFill>
                  <a:srgbClr val="000000"/>
                </a:solidFill>
                <a:ea typeface="宋体" panose="02010600030101010101" pitchFamily="2" charset="-122"/>
              </a:rPr>
            </a:fld>
            <a:endParaRPr kumimoji="0" lang="en-US" altLang="zh-CN" sz="1200">
              <a:solidFill>
                <a:srgbClr val="000000"/>
              </a:solidFill>
              <a:ea typeface="宋体" panose="02010600030101010101" pitchFamily="2" charset="-122"/>
            </a:endParaRPr>
          </a:p>
        </p:txBody>
      </p:sp>
      <p:sp>
        <p:nvSpPr>
          <p:cNvPr id="11" name="Rectangle 3"/>
          <p:cNvSpPr txBox="1">
            <a:spLocks noChangeArrowheads="1"/>
          </p:cNvSpPr>
          <p:nvPr/>
        </p:nvSpPr>
        <p:spPr bwMode="auto">
          <a:xfrm>
            <a:off x="578103" y="491868"/>
            <a:ext cx="3495463" cy="574675"/>
          </a:xfrm>
          <a:prstGeom prst="rect">
            <a:avLst/>
          </a:prstGeom>
          <a:solidFill>
            <a:schemeClr val="tx1"/>
          </a:solidFill>
          <a:ln w="9525">
            <a:noFill/>
            <a:miter lim="800000"/>
          </a:ln>
          <a:effectLst>
            <a:outerShdw dist="35921" dir="2700000" algn="ctr" rotWithShape="0">
              <a:schemeClr val="bg2"/>
            </a:outerShdw>
          </a:effectLst>
        </p:spPr>
        <p:txBody>
          <a:bodyPr vert="horz" wrap="square" lIns="91440" tIns="45720" rIns="91440" bIns="45720" numCol="1" anchor="t" anchorCtr="0" compatLnSpc="1"/>
          <a:lstStyle>
            <a:lvl1pPr marL="342900" indent="-342900" algn="l" rtl="0" eaLnBrk="0" fontAlgn="base" hangingPunct="0">
              <a:spcBef>
                <a:spcPct val="20000"/>
              </a:spcBef>
              <a:spcAft>
                <a:spcPct val="0"/>
              </a:spcAft>
              <a:buChar char="•"/>
              <a:defRPr kumimoji="1" sz="3200">
                <a:solidFill>
                  <a:schemeClr val="tx1"/>
                </a:solidFill>
                <a:effectLst>
                  <a:outerShdw blurRad="38100" dist="38100" dir="2700000" algn="tl">
                    <a:srgbClr val="C0C0C0"/>
                  </a:outerShdw>
                </a:effectLst>
                <a:latin typeface="+mn-lt"/>
                <a:ea typeface="+mn-ea"/>
                <a:cs typeface="华文中宋" panose="02010600040101010101" charset="-122"/>
              </a:defRPr>
            </a:lvl1pPr>
            <a:lvl2pPr marL="742950" indent="-285750" algn="l" rtl="0" eaLnBrk="0" fontAlgn="base" hangingPunct="0">
              <a:spcBef>
                <a:spcPct val="20000"/>
              </a:spcBef>
              <a:spcAft>
                <a:spcPct val="0"/>
              </a:spcAft>
              <a:buChar char="–"/>
              <a:defRPr kumimoji="1" sz="2800">
                <a:solidFill>
                  <a:schemeClr val="tx1"/>
                </a:solidFill>
                <a:effectLst>
                  <a:outerShdw blurRad="38100" dist="38100" dir="2700000" algn="tl">
                    <a:srgbClr val="C0C0C0"/>
                  </a:outerShdw>
                </a:effectLst>
                <a:latin typeface="+mn-lt"/>
                <a:ea typeface="+mn-ea"/>
                <a:cs typeface="华文中宋" panose="02010600040101010101" charset="-122"/>
              </a:defRPr>
            </a:lvl2pPr>
            <a:lvl3pPr marL="1143000" indent="-228600" algn="l" rtl="0" eaLnBrk="0" fontAlgn="base" hangingPunct="0">
              <a:spcBef>
                <a:spcPct val="20000"/>
              </a:spcBef>
              <a:spcAft>
                <a:spcPct val="0"/>
              </a:spcAft>
              <a:buChar char="•"/>
              <a:defRPr kumimoji="1" sz="2400">
                <a:solidFill>
                  <a:schemeClr val="tx1"/>
                </a:solidFill>
                <a:effectLst>
                  <a:outerShdw blurRad="38100" dist="38100" dir="2700000" algn="tl">
                    <a:srgbClr val="C0C0C0"/>
                  </a:outerShdw>
                </a:effectLst>
                <a:latin typeface="+mn-lt"/>
                <a:ea typeface="+mn-ea"/>
                <a:cs typeface="华文中宋" panose="02010600040101010101" charset="-122"/>
              </a:defRPr>
            </a:lvl3pPr>
            <a:lvl4pPr marL="1600200" indent="-228600" algn="l" rtl="0" eaLnBrk="0" fontAlgn="base" hangingPunct="0">
              <a:spcBef>
                <a:spcPct val="20000"/>
              </a:spcBef>
              <a:spcAft>
                <a:spcPct val="0"/>
              </a:spcAft>
              <a:buChar char="–"/>
              <a:defRPr kumimoji="1" sz="2000">
                <a:solidFill>
                  <a:schemeClr val="tx1"/>
                </a:solidFill>
                <a:effectLst>
                  <a:outerShdw blurRad="38100" dist="38100" dir="2700000" algn="tl">
                    <a:srgbClr val="C0C0C0"/>
                  </a:outerShdw>
                </a:effectLst>
                <a:latin typeface="+mn-lt"/>
                <a:ea typeface="+mn-ea"/>
                <a:cs typeface="华文中宋" panose="02010600040101010101" charset="-122"/>
              </a:defRPr>
            </a:lvl4pPr>
            <a:lvl5pPr marL="2057400" indent="-228600" algn="l" rtl="0" eaLnBrk="0" fontAlgn="base" hangingPunct="0">
              <a:spcBef>
                <a:spcPct val="20000"/>
              </a:spcBef>
              <a:spcAft>
                <a:spcPct val="0"/>
              </a:spcAft>
              <a:buChar char="»"/>
              <a:defRPr kumimoji="1" sz="2000">
                <a:solidFill>
                  <a:schemeClr val="tx1"/>
                </a:solidFill>
                <a:effectLst>
                  <a:outerShdw blurRad="38100" dist="38100" dir="2700000" algn="tl">
                    <a:srgbClr val="C0C0C0"/>
                  </a:outerShdw>
                </a:effectLst>
                <a:latin typeface="+mn-lt"/>
                <a:ea typeface="+mn-ea"/>
                <a:cs typeface="华文中宋" panose="02010600040101010101" charset="-122"/>
              </a:defRPr>
            </a:lvl5pPr>
            <a:lvl6pPr marL="2514600" indent="-228600" algn="l" rtl="0" fontAlgn="base">
              <a:spcBef>
                <a:spcPct val="20000"/>
              </a:spcBef>
              <a:spcAft>
                <a:spcPct val="0"/>
              </a:spcAft>
              <a:buChar char="»"/>
              <a:defRPr sz="2000">
                <a:solidFill>
                  <a:schemeClr val="tx1"/>
                </a:solidFill>
                <a:effectLst>
                  <a:outerShdw blurRad="38100" dist="38100" dir="2700000" algn="tl">
                    <a:srgbClr val="C0C0C0"/>
                  </a:outerShdw>
                </a:effectLst>
                <a:latin typeface="+mn-lt"/>
                <a:ea typeface="+mn-ea"/>
              </a:defRPr>
            </a:lvl6pPr>
            <a:lvl7pPr marL="2971800" indent="-228600" algn="l" rtl="0" fontAlgn="base">
              <a:spcBef>
                <a:spcPct val="20000"/>
              </a:spcBef>
              <a:spcAft>
                <a:spcPct val="0"/>
              </a:spcAft>
              <a:buChar char="»"/>
              <a:defRPr sz="2000">
                <a:solidFill>
                  <a:schemeClr val="tx1"/>
                </a:solidFill>
                <a:effectLst>
                  <a:outerShdw blurRad="38100" dist="38100" dir="2700000" algn="tl">
                    <a:srgbClr val="C0C0C0"/>
                  </a:outerShdw>
                </a:effectLst>
                <a:latin typeface="+mn-lt"/>
                <a:ea typeface="+mn-ea"/>
              </a:defRPr>
            </a:lvl7pPr>
            <a:lvl8pPr marL="3429000" indent="-228600" algn="l" rtl="0" fontAlgn="base">
              <a:spcBef>
                <a:spcPct val="20000"/>
              </a:spcBef>
              <a:spcAft>
                <a:spcPct val="0"/>
              </a:spcAft>
              <a:buChar char="»"/>
              <a:defRPr sz="2000">
                <a:solidFill>
                  <a:schemeClr val="tx1"/>
                </a:solidFill>
                <a:effectLst>
                  <a:outerShdw blurRad="38100" dist="38100" dir="2700000" algn="tl">
                    <a:srgbClr val="C0C0C0"/>
                  </a:outerShdw>
                </a:effectLst>
                <a:latin typeface="+mn-lt"/>
                <a:ea typeface="+mn-ea"/>
              </a:defRPr>
            </a:lvl8pPr>
            <a:lvl9pPr marL="3886200" indent="-228600" algn="l" rtl="0" fontAlgn="base">
              <a:spcBef>
                <a:spcPct val="20000"/>
              </a:spcBef>
              <a:spcAft>
                <a:spcPct val="0"/>
              </a:spcAft>
              <a:buChar char="»"/>
              <a:defRPr sz="2000">
                <a:solidFill>
                  <a:schemeClr val="tx1"/>
                </a:solidFill>
                <a:effectLst>
                  <a:outerShdw blurRad="38100" dist="38100" dir="2700000" algn="tl">
                    <a:srgbClr val="C0C0C0"/>
                  </a:outerShdw>
                </a:effectLst>
                <a:latin typeface="+mn-lt"/>
                <a:ea typeface="+mn-ea"/>
              </a:defRPr>
            </a:lvl9pPr>
          </a:lstStyle>
          <a:p>
            <a:pPr marL="0" indent="0" eaLnBrk="1" hangingPunct="1">
              <a:buNone/>
              <a:defRPr/>
            </a:pPr>
            <a:r>
              <a:rPr kumimoji="0" lang="en-US" altLang="zh-CN" sz="2800" kern="0" dirty="0">
                <a:solidFill>
                  <a:srgbClr val="FF0000"/>
                </a:solidFill>
                <a:effectLst>
                  <a:outerShdw blurRad="38100" dist="38100" dir="2700000" algn="tl">
                    <a:srgbClr val="DDDDDD"/>
                  </a:outerShdw>
                </a:effectLst>
              </a:rPr>
              <a:t>1</a:t>
            </a:r>
            <a:r>
              <a:rPr kumimoji="0" lang="zh-CN" altLang="en-US" sz="2800" kern="0" dirty="0">
                <a:solidFill>
                  <a:srgbClr val="FF0000"/>
                </a:solidFill>
                <a:effectLst>
                  <a:outerShdw blurRad="38100" dist="38100" dir="2700000" algn="tl">
                    <a:srgbClr val="DDDDDD"/>
                  </a:outerShdw>
                </a:effectLst>
              </a:rPr>
              <a:t>、</a:t>
            </a:r>
            <a:r>
              <a:rPr kumimoji="0" lang="zh-CN" altLang="en-US" sz="2800" b="1" kern="0" dirty="0">
                <a:solidFill>
                  <a:srgbClr val="FF0000"/>
                </a:solidFill>
                <a:effectLst>
                  <a:outerShdw blurRad="38100" dist="38100" dir="2700000" algn="tl">
                    <a:srgbClr val="DDDDDD"/>
                  </a:outerShdw>
                </a:effectLst>
              </a:rPr>
              <a:t>指数类函数</a:t>
            </a:r>
            <a:endParaRPr kumimoji="0" lang="zh-CN" altLang="en-US" sz="2800" b="1" kern="0" dirty="0">
              <a:solidFill>
                <a:srgbClr val="FF0000"/>
              </a:solidFill>
              <a:effectLst>
                <a:outerShdw blurRad="38100" dist="38100" dir="2700000" algn="tl">
                  <a:srgbClr val="DDDDDD"/>
                </a:outerShdw>
              </a:effectLst>
            </a:endParaRPr>
          </a:p>
        </p:txBody>
      </p:sp>
      <p:sp>
        <p:nvSpPr>
          <p:cNvPr id="12" name="Rectangle 2"/>
          <p:cNvSpPr>
            <a:spLocks noChangeArrowheads="1"/>
          </p:cNvSpPr>
          <p:nvPr/>
        </p:nvSpPr>
        <p:spPr bwMode="auto">
          <a:xfrm>
            <a:off x="646732" y="-9946"/>
            <a:ext cx="7237635" cy="490537"/>
          </a:xfrm>
          <a:prstGeom prst="rect">
            <a:avLst/>
          </a:prstGeom>
          <a:solidFill>
            <a:schemeClr val="bg1"/>
          </a:solidFill>
          <a:ln>
            <a:noFill/>
          </a:ln>
          <a:effectLst>
            <a:outerShdw blurRad="63500" dist="38099" dir="2700000" algn="ctr" rotWithShape="0">
              <a:schemeClr val="bg2">
                <a:alpha val="74998"/>
              </a:schemeClr>
            </a:outerShdw>
          </a:effectLst>
        </p:spPr>
        <p:txBody>
          <a:bodyPr anchor="ctr"/>
          <a:lstStyle/>
          <a:p>
            <a:pPr eaLnBrk="1" hangingPunct="1">
              <a:defRPr/>
            </a:pPr>
            <a:r>
              <a:rPr lang="zh-CN" altLang="en-US" sz="2800" dirty="0">
                <a:effectLst>
                  <a:outerShdw blurRad="38100" dist="38100" dir="2700000" algn="tl">
                    <a:srgbClr val="000000"/>
                  </a:outerShdw>
                </a:effectLst>
                <a:ea typeface="黑体" panose="02010609060101010101" charset="-122"/>
              </a:rPr>
              <a:t>回顾</a:t>
            </a:r>
            <a:r>
              <a:rPr lang="en-US" altLang="zh-CN" sz="2800" dirty="0">
                <a:effectLst>
                  <a:outerShdw blurRad="38100" dist="38100" dir="2700000" algn="tl">
                    <a:srgbClr val="000000"/>
                  </a:outerShdw>
                </a:effectLst>
                <a:ea typeface="黑体" panose="02010609060101010101" charset="-122"/>
              </a:rPr>
              <a:t>3   </a:t>
            </a:r>
            <a:r>
              <a:rPr lang="zh-CN" altLang="en-US" sz="2800" dirty="0">
                <a:effectLst>
                  <a:outerShdw blurRad="38100" dist="38100" dir="2700000" algn="tl">
                    <a:srgbClr val="000000"/>
                  </a:outerShdw>
                </a:effectLst>
                <a:ea typeface="黑体" panose="02010609060101010101" charset="-122"/>
              </a:rPr>
              <a:t>常见信号的拉普拉斯变换</a:t>
            </a:r>
            <a:endParaRPr lang="zh-CN" altLang="en-US" sz="2800" dirty="0">
              <a:effectLst>
                <a:outerShdw blurRad="38100" dist="38100" dir="2700000" algn="tl">
                  <a:srgbClr val="000000"/>
                </a:outerShdw>
              </a:effectLst>
              <a:ea typeface="黑体" panose="02010609060101010101" charset="-122"/>
            </a:endParaRPr>
          </a:p>
        </p:txBody>
      </p:sp>
      <mc:AlternateContent xmlns:mc="http://schemas.openxmlformats.org/markup-compatibility/2006">
        <mc:Choice xmlns:a14="http://schemas.microsoft.com/office/drawing/2010/main" Requires="a14">
          <p:sp>
            <p:nvSpPr>
              <p:cNvPr id="28" name="Object 5"/>
              <p:cNvSpPr txBox="1">
                <a:spLocks noGrp="1"/>
              </p:cNvSpPr>
              <p:nvPr>
                <p:ph sz="half" idx="1"/>
              </p:nvPr>
            </p:nvSpPr>
            <p:spPr bwMode="auto">
              <a:xfrm>
                <a:off x="560985" y="1161688"/>
                <a:ext cx="2786879" cy="663575"/>
              </a:xfrm>
              <a:prstGeom prst="rect">
                <a:avLst/>
              </a:prstGeom>
              <a:solidFill>
                <a:schemeClr val="tx1"/>
              </a:solidFill>
              <a:ln>
                <a:noFill/>
              </a:ln>
              <a:effectLst/>
            </p:spPr>
            <p:txBody>
              <a:bodyPr>
                <a:normAutofit/>
              </a:bodyPr>
              <a:lstStyle/>
              <a:p>
                <a:pPr>
                  <a:buNone/>
                </a:pPr>
                <a14:m>
                  <m:oMathPara xmlns:m="http://schemas.openxmlformats.org/officeDocument/2006/math">
                    <m:oMathParaPr>
                      <m:jc m:val="left"/>
                    </m:oMathParaPr>
                    <m:oMath xmlns:m="http://schemas.openxmlformats.org/officeDocument/2006/math">
                      <m:r>
                        <a:rPr lang="en-US" altLang="zh-CN" sz="2800" b="0" i="1" smtClean="0">
                          <a:solidFill>
                            <a:srgbClr val="000000"/>
                          </a:solidFill>
                          <a:latin typeface="Cambria Math" panose="02040503050406030204" pitchFamily="18" charset="0"/>
                        </a:rPr>
                        <m:t>6</m:t>
                      </m:r>
                      <m:r>
                        <a:rPr lang="zh-CN" altLang="en-US" sz="2800" i="1">
                          <a:solidFill>
                            <a:srgbClr val="000000"/>
                          </a:solidFill>
                          <a:latin typeface="Cambria Math" panose="02040503050406030204" pitchFamily="18" charset="0"/>
                        </a:rPr>
                        <m:t>)</m:t>
                      </m:r>
                      <m:r>
                        <a:rPr lang="zh-CN" altLang="en-US" sz="2800" i="1">
                          <a:solidFill>
                            <a:srgbClr val="000000"/>
                          </a:solidFill>
                          <a:latin typeface="Cambria Math" panose="02040503050406030204" pitchFamily="18" charset="0"/>
                        </a:rPr>
                        <m:t>单边衰减余弦</m:t>
                      </m:r>
                    </m:oMath>
                  </m:oMathPara>
                </a14:m>
                <a:endParaRPr lang="zh-CN" altLang="en-US" sz="2800" dirty="0"/>
              </a:p>
            </p:txBody>
          </p:sp>
        </mc:Choice>
        <mc:Fallback>
          <p:sp>
            <p:nvSpPr>
              <p:cNvPr id="28" name="Object 5"/>
              <p:cNvSpPr txBox="1">
                <a:spLocks noRot="1" noChangeAspect="1" noMove="1" noResize="1" noEditPoints="1" noAdjustHandles="1" noChangeArrowheads="1" noChangeShapeType="1" noTextEdit="1"/>
              </p:cNvSpPr>
              <p:nvPr>
                <p:ph sz="half" idx="1"/>
              </p:nvPr>
            </p:nvSpPr>
            <p:spPr bwMode="auto">
              <a:xfrm>
                <a:off x="560985" y="1161688"/>
                <a:ext cx="2786879" cy="663575"/>
              </a:xfrm>
              <a:prstGeom prst="rect">
                <a:avLst/>
              </a:prstGeom>
              <a:blipFill rotWithShape="1">
                <a:blip r:embed="rId2"/>
                <a:stretch>
                  <a:fillRect l="-10" t="-41" r="5" b="41"/>
                </a:stretch>
              </a:blipFill>
              <a:ln>
                <a:noFill/>
              </a:ln>
              <a:effectLst/>
            </p:spPr>
            <p:txBody>
              <a:bodyPr/>
              <a:lstStyle/>
              <a:p>
                <a:r>
                  <a:rPr lang="zh-CN" altLang="en-US">
                    <a:noFill/>
                  </a:rPr>
                  <a:t> </a:t>
                </a:r>
              </a:p>
            </p:txBody>
          </p:sp>
        </mc:Fallback>
      </mc:AlternateContent>
      <p:graphicFrame>
        <p:nvGraphicFramePr>
          <p:cNvPr id="29" name="Object 8"/>
          <p:cNvGraphicFramePr>
            <a:graphicFrameLocks noChangeAspect="1"/>
          </p:cNvGraphicFramePr>
          <p:nvPr/>
        </p:nvGraphicFramePr>
        <p:xfrm>
          <a:off x="3275856" y="1052736"/>
          <a:ext cx="5688632" cy="799379"/>
        </p:xfrm>
        <a:graphic>
          <a:graphicData uri="http://schemas.openxmlformats.org/presentationml/2006/ole">
            <mc:AlternateContent xmlns:mc="http://schemas.openxmlformats.org/markup-compatibility/2006">
              <mc:Choice xmlns:v="urn:schemas-microsoft-com:vml" Requires="v">
                <p:oleObj spid="_x0000_s2" name="公式" r:id="rId3" imgW="55473600" imgH="10058400" progId="Equation.3">
                  <p:embed/>
                </p:oleObj>
              </mc:Choice>
              <mc:Fallback>
                <p:oleObj name="公式" r:id="rId3" imgW="55473600" imgH="10058400" progId="Equation.3">
                  <p:embed/>
                  <p:pic>
                    <p:nvPicPr>
                      <p:cNvPr id="0" name="Object 8"/>
                      <p:cNvPicPr>
                        <a:picLocks noChangeAspect="1" noChangeArrowheads="1"/>
                      </p:cNvPicPr>
                      <p:nvPr/>
                    </p:nvPicPr>
                    <p:blipFill>
                      <a:blip r:embed="rId4"/>
                      <a:srcRect/>
                      <a:stretch>
                        <a:fillRect/>
                      </a:stretch>
                    </p:blipFill>
                    <p:spPr bwMode="auto">
                      <a:xfrm>
                        <a:off x="3275856" y="1052736"/>
                        <a:ext cx="5688632" cy="799379"/>
                      </a:xfrm>
                      <a:prstGeom prst="rect">
                        <a:avLst/>
                      </a:prstGeom>
                      <a:solidFill>
                        <a:schemeClr val="tx1"/>
                      </a:solidFill>
                      <a:ln w="9525">
                        <a:solidFill>
                          <a:srgbClr val="FF0000"/>
                        </a:solidFill>
                        <a:miter lim="800000"/>
                        <a:headEnd/>
                        <a:tailEnd/>
                      </a:ln>
                      <a:effectLst>
                        <a:outerShdw dist="35921" dir="2700000" algn="ctr" rotWithShape="0">
                          <a:schemeClr val="bg2">
                            <a:alpha val="74997"/>
                          </a:schemeClr>
                        </a:outerShdw>
                      </a:effectLst>
                    </p:spPr>
                  </p:pic>
                </p:oleObj>
              </mc:Fallback>
            </mc:AlternateContent>
          </a:graphicData>
        </a:graphic>
      </p:graphicFrame>
      <mc:AlternateContent xmlns:mc="http://schemas.openxmlformats.org/markup-compatibility/2006">
        <mc:Choice xmlns:a14="http://schemas.microsoft.com/office/drawing/2010/main" Requires="a14">
          <p:sp>
            <p:nvSpPr>
              <p:cNvPr id="3" name="矩形 2"/>
              <p:cNvSpPr/>
              <p:nvPr/>
            </p:nvSpPr>
            <p:spPr>
              <a:xfrm>
                <a:off x="242397" y="2187815"/>
                <a:ext cx="3196000" cy="523285"/>
              </a:xfrm>
              <a:prstGeom prst="rect">
                <a:avLst/>
              </a:prstGeom>
            </p:spPr>
            <p:txBody>
              <a:bodyPr wrap="square">
                <a:spAutoFit/>
              </a:bodyPr>
              <a:lstStyle/>
              <a:p>
                <a14:m>
                  <m:oMathPara xmlns:m="http://schemas.openxmlformats.org/officeDocument/2006/math">
                    <m:oMathParaPr>
                      <m:jc m:val="centerGroup"/>
                    </m:oMathParaPr>
                    <m:oMath xmlns:m="http://schemas.openxmlformats.org/officeDocument/2006/math">
                      <m:r>
                        <a:rPr kumimoji="1" lang="en-US" altLang="zh-CN" sz="2800" i="1">
                          <a:solidFill>
                            <a:srgbClr val="000000"/>
                          </a:solidFill>
                          <a:effectLst>
                            <a:outerShdw blurRad="38100" dist="38100" dir="2700000" algn="tl">
                              <a:srgbClr val="C0C0C0"/>
                            </a:outerShdw>
                          </a:effectLst>
                          <a:latin typeface="Cambria Math" panose="02040503050406030204" pitchFamily="18" charset="0"/>
                          <a:ea typeface="+mn-ea"/>
                          <a:cs typeface="华文中宋" panose="02010600040101010101" charset="-122"/>
                        </a:rPr>
                        <m:t>7</m:t>
                      </m:r>
                      <m:r>
                        <a:rPr kumimoji="1" lang="zh-CN" altLang="en-US" sz="2800" i="1">
                          <a:solidFill>
                            <a:srgbClr val="000000"/>
                          </a:solidFill>
                          <a:effectLst>
                            <a:outerShdw blurRad="38100" dist="38100" dir="2700000" algn="tl">
                              <a:srgbClr val="C0C0C0"/>
                            </a:outerShdw>
                          </a:effectLst>
                          <a:latin typeface="Cambria Math" panose="02040503050406030204" pitchFamily="18" charset="0"/>
                          <a:ea typeface="+mn-ea"/>
                          <a:cs typeface="华文中宋" panose="02010600040101010101" charset="-122"/>
                        </a:rPr>
                        <m:t>)</m:t>
                      </m:r>
                      <m:r>
                        <a:rPr kumimoji="1" lang="zh-CN" altLang="en-US" sz="2800" i="1">
                          <a:solidFill>
                            <a:srgbClr val="000000"/>
                          </a:solidFill>
                          <a:effectLst>
                            <a:outerShdw blurRad="38100" dist="38100" dir="2700000" algn="tl">
                              <a:srgbClr val="C0C0C0"/>
                            </a:outerShdw>
                          </a:effectLst>
                          <a:latin typeface="Cambria Math" panose="02040503050406030204" pitchFamily="18" charset="0"/>
                          <a:ea typeface="+mn-ea"/>
                          <a:cs typeface="华文中宋" panose="02010600040101010101" charset="-122"/>
                        </a:rPr>
                        <m:t>单边双曲正弦</m:t>
                      </m:r>
                    </m:oMath>
                  </m:oMathPara>
                </a14:m>
                <a:br>
                  <a:rPr lang="zh-CN" altLang="en-US" i="1" dirty="0">
                    <a:solidFill>
                      <a:srgbClr val="000000"/>
                    </a:solidFill>
                    <a:latin typeface="Cambria Math" panose="02040503050406030204" pitchFamily="18" charset="0"/>
                  </a:rPr>
                </a:br>
                <a:endParaRPr lang="zh-CN" altLang="en-US" dirty="0"/>
              </a:p>
            </p:txBody>
          </p:sp>
        </mc:Choice>
        <mc:Fallback>
          <p:sp>
            <p:nvSpPr>
              <p:cNvPr id="3" name="矩形 2"/>
              <p:cNvSpPr>
                <a:spLocks noRot="1" noChangeAspect="1" noMove="1" noResize="1" noEditPoints="1" noAdjustHandles="1" noChangeArrowheads="1" noChangeShapeType="1" noTextEdit="1"/>
              </p:cNvSpPr>
              <p:nvPr/>
            </p:nvSpPr>
            <p:spPr>
              <a:xfrm>
                <a:off x="242397" y="2187815"/>
                <a:ext cx="3196000" cy="523285"/>
              </a:xfrm>
              <a:prstGeom prst="rect">
                <a:avLst/>
              </a:prstGeom>
              <a:blipFill rotWithShape="1">
                <a:blip r:embed="rId5"/>
                <a:stretch>
                  <a:fillRect l="-14" t="-46" r="16" b="-42660"/>
                </a:stretch>
              </a:blipFill>
            </p:spPr>
            <p:txBody>
              <a:bodyPr/>
              <a:lstStyle/>
              <a:p>
                <a:r>
                  <a:rPr lang="zh-CN" altLang="en-US">
                    <a:noFill/>
                  </a:rPr>
                  <a:t> </a:t>
                </a:r>
              </a:p>
            </p:txBody>
          </p:sp>
        </mc:Fallback>
      </mc:AlternateContent>
      <p:graphicFrame>
        <p:nvGraphicFramePr>
          <p:cNvPr id="13" name="Object 8"/>
          <p:cNvGraphicFramePr>
            <a:graphicFrameLocks noChangeAspect="1"/>
          </p:cNvGraphicFramePr>
          <p:nvPr/>
        </p:nvGraphicFramePr>
        <p:xfrm>
          <a:off x="3616391" y="2081458"/>
          <a:ext cx="4440238" cy="849312"/>
        </p:xfrm>
        <a:graphic>
          <a:graphicData uri="http://schemas.openxmlformats.org/presentationml/2006/ole">
            <mc:AlternateContent xmlns:mc="http://schemas.openxmlformats.org/markup-compatibility/2006">
              <mc:Choice xmlns:v="urn:schemas-microsoft-com:vml" Requires="v">
                <p:oleObj spid="_x0000_s4" name="公式" r:id="rId6" imgW="43281600" imgH="10668000" progId="Equation.3">
                  <p:embed/>
                </p:oleObj>
              </mc:Choice>
              <mc:Fallback>
                <p:oleObj name="公式" r:id="rId6" imgW="43281600" imgH="10668000" progId="Equation.3">
                  <p:embed/>
                  <p:pic>
                    <p:nvPicPr>
                      <p:cNvPr id="0" name="Object 8"/>
                      <p:cNvPicPr>
                        <a:picLocks noChangeAspect="1" noChangeArrowheads="1"/>
                      </p:cNvPicPr>
                      <p:nvPr/>
                    </p:nvPicPr>
                    <p:blipFill>
                      <a:blip r:embed="rId7"/>
                      <a:srcRect/>
                      <a:stretch>
                        <a:fillRect/>
                      </a:stretch>
                    </p:blipFill>
                    <p:spPr bwMode="auto">
                      <a:xfrm>
                        <a:off x="3616391" y="2081458"/>
                        <a:ext cx="4440238" cy="849312"/>
                      </a:xfrm>
                      <a:prstGeom prst="rect">
                        <a:avLst/>
                      </a:prstGeom>
                      <a:solidFill>
                        <a:schemeClr val="tx1"/>
                      </a:solidFill>
                      <a:ln w="9525">
                        <a:solidFill>
                          <a:srgbClr val="FF0000"/>
                        </a:solidFill>
                        <a:miter lim="800000"/>
                        <a:headEnd/>
                        <a:tailEnd/>
                      </a:ln>
                      <a:effectLst>
                        <a:outerShdw dist="35921" dir="2700000" algn="ctr" rotWithShape="0">
                          <a:schemeClr val="bg2">
                            <a:alpha val="74997"/>
                          </a:schemeClr>
                        </a:outerShdw>
                      </a:effectLst>
                    </p:spPr>
                  </p:pic>
                </p:oleObj>
              </mc:Fallback>
            </mc:AlternateContent>
          </a:graphicData>
        </a:graphic>
      </p:graphicFrame>
      <mc:AlternateContent xmlns:mc="http://schemas.openxmlformats.org/markup-compatibility/2006">
        <mc:Choice xmlns:a14="http://schemas.microsoft.com/office/drawing/2010/main" Requires="a14">
          <p:sp>
            <p:nvSpPr>
              <p:cNvPr id="5" name="矩形 4"/>
              <p:cNvSpPr/>
              <p:nvPr/>
            </p:nvSpPr>
            <p:spPr>
              <a:xfrm>
                <a:off x="395536" y="3300903"/>
                <a:ext cx="2802369" cy="523220"/>
              </a:xfrm>
              <a:prstGeom prst="rect">
                <a:avLst/>
              </a:prstGeom>
            </p:spPr>
            <p:txBody>
              <a:bodyPr wrap="none">
                <a:spAutoFit/>
              </a:bodyPr>
              <a:lstStyle/>
              <a:p>
                <a14:m>
                  <m:oMathPara xmlns:m="http://schemas.openxmlformats.org/officeDocument/2006/math">
                    <m:oMathParaPr>
                      <m:jc m:val="centerGroup"/>
                    </m:oMathParaPr>
                    <m:oMath xmlns:m="http://schemas.openxmlformats.org/officeDocument/2006/math">
                      <m:r>
                        <a:rPr kumimoji="1" lang="en-US" altLang="zh-CN" sz="2800" i="1">
                          <a:solidFill>
                            <a:srgbClr val="000000"/>
                          </a:solidFill>
                          <a:effectLst>
                            <a:outerShdw blurRad="38100" dist="38100" dir="2700000" algn="tl">
                              <a:srgbClr val="C0C0C0"/>
                            </a:outerShdw>
                          </a:effectLst>
                          <a:latin typeface="Cambria Math" panose="02040503050406030204" pitchFamily="18" charset="0"/>
                          <a:ea typeface="+mn-ea"/>
                          <a:cs typeface="华文中宋" panose="02010600040101010101" charset="-122"/>
                        </a:rPr>
                        <m:t>𝟖</m:t>
                      </m:r>
                      <m:r>
                        <a:rPr kumimoji="1" lang="zh-CN" altLang="en-US" sz="2800" i="1">
                          <a:solidFill>
                            <a:srgbClr val="000000"/>
                          </a:solidFill>
                          <a:effectLst>
                            <a:outerShdw blurRad="38100" dist="38100" dir="2700000" algn="tl">
                              <a:srgbClr val="C0C0C0"/>
                            </a:outerShdw>
                          </a:effectLst>
                          <a:latin typeface="Cambria Math" panose="02040503050406030204" pitchFamily="18" charset="0"/>
                          <a:ea typeface="+mn-ea"/>
                          <a:cs typeface="华文中宋" panose="02010600040101010101" charset="-122"/>
                        </a:rPr>
                        <m:t>)</m:t>
                      </m:r>
                      <m:r>
                        <a:rPr kumimoji="1" lang="zh-CN" altLang="en-US" sz="2800" i="1">
                          <a:solidFill>
                            <a:srgbClr val="000000"/>
                          </a:solidFill>
                          <a:effectLst>
                            <a:outerShdw blurRad="38100" dist="38100" dir="2700000" algn="tl">
                              <a:srgbClr val="C0C0C0"/>
                            </a:outerShdw>
                          </a:effectLst>
                          <a:latin typeface="Cambria Math" panose="02040503050406030204" pitchFamily="18" charset="0"/>
                          <a:ea typeface="+mn-ea"/>
                          <a:cs typeface="华文中宋" panose="02010600040101010101" charset="-122"/>
                        </a:rPr>
                        <m:t>单边双曲余弦</m:t>
                      </m:r>
                    </m:oMath>
                  </m:oMathPara>
                </a14:m>
                <a:endParaRPr kumimoji="1" lang="zh-CN" altLang="en-US" sz="2800" i="1" dirty="0">
                  <a:solidFill>
                    <a:srgbClr val="000000"/>
                  </a:solidFill>
                  <a:effectLst>
                    <a:outerShdw blurRad="38100" dist="38100" dir="2700000" algn="tl">
                      <a:srgbClr val="C0C0C0"/>
                    </a:outerShdw>
                  </a:effectLst>
                  <a:latin typeface="Cambria Math" panose="02040503050406030204" pitchFamily="18" charset="0"/>
                  <a:ea typeface="+mn-ea"/>
                  <a:cs typeface="华文中宋" panose="02010600040101010101" charset="-122"/>
                </a:endParaRPr>
              </a:p>
            </p:txBody>
          </p:sp>
        </mc:Choice>
        <mc:Fallback>
          <p:sp>
            <p:nvSpPr>
              <p:cNvPr id="5" name="矩形 4"/>
              <p:cNvSpPr>
                <a:spLocks noRot="1" noChangeAspect="1" noMove="1" noResize="1" noEditPoints="1" noAdjustHandles="1" noChangeArrowheads="1" noChangeShapeType="1" noTextEdit="1"/>
              </p:cNvSpPr>
              <p:nvPr/>
            </p:nvSpPr>
            <p:spPr>
              <a:xfrm>
                <a:off x="395536" y="3300903"/>
                <a:ext cx="2802369" cy="523220"/>
              </a:xfrm>
              <a:prstGeom prst="rect">
                <a:avLst/>
              </a:prstGeom>
              <a:blipFill rotWithShape="1">
                <a:blip r:embed="rId8"/>
                <a:stretch>
                  <a:fillRect l="-20" t="-33" r="2" b="29"/>
                </a:stretch>
              </a:blipFill>
            </p:spPr>
            <p:txBody>
              <a:bodyPr/>
              <a:lstStyle/>
              <a:p>
                <a:r>
                  <a:rPr lang="zh-CN" altLang="en-US">
                    <a:noFill/>
                  </a:rPr>
                  <a:t> </a:t>
                </a:r>
              </a:p>
            </p:txBody>
          </p:sp>
        </mc:Fallback>
      </mc:AlternateContent>
      <p:graphicFrame>
        <p:nvGraphicFramePr>
          <p:cNvPr id="14" name="Object 8"/>
          <p:cNvGraphicFramePr>
            <a:graphicFrameLocks noChangeAspect="1"/>
          </p:cNvGraphicFramePr>
          <p:nvPr/>
        </p:nvGraphicFramePr>
        <p:xfrm>
          <a:off x="3635896" y="3160113"/>
          <a:ext cx="4440238" cy="849312"/>
        </p:xfrm>
        <a:graphic>
          <a:graphicData uri="http://schemas.openxmlformats.org/presentationml/2006/ole">
            <mc:AlternateContent xmlns:mc="http://schemas.openxmlformats.org/markup-compatibility/2006">
              <mc:Choice xmlns:v="urn:schemas-microsoft-com:vml" Requires="v">
                <p:oleObj spid="_x0000_s6" name="公式" r:id="rId9" imgW="43281600" imgH="10668000" progId="Equation.3">
                  <p:embed/>
                </p:oleObj>
              </mc:Choice>
              <mc:Fallback>
                <p:oleObj name="公式" r:id="rId9" imgW="43281600" imgH="10668000" progId="Equation.3">
                  <p:embed/>
                  <p:pic>
                    <p:nvPicPr>
                      <p:cNvPr id="0" name="Object 8"/>
                      <p:cNvPicPr>
                        <a:picLocks noChangeAspect="1" noChangeArrowheads="1"/>
                      </p:cNvPicPr>
                      <p:nvPr/>
                    </p:nvPicPr>
                    <p:blipFill>
                      <a:blip r:embed="rId10"/>
                      <a:srcRect/>
                      <a:stretch>
                        <a:fillRect/>
                      </a:stretch>
                    </p:blipFill>
                    <p:spPr bwMode="auto">
                      <a:xfrm>
                        <a:off x="3635896" y="3160113"/>
                        <a:ext cx="4440238" cy="849312"/>
                      </a:xfrm>
                      <a:prstGeom prst="rect">
                        <a:avLst/>
                      </a:prstGeom>
                      <a:solidFill>
                        <a:schemeClr val="tx1"/>
                      </a:solidFill>
                      <a:ln w="9525">
                        <a:solidFill>
                          <a:srgbClr val="FF0000"/>
                        </a:solidFill>
                        <a:miter lim="800000"/>
                        <a:headEnd/>
                        <a:tailEnd/>
                      </a:ln>
                      <a:effectLst>
                        <a:outerShdw dist="35921" dir="2700000" algn="ctr" rotWithShape="0">
                          <a:schemeClr val="bg2">
                            <a:alpha val="74997"/>
                          </a:schemeClr>
                        </a:outerShdw>
                      </a:effectLst>
                    </p:spPr>
                  </p:pic>
                </p:oleObj>
              </mc:Fallback>
            </mc:AlternateContent>
          </a:graphicData>
        </a:graphic>
      </p:graphicFrame>
      <mc:AlternateContent xmlns:mc="http://schemas.openxmlformats.org/markup-compatibility/2006">
        <mc:Choice xmlns:a14="http://schemas.microsoft.com/office/drawing/2010/main" Requires="a14">
          <p:sp>
            <p:nvSpPr>
              <p:cNvPr id="7" name="文本框 6"/>
              <p:cNvSpPr txBox="1"/>
              <p:nvPr/>
            </p:nvSpPr>
            <p:spPr>
              <a:xfrm>
                <a:off x="507489" y="4257576"/>
                <a:ext cx="6912768" cy="523220"/>
              </a:xfrm>
              <a:prstGeom prst="rect">
                <a:avLst/>
              </a:prstGeom>
              <a:noFill/>
            </p:spPr>
            <p:txBody>
              <a:bodyPr wrap="square">
                <a:spAutoFit/>
              </a:bodyPr>
              <a:lstStyle/>
              <a:p>
                <a:pPr>
                  <a:buNone/>
                </a:pPr>
                <a14:m>
                  <m:oMathPara xmlns:m="http://schemas.openxmlformats.org/officeDocument/2006/math">
                    <m:oMathParaPr>
                      <m:jc m:val="left"/>
                    </m:oMathParaPr>
                    <m:oMath xmlns:m="http://schemas.openxmlformats.org/officeDocument/2006/math">
                      <m:r>
                        <a:rPr lang="zh-CN" altLang="en-US" sz="2800" kern="0">
                          <a:solidFill>
                            <a:srgbClr val="FF0000"/>
                          </a:solidFill>
                          <a:effectLst>
                            <a:outerShdw blurRad="38100" dist="38100" dir="2700000" algn="tl">
                              <a:srgbClr val="DDDDDD"/>
                            </a:outerShdw>
                          </a:effectLst>
                          <a:latin typeface="+mn-lt"/>
                          <a:ea typeface="+mn-ea"/>
                          <a:cs typeface="华文中宋" panose="02010600040101010101" charset="-122"/>
                        </a:rPr>
                        <m:t>2</m:t>
                      </m:r>
                      <m:r>
                        <a:rPr lang="zh-CN" altLang="en-US" sz="2800" kern="0">
                          <a:solidFill>
                            <a:srgbClr val="FF0000"/>
                          </a:solidFill>
                          <a:effectLst>
                            <a:outerShdw blurRad="38100" dist="38100" dir="2700000" algn="tl">
                              <a:srgbClr val="DDDDDD"/>
                            </a:outerShdw>
                          </a:effectLst>
                          <a:latin typeface="+mn-lt"/>
                          <a:ea typeface="+mn-ea"/>
                          <a:cs typeface="华文中宋" panose="02010600040101010101" charset="-122"/>
                        </a:rPr>
                        <m:t>、</m:t>
                      </m:r>
                      <m:r>
                        <a:rPr lang="zh-CN" altLang="en-US" sz="2800" kern="0">
                          <a:solidFill>
                            <a:srgbClr val="FF0000"/>
                          </a:solidFill>
                          <a:effectLst>
                            <a:outerShdw blurRad="38100" dist="38100" dir="2700000" algn="tl">
                              <a:srgbClr val="DDDDDD"/>
                            </a:outerShdw>
                          </a:effectLst>
                          <a:latin typeface="+mn-lt"/>
                          <a:ea typeface="+mn-ea"/>
                          <a:cs typeface="华文中宋" panose="02010600040101010101" charset="-122"/>
                        </a:rPr>
                        <m:t>𝑡</m:t>
                      </m:r>
                      <m:r>
                        <a:rPr lang="zh-CN" altLang="en-US" sz="2800" kern="0">
                          <a:solidFill>
                            <a:srgbClr val="FF0000"/>
                          </a:solidFill>
                          <a:effectLst>
                            <a:outerShdw blurRad="38100" dist="38100" dir="2700000" algn="tl">
                              <a:srgbClr val="DDDDDD"/>
                            </a:outerShdw>
                          </a:effectLst>
                          <a:latin typeface="+mn-lt"/>
                          <a:ea typeface="+mn-ea"/>
                          <a:cs typeface="华文中宋" panose="02010600040101010101" charset="-122"/>
                        </a:rPr>
                        <m:t>的正整数幂函数</m:t>
                      </m:r>
                      <m:sSup>
                        <m:sSupPr>
                          <m:ctrlPr>
                            <a:rPr lang="zh-CN" altLang="en-US" sz="2800" kern="0">
                              <a:solidFill>
                                <a:srgbClr val="FF0000"/>
                              </a:solidFill>
                              <a:effectLst>
                                <a:outerShdw blurRad="38100" dist="38100" dir="2700000" algn="tl">
                                  <a:srgbClr val="DDDDDD"/>
                                </a:outerShdw>
                              </a:effectLst>
                              <a:latin typeface="+mn-lt"/>
                              <a:ea typeface="+mn-ea"/>
                              <a:cs typeface="华文中宋" panose="02010600040101010101" charset="-122"/>
                            </a:rPr>
                          </m:ctrlPr>
                        </m:sSupPr>
                        <m:e>
                          <m:r>
                            <a:rPr lang="zh-CN" altLang="en-US" sz="2800" kern="0">
                              <a:solidFill>
                                <a:srgbClr val="FF0000"/>
                              </a:solidFill>
                              <a:effectLst>
                                <a:outerShdw blurRad="38100" dist="38100" dir="2700000" algn="tl">
                                  <a:srgbClr val="DDDDDD"/>
                                </a:outerShdw>
                              </a:effectLst>
                              <a:latin typeface="+mn-lt"/>
                              <a:ea typeface="+mn-ea"/>
                              <a:cs typeface="华文中宋" panose="02010600040101010101" charset="-122"/>
                            </a:rPr>
                            <m:t>𝑡</m:t>
                          </m:r>
                        </m:e>
                        <m:sup>
                          <m:r>
                            <a:rPr lang="zh-CN" altLang="en-US" sz="2800" kern="0">
                              <a:solidFill>
                                <a:srgbClr val="FF0000"/>
                              </a:solidFill>
                              <a:effectLst>
                                <a:outerShdw blurRad="38100" dist="38100" dir="2700000" algn="tl">
                                  <a:srgbClr val="DDDDDD"/>
                                </a:outerShdw>
                              </a:effectLst>
                              <a:latin typeface="+mn-lt"/>
                              <a:ea typeface="+mn-ea"/>
                              <a:cs typeface="华文中宋" panose="02010600040101010101" charset="-122"/>
                            </a:rPr>
                            <m:t>𝑛</m:t>
                          </m:r>
                        </m:sup>
                      </m:sSup>
                      <m:r>
                        <a:rPr lang="zh-CN" altLang="en-US" sz="2800" kern="0">
                          <a:solidFill>
                            <a:srgbClr val="FF0000"/>
                          </a:solidFill>
                          <a:effectLst>
                            <a:outerShdw blurRad="38100" dist="38100" dir="2700000" algn="tl">
                              <a:srgbClr val="DDDDDD"/>
                            </a:outerShdw>
                          </a:effectLst>
                          <a:latin typeface="+mn-lt"/>
                          <a:ea typeface="+mn-ea"/>
                          <a:cs typeface="华文中宋" panose="02010600040101010101" charset="-122"/>
                        </a:rPr>
                        <m:t>𝜀</m:t>
                      </m:r>
                      <m:r>
                        <a:rPr lang="zh-CN" altLang="en-US" sz="2800" kern="0">
                          <a:solidFill>
                            <a:srgbClr val="FF0000"/>
                          </a:solidFill>
                          <a:effectLst>
                            <a:outerShdw blurRad="38100" dist="38100" dir="2700000" algn="tl">
                              <a:srgbClr val="DDDDDD"/>
                            </a:outerShdw>
                          </a:effectLst>
                          <a:latin typeface="+mn-lt"/>
                          <a:ea typeface="+mn-ea"/>
                          <a:cs typeface="华文中宋" panose="02010600040101010101" charset="-122"/>
                        </a:rPr>
                        <m:t>(</m:t>
                      </m:r>
                      <m:r>
                        <a:rPr lang="zh-CN" altLang="en-US" sz="2800" kern="0">
                          <a:solidFill>
                            <a:srgbClr val="FF0000"/>
                          </a:solidFill>
                          <a:effectLst>
                            <a:outerShdw blurRad="38100" dist="38100" dir="2700000" algn="tl">
                              <a:srgbClr val="DDDDDD"/>
                            </a:outerShdw>
                          </a:effectLst>
                          <a:latin typeface="+mn-lt"/>
                          <a:ea typeface="+mn-ea"/>
                          <a:cs typeface="华文中宋" panose="02010600040101010101" charset="-122"/>
                        </a:rPr>
                        <m:t>𝑡</m:t>
                      </m:r>
                      <m:r>
                        <a:rPr lang="zh-CN" altLang="en-US" sz="2800" kern="0">
                          <a:solidFill>
                            <a:srgbClr val="FF0000"/>
                          </a:solidFill>
                          <a:effectLst>
                            <a:outerShdw blurRad="38100" dist="38100" dir="2700000" algn="tl">
                              <a:srgbClr val="DDDDDD"/>
                            </a:outerShdw>
                          </a:effectLst>
                          <a:latin typeface="+mn-lt"/>
                          <a:ea typeface="+mn-ea"/>
                          <a:cs typeface="华文中宋" panose="02010600040101010101" charset="-122"/>
                        </a:rPr>
                        <m:t>)(</m:t>
                      </m:r>
                      <m:r>
                        <m:rPr>
                          <m:sty m:val="p"/>
                        </m:rPr>
                        <a:rPr lang="zh-CN" altLang="en-US" sz="2800" kern="0">
                          <a:solidFill>
                            <a:srgbClr val="FF0000"/>
                          </a:solidFill>
                          <a:effectLst>
                            <a:outerShdw blurRad="38100" dist="38100" dir="2700000" algn="tl">
                              <a:srgbClr val="DDDDDD"/>
                            </a:outerShdw>
                          </a:effectLst>
                          <a:latin typeface="+mn-lt"/>
                          <a:ea typeface="+mn-ea"/>
                          <a:cs typeface="华文中宋" panose="02010600040101010101" charset="-122"/>
                        </a:rPr>
                        <m:t>n</m:t>
                      </m:r>
                      <m:r>
                        <a:rPr lang="zh-CN" altLang="en-US" sz="2800" kern="0">
                          <a:solidFill>
                            <a:srgbClr val="FF0000"/>
                          </a:solidFill>
                          <a:effectLst>
                            <a:outerShdw blurRad="38100" dist="38100" dir="2700000" algn="tl">
                              <a:srgbClr val="DDDDDD"/>
                            </a:outerShdw>
                          </a:effectLst>
                          <a:latin typeface="+mn-lt"/>
                          <a:ea typeface="+mn-ea"/>
                          <a:cs typeface="华文中宋" panose="02010600040101010101" charset="-122"/>
                        </a:rPr>
                        <m:t>为正整数</m:t>
                      </m:r>
                      <m:r>
                        <a:rPr lang="zh-CN" altLang="en-US" sz="2800" kern="0">
                          <a:solidFill>
                            <a:srgbClr val="FF0000"/>
                          </a:solidFill>
                          <a:effectLst>
                            <a:outerShdw blurRad="38100" dist="38100" dir="2700000" algn="tl">
                              <a:srgbClr val="DDDDDD"/>
                            </a:outerShdw>
                          </a:effectLst>
                          <a:latin typeface="+mn-lt"/>
                          <a:ea typeface="+mn-ea"/>
                          <a:cs typeface="华文中宋" panose="02010600040101010101" charset="-122"/>
                        </a:rPr>
                        <m:t>)</m:t>
                      </m:r>
                    </m:oMath>
                  </m:oMathPara>
                </a14:m>
                <a:endParaRPr lang="zh-CN" altLang="en-US" sz="2800" kern="0" dirty="0">
                  <a:solidFill>
                    <a:srgbClr val="FF0000"/>
                  </a:solidFill>
                  <a:effectLst>
                    <a:outerShdw blurRad="38100" dist="38100" dir="2700000" algn="tl">
                      <a:srgbClr val="DDDDDD"/>
                    </a:outerShdw>
                  </a:effectLst>
                  <a:latin typeface="+mn-lt"/>
                  <a:ea typeface="+mn-ea"/>
                  <a:cs typeface="华文中宋" panose="02010600040101010101" charset="-122"/>
                </a:endParaRPr>
              </a:p>
            </p:txBody>
          </p:sp>
        </mc:Choice>
        <mc:Fallback>
          <p:sp>
            <p:nvSpPr>
              <p:cNvPr id="7" name="文本框 6"/>
              <p:cNvSpPr txBox="1">
                <a:spLocks noRot="1" noChangeAspect="1" noMove="1" noResize="1" noEditPoints="1" noAdjustHandles="1" noChangeArrowheads="1" noChangeShapeType="1" noTextEdit="1"/>
              </p:cNvSpPr>
              <p:nvPr/>
            </p:nvSpPr>
            <p:spPr>
              <a:xfrm>
                <a:off x="507489" y="4257576"/>
                <a:ext cx="6912768" cy="523220"/>
              </a:xfrm>
              <a:prstGeom prst="rect">
                <a:avLst/>
              </a:prstGeom>
              <a:blipFill rotWithShape="1">
                <a:blip r:embed="rId11"/>
                <a:stretch>
                  <a:fillRect l="-2" t="-102" r="4" b="99"/>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5" name="Object 7"/>
              <p:cNvSpPr txBox="1"/>
              <p:nvPr/>
            </p:nvSpPr>
            <p:spPr bwMode="auto">
              <a:xfrm>
                <a:off x="3635896" y="4840486"/>
                <a:ext cx="3024336" cy="1008063"/>
              </a:xfrm>
              <a:prstGeom prst="rect">
                <a:avLst/>
              </a:prstGeom>
              <a:solidFill>
                <a:schemeClr val="tx1"/>
              </a:solidFill>
              <a:ln w="19050">
                <a:solidFill>
                  <a:srgbClr val="FF0000"/>
                </a:solidFill>
                <a:miter lim="800000"/>
              </a:ln>
              <a:effectLst>
                <a:outerShdw dist="35921" dir="2700000" algn="ctr" rotWithShape="0">
                  <a:srgbClr val="808080">
                    <a:alpha val="74997"/>
                  </a:srgbClr>
                </a:outerShdw>
              </a:effectLst>
            </p:spPr>
            <p:txBody>
              <a:bodyPr>
                <a:noAutofit/>
              </a:bodyPr>
              <a:lstStyle/>
              <a:p>
                <a14:m>
                  <m:oMathPara xmlns:m="http://schemas.openxmlformats.org/officeDocument/2006/math">
                    <m:oMathParaPr>
                      <m:jc m:val="left"/>
                    </m:oMathParaPr>
                    <m:oMath xmlns:m="http://schemas.openxmlformats.org/officeDocument/2006/math">
                      <m:sSup>
                        <m:sSupPr>
                          <m:ctrlPr>
                            <a:rPr lang="zh-CN" altLang="en-US" sz="3200" i="1" kern="0" smtClean="0">
                              <a:solidFill>
                                <a:srgbClr val="000000"/>
                              </a:solidFill>
                              <a:effectLst>
                                <a:outerShdw blurRad="38100" dist="38100" dir="2700000" algn="tl">
                                  <a:srgbClr val="DDDDDD"/>
                                </a:outerShdw>
                              </a:effectLst>
                              <a:latin typeface="Cambria Math" panose="02040503050406030204" pitchFamily="18" charset="0"/>
                              <a:cs typeface="华文中宋" panose="02010600040101010101" charset="-122"/>
                            </a:rPr>
                          </m:ctrlPr>
                        </m:sSupPr>
                        <m:e>
                          <m:r>
                            <a:rPr lang="zh-CN" altLang="en-US" sz="3200" kern="0">
                              <a:solidFill>
                                <a:srgbClr val="000000"/>
                              </a:solidFill>
                              <a:effectLst>
                                <a:outerShdw blurRad="38100" dist="38100" dir="2700000" algn="tl">
                                  <a:srgbClr val="DDDDDD"/>
                                </a:outerShdw>
                              </a:effectLst>
                              <a:latin typeface="Cambria Math" panose="02040503050406030204" pitchFamily="18" charset="0"/>
                              <a:cs typeface="华文中宋" panose="02010600040101010101" charset="-122"/>
                            </a:rPr>
                            <m:t>𝑡</m:t>
                          </m:r>
                        </m:e>
                        <m:sup>
                          <m:r>
                            <a:rPr lang="zh-CN" altLang="en-US" sz="3200" kern="0">
                              <a:solidFill>
                                <a:srgbClr val="000000"/>
                              </a:solidFill>
                              <a:effectLst>
                                <a:outerShdw blurRad="38100" dist="38100" dir="2700000" algn="tl">
                                  <a:srgbClr val="DDDDDD"/>
                                </a:outerShdw>
                              </a:effectLst>
                              <a:latin typeface="Cambria Math" panose="02040503050406030204" pitchFamily="18" charset="0"/>
                              <a:cs typeface="华文中宋" panose="02010600040101010101" charset="-122"/>
                            </a:rPr>
                            <m:t>𝑛</m:t>
                          </m:r>
                        </m:sup>
                      </m:sSup>
                      <m:r>
                        <a:rPr lang="zh-CN" altLang="en-US" sz="3200" kern="0">
                          <a:solidFill>
                            <a:srgbClr val="000000"/>
                          </a:solidFill>
                          <a:effectLst>
                            <a:outerShdw blurRad="38100" dist="38100" dir="2700000" algn="tl">
                              <a:srgbClr val="DDDDDD"/>
                            </a:outerShdw>
                          </a:effectLst>
                          <a:latin typeface="Cambria Math" panose="02040503050406030204" pitchFamily="18" charset="0"/>
                          <a:cs typeface="华文中宋" panose="02010600040101010101" charset="-122"/>
                        </a:rPr>
                        <m:t>𝜀</m:t>
                      </m:r>
                      <m:d>
                        <m:dPr>
                          <m:ctrlPr>
                            <a:rPr lang="zh-CN" altLang="en-US" sz="3200" i="1" kern="0">
                              <a:solidFill>
                                <a:srgbClr val="000000"/>
                              </a:solidFill>
                              <a:effectLst>
                                <a:outerShdw blurRad="38100" dist="38100" dir="2700000" algn="tl">
                                  <a:srgbClr val="DDDDDD"/>
                                </a:outerShdw>
                              </a:effectLst>
                              <a:latin typeface="Cambria Math" panose="02040503050406030204" pitchFamily="18" charset="0"/>
                              <a:cs typeface="华文中宋" panose="02010600040101010101" charset="-122"/>
                            </a:rPr>
                          </m:ctrlPr>
                        </m:dPr>
                        <m:e>
                          <m:r>
                            <a:rPr lang="zh-CN" altLang="en-US" sz="3200" kern="0">
                              <a:solidFill>
                                <a:srgbClr val="000000"/>
                              </a:solidFill>
                              <a:effectLst>
                                <a:outerShdw blurRad="38100" dist="38100" dir="2700000" algn="tl">
                                  <a:srgbClr val="DDDDDD"/>
                                </a:outerShdw>
                              </a:effectLst>
                              <a:latin typeface="Cambria Math" panose="02040503050406030204" pitchFamily="18" charset="0"/>
                              <a:cs typeface="华文中宋" panose="02010600040101010101" charset="-122"/>
                            </a:rPr>
                            <m:t>𝑡</m:t>
                          </m:r>
                        </m:e>
                      </m:d>
                      <m:r>
                        <a:rPr lang="en-US" altLang="zh-CN" sz="3200" b="1" i="1" kern="0" smtClean="0">
                          <a:solidFill>
                            <a:srgbClr val="000000"/>
                          </a:solidFill>
                          <a:effectLst>
                            <a:outerShdw blurRad="38100" dist="38100" dir="2700000" algn="tl">
                              <a:srgbClr val="DDDDDD"/>
                            </a:outerShdw>
                          </a:effectLst>
                          <a:latin typeface="Cambria Math" panose="02040503050406030204" pitchFamily="18" charset="0"/>
                          <a:cs typeface="华文中宋" panose="02010600040101010101" charset="-122"/>
                        </a:rPr>
                        <m:t>       </m:t>
                      </m:r>
                      <m:r>
                        <a:rPr lang="zh-CN" altLang="en-US" sz="3200" i="1" kern="0">
                          <a:solidFill>
                            <a:srgbClr val="000000"/>
                          </a:solidFill>
                          <a:effectLst>
                            <a:outerShdw blurRad="38100" dist="38100" dir="2700000" algn="tl">
                              <a:srgbClr val="DDDDDD"/>
                            </a:outerShdw>
                          </a:effectLst>
                          <a:latin typeface="Cambria Math" panose="02040503050406030204" pitchFamily="18" charset="0"/>
                          <a:cs typeface="华文中宋" panose="02010600040101010101" charset="-122"/>
                        </a:rPr>
                        <m:t> </m:t>
                      </m:r>
                      <m:f>
                        <m:fPr>
                          <m:ctrlPr>
                            <a:rPr lang="zh-CN" altLang="en-US" sz="3200" i="1">
                              <a:solidFill>
                                <a:srgbClr val="000000"/>
                              </a:solidFill>
                              <a:latin typeface="Cambria Math" panose="02040503050406030204" pitchFamily="18" charset="0"/>
                            </a:rPr>
                          </m:ctrlPr>
                        </m:fPr>
                        <m:num>
                          <m:r>
                            <a:rPr lang="zh-CN" altLang="en-US" sz="3200" i="1">
                              <a:solidFill>
                                <a:srgbClr val="000000"/>
                              </a:solidFill>
                              <a:latin typeface="Cambria Math" panose="02040503050406030204" pitchFamily="18" charset="0"/>
                            </a:rPr>
                            <m:t>𝑛</m:t>
                          </m:r>
                          <m:r>
                            <a:rPr lang="zh-CN" altLang="en-US" sz="3200" i="1">
                              <a:solidFill>
                                <a:srgbClr val="000000"/>
                              </a:solidFill>
                              <a:latin typeface="Cambria Math" panose="02040503050406030204" pitchFamily="18" charset="0"/>
                            </a:rPr>
                            <m:t>!</m:t>
                          </m:r>
                        </m:num>
                        <m:den>
                          <m:sSup>
                            <m:sSupPr>
                              <m:ctrlPr>
                                <a:rPr lang="zh-CN" altLang="en-US" sz="3200" i="1">
                                  <a:solidFill>
                                    <a:srgbClr val="000000"/>
                                  </a:solidFill>
                                  <a:latin typeface="Cambria Math" panose="02040503050406030204" pitchFamily="18" charset="0"/>
                                </a:rPr>
                              </m:ctrlPr>
                            </m:sSupPr>
                            <m:e>
                              <m:r>
                                <a:rPr lang="zh-CN" altLang="en-US" sz="3200" i="1">
                                  <a:solidFill>
                                    <a:srgbClr val="000000"/>
                                  </a:solidFill>
                                  <a:latin typeface="Cambria Math" panose="02040503050406030204" pitchFamily="18" charset="0"/>
                                </a:rPr>
                                <m:t>𝑠</m:t>
                              </m:r>
                            </m:e>
                            <m:sup>
                              <m:r>
                                <a:rPr lang="zh-CN" altLang="en-US" sz="3200" i="1">
                                  <a:solidFill>
                                    <a:srgbClr val="000000"/>
                                  </a:solidFill>
                                  <a:latin typeface="Cambria Math" panose="02040503050406030204" pitchFamily="18" charset="0"/>
                                </a:rPr>
                                <m:t>𝑛</m:t>
                              </m:r>
                              <m:r>
                                <a:rPr lang="zh-CN" altLang="en-US" sz="3200" i="1">
                                  <a:solidFill>
                                    <a:srgbClr val="000000"/>
                                  </a:solidFill>
                                  <a:latin typeface="Cambria Math" panose="02040503050406030204" pitchFamily="18" charset="0"/>
                                </a:rPr>
                                <m:t>+</m:t>
                              </m:r>
                              <m:r>
                                <a:rPr lang="zh-CN" altLang="en-US" sz="3200" i="1">
                                  <a:solidFill>
                                    <a:srgbClr val="000000"/>
                                  </a:solidFill>
                                  <a:latin typeface="Cambria Math" panose="02040503050406030204" pitchFamily="18" charset="0"/>
                                </a:rPr>
                                <m:t>1</m:t>
                              </m:r>
                            </m:sup>
                          </m:sSup>
                        </m:den>
                      </m:f>
                    </m:oMath>
                  </m:oMathPara>
                </a14:m>
                <a:endParaRPr lang="zh-CN" altLang="en-US" sz="3200" dirty="0"/>
              </a:p>
            </p:txBody>
          </p:sp>
        </mc:Choice>
        <mc:Fallback>
          <p:sp>
            <p:nvSpPr>
              <p:cNvPr id="15" name="Object 7"/>
              <p:cNvSpPr txBox="1">
                <a:spLocks noRot="1" noChangeAspect="1" noMove="1" noResize="1" noEditPoints="1" noAdjustHandles="1" noChangeArrowheads="1" noChangeShapeType="1" noTextEdit="1"/>
              </p:cNvSpPr>
              <p:nvPr/>
            </p:nvSpPr>
            <p:spPr bwMode="auto">
              <a:xfrm>
                <a:off x="3635896" y="4840486"/>
                <a:ext cx="3024336" cy="1008063"/>
              </a:xfrm>
              <a:prstGeom prst="rect">
                <a:avLst/>
              </a:prstGeom>
              <a:blipFill rotWithShape="1">
                <a:blip r:embed="rId12"/>
                <a:stretch>
                  <a:fillRect l="-332" t="-996" r="-1143" b="-3445"/>
                </a:stretch>
              </a:blipFill>
              <a:ln w="19050">
                <a:solidFill>
                  <a:srgbClr val="FF0000"/>
                </a:solidFill>
                <a:miter lim="800000"/>
              </a:ln>
              <a:effectLst>
                <a:outerShdw dist="35921" dir="2700000" algn="ctr" rotWithShape="0">
                  <a:srgbClr val="808080">
                    <a:alpha val="74997"/>
                  </a:srgbClr>
                </a:outerShdw>
              </a:effectLst>
            </p:spPr>
            <p:txBody>
              <a:bodyPr/>
              <a:lstStyle/>
              <a:p>
                <a:r>
                  <a:rPr lang="zh-CN" altLang="en-US">
                    <a:noFill/>
                  </a:rPr>
                  <a:t> </a:t>
                </a:r>
              </a:p>
            </p:txBody>
          </p:sp>
        </mc:Fallback>
      </mc:AlternateContent>
      <p:cxnSp>
        <p:nvCxnSpPr>
          <p:cNvPr id="21" name="直接箭头连接符 20"/>
          <p:cNvCxnSpPr/>
          <p:nvPr/>
        </p:nvCxnSpPr>
        <p:spPr bwMode="auto">
          <a:xfrm flipH="1">
            <a:off x="4337452" y="5222913"/>
            <a:ext cx="360040" cy="29933"/>
          </a:xfrm>
          <a:prstGeom prst="straightConnector1">
            <a:avLst/>
          </a:prstGeom>
          <a:solidFill>
            <a:schemeClr val="accent1"/>
          </a:solidFill>
          <a:ln w="9525" cap="flat" cmpd="sng" algn="ctr">
            <a:solidFill>
              <a:schemeClr val="tx1"/>
            </a:solidFill>
            <a:prstDash val="solid"/>
            <a:miter lim="800000"/>
            <a:headEnd type="none" w="med" len="med"/>
            <a:tailEnd type="triangle"/>
          </a:ln>
        </p:spPr>
      </p:cxnSp>
      <p:cxnSp>
        <p:nvCxnSpPr>
          <p:cNvPr id="26" name="直接箭头连接符 25"/>
          <p:cNvCxnSpPr/>
          <p:nvPr/>
        </p:nvCxnSpPr>
        <p:spPr bwMode="auto">
          <a:xfrm>
            <a:off x="4507629" y="6249756"/>
            <a:ext cx="648072" cy="0"/>
          </a:xfrm>
          <a:prstGeom prst="straightConnector1">
            <a:avLst/>
          </a:prstGeom>
          <a:ln>
            <a:headEnd type="arrow" w="med" len="med"/>
            <a:tailEnd type="arrow" w="med" len="med"/>
          </a:ln>
        </p:spPr>
        <p:style>
          <a:lnRef idx="2">
            <a:schemeClr val="accent2"/>
          </a:lnRef>
          <a:fillRef idx="0">
            <a:schemeClr val="accent2"/>
          </a:fillRef>
          <a:effectRef idx="1">
            <a:schemeClr val="accent2"/>
          </a:effectRef>
          <a:fontRef idx="minor">
            <a:schemeClr val="tx1"/>
          </a:fontRef>
        </p:style>
      </p:cxnSp>
      <mc:AlternateContent xmlns:mc="http://schemas.openxmlformats.org/markup-compatibility/2006">
        <mc:Choice xmlns:a14="http://schemas.microsoft.com/office/drawing/2010/main" Requires="a14">
          <p:sp>
            <p:nvSpPr>
              <p:cNvPr id="27" name="Object 3"/>
              <p:cNvSpPr txBox="1">
                <a:spLocks noGrp="1"/>
              </p:cNvSpPr>
              <p:nvPr>
                <p:ph sz="half" idx="2"/>
              </p:nvPr>
            </p:nvSpPr>
            <p:spPr bwMode="auto">
              <a:xfrm>
                <a:off x="577849" y="5936836"/>
                <a:ext cx="2802369" cy="647700"/>
              </a:xfrm>
              <a:prstGeom prst="rect">
                <a:avLst/>
              </a:prstGeom>
              <a:solidFill>
                <a:schemeClr val="tx1"/>
              </a:solidFill>
              <a:ln>
                <a:noFill/>
              </a:ln>
              <a:effectLst/>
            </p:spPr>
            <p:txBody>
              <a:bodyPr>
                <a:noAutofit/>
              </a:bodyPr>
              <a:lstStyle/>
              <a:p>
                <a:pPr>
                  <a:buNone/>
                </a:pPr>
                <a14:m>
                  <m:oMathPara xmlns:m="http://schemas.openxmlformats.org/officeDocument/2006/math">
                    <m:oMathParaPr>
                      <m:jc m:val="left"/>
                    </m:oMathParaPr>
                    <m:oMath xmlns:m="http://schemas.openxmlformats.org/officeDocument/2006/math">
                      <m:r>
                        <a:rPr lang="zh-CN" altLang="en-US" sz="2800" i="1" smtClean="0">
                          <a:solidFill>
                            <a:srgbClr val="FF0000"/>
                          </a:solidFill>
                          <a:latin typeface="Cambria Math" panose="02040503050406030204" pitchFamily="18" charset="0"/>
                        </a:rPr>
                        <m:t>3</m:t>
                      </m:r>
                      <m:r>
                        <a:rPr lang="zh-CN" altLang="en-US" sz="2800" i="1" smtClean="0">
                          <a:solidFill>
                            <a:srgbClr val="FF0000"/>
                          </a:solidFill>
                          <a:latin typeface="Cambria Math" panose="02040503050406030204" pitchFamily="18" charset="0"/>
                        </a:rPr>
                        <m:t>、冲激函数</m:t>
                      </m:r>
                      <m:r>
                        <a:rPr lang="zh-CN" altLang="en-US" sz="2800" i="1">
                          <a:solidFill>
                            <a:srgbClr val="FF0000"/>
                          </a:solidFill>
                          <a:latin typeface="Cambria Math" panose="02040503050406030204" pitchFamily="18" charset="0"/>
                        </a:rPr>
                        <m:t>𝛿</m:t>
                      </m:r>
                      <m:r>
                        <a:rPr lang="zh-CN" altLang="en-US" sz="2800" i="1">
                          <a:solidFill>
                            <a:srgbClr val="FF0000"/>
                          </a:solidFill>
                          <a:latin typeface="Cambria Math" panose="02040503050406030204" pitchFamily="18" charset="0"/>
                        </a:rPr>
                        <m:t>(</m:t>
                      </m:r>
                      <m:r>
                        <a:rPr lang="zh-CN" altLang="en-US" sz="2800" i="1">
                          <a:solidFill>
                            <a:srgbClr val="FF0000"/>
                          </a:solidFill>
                          <a:latin typeface="Cambria Math" panose="02040503050406030204" pitchFamily="18" charset="0"/>
                        </a:rPr>
                        <m:t>𝑡</m:t>
                      </m:r>
                      <m:r>
                        <a:rPr lang="zh-CN" altLang="en-US" sz="2800" i="1">
                          <a:solidFill>
                            <a:srgbClr val="FF0000"/>
                          </a:solidFill>
                          <a:latin typeface="Cambria Math" panose="02040503050406030204" pitchFamily="18" charset="0"/>
                        </a:rPr>
                        <m:t>)</m:t>
                      </m:r>
                    </m:oMath>
                  </m:oMathPara>
                </a14:m>
                <a:endParaRPr lang="zh-CN" altLang="en-US" sz="2800" dirty="0">
                  <a:solidFill>
                    <a:srgbClr val="FF0000"/>
                  </a:solidFill>
                </a:endParaRPr>
              </a:p>
            </p:txBody>
          </p:sp>
        </mc:Choice>
        <mc:Fallback>
          <p:sp>
            <p:nvSpPr>
              <p:cNvPr id="27" name="Object 3"/>
              <p:cNvSpPr txBox="1">
                <a:spLocks noRot="1" noChangeAspect="1" noMove="1" noResize="1" noEditPoints="1" noAdjustHandles="1" noChangeArrowheads="1" noChangeShapeType="1" noTextEdit="1"/>
              </p:cNvSpPr>
              <p:nvPr>
                <p:ph sz="half" idx="2"/>
              </p:nvPr>
            </p:nvSpPr>
            <p:spPr bwMode="auto">
              <a:xfrm>
                <a:off x="577849" y="5936836"/>
                <a:ext cx="2802369" cy="647700"/>
              </a:xfrm>
              <a:prstGeom prst="rect">
                <a:avLst/>
              </a:prstGeom>
              <a:blipFill rotWithShape="1">
                <a:blip r:embed="rId13"/>
                <a:stretch>
                  <a:fillRect l="-23" t="-34" r="4" b="34"/>
                </a:stretch>
              </a:blipFill>
              <a:ln>
                <a:noFill/>
              </a:ln>
              <a:effectLst/>
            </p:spPr>
            <p:txBody>
              <a:bodyPr/>
              <a:lstStyle/>
              <a:p>
                <a:r>
                  <a:rPr lang="zh-CN" altLang="en-US">
                    <a:noFill/>
                  </a:rPr>
                  <a:t> </a:t>
                </a:r>
              </a:p>
            </p:txBody>
          </p:sp>
        </mc:Fallback>
      </mc:AlternateContent>
      <p:cxnSp>
        <p:nvCxnSpPr>
          <p:cNvPr id="34" name="直接箭头连接符 33"/>
          <p:cNvCxnSpPr/>
          <p:nvPr/>
        </p:nvCxnSpPr>
        <p:spPr bwMode="auto">
          <a:xfrm>
            <a:off x="4859749" y="5373216"/>
            <a:ext cx="648072" cy="0"/>
          </a:xfrm>
          <a:prstGeom prst="straightConnector1">
            <a:avLst/>
          </a:prstGeom>
          <a:ln>
            <a:headEnd type="arrow" w="med" len="med"/>
            <a:tailEnd type="arrow" w="med" len="med"/>
          </a:ln>
        </p:spPr>
        <p:style>
          <a:lnRef idx="2">
            <a:schemeClr val="accent2"/>
          </a:lnRef>
          <a:fillRef idx="0">
            <a:schemeClr val="accent2"/>
          </a:fillRef>
          <a:effectRef idx="1">
            <a:schemeClr val="accent2"/>
          </a:effectRef>
          <a:fontRef idx="minor">
            <a:schemeClr val="tx1"/>
          </a:fontRef>
        </p:style>
      </p:cxnSp>
    </p:spTree>
    <p:custDataLst>
      <p:tags r:id="rId14"/>
    </p:custDataLst>
  </p:cSld>
  <p:clrMapOvr>
    <a:masterClrMapping/>
  </p:clrMapOvr>
  <mc:AlternateContent xmlns:mc="http://schemas.openxmlformats.org/markup-compatibility/2006">
    <mc:Choice xmlns:p14="http://schemas.microsoft.com/office/powerpoint/2010/main" Requires="p14">
      <p:transition spd="slow" p14:dur="2000" advTm="4176"/>
    </mc:Choice>
    <mc:Fallback>
      <p:transition spd="slow" advTm="4176"/>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2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55" presetClass="entr" presetSubtype="0" fill="hold" nodeType="clickEffect">
                                  <p:stCondLst>
                                    <p:cond delay="0"/>
                                  </p:stCondLst>
                                  <p:childTnLst>
                                    <p:set>
                                      <p:cBhvr>
                                        <p:cTn id="10" dur="1" fill="hold">
                                          <p:stCondLst>
                                            <p:cond delay="0"/>
                                          </p:stCondLst>
                                        </p:cTn>
                                        <p:tgtEl>
                                          <p:spTgt spid="29"/>
                                        </p:tgtEl>
                                        <p:attrNameLst>
                                          <p:attrName>style.visibility</p:attrName>
                                        </p:attrNameLst>
                                      </p:cBhvr>
                                      <p:to>
                                        <p:strVal val="visible"/>
                                      </p:to>
                                    </p:set>
                                    <p:anim calcmode="lin" valueType="num">
                                      <p:cBhvr>
                                        <p:cTn id="11" dur="1000" fill="hold"/>
                                        <p:tgtEl>
                                          <p:spTgt spid="29"/>
                                        </p:tgtEl>
                                        <p:attrNameLst>
                                          <p:attrName>ppt_w</p:attrName>
                                        </p:attrNameLst>
                                      </p:cBhvr>
                                      <p:tavLst>
                                        <p:tav tm="0">
                                          <p:val>
                                            <p:strVal val="#ppt_w*0.70"/>
                                          </p:val>
                                        </p:tav>
                                        <p:tav tm="100000">
                                          <p:val>
                                            <p:strVal val="#ppt_w"/>
                                          </p:val>
                                        </p:tav>
                                      </p:tavLst>
                                    </p:anim>
                                    <p:anim calcmode="lin" valueType="num">
                                      <p:cBhvr>
                                        <p:cTn id="12" dur="1000" fill="hold"/>
                                        <p:tgtEl>
                                          <p:spTgt spid="29"/>
                                        </p:tgtEl>
                                        <p:attrNameLst>
                                          <p:attrName>ppt_h</p:attrName>
                                        </p:attrNameLst>
                                      </p:cBhvr>
                                      <p:tavLst>
                                        <p:tav tm="0">
                                          <p:val>
                                            <p:strVal val="#ppt_h"/>
                                          </p:val>
                                        </p:tav>
                                        <p:tav tm="100000">
                                          <p:val>
                                            <p:strVal val="#ppt_h"/>
                                          </p:val>
                                        </p:tav>
                                      </p:tavLst>
                                    </p:anim>
                                    <p:animEffect transition="in" filter="fade">
                                      <p:cBhvr>
                                        <p:cTn id="13" dur="1000"/>
                                        <p:tgtEl>
                                          <p:spTgt spid="29"/>
                                        </p:tgtEl>
                                      </p:cBhvr>
                                    </p:animEffec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grpId="0" nodeType="clickEffect">
                                  <p:stCondLst>
                                    <p:cond delay="0"/>
                                  </p:stCondLst>
                                  <p:childTnLst>
                                    <p:set>
                                      <p:cBhvr>
                                        <p:cTn id="17" dur="1" fill="hold">
                                          <p:stCondLst>
                                            <p:cond delay="0"/>
                                          </p:stCondLst>
                                        </p:cTn>
                                        <p:tgtEl>
                                          <p:spTgt spid="3"/>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55" presetClass="entr" presetSubtype="0" fill="hold" nodeType="clickEffect">
                                  <p:stCondLst>
                                    <p:cond delay="0"/>
                                  </p:stCondLst>
                                  <p:childTnLst>
                                    <p:set>
                                      <p:cBhvr>
                                        <p:cTn id="21" dur="1" fill="hold">
                                          <p:stCondLst>
                                            <p:cond delay="0"/>
                                          </p:stCondLst>
                                        </p:cTn>
                                        <p:tgtEl>
                                          <p:spTgt spid="13"/>
                                        </p:tgtEl>
                                        <p:attrNameLst>
                                          <p:attrName>style.visibility</p:attrName>
                                        </p:attrNameLst>
                                      </p:cBhvr>
                                      <p:to>
                                        <p:strVal val="visible"/>
                                      </p:to>
                                    </p:set>
                                    <p:anim calcmode="lin" valueType="num">
                                      <p:cBhvr>
                                        <p:cTn id="22" dur="1000" fill="hold"/>
                                        <p:tgtEl>
                                          <p:spTgt spid="13"/>
                                        </p:tgtEl>
                                        <p:attrNameLst>
                                          <p:attrName>ppt_w</p:attrName>
                                        </p:attrNameLst>
                                      </p:cBhvr>
                                      <p:tavLst>
                                        <p:tav tm="0">
                                          <p:val>
                                            <p:strVal val="#ppt_w*0.70"/>
                                          </p:val>
                                        </p:tav>
                                        <p:tav tm="100000">
                                          <p:val>
                                            <p:strVal val="#ppt_w"/>
                                          </p:val>
                                        </p:tav>
                                      </p:tavLst>
                                    </p:anim>
                                    <p:anim calcmode="lin" valueType="num">
                                      <p:cBhvr>
                                        <p:cTn id="23" dur="1000" fill="hold"/>
                                        <p:tgtEl>
                                          <p:spTgt spid="13"/>
                                        </p:tgtEl>
                                        <p:attrNameLst>
                                          <p:attrName>ppt_h</p:attrName>
                                        </p:attrNameLst>
                                      </p:cBhvr>
                                      <p:tavLst>
                                        <p:tav tm="0">
                                          <p:val>
                                            <p:strVal val="#ppt_h"/>
                                          </p:val>
                                        </p:tav>
                                        <p:tav tm="100000">
                                          <p:val>
                                            <p:strVal val="#ppt_h"/>
                                          </p:val>
                                        </p:tav>
                                      </p:tavLst>
                                    </p:anim>
                                    <p:animEffect transition="in" filter="fade">
                                      <p:cBhvr>
                                        <p:cTn id="24" dur="1000"/>
                                        <p:tgtEl>
                                          <p:spTgt spid="13"/>
                                        </p:tgtEl>
                                      </p:cBhvr>
                                    </p:animEffect>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grpId="0" nodeType="clickEffect">
                                  <p:stCondLst>
                                    <p:cond delay="0"/>
                                  </p:stCondLst>
                                  <p:childTnLst>
                                    <p:set>
                                      <p:cBhvr>
                                        <p:cTn id="28" dur="1" fill="hold">
                                          <p:stCondLst>
                                            <p:cond delay="0"/>
                                          </p:stCondLst>
                                        </p:cTn>
                                        <p:tgtEl>
                                          <p:spTgt spid="5"/>
                                        </p:tgtEl>
                                        <p:attrNameLst>
                                          <p:attrName>style.visibility</p:attrName>
                                        </p:attrNameLst>
                                      </p:cBhvr>
                                      <p:to>
                                        <p:strVal val="visible"/>
                                      </p:to>
                                    </p:set>
                                    <p:anim calcmode="lin" valueType="num">
                                      <p:cBhvr additive="base">
                                        <p:cTn id="29" dur="500" fill="hold"/>
                                        <p:tgtEl>
                                          <p:spTgt spid="5"/>
                                        </p:tgtEl>
                                        <p:attrNameLst>
                                          <p:attrName>ppt_x</p:attrName>
                                        </p:attrNameLst>
                                      </p:cBhvr>
                                      <p:tavLst>
                                        <p:tav tm="0">
                                          <p:val>
                                            <p:strVal val="#ppt_x"/>
                                          </p:val>
                                        </p:tav>
                                        <p:tav tm="100000">
                                          <p:val>
                                            <p:strVal val="#ppt_x"/>
                                          </p:val>
                                        </p:tav>
                                      </p:tavLst>
                                    </p:anim>
                                    <p:anim calcmode="lin" valueType="num">
                                      <p:cBhvr additive="base">
                                        <p:cTn id="30"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55" presetClass="entr" presetSubtype="0" fill="hold" nodeType="clickEffect">
                                  <p:stCondLst>
                                    <p:cond delay="0"/>
                                  </p:stCondLst>
                                  <p:childTnLst>
                                    <p:set>
                                      <p:cBhvr>
                                        <p:cTn id="34" dur="1" fill="hold">
                                          <p:stCondLst>
                                            <p:cond delay="0"/>
                                          </p:stCondLst>
                                        </p:cTn>
                                        <p:tgtEl>
                                          <p:spTgt spid="14"/>
                                        </p:tgtEl>
                                        <p:attrNameLst>
                                          <p:attrName>style.visibility</p:attrName>
                                        </p:attrNameLst>
                                      </p:cBhvr>
                                      <p:to>
                                        <p:strVal val="visible"/>
                                      </p:to>
                                    </p:set>
                                    <p:anim calcmode="lin" valueType="num">
                                      <p:cBhvr>
                                        <p:cTn id="35" dur="1000" fill="hold"/>
                                        <p:tgtEl>
                                          <p:spTgt spid="14"/>
                                        </p:tgtEl>
                                        <p:attrNameLst>
                                          <p:attrName>ppt_w</p:attrName>
                                        </p:attrNameLst>
                                      </p:cBhvr>
                                      <p:tavLst>
                                        <p:tav tm="0">
                                          <p:val>
                                            <p:strVal val="#ppt_w*0.70"/>
                                          </p:val>
                                        </p:tav>
                                        <p:tav tm="100000">
                                          <p:val>
                                            <p:strVal val="#ppt_w"/>
                                          </p:val>
                                        </p:tav>
                                      </p:tavLst>
                                    </p:anim>
                                    <p:anim calcmode="lin" valueType="num">
                                      <p:cBhvr>
                                        <p:cTn id="36" dur="1000" fill="hold"/>
                                        <p:tgtEl>
                                          <p:spTgt spid="14"/>
                                        </p:tgtEl>
                                        <p:attrNameLst>
                                          <p:attrName>ppt_h</p:attrName>
                                        </p:attrNameLst>
                                      </p:cBhvr>
                                      <p:tavLst>
                                        <p:tav tm="0">
                                          <p:val>
                                            <p:strVal val="#ppt_h"/>
                                          </p:val>
                                        </p:tav>
                                        <p:tav tm="100000">
                                          <p:val>
                                            <p:strVal val="#ppt_h"/>
                                          </p:val>
                                        </p:tav>
                                      </p:tavLst>
                                    </p:anim>
                                    <p:animEffect transition="in" filter="fade">
                                      <p:cBhvr>
                                        <p:cTn id="37" dur="1000"/>
                                        <p:tgtEl>
                                          <p:spTgt spid="14"/>
                                        </p:tgtEl>
                                      </p:cBhvr>
                                    </p:animEffect>
                                  </p:childTnLst>
                                </p:cTn>
                              </p:par>
                            </p:childTnLst>
                          </p:cTn>
                        </p:par>
                      </p:childTnLst>
                    </p:cTn>
                  </p:par>
                  <p:par>
                    <p:cTn id="38" fill="hold">
                      <p:stCondLst>
                        <p:cond delay="indefinite"/>
                      </p:stCondLst>
                      <p:childTnLst>
                        <p:par>
                          <p:cTn id="39" fill="hold">
                            <p:stCondLst>
                              <p:cond delay="0"/>
                            </p:stCondLst>
                            <p:childTnLst>
                              <p:par>
                                <p:cTn id="40" presetID="1" presetClass="entr" presetSubtype="0" fill="hold" grpId="0" nodeType="clickEffect">
                                  <p:stCondLst>
                                    <p:cond delay="0"/>
                                  </p:stCondLst>
                                  <p:childTnLst>
                                    <p:set>
                                      <p:cBhvr>
                                        <p:cTn id="41" dur="1" fill="hold">
                                          <p:stCondLst>
                                            <p:cond delay="0"/>
                                          </p:stCondLst>
                                        </p:cTn>
                                        <p:tgtEl>
                                          <p:spTgt spid="7"/>
                                        </p:tgtEl>
                                        <p:attrNameLst>
                                          <p:attrName>style.visibility</p:attrName>
                                        </p:attrNameLst>
                                      </p:cBhvr>
                                      <p:to>
                                        <p:strVal val="visible"/>
                                      </p:to>
                                    </p:set>
                                  </p:childTnLst>
                                </p:cTn>
                              </p:par>
                            </p:childTnLst>
                          </p:cTn>
                        </p:par>
                      </p:childTnLst>
                    </p:cTn>
                  </p:par>
                  <p:par>
                    <p:cTn id="42" fill="hold">
                      <p:stCondLst>
                        <p:cond delay="indefinite"/>
                      </p:stCondLst>
                      <p:childTnLst>
                        <p:par>
                          <p:cTn id="43" fill="hold">
                            <p:stCondLst>
                              <p:cond delay="0"/>
                            </p:stCondLst>
                            <p:childTnLst>
                              <p:par>
                                <p:cTn id="44" presetID="1" presetClass="entr" presetSubtype="0" fill="hold" grpId="0" nodeType="clickEffect">
                                  <p:stCondLst>
                                    <p:cond delay="0"/>
                                  </p:stCondLst>
                                  <p:childTnLst>
                                    <p:set>
                                      <p:cBhvr>
                                        <p:cTn id="45" dur="1" fill="hold">
                                          <p:stCondLst>
                                            <p:cond delay="0"/>
                                          </p:stCondLst>
                                        </p:cTn>
                                        <p:tgtEl>
                                          <p:spTgt spid="15"/>
                                        </p:tgtEl>
                                        <p:attrNameLst>
                                          <p:attrName>style.visibility</p:attrName>
                                        </p:attrNameLst>
                                      </p:cBhvr>
                                      <p:to>
                                        <p:strVal val="visible"/>
                                      </p:to>
                                    </p:set>
                                  </p:childTnLst>
                                </p:cTn>
                              </p:par>
                              <p:par>
                                <p:cTn id="46" presetID="1" presetClass="entr" presetSubtype="0" fill="hold" nodeType="withEffect">
                                  <p:stCondLst>
                                    <p:cond delay="0"/>
                                  </p:stCondLst>
                                  <p:childTnLst>
                                    <p:set>
                                      <p:cBhvr>
                                        <p:cTn id="47" dur="1" fill="hold">
                                          <p:stCondLst>
                                            <p:cond delay="0"/>
                                          </p:stCondLst>
                                        </p:cTn>
                                        <p:tgtEl>
                                          <p:spTgt spid="34"/>
                                        </p:tgtEl>
                                        <p:attrNameLst>
                                          <p:attrName>style.visibility</p:attrName>
                                        </p:attrNameLst>
                                      </p:cBhvr>
                                      <p:to>
                                        <p:strVal val="visible"/>
                                      </p:to>
                                    </p:set>
                                  </p:childTnLst>
                                </p:cTn>
                              </p:par>
                            </p:childTnLst>
                          </p:cTn>
                        </p:par>
                      </p:childTnLst>
                    </p:cTn>
                  </p:par>
                  <p:par>
                    <p:cTn id="48" fill="hold">
                      <p:stCondLst>
                        <p:cond delay="indefinite"/>
                      </p:stCondLst>
                      <p:childTnLst>
                        <p:par>
                          <p:cTn id="49" fill="hold">
                            <p:stCondLst>
                              <p:cond delay="0"/>
                            </p:stCondLst>
                            <p:childTnLst>
                              <p:par>
                                <p:cTn id="50" presetID="2" presetClass="entr" presetSubtype="4" fill="hold" grpId="0" nodeType="clickEffect">
                                  <p:stCondLst>
                                    <p:cond delay="0"/>
                                  </p:stCondLst>
                                  <p:childTnLst>
                                    <p:set>
                                      <p:cBhvr>
                                        <p:cTn id="51" dur="1" fill="hold">
                                          <p:stCondLst>
                                            <p:cond delay="0"/>
                                          </p:stCondLst>
                                        </p:cTn>
                                        <p:tgtEl>
                                          <p:spTgt spid="27">
                                            <p:txEl>
                                              <p:pRg st="0" end="0"/>
                                            </p:txEl>
                                          </p:spTgt>
                                        </p:tgtEl>
                                        <p:attrNameLst>
                                          <p:attrName>style.visibility</p:attrName>
                                        </p:attrNameLst>
                                      </p:cBhvr>
                                      <p:to>
                                        <p:strVal val="visible"/>
                                      </p:to>
                                    </p:set>
                                    <p:anim calcmode="lin" valueType="num">
                                      <p:cBhvr additive="base">
                                        <p:cTn id="52" dur="500" fill="hold"/>
                                        <p:tgtEl>
                                          <p:spTgt spid="27">
                                            <p:txEl>
                                              <p:pRg st="0" end="0"/>
                                            </p:txEl>
                                          </p:spTgt>
                                        </p:tgtEl>
                                        <p:attrNameLst>
                                          <p:attrName>ppt_x</p:attrName>
                                        </p:attrNameLst>
                                      </p:cBhvr>
                                      <p:tavLst>
                                        <p:tav tm="0">
                                          <p:val>
                                            <p:strVal val="#ppt_x"/>
                                          </p:val>
                                        </p:tav>
                                        <p:tav tm="100000">
                                          <p:val>
                                            <p:strVal val="#ppt_x"/>
                                          </p:val>
                                        </p:tav>
                                      </p:tavLst>
                                    </p:anim>
                                    <p:anim calcmode="lin" valueType="num">
                                      <p:cBhvr additive="base">
                                        <p:cTn id="53" dur="500" fill="hold"/>
                                        <p:tgtEl>
                                          <p:spTgt spid="2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54" fill="hold">
                      <p:stCondLst>
                        <p:cond delay="indefinite"/>
                      </p:stCondLst>
                      <p:childTnLst>
                        <p:par>
                          <p:cTn id="55" fill="hold">
                            <p:stCondLst>
                              <p:cond delay="0"/>
                            </p:stCondLst>
                            <p:childTnLst>
                              <p:par>
                                <p:cTn id="56" presetID="2" presetClass="entr" presetSubtype="4" fill="hold" grpId="0" nodeType="clickEffect">
                                  <p:stCondLst>
                                    <p:cond delay="0"/>
                                  </p:stCondLst>
                                  <p:childTnLst>
                                    <p:set>
                                      <p:cBhvr>
                                        <p:cTn id="57" dur="1" fill="hold">
                                          <p:stCondLst>
                                            <p:cond delay="0"/>
                                          </p:stCondLst>
                                        </p:cTn>
                                        <p:tgtEl>
                                          <p:spTgt spid="31"/>
                                        </p:tgtEl>
                                        <p:attrNameLst>
                                          <p:attrName>style.visibility</p:attrName>
                                        </p:attrNameLst>
                                      </p:cBhvr>
                                      <p:to>
                                        <p:strVal val="visible"/>
                                      </p:to>
                                    </p:set>
                                    <p:anim calcmode="lin" valueType="num">
                                      <p:cBhvr additive="base">
                                        <p:cTn id="58" dur="500" fill="hold"/>
                                        <p:tgtEl>
                                          <p:spTgt spid="31"/>
                                        </p:tgtEl>
                                        <p:attrNameLst>
                                          <p:attrName>ppt_x</p:attrName>
                                        </p:attrNameLst>
                                      </p:cBhvr>
                                      <p:tavLst>
                                        <p:tav tm="0">
                                          <p:val>
                                            <p:strVal val="#ppt_x"/>
                                          </p:val>
                                        </p:tav>
                                        <p:tav tm="100000">
                                          <p:val>
                                            <p:strVal val="#ppt_x"/>
                                          </p:val>
                                        </p:tav>
                                      </p:tavLst>
                                    </p:anim>
                                    <p:anim calcmode="lin" valueType="num">
                                      <p:cBhvr additive="base">
                                        <p:cTn id="59" dur="500" fill="hold"/>
                                        <p:tgtEl>
                                          <p:spTgt spid="31"/>
                                        </p:tgtEl>
                                        <p:attrNameLst>
                                          <p:attrName>ppt_y</p:attrName>
                                        </p:attrNameLst>
                                      </p:cBhvr>
                                      <p:tavLst>
                                        <p:tav tm="0">
                                          <p:val>
                                            <p:strVal val="1+#ppt_h/2"/>
                                          </p:val>
                                        </p:tav>
                                        <p:tav tm="100000">
                                          <p:val>
                                            <p:strVal val="#ppt_y"/>
                                          </p:val>
                                        </p:tav>
                                      </p:tavLst>
                                    </p:anim>
                                  </p:childTnLst>
                                </p:cTn>
                              </p:par>
                              <p:par>
                                <p:cTn id="60" presetID="2" presetClass="entr" presetSubtype="4" fill="hold" nodeType="withEffect">
                                  <p:stCondLst>
                                    <p:cond delay="0"/>
                                  </p:stCondLst>
                                  <p:childTnLst>
                                    <p:set>
                                      <p:cBhvr>
                                        <p:cTn id="61" dur="1" fill="hold">
                                          <p:stCondLst>
                                            <p:cond delay="0"/>
                                          </p:stCondLst>
                                        </p:cTn>
                                        <p:tgtEl>
                                          <p:spTgt spid="26"/>
                                        </p:tgtEl>
                                        <p:attrNameLst>
                                          <p:attrName>style.visibility</p:attrName>
                                        </p:attrNameLst>
                                      </p:cBhvr>
                                      <p:to>
                                        <p:strVal val="visible"/>
                                      </p:to>
                                    </p:set>
                                    <p:anim calcmode="lin" valueType="num">
                                      <p:cBhvr additive="base">
                                        <p:cTn id="62" dur="500" fill="hold"/>
                                        <p:tgtEl>
                                          <p:spTgt spid="26"/>
                                        </p:tgtEl>
                                        <p:attrNameLst>
                                          <p:attrName>ppt_x</p:attrName>
                                        </p:attrNameLst>
                                      </p:cBhvr>
                                      <p:tavLst>
                                        <p:tav tm="0">
                                          <p:val>
                                            <p:strVal val="#ppt_x"/>
                                          </p:val>
                                        </p:tav>
                                        <p:tav tm="100000">
                                          <p:val>
                                            <p:strVal val="#ppt_x"/>
                                          </p:val>
                                        </p:tav>
                                      </p:tavLst>
                                    </p:anim>
                                    <p:anim calcmode="lin" valueType="num">
                                      <p:cBhvr additive="base">
                                        <p:cTn id="63" dur="500" fill="hold"/>
                                        <p:tgtEl>
                                          <p:spTgt spid="2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animBg="1"/>
      <p:bldP spid="28" grpId="0" build="p"/>
      <p:bldP spid="5" grpId="0"/>
      <p:bldP spid="15" grpId="0" animBg="1"/>
      <p:bldP spid="27" grpId="0" uiExpand="1" build="p"/>
      <p:bldP spid="3" grpId="0"/>
      <p:bldP spid="3" grpId="1"/>
      <p:bldP spid="7" grpId="0"/>
      <p:bldP spid="7" grpId="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4"/>
          <p:cNvSpPr>
            <a:spLocks noGrp="1" noChangeArrowheads="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a:spcBef>
                <a:spcPct val="0"/>
              </a:spcBef>
              <a:buFontTx/>
              <a:buNone/>
            </a:pPr>
            <a:fld id="{749C4917-231A-4AEA-B840-BE03071D9AFF}" type="datetime1">
              <a:rPr kumimoji="0" lang="zh-CN" altLang="en-US" sz="1200" smtClean="0">
                <a:solidFill>
                  <a:srgbClr val="000000"/>
                </a:solidFill>
                <a:ea typeface="宋体" panose="02010600030101010101" pitchFamily="2" charset="-122"/>
              </a:rPr>
            </a:fld>
            <a:endParaRPr kumimoji="0" lang="en-US" altLang="zh-CN" sz="1200">
              <a:solidFill>
                <a:srgbClr val="000000"/>
              </a:solidFill>
              <a:ea typeface="宋体" panose="02010600030101010101" pitchFamily="2" charset="-122"/>
            </a:endParaRPr>
          </a:p>
        </p:txBody>
      </p:sp>
      <p:sp>
        <p:nvSpPr>
          <p:cNvPr id="328706" name="Rectangle 2"/>
          <p:cNvSpPr>
            <a:spLocks noGrp="1" noChangeArrowheads="1"/>
          </p:cNvSpPr>
          <p:nvPr>
            <p:ph type="title"/>
          </p:nvPr>
        </p:nvSpPr>
        <p:spPr>
          <a:xfrm>
            <a:off x="611188" y="128588"/>
            <a:ext cx="5616996" cy="852140"/>
          </a:xfrm>
          <a:solidFill>
            <a:schemeClr val="bg1"/>
          </a:solidFill>
          <a:effectLst>
            <a:outerShdw dist="35921" dir="2700000" algn="ctr" rotWithShape="0">
              <a:schemeClr val="bg2"/>
            </a:outerShdw>
          </a:effectLst>
        </p:spPr>
        <p:txBody>
          <a:bodyPr/>
          <a:lstStyle/>
          <a:p>
            <a:pPr algn="l" eaLnBrk="1" hangingPunct="1">
              <a:defRPr/>
            </a:pPr>
            <a:r>
              <a:rPr kumimoji="0" lang="en-US" altLang="zh-CN" sz="3600" b="1">
                <a:solidFill>
                  <a:schemeClr val="tx1"/>
                </a:solidFill>
                <a:effectLst>
                  <a:outerShdw blurRad="38100" dist="38100" dir="2700000" algn="tl">
                    <a:srgbClr val="000000"/>
                  </a:outerShdw>
                </a:effectLst>
              </a:rPr>
              <a:t>§5.5 </a:t>
            </a:r>
            <a:r>
              <a:rPr kumimoji="0" lang="zh-CN" altLang="en-US" sz="3600" b="1">
                <a:solidFill>
                  <a:schemeClr val="tx1"/>
                </a:solidFill>
                <a:effectLst>
                  <a:outerShdw blurRad="38100" dist="38100" dir="2700000" algn="tl">
                    <a:srgbClr val="000000"/>
                  </a:outerShdw>
                </a:effectLst>
              </a:rPr>
              <a:t>拉普拉斯反变换</a:t>
            </a:r>
            <a:endParaRPr kumimoji="0" lang="zh-CN" altLang="en-US" sz="3600" b="1">
              <a:solidFill>
                <a:schemeClr val="tx1"/>
              </a:solidFill>
              <a:effectLst>
                <a:outerShdw blurRad="38100" dist="38100" dir="2700000" algn="tl">
                  <a:srgbClr val="000000"/>
                </a:outerShdw>
              </a:effectLst>
            </a:endParaRPr>
          </a:p>
        </p:txBody>
      </p:sp>
      <p:sp>
        <p:nvSpPr>
          <p:cNvPr id="328707" name="Text Box 3"/>
          <p:cNvSpPr txBox="1">
            <a:spLocks noChangeArrowheads="1"/>
          </p:cNvSpPr>
          <p:nvPr/>
        </p:nvSpPr>
        <p:spPr bwMode="auto">
          <a:xfrm>
            <a:off x="1116013" y="1341438"/>
            <a:ext cx="7416800" cy="4481512"/>
          </a:xfrm>
          <a:prstGeom prst="rect">
            <a:avLst/>
          </a:prstGeom>
          <a:solidFill>
            <a:schemeClr val="tx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spcBef>
                <a:spcPct val="50000"/>
              </a:spcBef>
              <a:buFontTx/>
              <a:buNone/>
            </a:pPr>
            <a:r>
              <a:rPr kumimoji="0" lang="en-US" altLang="zh-CN" dirty="0">
                <a:solidFill>
                  <a:srgbClr val="000000"/>
                </a:solidFill>
                <a:latin typeface="楷体_GB2312" pitchFamily="49" charset="-122"/>
                <a:ea typeface="楷体_GB2312" pitchFamily="49" charset="-122"/>
              </a:rPr>
              <a:t>    </a:t>
            </a:r>
            <a:r>
              <a:rPr kumimoji="0" lang="zh-CN" altLang="en-US" dirty="0">
                <a:solidFill>
                  <a:srgbClr val="000000"/>
                </a:solidFill>
                <a:latin typeface="楷体_GB2312" pitchFamily="49" charset="-122"/>
                <a:ea typeface="楷体_GB2312" pitchFamily="49" charset="-122"/>
              </a:rPr>
              <a:t>在使用</a:t>
            </a:r>
            <a:r>
              <a:rPr kumimoji="0" lang="en-US" altLang="zh-CN" dirty="0">
                <a:solidFill>
                  <a:srgbClr val="000000"/>
                </a:solidFill>
                <a:latin typeface="楷体_GB2312" pitchFamily="49" charset="-122"/>
                <a:ea typeface="楷体_GB2312" pitchFamily="49" charset="-122"/>
              </a:rPr>
              <a:t>Laplace</a:t>
            </a:r>
            <a:r>
              <a:rPr kumimoji="0" lang="zh-CN" altLang="en-US" dirty="0">
                <a:solidFill>
                  <a:srgbClr val="000000"/>
                </a:solidFill>
                <a:latin typeface="楷体_GB2312" pitchFamily="49" charset="-122"/>
                <a:ea typeface="楷体_GB2312" pitchFamily="49" charset="-122"/>
              </a:rPr>
              <a:t>变换分析系统时，最后为求得系统的时域响应，必须求拉普拉斯反变换。即</a:t>
            </a:r>
            <a:r>
              <a:rPr kumimoji="0" lang="zh-CN" altLang="en-US" dirty="0">
                <a:solidFill>
                  <a:srgbClr val="FF0000"/>
                </a:solidFill>
                <a:latin typeface="楷体_GB2312" pitchFamily="49" charset="-122"/>
                <a:ea typeface="楷体_GB2312" pitchFamily="49" charset="-122"/>
              </a:rPr>
              <a:t>求原函数</a:t>
            </a:r>
            <a:r>
              <a:rPr kumimoji="0" lang="zh-CN" altLang="en-US" dirty="0">
                <a:solidFill>
                  <a:srgbClr val="000000"/>
                </a:solidFill>
                <a:latin typeface="楷体_GB2312" pitchFamily="49" charset="-122"/>
                <a:ea typeface="楷体_GB2312" pitchFamily="49" charset="-122"/>
              </a:rPr>
              <a:t>。</a:t>
            </a:r>
            <a:endParaRPr kumimoji="0" lang="zh-CN" altLang="en-US" dirty="0">
              <a:solidFill>
                <a:srgbClr val="000000"/>
              </a:solidFill>
              <a:latin typeface="楷体_GB2312" pitchFamily="49" charset="-122"/>
              <a:ea typeface="楷体_GB2312" pitchFamily="49" charset="-122"/>
            </a:endParaRPr>
          </a:p>
          <a:p>
            <a:pPr eaLnBrk="1" hangingPunct="1">
              <a:spcBef>
                <a:spcPct val="50000"/>
              </a:spcBef>
              <a:buFontTx/>
              <a:buNone/>
            </a:pPr>
            <a:r>
              <a:rPr kumimoji="0" lang="zh-CN" altLang="en-US" dirty="0">
                <a:solidFill>
                  <a:srgbClr val="000000"/>
                </a:solidFill>
                <a:latin typeface="楷体_GB2312" pitchFamily="49" charset="-122"/>
                <a:ea typeface="楷体_GB2312" pitchFamily="49" charset="-122"/>
              </a:rPr>
              <a:t>    原函数的基本求法：</a:t>
            </a:r>
            <a:endParaRPr kumimoji="0" lang="zh-CN" altLang="en-US" dirty="0">
              <a:solidFill>
                <a:srgbClr val="000000"/>
              </a:solidFill>
              <a:latin typeface="楷体_GB2312" pitchFamily="49" charset="-122"/>
              <a:ea typeface="楷体_GB2312" pitchFamily="49" charset="-122"/>
            </a:endParaRPr>
          </a:p>
          <a:p>
            <a:pPr lvl="1" eaLnBrk="1" hangingPunct="1">
              <a:spcBef>
                <a:spcPct val="50000"/>
              </a:spcBef>
              <a:buFontTx/>
              <a:buNone/>
            </a:pPr>
            <a:r>
              <a:rPr kumimoji="0" lang="en-US" altLang="zh-CN" sz="3200" dirty="0">
                <a:solidFill>
                  <a:srgbClr val="000000"/>
                </a:solidFill>
                <a:latin typeface="楷体_GB2312" pitchFamily="49" charset="-122"/>
                <a:ea typeface="楷体_GB2312" pitchFamily="49" charset="-122"/>
              </a:rPr>
              <a:t>1</a:t>
            </a:r>
            <a:r>
              <a:rPr kumimoji="0" lang="zh-CN" altLang="en-US" sz="3200" dirty="0">
                <a:solidFill>
                  <a:srgbClr val="000000"/>
                </a:solidFill>
                <a:latin typeface="楷体_GB2312" pitchFamily="49" charset="-122"/>
                <a:ea typeface="楷体_GB2312" pitchFamily="49" charset="-122"/>
              </a:rPr>
              <a:t>、查表并利用拉普拉斯变换的性质</a:t>
            </a:r>
            <a:endParaRPr kumimoji="0" lang="zh-CN" altLang="en-US" sz="3200" dirty="0">
              <a:solidFill>
                <a:srgbClr val="000000"/>
              </a:solidFill>
              <a:latin typeface="楷体_GB2312" pitchFamily="49" charset="-122"/>
              <a:ea typeface="楷体_GB2312" pitchFamily="49" charset="-122"/>
            </a:endParaRPr>
          </a:p>
          <a:p>
            <a:pPr lvl="1" eaLnBrk="1" hangingPunct="1">
              <a:spcBef>
                <a:spcPct val="50000"/>
              </a:spcBef>
              <a:buFontTx/>
              <a:buNone/>
            </a:pPr>
            <a:r>
              <a:rPr kumimoji="0" lang="en-US" altLang="zh-CN" sz="3200" dirty="0">
                <a:solidFill>
                  <a:srgbClr val="000000"/>
                </a:solidFill>
                <a:latin typeface="楷体_GB2312" pitchFamily="49" charset="-122"/>
                <a:ea typeface="楷体_GB2312" pitchFamily="49" charset="-122"/>
              </a:rPr>
              <a:t>2</a:t>
            </a:r>
            <a:r>
              <a:rPr kumimoji="0" lang="zh-CN" altLang="en-US" sz="3200" dirty="0">
                <a:solidFill>
                  <a:srgbClr val="000000"/>
                </a:solidFill>
                <a:latin typeface="楷体_GB2312" pitchFamily="49" charset="-122"/>
                <a:ea typeface="楷体_GB2312" pitchFamily="49" charset="-122"/>
              </a:rPr>
              <a:t>、部分分式展开法</a:t>
            </a:r>
            <a:endParaRPr kumimoji="0" lang="zh-CN" altLang="en-US" sz="3200" dirty="0">
              <a:solidFill>
                <a:srgbClr val="000000"/>
              </a:solidFill>
              <a:latin typeface="楷体_GB2312" pitchFamily="49" charset="-122"/>
              <a:ea typeface="楷体_GB2312" pitchFamily="49" charset="-122"/>
            </a:endParaRPr>
          </a:p>
          <a:p>
            <a:pPr lvl="1" eaLnBrk="1" hangingPunct="1">
              <a:spcBef>
                <a:spcPct val="50000"/>
              </a:spcBef>
              <a:buFontTx/>
              <a:buNone/>
            </a:pPr>
            <a:r>
              <a:rPr kumimoji="0" lang="en-US" altLang="zh-CN" sz="3200" dirty="0">
                <a:solidFill>
                  <a:srgbClr val="000000"/>
                </a:solidFill>
                <a:latin typeface="楷体_GB2312" pitchFamily="49" charset="-122"/>
                <a:ea typeface="楷体_GB2312" pitchFamily="49" charset="-122"/>
              </a:rPr>
              <a:t>3</a:t>
            </a:r>
            <a:r>
              <a:rPr kumimoji="0" lang="zh-CN" altLang="en-US" sz="3200" dirty="0">
                <a:solidFill>
                  <a:srgbClr val="000000"/>
                </a:solidFill>
                <a:latin typeface="楷体_GB2312" pitchFamily="49" charset="-122"/>
                <a:ea typeface="楷体_GB2312" pitchFamily="49" charset="-122"/>
              </a:rPr>
              <a:t>、留数法    </a:t>
            </a:r>
            <a:endParaRPr kumimoji="0" lang="zh-CN" altLang="en-US" sz="3200" dirty="0">
              <a:solidFill>
                <a:srgbClr val="000000"/>
              </a:solidFill>
              <a:latin typeface="楷体_GB2312" pitchFamily="49" charset="-122"/>
              <a:ea typeface="楷体_GB2312" pitchFamily="49" charset="-122"/>
            </a:endParaRPr>
          </a:p>
        </p:txBody>
      </p:sp>
      <p:sp>
        <p:nvSpPr>
          <p:cNvPr id="2" name="墨迹 1"/>
          <p:cNvSpPr/>
          <p:nvPr/>
        </p:nvSpPr>
        <p:spPr bwMode="auto">
          <a:xfrm>
            <a:off x="5414040" y="4430880"/>
            <a:ext cx="3016800" cy="760680"/>
          </a:xfrm>
        </p:spPr>
      </p:sp>
    </p:spTree>
    <p:custDataLst>
      <p:tags r:id="rId1"/>
    </p:custDataLst>
  </p:cSld>
  <p:clrMapOvr>
    <a:masterClrMapping/>
  </p:clrMapOvr>
  <mc:AlternateContent xmlns:mc="http://schemas.openxmlformats.org/markup-compatibility/2006">
    <mc:Choice xmlns:p14="http://schemas.microsoft.com/office/powerpoint/2010/main" Requires="p14">
      <p:transition spd="slow" p14:dur="2000" advTm="127299"/>
    </mc:Choice>
    <mc:Fallback>
      <p:transition spd="slow" advTm="127299"/>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nodeType="withEffect">
                                  <p:stCondLst>
                                    <p:cond delay="0"/>
                                  </p:stCondLst>
                                  <p:childTnLst>
                                    <p:set>
                                      <p:cBhvr>
                                        <p:cTn id="6" dur="1" fill="hold">
                                          <p:stCondLst>
                                            <p:cond delay="0"/>
                                          </p:stCondLst>
                                        </p:cTn>
                                        <p:tgtEl>
                                          <p:spTgt spid="2"/>
                                        </p:tgtEl>
                                        <p:attrNameLst>
                                          <p:attrName>style.visibility</p:attrName>
                                        </p:attrNameLst>
                                      </p:cBhvr>
                                      <p:to>
                                        <p:strVal val="visible"/>
                                      </p:to>
                                    </p:set>
                                    <p:cmd type="call" cmd="playFrom(0.0)">
                                      <p:cBhvr>
                                        <p:cTn id="7" dur="1" fill="hold"/>
                                        <p:tgtEl>
                                          <p:spTgt spid="2"/>
                                        </p:tgtEl>
                                      </p:cBhvr>
                                    </p:cmd>
                                  </p:childTnLst>
                                </p:cTn>
                              </p:par>
                            </p:childTnLst>
                          </p:cTn>
                        </p:par>
                      </p:childTnLst>
                    </p:cTn>
                  </p:par>
                  <p:par>
                    <p:cTn id="8" fill="hold">
                      <p:stCondLst>
                        <p:cond delay="indefinite"/>
                      </p:stCondLst>
                      <p:childTnLst>
                        <p:par>
                          <p:cTn id="9" fill="hold">
                            <p:stCondLst>
                              <p:cond delay="0"/>
                            </p:stCondLst>
                            <p:childTnLst>
                              <p:par>
                                <p:cTn id="10" presetID="20" presetClass="entr" presetSubtype="0" fill="hold" nodeType="clickEffect">
                                  <p:stCondLst>
                                    <p:cond delay="0"/>
                                  </p:stCondLst>
                                  <p:childTnLst>
                                    <p:set>
                                      <p:cBhvr>
                                        <p:cTn id="11" dur="1" fill="hold">
                                          <p:stCondLst>
                                            <p:cond delay="0"/>
                                          </p:stCondLst>
                                        </p:cTn>
                                        <p:tgtEl>
                                          <p:spTgt spid="328707">
                                            <p:txEl>
                                              <p:pRg st="2" end="2"/>
                                            </p:txEl>
                                          </p:spTgt>
                                        </p:tgtEl>
                                        <p:attrNameLst>
                                          <p:attrName>style.visibility</p:attrName>
                                        </p:attrNameLst>
                                      </p:cBhvr>
                                      <p:to>
                                        <p:strVal val="visible"/>
                                      </p:to>
                                    </p:set>
                                    <p:animEffect transition="in" filter="wedge">
                                      <p:cBhvr>
                                        <p:cTn id="12" dur="500"/>
                                        <p:tgtEl>
                                          <p:spTgt spid="328707">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328707">
                                            <p:txEl>
                                              <p:pRg st="3" end="3"/>
                                            </p:txEl>
                                          </p:spTgt>
                                        </p:tgtEl>
                                        <p:attrNameLst>
                                          <p:attrName>style.visibility</p:attrName>
                                        </p:attrNameLst>
                                      </p:cBhvr>
                                      <p:to>
                                        <p:strVal val="visible"/>
                                      </p:to>
                                    </p:set>
                                    <p:animEffect transition="in" filter="dissolve">
                                      <p:cBhvr>
                                        <p:cTn id="17" dur="500"/>
                                        <p:tgtEl>
                                          <p:spTgt spid="328707">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6" fill="hold" nodeType="clickEffect">
                                  <p:stCondLst>
                                    <p:cond delay="0"/>
                                  </p:stCondLst>
                                  <p:childTnLst>
                                    <p:set>
                                      <p:cBhvr>
                                        <p:cTn id="21" dur="1" fill="hold">
                                          <p:stCondLst>
                                            <p:cond delay="0"/>
                                          </p:stCondLst>
                                        </p:cTn>
                                        <p:tgtEl>
                                          <p:spTgt spid="328707">
                                            <p:txEl>
                                              <p:pRg st="4" end="4"/>
                                            </p:txEl>
                                          </p:spTgt>
                                        </p:tgtEl>
                                        <p:attrNameLst>
                                          <p:attrName>style.visibility</p:attrName>
                                        </p:attrNameLst>
                                      </p:cBhvr>
                                      <p:to>
                                        <p:strVal val="visible"/>
                                      </p:to>
                                    </p:set>
                                    <p:animEffect transition="in" filter="barn(inHorizontal)">
                                      <p:cBhvr>
                                        <p:cTn id="22" dur="500"/>
                                        <p:tgtEl>
                                          <p:spTgt spid="328707">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4"/>
          <p:cNvSpPr>
            <a:spLocks noGrp="1" noChangeArrowheads="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a:spcBef>
                <a:spcPct val="0"/>
              </a:spcBef>
              <a:buFontTx/>
              <a:buNone/>
            </a:pPr>
            <a:fld id="{A2451871-6AF6-4D57-A4BD-D8944824CBCA}" type="datetime1">
              <a:rPr kumimoji="0" lang="zh-CN" altLang="en-US" sz="1200" smtClean="0">
                <a:solidFill>
                  <a:srgbClr val="000000"/>
                </a:solidFill>
                <a:ea typeface="宋体" panose="02010600030101010101" pitchFamily="2" charset="-122"/>
              </a:rPr>
            </a:fld>
            <a:endParaRPr kumimoji="0" lang="en-US" altLang="zh-CN" sz="1200">
              <a:solidFill>
                <a:srgbClr val="000000"/>
              </a:solidFill>
              <a:ea typeface="宋体" panose="02010600030101010101" pitchFamily="2" charset="-122"/>
            </a:endParaRPr>
          </a:p>
        </p:txBody>
      </p:sp>
      <p:sp>
        <p:nvSpPr>
          <p:cNvPr id="149507" name="Rectangle 3"/>
          <p:cNvSpPr>
            <a:spLocks noGrp="1" noChangeArrowheads="1"/>
          </p:cNvSpPr>
          <p:nvPr>
            <p:ph type="body" sz="half" idx="1"/>
          </p:nvPr>
        </p:nvSpPr>
        <p:spPr>
          <a:xfrm>
            <a:off x="684213" y="1196975"/>
            <a:ext cx="5903912" cy="576263"/>
          </a:xfrm>
          <a:solidFill>
            <a:schemeClr val="tx1"/>
          </a:solidFill>
        </p:spPr>
        <p:txBody>
          <a:bodyPr/>
          <a:lstStyle/>
          <a:p>
            <a:pPr marL="609600" indent="-609600" eaLnBrk="1" hangingPunct="1">
              <a:lnSpc>
                <a:spcPct val="90000"/>
              </a:lnSpc>
              <a:buFontTx/>
              <a:buAutoNum type="arabicPeriod"/>
              <a:defRPr/>
            </a:pPr>
            <a:r>
              <a:rPr kumimoji="0" lang="zh-CN" altLang="en-US" sz="2400" b="1">
                <a:solidFill>
                  <a:srgbClr val="FF0000"/>
                </a:solidFill>
              </a:rPr>
              <a:t>部分分式展开式法（海维塞展开法）</a:t>
            </a:r>
            <a:endParaRPr kumimoji="0" lang="en-US" altLang="zh-CN" sz="2400" b="1">
              <a:solidFill>
                <a:srgbClr val="FF0000"/>
              </a:solidFill>
            </a:endParaRPr>
          </a:p>
        </p:txBody>
      </p:sp>
      <p:sp>
        <p:nvSpPr>
          <p:cNvPr id="328706" name="Rectangle 2"/>
          <p:cNvSpPr>
            <a:spLocks noChangeArrowheads="1"/>
          </p:cNvSpPr>
          <p:nvPr/>
        </p:nvSpPr>
        <p:spPr bwMode="auto">
          <a:xfrm>
            <a:off x="1042988" y="188913"/>
            <a:ext cx="3960812" cy="647700"/>
          </a:xfrm>
          <a:prstGeom prst="rect">
            <a:avLst/>
          </a:prstGeom>
          <a:solidFill>
            <a:schemeClr val="bg1"/>
          </a:solidFill>
          <a:ln>
            <a:noFill/>
          </a:ln>
          <a:effectLst>
            <a:outerShdw blurRad="63500" dist="38099" dir="2700000" algn="ctr" rotWithShape="0">
              <a:schemeClr val="bg2">
                <a:alpha val="74998"/>
              </a:schemeClr>
            </a:outerShdw>
          </a:effectLst>
        </p:spPr>
        <p:txBody>
          <a:bodyPr anchor="ctr"/>
          <a:lstStyle/>
          <a:p>
            <a:pPr algn="ctr" eaLnBrk="1" hangingPunct="1">
              <a:defRPr/>
            </a:pPr>
            <a:r>
              <a:rPr lang="en-US" altLang="zh-CN" sz="2800">
                <a:effectLst>
                  <a:outerShdw blurRad="38100" dist="38100" dir="2700000" algn="tl">
                    <a:srgbClr val="000000"/>
                  </a:outerShdw>
                </a:effectLst>
                <a:ea typeface="黑体" panose="02010609060101010101" charset="-122"/>
              </a:rPr>
              <a:t>§5.5 </a:t>
            </a:r>
            <a:r>
              <a:rPr lang="zh-CN" altLang="en-US" sz="2800">
                <a:effectLst>
                  <a:outerShdw blurRad="38100" dist="38100" dir="2700000" algn="tl">
                    <a:srgbClr val="000000"/>
                  </a:outerShdw>
                </a:effectLst>
                <a:ea typeface="黑体" panose="02010609060101010101" charset="-122"/>
              </a:rPr>
              <a:t>拉普拉斯反变换</a:t>
            </a:r>
            <a:endParaRPr lang="zh-CN" altLang="en-US" sz="2800">
              <a:effectLst>
                <a:outerShdw blurRad="38100" dist="38100" dir="2700000" algn="tl">
                  <a:srgbClr val="000000"/>
                </a:outerShdw>
              </a:effectLst>
              <a:ea typeface="黑体" panose="02010609060101010101" charset="-122"/>
            </a:endParaRPr>
          </a:p>
        </p:txBody>
      </p:sp>
      <p:sp>
        <p:nvSpPr>
          <p:cNvPr id="2" name="Rectangle 3"/>
          <p:cNvSpPr>
            <a:spLocks noChangeArrowheads="1"/>
          </p:cNvSpPr>
          <p:nvPr/>
        </p:nvSpPr>
        <p:spPr bwMode="auto">
          <a:xfrm>
            <a:off x="1187450" y="1989138"/>
            <a:ext cx="5400675" cy="574675"/>
          </a:xfrm>
          <a:prstGeom prst="rect">
            <a:avLst/>
          </a:prstGeom>
          <a:noFill/>
          <a:ln>
            <a:noFill/>
          </a:ln>
        </p:spPr>
        <p:txBody>
          <a:bodyPr/>
          <a:lstStyle/>
          <a:p>
            <a:pPr marL="609600" indent="-609600" eaLnBrk="1" hangingPunct="1">
              <a:spcBef>
                <a:spcPct val="20000"/>
              </a:spcBef>
              <a:defRPr/>
            </a:pPr>
            <a:r>
              <a:rPr lang="en-US" altLang="zh-CN" sz="2400" i="1">
                <a:solidFill>
                  <a:srgbClr val="000000"/>
                </a:solidFill>
                <a:latin typeface="Times New Roman" panose="02020603050405020304" pitchFamily="18" charset="0"/>
                <a:ea typeface="华文中宋" panose="02010600040101010101" charset="-122"/>
              </a:rPr>
              <a:t>F</a:t>
            </a:r>
            <a:r>
              <a:rPr lang="en-US" altLang="zh-CN" sz="2400">
                <a:solidFill>
                  <a:srgbClr val="000000"/>
                </a:solidFill>
                <a:ea typeface="华文中宋" panose="02010600040101010101" charset="-122"/>
              </a:rPr>
              <a:t>(</a:t>
            </a:r>
            <a:r>
              <a:rPr lang="en-US" altLang="zh-CN" sz="2400" i="1">
                <a:solidFill>
                  <a:srgbClr val="000000"/>
                </a:solidFill>
                <a:latin typeface="Times New Roman" panose="02020603050405020304" pitchFamily="18" charset="0"/>
                <a:ea typeface="华文中宋" panose="02010600040101010101" charset="-122"/>
              </a:rPr>
              <a:t>s</a:t>
            </a:r>
            <a:r>
              <a:rPr lang="en-US" altLang="zh-CN" sz="2400">
                <a:solidFill>
                  <a:srgbClr val="000000"/>
                </a:solidFill>
                <a:ea typeface="华文中宋" panose="02010600040101010101" charset="-122"/>
              </a:rPr>
              <a:t>)</a:t>
            </a:r>
            <a:r>
              <a:rPr lang="zh-CN" altLang="en-US" sz="2400">
                <a:solidFill>
                  <a:srgbClr val="000000"/>
                </a:solidFill>
                <a:effectLst>
                  <a:outerShdw blurRad="38100" dist="38100" dir="2700000" algn="tl">
                    <a:srgbClr val="C0C0C0"/>
                  </a:outerShdw>
                </a:effectLst>
                <a:ea typeface="华文中宋" panose="02010600040101010101" charset="-122"/>
              </a:rPr>
              <a:t>通常为</a:t>
            </a:r>
            <a:r>
              <a:rPr lang="en-US" altLang="zh-CN" sz="2400" i="1">
                <a:solidFill>
                  <a:srgbClr val="000000"/>
                </a:solidFill>
                <a:latin typeface="Times New Roman" panose="02020603050405020304" pitchFamily="18" charset="0"/>
                <a:ea typeface="华文中宋" panose="02010600040101010101" charset="-122"/>
              </a:rPr>
              <a:t>s</a:t>
            </a:r>
            <a:r>
              <a:rPr lang="zh-CN" altLang="en-US" sz="2400">
                <a:solidFill>
                  <a:srgbClr val="000000"/>
                </a:solidFill>
                <a:effectLst>
                  <a:outerShdw blurRad="38100" dist="38100" dir="2700000" algn="tl">
                    <a:srgbClr val="C0C0C0"/>
                  </a:outerShdw>
                </a:effectLst>
                <a:ea typeface="华文中宋" panose="02010600040101010101" charset="-122"/>
              </a:rPr>
              <a:t>的有理分式，一般形式为：</a:t>
            </a:r>
            <a:endParaRPr lang="en-US" altLang="zh-CN" sz="2400">
              <a:solidFill>
                <a:srgbClr val="000000"/>
              </a:solidFill>
              <a:effectLst>
                <a:outerShdw blurRad="38100" dist="38100" dir="2700000" algn="tl">
                  <a:srgbClr val="C0C0C0"/>
                </a:outerShdw>
              </a:effectLst>
              <a:ea typeface="华文中宋" panose="02010600040101010101" charset="-122"/>
            </a:endParaRPr>
          </a:p>
        </p:txBody>
      </p:sp>
      <p:graphicFrame>
        <p:nvGraphicFramePr>
          <p:cNvPr id="28680" name="Object 8"/>
          <p:cNvGraphicFramePr>
            <a:graphicFrameLocks noChangeAspect="1"/>
          </p:cNvGraphicFramePr>
          <p:nvPr/>
        </p:nvGraphicFramePr>
        <p:xfrm>
          <a:off x="1979613" y="2781300"/>
          <a:ext cx="5256212" cy="884238"/>
        </p:xfrm>
        <a:graphic>
          <a:graphicData uri="http://schemas.openxmlformats.org/presentationml/2006/ole">
            <mc:AlternateContent xmlns:mc="http://schemas.openxmlformats.org/markup-compatibility/2006">
              <mc:Choice xmlns:v="urn:schemas-microsoft-com:vml" Requires="v">
                <p:oleObj spid="_x0000_s3" name="公式" r:id="rId1" imgW="2717800" imgH="457200" progId="Equation.3">
                  <p:embed/>
                </p:oleObj>
              </mc:Choice>
              <mc:Fallback>
                <p:oleObj name="公式" r:id="rId1" imgW="2717800" imgH="457200" progId="Equation.3">
                  <p:embed/>
                  <p:pic>
                    <p:nvPicPr>
                      <p:cNvPr id="0" name="Object 8"/>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79613" y="2781300"/>
                        <a:ext cx="5256212" cy="8842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sp>
        <p:nvSpPr>
          <p:cNvPr id="4" name="Rectangle 3"/>
          <p:cNvSpPr>
            <a:spLocks noChangeArrowheads="1"/>
          </p:cNvSpPr>
          <p:nvPr/>
        </p:nvSpPr>
        <p:spPr bwMode="auto">
          <a:xfrm>
            <a:off x="827088" y="3644900"/>
            <a:ext cx="2016125" cy="504825"/>
          </a:xfrm>
          <a:prstGeom prst="rect">
            <a:avLst/>
          </a:prstGeom>
          <a:solidFill>
            <a:schemeClr val="tx1"/>
          </a:solidFill>
          <a:ln>
            <a:noFill/>
          </a:ln>
        </p:spPr>
        <p:txBody>
          <a:bodyPr/>
          <a:lstStyle/>
          <a:p>
            <a:pPr marL="609600" indent="-609600" eaLnBrk="1" hangingPunct="1">
              <a:spcBef>
                <a:spcPct val="20000"/>
              </a:spcBef>
              <a:defRPr/>
            </a:pPr>
            <a:r>
              <a:rPr lang="zh-CN" altLang="en-US" sz="2800">
                <a:solidFill>
                  <a:srgbClr val="FF0000"/>
                </a:solidFill>
                <a:effectLst>
                  <a:outerShdw blurRad="38100" dist="38100" dir="2700000" algn="tl">
                    <a:srgbClr val="C0C0C0"/>
                  </a:outerShdw>
                </a:effectLst>
                <a:ea typeface="华文中宋" panose="02010600040101010101" charset="-122"/>
              </a:rPr>
              <a:t>总的思路：</a:t>
            </a:r>
            <a:endParaRPr lang="en-US" altLang="zh-CN" sz="2800">
              <a:solidFill>
                <a:srgbClr val="FF0000"/>
              </a:solidFill>
              <a:effectLst>
                <a:outerShdw blurRad="38100" dist="38100" dir="2700000" algn="tl">
                  <a:srgbClr val="C0C0C0"/>
                </a:outerShdw>
              </a:effectLst>
              <a:ea typeface="华文中宋" panose="02010600040101010101" charset="-122"/>
            </a:endParaRPr>
          </a:p>
        </p:txBody>
      </p:sp>
      <p:sp>
        <p:nvSpPr>
          <p:cNvPr id="5" name="Rectangle 3"/>
          <p:cNvSpPr>
            <a:spLocks noChangeArrowheads="1"/>
          </p:cNvSpPr>
          <p:nvPr/>
        </p:nvSpPr>
        <p:spPr bwMode="auto">
          <a:xfrm>
            <a:off x="827088" y="4292600"/>
            <a:ext cx="7386637" cy="2160588"/>
          </a:xfrm>
          <a:prstGeom prst="rect">
            <a:avLst/>
          </a:prstGeom>
          <a:solidFill>
            <a:schemeClr val="tx1"/>
          </a:solidFill>
          <a:ln w="9525">
            <a:solidFill>
              <a:schemeClr val="bg1"/>
            </a:solidFill>
            <a:miter lim="800000"/>
          </a:ln>
          <a:effectLst>
            <a:outerShdw blurRad="63500" dist="38099" dir="2700000" algn="ctr" rotWithShape="0">
              <a:srgbClr val="000000">
                <a:alpha val="74998"/>
              </a:srgbClr>
            </a:outerShdw>
          </a:effectLst>
        </p:spPr>
        <p:txBody>
          <a:bodyPr/>
          <a:lstStyle/>
          <a:p>
            <a:pPr marL="609600" indent="-609600" eaLnBrk="1" hangingPunct="1">
              <a:spcBef>
                <a:spcPct val="20000"/>
              </a:spcBef>
              <a:buFont typeface="Wingdings" panose="05000000000000000000" pitchFamily="2" charset="2"/>
              <a:buChar char="l"/>
              <a:defRPr/>
            </a:pPr>
            <a:r>
              <a:rPr kumimoji="1" lang="zh-CN" altLang="en-US" sz="2400">
                <a:solidFill>
                  <a:srgbClr val="000000"/>
                </a:solidFill>
                <a:ea typeface="华文中宋" panose="02010600040101010101" charset="-122"/>
              </a:rPr>
              <a:t>有理假分式</a:t>
            </a:r>
            <a:r>
              <a:rPr kumimoji="1" lang="zh-CN" altLang="en-US" sz="2400">
                <a:solidFill>
                  <a:srgbClr val="000000"/>
                </a:solidFill>
                <a:ea typeface="华文中宋" panose="02010600040101010101" charset="-122"/>
                <a:sym typeface="Symbol" panose="05050102010706020507" pitchFamily="18" charset="2"/>
              </a:rPr>
              <a:t></a:t>
            </a:r>
            <a:r>
              <a:rPr kumimoji="1" lang="zh-CN" altLang="en-US" sz="2400">
                <a:solidFill>
                  <a:srgbClr val="000000"/>
                </a:solidFill>
                <a:ea typeface="华文中宋" panose="02010600040101010101" charset="-122"/>
              </a:rPr>
              <a:t>有理真分式</a:t>
            </a:r>
            <a:r>
              <a:rPr kumimoji="1" lang="zh-CN" altLang="en-US" sz="2400">
                <a:solidFill>
                  <a:srgbClr val="000000"/>
                </a:solidFill>
                <a:ea typeface="华文中宋" panose="02010600040101010101" charset="-122"/>
                <a:sym typeface="Symbol" panose="05050102010706020507" pitchFamily="18" charset="2"/>
              </a:rPr>
              <a:t></a:t>
            </a:r>
            <a:r>
              <a:rPr kumimoji="1" lang="zh-CN" altLang="en-US" sz="2400">
                <a:solidFill>
                  <a:srgbClr val="000000"/>
                </a:solidFill>
                <a:ea typeface="华文中宋" panose="02010600040101010101" charset="-122"/>
              </a:rPr>
              <a:t>最简分式之和</a:t>
            </a:r>
            <a:r>
              <a:rPr kumimoji="1" lang="zh-CN" altLang="en-US" sz="2400">
                <a:solidFill>
                  <a:srgbClr val="000000"/>
                </a:solidFill>
                <a:ea typeface="华文中宋" panose="02010600040101010101" charset="-122"/>
                <a:sym typeface="Symbol" panose="05050102010706020507" pitchFamily="18" charset="2"/>
              </a:rPr>
              <a:t></a:t>
            </a:r>
            <a:r>
              <a:rPr kumimoji="1" lang="en-US" altLang="zh-CN" sz="2400" i="1">
                <a:solidFill>
                  <a:srgbClr val="000000"/>
                </a:solidFill>
                <a:latin typeface="Times New Roman" panose="02020603050405020304" pitchFamily="18" charset="0"/>
                <a:ea typeface="华文中宋" panose="02010600040101010101" charset="-122"/>
              </a:rPr>
              <a:t>f</a:t>
            </a:r>
            <a:r>
              <a:rPr kumimoji="1" lang="en-US" altLang="zh-CN" sz="2400">
                <a:solidFill>
                  <a:srgbClr val="000000"/>
                </a:solidFill>
                <a:ea typeface="华文中宋" panose="02010600040101010101" charset="-122"/>
              </a:rPr>
              <a:t>(</a:t>
            </a:r>
            <a:r>
              <a:rPr kumimoji="1" lang="en-US" altLang="zh-CN" sz="2400" i="1">
                <a:solidFill>
                  <a:srgbClr val="000000"/>
                </a:solidFill>
                <a:latin typeface="Times New Roman" panose="02020603050405020304" pitchFamily="18" charset="0"/>
                <a:ea typeface="华文中宋" panose="02010600040101010101" charset="-122"/>
              </a:rPr>
              <a:t>t</a:t>
            </a:r>
            <a:r>
              <a:rPr kumimoji="1" lang="en-US" altLang="zh-CN" sz="2400">
                <a:solidFill>
                  <a:srgbClr val="000000"/>
                </a:solidFill>
                <a:ea typeface="华文中宋" panose="02010600040101010101" charset="-122"/>
              </a:rPr>
              <a:t>)</a:t>
            </a:r>
            <a:endParaRPr kumimoji="1" lang="en-US" altLang="zh-CN" sz="2400">
              <a:solidFill>
                <a:srgbClr val="000000"/>
              </a:solidFill>
              <a:ea typeface="华文中宋" panose="02010600040101010101" charset="-122"/>
            </a:endParaRPr>
          </a:p>
          <a:p>
            <a:pPr marL="609600" indent="-609600" eaLnBrk="1" hangingPunct="1">
              <a:lnSpc>
                <a:spcPct val="120000"/>
              </a:lnSpc>
              <a:spcBef>
                <a:spcPct val="20000"/>
              </a:spcBef>
              <a:buFont typeface="Wingdings" panose="05000000000000000000" pitchFamily="2" charset="2"/>
              <a:buChar char="l"/>
              <a:defRPr/>
            </a:pPr>
            <a:r>
              <a:rPr kumimoji="1" lang="zh-CN" altLang="en-US" sz="2400">
                <a:solidFill>
                  <a:srgbClr val="000000"/>
                </a:solidFill>
                <a:ea typeface="华文中宋" panose="02010600040101010101" charset="-122"/>
              </a:rPr>
              <a:t>部分分式展开的方法同传输算子展开法，将</a:t>
            </a:r>
            <a:r>
              <a:rPr kumimoji="1" lang="en-US" altLang="zh-CN" sz="2400" i="1">
                <a:solidFill>
                  <a:srgbClr val="000000"/>
                </a:solidFill>
                <a:latin typeface="Times New Roman" panose="02020603050405020304" pitchFamily="18" charset="0"/>
                <a:ea typeface="华文中宋" panose="02010600040101010101" charset="-122"/>
              </a:rPr>
              <a:t>p</a:t>
            </a:r>
            <a:r>
              <a:rPr kumimoji="1" lang="en-US" altLang="zh-CN" sz="2400">
                <a:solidFill>
                  <a:srgbClr val="000000"/>
                </a:solidFill>
                <a:ea typeface="华文中宋" panose="02010600040101010101" charset="-122"/>
              </a:rPr>
              <a:t>→</a:t>
            </a:r>
            <a:r>
              <a:rPr kumimoji="1" lang="en-US" altLang="zh-CN" sz="2400" i="1">
                <a:solidFill>
                  <a:srgbClr val="000000"/>
                </a:solidFill>
                <a:latin typeface="Times New Roman" panose="02020603050405020304" pitchFamily="18" charset="0"/>
                <a:ea typeface="华文中宋" panose="02010600040101010101" charset="-122"/>
              </a:rPr>
              <a:t>s</a:t>
            </a:r>
            <a:r>
              <a:rPr kumimoji="1" lang="en-US" altLang="zh-CN" sz="2400">
                <a:solidFill>
                  <a:srgbClr val="000000"/>
                </a:solidFill>
                <a:latin typeface="Times New Roman" panose="02020603050405020304" pitchFamily="18" charset="0"/>
                <a:ea typeface="华文中宋" panose="02010600040101010101" charset="-122"/>
              </a:rPr>
              <a:t> </a:t>
            </a:r>
            <a:endParaRPr kumimoji="1" lang="en-US" altLang="zh-CN" sz="2400">
              <a:solidFill>
                <a:srgbClr val="000000"/>
              </a:solidFill>
              <a:latin typeface="Times New Roman" panose="02020603050405020304" pitchFamily="18" charset="0"/>
              <a:ea typeface="华文中宋" panose="02010600040101010101" charset="-122"/>
            </a:endParaRPr>
          </a:p>
          <a:p>
            <a:pPr marL="609600" indent="-609600" eaLnBrk="1" hangingPunct="1">
              <a:lnSpc>
                <a:spcPct val="120000"/>
              </a:lnSpc>
              <a:spcBef>
                <a:spcPct val="20000"/>
              </a:spcBef>
              <a:buFont typeface="Wingdings" panose="05000000000000000000" pitchFamily="2" charset="2"/>
              <a:buChar char="l"/>
              <a:defRPr/>
            </a:pPr>
            <a:r>
              <a:rPr lang="zh-CN" altLang="en-US" sz="2400">
                <a:solidFill>
                  <a:srgbClr val="000000"/>
                </a:solidFill>
                <a:effectLst>
                  <a:outerShdw blurRad="38100" dist="38100" dir="2700000" algn="tl">
                    <a:srgbClr val="C0C0C0"/>
                  </a:outerShdw>
                </a:effectLst>
                <a:ea typeface="华文中宋" panose="02010600040101010101" charset="-122"/>
              </a:rPr>
              <a:t>按</a:t>
            </a:r>
            <a:r>
              <a:rPr lang="en-US" altLang="zh-CN" sz="2400" i="1">
                <a:solidFill>
                  <a:srgbClr val="000000"/>
                </a:solidFill>
                <a:effectLst>
                  <a:outerShdw blurRad="38100" dist="38100" dir="2700000" algn="tl">
                    <a:srgbClr val="C0C0C0"/>
                  </a:outerShdw>
                </a:effectLst>
                <a:latin typeface="Times New Roman" panose="02020603050405020304" pitchFamily="18" charset="0"/>
                <a:ea typeface="华文中宋" panose="02010600040101010101" charset="-122"/>
              </a:rPr>
              <a:t>D</a:t>
            </a:r>
            <a:r>
              <a:rPr lang="en-US" altLang="zh-CN" sz="2400">
                <a:solidFill>
                  <a:srgbClr val="000000"/>
                </a:solidFill>
                <a:effectLst>
                  <a:outerShdw blurRad="38100" dist="38100" dir="2700000" algn="tl">
                    <a:srgbClr val="C0C0C0"/>
                  </a:outerShdw>
                </a:effectLst>
                <a:ea typeface="华文中宋" panose="02010600040101010101" charset="-122"/>
              </a:rPr>
              <a:t>(</a:t>
            </a:r>
            <a:r>
              <a:rPr lang="en-US" altLang="zh-CN" sz="2400" i="1">
                <a:solidFill>
                  <a:srgbClr val="000000"/>
                </a:solidFill>
                <a:latin typeface="Times New Roman" panose="02020603050405020304" pitchFamily="18" charset="0"/>
                <a:ea typeface="华文中宋" panose="02010600040101010101" charset="-122"/>
              </a:rPr>
              <a:t>s</a:t>
            </a:r>
            <a:r>
              <a:rPr lang="en-US" altLang="zh-CN" sz="2400">
                <a:solidFill>
                  <a:srgbClr val="000000"/>
                </a:solidFill>
                <a:effectLst>
                  <a:outerShdw blurRad="38100" dist="38100" dir="2700000" algn="tl">
                    <a:srgbClr val="C0C0C0"/>
                  </a:outerShdw>
                </a:effectLst>
                <a:ea typeface="华文中宋" panose="02010600040101010101" charset="-122"/>
              </a:rPr>
              <a:t>) = 0</a:t>
            </a:r>
            <a:r>
              <a:rPr lang="zh-CN" altLang="en-US" sz="2400">
                <a:solidFill>
                  <a:srgbClr val="000000"/>
                </a:solidFill>
                <a:effectLst>
                  <a:outerShdw blurRad="38100" dist="38100" dir="2700000" algn="tl">
                    <a:srgbClr val="C0C0C0"/>
                  </a:outerShdw>
                </a:effectLst>
                <a:ea typeface="华文中宋" panose="02010600040101010101" charset="-122"/>
              </a:rPr>
              <a:t>的根</a:t>
            </a:r>
            <a:r>
              <a:rPr lang="en-US" altLang="zh-CN" sz="2400">
                <a:solidFill>
                  <a:srgbClr val="000000"/>
                </a:solidFill>
                <a:effectLst>
                  <a:outerShdw blurRad="38100" dist="38100" dir="2700000" algn="tl">
                    <a:srgbClr val="C0C0C0"/>
                  </a:outerShdw>
                </a:effectLst>
                <a:ea typeface="华文中宋" panose="02010600040101010101" charset="-122"/>
              </a:rPr>
              <a:t>(</a:t>
            </a:r>
            <a:r>
              <a:rPr lang="zh-CN" altLang="en-US" sz="2400">
                <a:solidFill>
                  <a:srgbClr val="000000"/>
                </a:solidFill>
                <a:effectLst>
                  <a:outerShdw blurRad="38100" dist="38100" dir="2700000" algn="tl">
                    <a:srgbClr val="C0C0C0"/>
                  </a:outerShdw>
                </a:effectLst>
                <a:ea typeface="华文中宋" panose="02010600040101010101" charset="-122"/>
              </a:rPr>
              <a:t>称为</a:t>
            </a:r>
            <a:r>
              <a:rPr lang="en-US" altLang="zh-CN" sz="2400" i="1">
                <a:solidFill>
                  <a:srgbClr val="000000"/>
                </a:solidFill>
                <a:latin typeface="Times New Roman" panose="02020603050405020304" pitchFamily="18" charset="0"/>
                <a:ea typeface="华文中宋" panose="02010600040101010101" charset="-122"/>
              </a:rPr>
              <a:t>F</a:t>
            </a:r>
            <a:r>
              <a:rPr lang="en-US" altLang="zh-CN" sz="2400">
                <a:solidFill>
                  <a:srgbClr val="000000"/>
                </a:solidFill>
                <a:ea typeface="华文中宋" panose="02010600040101010101" charset="-122"/>
              </a:rPr>
              <a:t>(</a:t>
            </a:r>
            <a:r>
              <a:rPr lang="en-US" altLang="zh-CN" sz="2400" i="1">
                <a:solidFill>
                  <a:srgbClr val="000000"/>
                </a:solidFill>
                <a:latin typeface="Times New Roman" panose="02020603050405020304" pitchFamily="18" charset="0"/>
                <a:ea typeface="华文中宋" panose="02010600040101010101" charset="-122"/>
              </a:rPr>
              <a:t>s</a:t>
            </a:r>
            <a:r>
              <a:rPr lang="en-US" altLang="zh-CN" sz="2400">
                <a:solidFill>
                  <a:srgbClr val="000000"/>
                </a:solidFill>
                <a:ea typeface="华文中宋" panose="02010600040101010101" charset="-122"/>
              </a:rPr>
              <a:t>)</a:t>
            </a:r>
            <a:r>
              <a:rPr lang="zh-CN" altLang="en-US" sz="2400">
                <a:solidFill>
                  <a:srgbClr val="000000"/>
                </a:solidFill>
                <a:effectLst>
                  <a:outerShdw blurRad="38100" dist="38100" dir="2700000" algn="tl">
                    <a:srgbClr val="C0C0C0"/>
                  </a:outerShdw>
                </a:effectLst>
                <a:ea typeface="华文中宋" panose="02010600040101010101" charset="-122"/>
              </a:rPr>
              <a:t>的</a:t>
            </a:r>
            <a:r>
              <a:rPr lang="zh-CN" altLang="en-US" sz="2400">
                <a:solidFill>
                  <a:srgbClr val="FF0000"/>
                </a:solidFill>
                <a:effectLst>
                  <a:outerShdw blurRad="38100" dist="38100" dir="2700000" algn="tl">
                    <a:srgbClr val="C0C0C0"/>
                  </a:outerShdw>
                </a:effectLst>
                <a:ea typeface="华文中宋" panose="02010600040101010101" charset="-122"/>
              </a:rPr>
              <a:t>极点</a:t>
            </a:r>
            <a:r>
              <a:rPr lang="en-US" altLang="zh-CN" sz="2400">
                <a:solidFill>
                  <a:srgbClr val="000000"/>
                </a:solidFill>
                <a:effectLst>
                  <a:outerShdw blurRad="38100" dist="38100" dir="2700000" algn="tl">
                    <a:srgbClr val="C0C0C0"/>
                  </a:outerShdw>
                </a:effectLst>
                <a:ea typeface="华文中宋" panose="02010600040101010101" charset="-122"/>
              </a:rPr>
              <a:t>)</a:t>
            </a:r>
            <a:r>
              <a:rPr lang="zh-CN" altLang="en-US" sz="2400">
                <a:solidFill>
                  <a:srgbClr val="FF0000"/>
                </a:solidFill>
                <a:effectLst>
                  <a:outerShdw blurRad="38100" dist="38100" dir="2700000" algn="tl">
                    <a:srgbClr val="C0C0C0"/>
                  </a:outerShdw>
                </a:effectLst>
                <a:ea typeface="华文中宋" panose="02010600040101010101" charset="-122"/>
              </a:rPr>
              <a:t>有无重根</a:t>
            </a:r>
            <a:r>
              <a:rPr lang="zh-CN" altLang="en-US" sz="2400">
                <a:solidFill>
                  <a:srgbClr val="000000"/>
                </a:solidFill>
                <a:effectLst>
                  <a:outerShdw blurRad="38100" dist="38100" dir="2700000" algn="tl">
                    <a:srgbClr val="C0C0C0"/>
                  </a:outerShdw>
                </a:effectLst>
                <a:ea typeface="华文中宋" panose="02010600040101010101" charset="-122"/>
              </a:rPr>
              <a:t>等分别讨论如下：</a:t>
            </a:r>
            <a:endParaRPr lang="en-US" altLang="zh-CN" sz="2400">
              <a:solidFill>
                <a:srgbClr val="000000"/>
              </a:solidFill>
              <a:effectLst>
                <a:outerShdw blurRad="38100" dist="38100" dir="2700000" algn="tl">
                  <a:srgbClr val="C0C0C0"/>
                </a:outerShdw>
              </a:effectLst>
              <a:ea typeface="华文中宋" panose="02010600040101010101" charset="-122"/>
            </a:endParaRPr>
          </a:p>
        </p:txBody>
      </p:sp>
      <p:sp>
        <p:nvSpPr>
          <p:cNvPr id="6" name="墨迹 4"/>
          <p:cNvSpPr/>
          <p:nvPr/>
        </p:nvSpPr>
        <p:spPr bwMode="auto">
          <a:xfrm>
            <a:off x="1294200" y="1912680"/>
            <a:ext cx="6774480" cy="3376800"/>
          </a:xfrm>
        </p:spPr>
      </p:sp>
    </p:spTree>
    <p:custDataLst>
      <p:tags r:id="rId3"/>
    </p:custDataLst>
  </p:cSld>
  <p:clrMapOvr>
    <a:masterClrMapping/>
  </p:clrMapOvr>
  <mc:AlternateContent xmlns:mc="http://schemas.openxmlformats.org/markup-compatibility/2006">
    <mc:Choice xmlns:p14="http://schemas.microsoft.com/office/powerpoint/2010/main" Requires="p14">
      <p:transition spd="slow" p14:dur="2000" advTm="84575"/>
    </mc:Choice>
    <mc:Fallback>
      <p:transition spd="slow" advTm="84575"/>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5"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1000" fill="hold"/>
                                        <p:tgtEl>
                                          <p:spTgt spid="2"/>
                                        </p:tgtEl>
                                        <p:attrNameLst>
                                          <p:attrName>ppt_w</p:attrName>
                                        </p:attrNameLst>
                                      </p:cBhvr>
                                      <p:tavLst>
                                        <p:tav tm="0">
                                          <p:val>
                                            <p:strVal val="#ppt_w*0.70"/>
                                          </p:val>
                                        </p:tav>
                                        <p:tav tm="100000">
                                          <p:val>
                                            <p:strVal val="#ppt_w"/>
                                          </p:val>
                                        </p:tav>
                                      </p:tavLst>
                                    </p:anim>
                                    <p:anim calcmode="lin" valueType="num">
                                      <p:cBhvr>
                                        <p:cTn id="8" dur="1000" fill="hold"/>
                                        <p:tgtEl>
                                          <p:spTgt spid="2"/>
                                        </p:tgtEl>
                                        <p:attrNameLst>
                                          <p:attrName>ppt_h</p:attrName>
                                        </p:attrNameLst>
                                      </p:cBhvr>
                                      <p:tavLst>
                                        <p:tav tm="0">
                                          <p:val>
                                            <p:strVal val="#ppt_h"/>
                                          </p:val>
                                        </p:tav>
                                        <p:tav tm="100000">
                                          <p:val>
                                            <p:strVal val="#ppt_h"/>
                                          </p:val>
                                        </p:tav>
                                      </p:tavLst>
                                    </p:anim>
                                    <p:animEffect transition="in" filter="fade">
                                      <p:cBhvr>
                                        <p:cTn id="9" dur="1000"/>
                                        <p:tgtEl>
                                          <p:spTgt spid="2"/>
                                        </p:tgtEl>
                                      </p:cBhvr>
                                    </p:animEffect>
                                  </p:childTnLst>
                                </p:cTn>
                              </p:par>
                            </p:childTnLst>
                          </p:cTn>
                        </p:par>
                        <p:par>
                          <p:cTn id="10" fill="hold">
                            <p:stCondLst>
                              <p:cond delay="1000"/>
                            </p:stCondLst>
                            <p:childTnLst>
                              <p:par>
                                <p:cTn id="11" presetID="55" presetClass="entr" presetSubtype="0" fill="hold" nodeType="afterEffect">
                                  <p:stCondLst>
                                    <p:cond delay="0"/>
                                  </p:stCondLst>
                                  <p:childTnLst>
                                    <p:set>
                                      <p:cBhvr>
                                        <p:cTn id="12" dur="1" fill="hold">
                                          <p:stCondLst>
                                            <p:cond delay="0"/>
                                          </p:stCondLst>
                                        </p:cTn>
                                        <p:tgtEl>
                                          <p:spTgt spid="28680"/>
                                        </p:tgtEl>
                                        <p:attrNameLst>
                                          <p:attrName>style.visibility</p:attrName>
                                        </p:attrNameLst>
                                      </p:cBhvr>
                                      <p:to>
                                        <p:strVal val="visible"/>
                                      </p:to>
                                    </p:set>
                                    <p:anim calcmode="lin" valueType="num">
                                      <p:cBhvr>
                                        <p:cTn id="13" dur="1000" fill="hold"/>
                                        <p:tgtEl>
                                          <p:spTgt spid="28680"/>
                                        </p:tgtEl>
                                        <p:attrNameLst>
                                          <p:attrName>ppt_w</p:attrName>
                                        </p:attrNameLst>
                                      </p:cBhvr>
                                      <p:tavLst>
                                        <p:tav tm="0">
                                          <p:val>
                                            <p:strVal val="#ppt_w*0.70"/>
                                          </p:val>
                                        </p:tav>
                                        <p:tav tm="100000">
                                          <p:val>
                                            <p:strVal val="#ppt_w"/>
                                          </p:val>
                                        </p:tav>
                                      </p:tavLst>
                                    </p:anim>
                                    <p:anim calcmode="lin" valueType="num">
                                      <p:cBhvr>
                                        <p:cTn id="14" dur="1000" fill="hold"/>
                                        <p:tgtEl>
                                          <p:spTgt spid="28680"/>
                                        </p:tgtEl>
                                        <p:attrNameLst>
                                          <p:attrName>ppt_h</p:attrName>
                                        </p:attrNameLst>
                                      </p:cBhvr>
                                      <p:tavLst>
                                        <p:tav tm="0">
                                          <p:val>
                                            <p:strVal val="#ppt_h"/>
                                          </p:val>
                                        </p:tav>
                                        <p:tav tm="100000">
                                          <p:val>
                                            <p:strVal val="#ppt_h"/>
                                          </p:val>
                                        </p:tav>
                                      </p:tavLst>
                                    </p:anim>
                                    <p:animEffect transition="in" filter="fade">
                                      <p:cBhvr>
                                        <p:cTn id="15" dur="1000"/>
                                        <p:tgtEl>
                                          <p:spTgt spid="28680"/>
                                        </p:tgtEl>
                                      </p:cBhvr>
                                    </p:animEffect>
                                  </p:childTnLst>
                                </p:cTn>
                              </p:par>
                              <p:par>
                                <p:cTn id="16" presetID="55" presetClass="entr" presetSubtype="0" fill="hold" grpId="0" nodeType="withEffect">
                                  <p:stCondLst>
                                    <p:cond delay="0"/>
                                  </p:stCondLst>
                                  <p:childTnLst>
                                    <p:set>
                                      <p:cBhvr>
                                        <p:cTn id="17" dur="1" fill="hold">
                                          <p:stCondLst>
                                            <p:cond delay="0"/>
                                          </p:stCondLst>
                                        </p:cTn>
                                        <p:tgtEl>
                                          <p:spTgt spid="4">
                                            <p:txEl>
                                              <p:pRg st="0" end="0"/>
                                            </p:txEl>
                                          </p:spTgt>
                                        </p:tgtEl>
                                        <p:attrNameLst>
                                          <p:attrName>style.visibility</p:attrName>
                                        </p:attrNameLst>
                                      </p:cBhvr>
                                      <p:to>
                                        <p:strVal val="visible"/>
                                      </p:to>
                                    </p:set>
                                    <p:anim calcmode="lin" valueType="num">
                                      <p:cBhvr>
                                        <p:cTn id="18" dur="1000" fill="hold"/>
                                        <p:tgtEl>
                                          <p:spTgt spid="4">
                                            <p:txEl>
                                              <p:pRg st="0" end="0"/>
                                            </p:txEl>
                                          </p:spTgt>
                                        </p:tgtEl>
                                        <p:attrNameLst>
                                          <p:attrName>ppt_w</p:attrName>
                                        </p:attrNameLst>
                                      </p:cBhvr>
                                      <p:tavLst>
                                        <p:tav tm="0">
                                          <p:val>
                                            <p:strVal val="#ppt_w*0.70"/>
                                          </p:val>
                                        </p:tav>
                                        <p:tav tm="100000">
                                          <p:val>
                                            <p:strVal val="#ppt_w"/>
                                          </p:val>
                                        </p:tav>
                                      </p:tavLst>
                                    </p:anim>
                                    <p:anim calcmode="lin" valueType="num">
                                      <p:cBhvr>
                                        <p:cTn id="19" dur="1000" fill="hold"/>
                                        <p:tgtEl>
                                          <p:spTgt spid="4">
                                            <p:txEl>
                                              <p:pRg st="0" end="0"/>
                                            </p:txEl>
                                          </p:spTgt>
                                        </p:tgtEl>
                                        <p:attrNameLst>
                                          <p:attrName>ppt_h</p:attrName>
                                        </p:attrNameLst>
                                      </p:cBhvr>
                                      <p:tavLst>
                                        <p:tav tm="0">
                                          <p:val>
                                            <p:strVal val="#ppt_h"/>
                                          </p:val>
                                        </p:tav>
                                        <p:tav tm="100000">
                                          <p:val>
                                            <p:strVal val="#ppt_h"/>
                                          </p:val>
                                        </p:tav>
                                      </p:tavLst>
                                    </p:anim>
                                    <p:animEffect transition="in" filter="fade">
                                      <p:cBhvr>
                                        <p:cTn id="20" dur="1000"/>
                                        <p:tgtEl>
                                          <p:spTgt spid="4">
                                            <p:txEl>
                                              <p:pRg st="0" end="0"/>
                                            </p:txEl>
                                          </p:spTgt>
                                        </p:tgtEl>
                                      </p:cBhvr>
                                    </p:animEffect>
                                  </p:childTnLst>
                                </p:cTn>
                              </p:par>
                            </p:childTnLst>
                          </p:cTn>
                        </p:par>
                        <p:par>
                          <p:cTn id="21" fill="hold">
                            <p:stCondLst>
                              <p:cond delay="2000"/>
                            </p:stCondLst>
                            <p:childTnLst>
                              <p:par>
                                <p:cTn id="22" presetID="55" presetClass="entr" presetSubtype="0" fill="hold" grpId="0" nodeType="afterEffect">
                                  <p:stCondLst>
                                    <p:cond delay="0"/>
                                  </p:stCondLst>
                                  <p:childTnLst>
                                    <p:set>
                                      <p:cBhvr>
                                        <p:cTn id="23" dur="1" fill="hold">
                                          <p:stCondLst>
                                            <p:cond delay="0"/>
                                          </p:stCondLst>
                                        </p:cTn>
                                        <p:tgtEl>
                                          <p:spTgt spid="4">
                                            <p:txEl>
                                              <p:pRg st="1" end="1"/>
                                            </p:txEl>
                                          </p:spTgt>
                                        </p:tgtEl>
                                        <p:attrNameLst>
                                          <p:attrName>style.visibility</p:attrName>
                                        </p:attrNameLst>
                                      </p:cBhvr>
                                      <p:to>
                                        <p:strVal val="visible"/>
                                      </p:to>
                                    </p:set>
                                    <p:anim calcmode="lin" valueType="num">
                                      <p:cBhvr>
                                        <p:cTn id="24" dur="1000" fill="hold"/>
                                        <p:tgtEl>
                                          <p:spTgt spid="4">
                                            <p:txEl>
                                              <p:pRg st="1" end="1"/>
                                            </p:txEl>
                                          </p:spTgt>
                                        </p:tgtEl>
                                        <p:attrNameLst>
                                          <p:attrName>ppt_w</p:attrName>
                                        </p:attrNameLst>
                                      </p:cBhvr>
                                      <p:tavLst>
                                        <p:tav tm="0">
                                          <p:val>
                                            <p:strVal val="#ppt_w*0.70"/>
                                          </p:val>
                                        </p:tav>
                                        <p:tav tm="100000">
                                          <p:val>
                                            <p:strVal val="#ppt_w"/>
                                          </p:val>
                                        </p:tav>
                                      </p:tavLst>
                                    </p:anim>
                                    <p:anim calcmode="lin" valueType="num">
                                      <p:cBhvr>
                                        <p:cTn id="25" dur="1000" fill="hold"/>
                                        <p:tgtEl>
                                          <p:spTgt spid="4">
                                            <p:txEl>
                                              <p:pRg st="1" end="1"/>
                                            </p:txEl>
                                          </p:spTgt>
                                        </p:tgtEl>
                                        <p:attrNameLst>
                                          <p:attrName>ppt_h</p:attrName>
                                        </p:attrNameLst>
                                      </p:cBhvr>
                                      <p:tavLst>
                                        <p:tav tm="0">
                                          <p:val>
                                            <p:strVal val="#ppt_h"/>
                                          </p:val>
                                        </p:tav>
                                        <p:tav tm="100000">
                                          <p:val>
                                            <p:strVal val="#ppt_h"/>
                                          </p:val>
                                        </p:tav>
                                      </p:tavLst>
                                    </p:anim>
                                    <p:animEffect transition="in" filter="fade">
                                      <p:cBhvr>
                                        <p:cTn id="26" dur="1000"/>
                                        <p:tgtEl>
                                          <p:spTgt spid="4">
                                            <p:txEl>
                                              <p:pRg st="1" end="1"/>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55" presetClass="entr" presetSubtype="0" fill="hold" grpId="0" nodeType="clickEffect">
                                  <p:stCondLst>
                                    <p:cond delay="0"/>
                                  </p:stCondLst>
                                  <p:childTnLst>
                                    <p:set>
                                      <p:cBhvr>
                                        <p:cTn id="30" dur="1" fill="hold">
                                          <p:stCondLst>
                                            <p:cond delay="0"/>
                                          </p:stCondLst>
                                        </p:cTn>
                                        <p:tgtEl>
                                          <p:spTgt spid="4">
                                            <p:txEl>
                                              <p:pRg st="2" end="2"/>
                                            </p:txEl>
                                          </p:spTgt>
                                        </p:tgtEl>
                                        <p:attrNameLst>
                                          <p:attrName>style.visibility</p:attrName>
                                        </p:attrNameLst>
                                      </p:cBhvr>
                                      <p:to>
                                        <p:strVal val="visible"/>
                                      </p:to>
                                    </p:set>
                                    <p:anim calcmode="lin" valueType="num">
                                      <p:cBhvr>
                                        <p:cTn id="31" dur="1000" fill="hold"/>
                                        <p:tgtEl>
                                          <p:spTgt spid="4">
                                            <p:txEl>
                                              <p:pRg st="2" end="2"/>
                                            </p:txEl>
                                          </p:spTgt>
                                        </p:tgtEl>
                                        <p:attrNameLst>
                                          <p:attrName>ppt_w</p:attrName>
                                        </p:attrNameLst>
                                      </p:cBhvr>
                                      <p:tavLst>
                                        <p:tav tm="0">
                                          <p:val>
                                            <p:strVal val="#ppt_w*0.70"/>
                                          </p:val>
                                        </p:tav>
                                        <p:tav tm="100000">
                                          <p:val>
                                            <p:strVal val="#ppt_w"/>
                                          </p:val>
                                        </p:tav>
                                      </p:tavLst>
                                    </p:anim>
                                    <p:anim calcmode="lin" valueType="num">
                                      <p:cBhvr>
                                        <p:cTn id="32" dur="1000" fill="hold"/>
                                        <p:tgtEl>
                                          <p:spTgt spid="4">
                                            <p:txEl>
                                              <p:pRg st="2" end="2"/>
                                            </p:txEl>
                                          </p:spTgt>
                                        </p:tgtEl>
                                        <p:attrNameLst>
                                          <p:attrName>ppt_h</p:attrName>
                                        </p:attrNameLst>
                                      </p:cBhvr>
                                      <p:tavLst>
                                        <p:tav tm="0">
                                          <p:val>
                                            <p:strVal val="#ppt_h"/>
                                          </p:val>
                                        </p:tav>
                                        <p:tav tm="100000">
                                          <p:val>
                                            <p:strVal val="#ppt_h"/>
                                          </p:val>
                                        </p:tav>
                                      </p:tavLst>
                                    </p:anim>
                                    <p:animEffect transition="in" filter="fade">
                                      <p:cBhvr>
                                        <p:cTn id="33" dur="1000"/>
                                        <p:tgtEl>
                                          <p:spTgt spid="4">
                                            <p:txEl>
                                              <p:pRg st="2" end="2"/>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6" presetClass="entr" presetSubtype="16" fill="hold" nodeType="clickEffect">
                                  <p:stCondLst>
                                    <p:cond delay="0"/>
                                  </p:stCondLst>
                                  <p:childTnLst>
                                    <p:set>
                                      <p:cBhvr>
                                        <p:cTn id="37" dur="1" fill="hold">
                                          <p:stCondLst>
                                            <p:cond delay="0"/>
                                          </p:stCondLst>
                                        </p:cTn>
                                        <p:tgtEl>
                                          <p:spTgt spid="5"/>
                                        </p:tgtEl>
                                        <p:attrNameLst>
                                          <p:attrName>style.visibility</p:attrName>
                                        </p:attrNameLst>
                                      </p:cBhvr>
                                      <p:to>
                                        <p:strVal val="visible"/>
                                      </p:to>
                                    </p:set>
                                    <p:cmd type="call" cmd="playFrom(0.0)">
                                      <p:cBhvr>
                                        <p:cTn id="38" dur="1"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animBg="1" build="allAtOnce"/>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4"/>
          <p:cNvSpPr>
            <a:spLocks noGrp="1" noChangeArrowheads="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a:spcBef>
                <a:spcPct val="0"/>
              </a:spcBef>
              <a:buFontTx/>
              <a:buNone/>
            </a:pPr>
            <a:fld id="{1984480F-72AD-4661-A82A-65F8B2ADBDBB}" type="datetime1">
              <a:rPr kumimoji="0" lang="zh-CN" altLang="en-US" sz="1200" smtClean="0">
                <a:solidFill>
                  <a:srgbClr val="000000"/>
                </a:solidFill>
                <a:ea typeface="宋体" panose="02010600030101010101" pitchFamily="2" charset="-122"/>
              </a:rPr>
            </a:fld>
            <a:endParaRPr kumimoji="0" lang="en-US" altLang="zh-CN" sz="1200">
              <a:solidFill>
                <a:srgbClr val="000000"/>
              </a:solidFill>
              <a:ea typeface="宋体" panose="02010600030101010101" pitchFamily="2" charset="-122"/>
            </a:endParaRPr>
          </a:p>
        </p:txBody>
      </p:sp>
      <p:sp>
        <p:nvSpPr>
          <p:cNvPr id="152579" name="Rectangle 3"/>
          <p:cNvSpPr>
            <a:spLocks noGrp="1" noChangeArrowheads="1"/>
          </p:cNvSpPr>
          <p:nvPr>
            <p:ph type="body" sz="half" idx="1"/>
          </p:nvPr>
        </p:nvSpPr>
        <p:spPr>
          <a:xfrm>
            <a:off x="539750" y="260350"/>
            <a:ext cx="8064500" cy="1008063"/>
          </a:xfrm>
          <a:solidFill>
            <a:schemeClr val="tx1"/>
          </a:solidFill>
        </p:spPr>
        <p:txBody>
          <a:bodyPr/>
          <a:lstStyle/>
          <a:p>
            <a:pPr algn="just" eaLnBrk="1" hangingPunct="1">
              <a:lnSpc>
                <a:spcPct val="125000"/>
              </a:lnSpc>
              <a:buFontTx/>
              <a:buNone/>
              <a:defRPr/>
            </a:pPr>
            <a:r>
              <a:rPr lang="en-US" altLang="zh-CN" sz="2400" b="1">
                <a:solidFill>
                  <a:srgbClr val="000000"/>
                </a:solidFill>
                <a:effectLst/>
                <a:latin typeface="Times New Roman" panose="02020603050405020304" pitchFamily="18" charset="0"/>
              </a:rPr>
              <a:t>1</a:t>
            </a:r>
            <a:r>
              <a:rPr lang="zh-CN" altLang="en-US" sz="2400" b="1">
                <a:solidFill>
                  <a:srgbClr val="000000"/>
                </a:solidFill>
                <a:effectLst/>
                <a:latin typeface="Times New Roman" panose="02020603050405020304" pitchFamily="18" charset="0"/>
              </a:rPr>
              <a:t>）．</a:t>
            </a:r>
            <a:r>
              <a:rPr lang="zh-CN" altLang="en-US" sz="2400" b="1">
                <a:solidFill>
                  <a:srgbClr val="FF0000"/>
                </a:solidFill>
                <a:effectLst/>
                <a:latin typeface="Times New Roman" panose="02020603050405020304" pitchFamily="18" charset="0"/>
              </a:rPr>
              <a:t>当</a:t>
            </a:r>
            <a:r>
              <a:rPr lang="en-US" altLang="zh-CN" sz="2400" b="1" i="1">
                <a:solidFill>
                  <a:srgbClr val="FF0000"/>
                </a:solidFill>
                <a:effectLst/>
                <a:latin typeface="Times New Roman" panose="02020603050405020304" pitchFamily="18" charset="0"/>
              </a:rPr>
              <a:t>m</a:t>
            </a:r>
            <a:r>
              <a:rPr lang="en-US" altLang="zh-CN" sz="2400" b="1">
                <a:solidFill>
                  <a:srgbClr val="FF0000"/>
                </a:solidFill>
                <a:effectLst/>
                <a:latin typeface="Times New Roman" panose="02020603050405020304" pitchFamily="18" charset="0"/>
                <a:sym typeface="Symbol" panose="05050102010706020507" pitchFamily="18" charset="2"/>
              </a:rPr>
              <a:t></a:t>
            </a:r>
            <a:r>
              <a:rPr lang="en-US" altLang="zh-CN" sz="2400" b="1" i="1">
                <a:solidFill>
                  <a:srgbClr val="FF0000"/>
                </a:solidFill>
                <a:effectLst/>
                <a:latin typeface="Times New Roman" panose="02020603050405020304" pitchFamily="18" charset="0"/>
              </a:rPr>
              <a:t>n</a:t>
            </a:r>
            <a:r>
              <a:rPr lang="zh-CN" altLang="en-US" sz="2400" b="1">
                <a:solidFill>
                  <a:srgbClr val="000000"/>
                </a:solidFill>
                <a:effectLst/>
                <a:latin typeface="Times New Roman" panose="02020603050405020304" pitchFamily="18" charset="0"/>
              </a:rPr>
              <a:t>， </a:t>
            </a:r>
            <a:r>
              <a:rPr kumimoji="0" lang="en-US" altLang="zh-CN" sz="2400" i="1">
                <a:solidFill>
                  <a:srgbClr val="000000"/>
                </a:solidFill>
                <a:effectLst/>
                <a:latin typeface="Times New Roman" panose="02020603050405020304" pitchFamily="18" charset="0"/>
              </a:rPr>
              <a:t>D</a:t>
            </a:r>
            <a:r>
              <a:rPr kumimoji="0" lang="en-US" altLang="zh-CN" sz="2400">
                <a:solidFill>
                  <a:srgbClr val="000000"/>
                </a:solidFill>
                <a:effectLst/>
              </a:rPr>
              <a:t>(</a:t>
            </a:r>
            <a:r>
              <a:rPr kumimoji="0" lang="en-US" altLang="zh-CN" sz="2400" i="1">
                <a:solidFill>
                  <a:srgbClr val="000000"/>
                </a:solidFill>
                <a:effectLst/>
                <a:latin typeface="Times New Roman" panose="02020603050405020304" pitchFamily="18" charset="0"/>
              </a:rPr>
              <a:t>s</a:t>
            </a:r>
            <a:r>
              <a:rPr kumimoji="0" lang="en-US" altLang="zh-CN" sz="2400">
                <a:solidFill>
                  <a:srgbClr val="000000"/>
                </a:solidFill>
                <a:effectLst/>
              </a:rPr>
              <a:t>)=0</a:t>
            </a:r>
            <a:r>
              <a:rPr kumimoji="0" lang="zh-CN" altLang="en-US" sz="2400">
                <a:solidFill>
                  <a:srgbClr val="000000"/>
                </a:solidFill>
                <a:effectLst/>
              </a:rPr>
              <a:t>的根</a:t>
            </a:r>
            <a:r>
              <a:rPr kumimoji="0" lang="zh-CN" altLang="en-US" sz="2400">
                <a:solidFill>
                  <a:srgbClr val="FF0000"/>
                </a:solidFill>
                <a:effectLst/>
              </a:rPr>
              <a:t>无重根</a:t>
            </a:r>
            <a:r>
              <a:rPr kumimoji="0" lang="zh-CN" altLang="en-US" sz="2400">
                <a:solidFill>
                  <a:srgbClr val="000000"/>
                </a:solidFill>
                <a:effectLst/>
              </a:rPr>
              <a:t>情况</a:t>
            </a:r>
            <a:r>
              <a:rPr lang="zh-CN" altLang="en-US" sz="2400" b="1">
                <a:solidFill>
                  <a:srgbClr val="000000"/>
                </a:solidFill>
                <a:effectLst/>
                <a:latin typeface="Times New Roman" panose="02020603050405020304" pitchFamily="18" charset="0"/>
              </a:rPr>
              <a:t> </a:t>
            </a:r>
            <a:r>
              <a:rPr lang="en-US" altLang="zh-CN" sz="2400">
                <a:solidFill>
                  <a:srgbClr val="000000"/>
                </a:solidFill>
                <a:effectLst/>
                <a:latin typeface="Times New Roman" panose="02020603050405020304" pitchFamily="18" charset="0"/>
              </a:rPr>
              <a:t>(</a:t>
            </a:r>
            <a:r>
              <a:rPr lang="zh-CN" altLang="en-US" sz="2400">
                <a:solidFill>
                  <a:srgbClr val="000000"/>
                </a:solidFill>
                <a:effectLst/>
                <a:latin typeface="Times New Roman" panose="02020603050405020304" pitchFamily="18" charset="0"/>
              </a:rPr>
              <a:t>可为实根、虚根或复根</a:t>
            </a:r>
            <a:r>
              <a:rPr lang="en-US" altLang="zh-CN" sz="2400">
                <a:solidFill>
                  <a:srgbClr val="000000"/>
                </a:solidFill>
                <a:effectLst/>
                <a:latin typeface="Times New Roman" panose="02020603050405020304" pitchFamily="18" charset="0"/>
              </a:rPr>
              <a:t>),</a:t>
            </a:r>
            <a:r>
              <a:rPr kumimoji="0" lang="zh-CN" altLang="en-US" sz="2400">
                <a:solidFill>
                  <a:srgbClr val="000000"/>
                </a:solidFill>
              </a:rPr>
              <a:t>有理分式真分式</a:t>
            </a:r>
            <a:r>
              <a:rPr kumimoji="0" lang="en-US" altLang="zh-CN" sz="2400" i="1">
                <a:solidFill>
                  <a:srgbClr val="000000"/>
                </a:solidFill>
                <a:effectLst/>
                <a:latin typeface="Times New Roman" panose="02020603050405020304" pitchFamily="18" charset="0"/>
              </a:rPr>
              <a:t>F</a:t>
            </a:r>
            <a:r>
              <a:rPr kumimoji="0" lang="en-US" altLang="zh-CN" sz="2400">
                <a:solidFill>
                  <a:srgbClr val="000000"/>
                </a:solidFill>
                <a:effectLst/>
              </a:rPr>
              <a:t>(</a:t>
            </a:r>
            <a:r>
              <a:rPr kumimoji="0" lang="en-US" altLang="zh-CN" sz="2400" i="1">
                <a:solidFill>
                  <a:srgbClr val="000000"/>
                </a:solidFill>
                <a:effectLst/>
                <a:latin typeface="Times New Roman" panose="02020603050405020304" pitchFamily="18" charset="0"/>
              </a:rPr>
              <a:t>s</a:t>
            </a:r>
            <a:r>
              <a:rPr kumimoji="0" lang="en-US" altLang="zh-CN" sz="2400">
                <a:solidFill>
                  <a:srgbClr val="000000"/>
                </a:solidFill>
                <a:effectLst/>
              </a:rPr>
              <a:t>)</a:t>
            </a:r>
            <a:r>
              <a:rPr kumimoji="0" lang="zh-CN" altLang="en-US" sz="2400">
                <a:solidFill>
                  <a:srgbClr val="000000"/>
                </a:solidFill>
                <a:effectLst/>
              </a:rPr>
              <a:t>可</a:t>
            </a:r>
            <a:r>
              <a:rPr lang="zh-CN" altLang="en-US" sz="2400">
                <a:solidFill>
                  <a:srgbClr val="000000"/>
                </a:solidFill>
                <a:effectLst/>
              </a:rPr>
              <a:t>展开如下的部分分式：</a:t>
            </a:r>
            <a:endParaRPr kumimoji="0" lang="en-US" altLang="zh-CN" sz="2400">
              <a:solidFill>
                <a:srgbClr val="000000"/>
              </a:solidFill>
              <a:latin typeface="Times New Roman" panose="02020603050405020304" pitchFamily="18" charset="0"/>
            </a:endParaRPr>
          </a:p>
        </p:txBody>
      </p:sp>
      <p:graphicFrame>
        <p:nvGraphicFramePr>
          <p:cNvPr id="152591" name="Object 15"/>
          <p:cNvGraphicFramePr>
            <a:graphicFrameLocks noChangeAspect="1"/>
          </p:cNvGraphicFramePr>
          <p:nvPr/>
        </p:nvGraphicFramePr>
        <p:xfrm>
          <a:off x="971550" y="3573463"/>
          <a:ext cx="3590925" cy="1008062"/>
        </p:xfrm>
        <a:graphic>
          <a:graphicData uri="http://schemas.openxmlformats.org/presentationml/2006/ole">
            <mc:AlternateContent xmlns:mc="http://schemas.openxmlformats.org/markup-compatibility/2006">
              <mc:Choice xmlns:v="urn:schemas-microsoft-com:vml" Requires="v">
                <p:oleObj spid="_x0000_s2" name="公式" r:id="rId1" imgW="1600200" imgH="444500" progId="Equation.3">
                  <p:embed/>
                </p:oleObj>
              </mc:Choice>
              <mc:Fallback>
                <p:oleObj name="公式" r:id="rId1" imgW="1600200" imgH="444500" progId="Equation.3">
                  <p:embed/>
                  <p:pic>
                    <p:nvPicPr>
                      <p:cNvPr id="0" name="Object 1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71550" y="3573463"/>
                        <a:ext cx="3590925" cy="1008062"/>
                      </a:xfrm>
                      <a:prstGeom prst="rect">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aphicFrame>
        <p:nvGraphicFramePr>
          <p:cNvPr id="29706" name="Object 10"/>
          <p:cNvGraphicFramePr>
            <a:graphicFrameLocks noChangeAspect="1"/>
          </p:cNvGraphicFramePr>
          <p:nvPr/>
        </p:nvGraphicFramePr>
        <p:xfrm>
          <a:off x="1187450" y="1341438"/>
          <a:ext cx="4537075" cy="755650"/>
        </p:xfrm>
        <a:graphic>
          <a:graphicData uri="http://schemas.openxmlformats.org/presentationml/2006/ole">
            <mc:AlternateContent xmlns:mc="http://schemas.openxmlformats.org/markup-compatibility/2006">
              <mc:Choice xmlns:v="urn:schemas-microsoft-com:vml" Requires="v">
                <p:oleObj spid="_x0000_s3" name="公式" r:id="rId3" imgW="2438400" imgH="406400" progId="Equation.3">
                  <p:embed/>
                </p:oleObj>
              </mc:Choice>
              <mc:Fallback>
                <p:oleObj name="公式" r:id="rId3" imgW="2438400" imgH="406400" progId="Equation.3">
                  <p:embed/>
                  <p:pic>
                    <p:nvPicPr>
                      <p:cNvPr id="0" name="Object 1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87450" y="1341438"/>
                        <a:ext cx="4537075" cy="755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aphicFrame>
        <p:nvGraphicFramePr>
          <p:cNvPr id="29707" name="Object 11"/>
          <p:cNvGraphicFramePr>
            <a:graphicFrameLocks noChangeAspect="1"/>
          </p:cNvGraphicFramePr>
          <p:nvPr/>
        </p:nvGraphicFramePr>
        <p:xfrm>
          <a:off x="1908175" y="2349500"/>
          <a:ext cx="4103688" cy="863600"/>
        </p:xfrm>
        <a:graphic>
          <a:graphicData uri="http://schemas.openxmlformats.org/presentationml/2006/ole">
            <mc:AlternateContent xmlns:mc="http://schemas.openxmlformats.org/markup-compatibility/2006">
              <mc:Choice xmlns:v="urn:schemas-microsoft-com:vml" Requires="v">
                <p:oleObj spid="_x0000_s4" name="公式" r:id="rId5" imgW="2489200" imgH="406400" progId="Equation.3">
                  <p:embed/>
                </p:oleObj>
              </mc:Choice>
              <mc:Fallback>
                <p:oleObj name="公式" r:id="rId5" imgW="2489200" imgH="406400" progId="Equation.3">
                  <p:embed/>
                  <p:pic>
                    <p:nvPicPr>
                      <p:cNvPr id="0" name="Object 1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908175" y="2349500"/>
                        <a:ext cx="4103688" cy="863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aphicFrame>
        <p:nvGraphicFramePr>
          <p:cNvPr id="29708" name="Object 12"/>
          <p:cNvGraphicFramePr>
            <a:graphicFrameLocks noChangeAspect="1"/>
          </p:cNvGraphicFramePr>
          <p:nvPr/>
        </p:nvGraphicFramePr>
        <p:xfrm>
          <a:off x="6937217" y="2492375"/>
          <a:ext cx="1751330" cy="409575"/>
        </p:xfrm>
        <a:graphic>
          <a:graphicData uri="http://schemas.openxmlformats.org/presentationml/2006/ole">
            <mc:AlternateContent xmlns:mc="http://schemas.openxmlformats.org/markup-compatibility/2006">
              <mc:Choice xmlns:v="urn:schemas-microsoft-com:vml" Requires="v">
                <p:oleObj spid="_x0000_s5" name="公式" r:id="rId7" imgW="977900" imgH="228600" progId="Equation.3">
                  <p:embed/>
                </p:oleObj>
              </mc:Choice>
              <mc:Fallback>
                <p:oleObj name="公式" r:id="rId7" imgW="977900" imgH="228600" progId="Equation.3">
                  <p:embed/>
                  <p:pic>
                    <p:nvPicPr>
                      <p:cNvPr id="0" name="Object 12"/>
                      <p:cNvPicPr>
                        <a:picLocks noChangeAspect="1" noChangeArrowheads="1"/>
                      </p:cNvPicPr>
                      <p:nvPr/>
                    </p:nvPicPr>
                    <p:blipFill>
                      <a:blip r:embed="rId8"/>
                      <a:srcRect/>
                      <a:stretch>
                        <a:fillRect/>
                      </a:stretch>
                    </p:blipFill>
                    <p:spPr bwMode="auto">
                      <a:xfrm>
                        <a:off x="6937217" y="2492375"/>
                        <a:ext cx="1751330" cy="409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aphicFrame>
        <p:nvGraphicFramePr>
          <p:cNvPr id="6" name="Object 6"/>
          <p:cNvGraphicFramePr>
            <a:graphicFrameLocks noChangeAspect="1"/>
          </p:cNvGraphicFramePr>
          <p:nvPr/>
        </p:nvGraphicFramePr>
        <p:xfrm>
          <a:off x="4787900" y="3644900"/>
          <a:ext cx="1709738" cy="979488"/>
        </p:xfrm>
        <a:graphic>
          <a:graphicData uri="http://schemas.openxmlformats.org/presentationml/2006/ole">
            <mc:AlternateContent xmlns:mc="http://schemas.openxmlformats.org/markup-compatibility/2006">
              <mc:Choice xmlns:v="urn:schemas-microsoft-com:vml" Requires="v">
                <p:oleObj spid="_x0000_s7" name="公式" r:id="rId9" imgW="761365" imgH="431800" progId="Equation.3">
                  <p:embed/>
                </p:oleObj>
              </mc:Choice>
              <mc:Fallback>
                <p:oleObj name="公式" r:id="rId9" imgW="761365" imgH="431800" progId="Equation.3">
                  <p:embed/>
                  <p:pic>
                    <p:nvPicPr>
                      <p:cNvPr id="0" name="Object 6"/>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787900" y="3644900"/>
                        <a:ext cx="1709738" cy="979488"/>
                      </a:xfrm>
                      <a:prstGeom prst="rect">
                        <a:avLst/>
                      </a:prstGeom>
                      <a:solidFill>
                        <a:schemeClr val="tx1"/>
                      </a:solidFill>
                      <a:ln w="9525">
                        <a:solidFill>
                          <a:schemeClr val="bg1"/>
                        </a:solidFill>
                        <a:miter lim="800000"/>
                        <a:headEnd/>
                        <a:tailEnd/>
                      </a:ln>
                      <a:effectLst>
                        <a:outerShdw dist="35921" dir="2700000" algn="ctr" rotWithShape="0">
                          <a:schemeClr val="bg2">
                            <a:alpha val="74997"/>
                          </a:schemeClr>
                        </a:outerShdw>
                      </a:effectLst>
                    </p:spPr>
                  </p:pic>
                </p:oleObj>
              </mc:Fallback>
            </mc:AlternateContent>
          </a:graphicData>
        </a:graphic>
      </p:graphicFrame>
      <p:graphicFrame>
        <p:nvGraphicFramePr>
          <p:cNvPr id="29710" name="Object 14"/>
          <p:cNvGraphicFramePr>
            <a:graphicFrameLocks noChangeAspect="1"/>
          </p:cNvGraphicFramePr>
          <p:nvPr/>
        </p:nvGraphicFramePr>
        <p:xfrm>
          <a:off x="1782763" y="5084763"/>
          <a:ext cx="4660900" cy="923925"/>
        </p:xfrm>
        <a:graphic>
          <a:graphicData uri="http://schemas.openxmlformats.org/presentationml/2006/ole">
            <mc:AlternateContent xmlns:mc="http://schemas.openxmlformats.org/markup-compatibility/2006">
              <mc:Choice xmlns:v="urn:schemas-microsoft-com:vml" Requires="v">
                <p:oleObj spid="_x0000_s8" name="公式" r:id="rId11" imgW="2451100" imgH="419100" progId="Equation.3">
                  <p:embed/>
                </p:oleObj>
              </mc:Choice>
              <mc:Fallback>
                <p:oleObj name="公式" r:id="rId11" imgW="2451100" imgH="419100" progId="Equation.3">
                  <p:embed/>
                  <p:pic>
                    <p:nvPicPr>
                      <p:cNvPr id="0" name="Object 14"/>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782763" y="5084763"/>
                        <a:ext cx="4660900" cy="923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aphicFrame>
        <p:nvGraphicFramePr>
          <p:cNvPr id="152592" name="Object 16"/>
          <p:cNvGraphicFramePr>
            <a:graphicFrameLocks noChangeAspect="1"/>
          </p:cNvGraphicFramePr>
          <p:nvPr/>
        </p:nvGraphicFramePr>
        <p:xfrm>
          <a:off x="2124358" y="2276158"/>
          <a:ext cx="4897437" cy="3106738"/>
        </p:xfrm>
        <a:graphic>
          <a:graphicData uri="http://schemas.openxmlformats.org/presentationml/2006/ole">
            <mc:AlternateContent xmlns:mc="http://schemas.openxmlformats.org/markup-compatibility/2006">
              <mc:Choice xmlns:v="urn:schemas-microsoft-com:vml" Requires="v">
                <p:oleObj spid="_x0000_s9" name="公式" r:id="rId13" imgW="2362200" imgH="1498600" progId="Equation.3">
                  <p:embed/>
                </p:oleObj>
              </mc:Choice>
              <mc:Fallback>
                <p:oleObj name="公式" r:id="rId13" imgW="2362200" imgH="1498600" progId="Equation.3">
                  <p:embed/>
                  <p:pic>
                    <p:nvPicPr>
                      <p:cNvPr id="0" name="Object 16"/>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124358" y="2276158"/>
                        <a:ext cx="4897437" cy="3106738"/>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0" name="墨迹 2"/>
          <p:cNvSpPr/>
          <p:nvPr/>
        </p:nvSpPr>
        <p:spPr bwMode="auto">
          <a:xfrm>
            <a:off x="2439720" y="781920"/>
            <a:ext cx="6633000" cy="5121000"/>
          </a:xfrm>
        </p:spPr>
      </p:sp>
    </p:spTree>
    <p:custDataLst>
      <p:tags r:id="rId15"/>
    </p:custDataLst>
  </p:cSld>
  <p:clrMapOvr>
    <a:masterClrMapping/>
  </p:clrMapOvr>
  <mc:AlternateContent xmlns:mc="http://schemas.openxmlformats.org/markup-compatibility/2006">
    <mc:Choice xmlns:p14="http://schemas.microsoft.com/office/powerpoint/2010/main" Requires="p14">
      <p:transition spd="slow" p14:dur="2000" advTm="256092"/>
    </mc:Choice>
    <mc:Fallback>
      <p:transition spd="slow" advTm="256092"/>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5" presetClass="entr" presetSubtype="0" fill="hold" nodeType="clickEffect">
                                  <p:stCondLst>
                                    <p:cond delay="0"/>
                                  </p:stCondLst>
                                  <p:childTnLst>
                                    <p:set>
                                      <p:cBhvr>
                                        <p:cTn id="6" dur="1" fill="hold">
                                          <p:stCondLst>
                                            <p:cond delay="0"/>
                                          </p:stCondLst>
                                        </p:cTn>
                                        <p:tgtEl>
                                          <p:spTgt spid="29706"/>
                                        </p:tgtEl>
                                        <p:attrNameLst>
                                          <p:attrName>style.visibility</p:attrName>
                                        </p:attrNameLst>
                                      </p:cBhvr>
                                      <p:to>
                                        <p:strVal val="visible"/>
                                      </p:to>
                                    </p:set>
                                    <p:anim calcmode="lin" valueType="num">
                                      <p:cBhvr>
                                        <p:cTn id="7" dur="1000" fill="hold"/>
                                        <p:tgtEl>
                                          <p:spTgt spid="29706"/>
                                        </p:tgtEl>
                                        <p:attrNameLst>
                                          <p:attrName>ppt_w</p:attrName>
                                        </p:attrNameLst>
                                      </p:cBhvr>
                                      <p:tavLst>
                                        <p:tav tm="0">
                                          <p:val>
                                            <p:strVal val="#ppt_w*0.70"/>
                                          </p:val>
                                        </p:tav>
                                        <p:tav tm="100000">
                                          <p:val>
                                            <p:strVal val="#ppt_w"/>
                                          </p:val>
                                        </p:tav>
                                      </p:tavLst>
                                    </p:anim>
                                    <p:anim calcmode="lin" valueType="num">
                                      <p:cBhvr>
                                        <p:cTn id="8" dur="1000" fill="hold"/>
                                        <p:tgtEl>
                                          <p:spTgt spid="29706"/>
                                        </p:tgtEl>
                                        <p:attrNameLst>
                                          <p:attrName>ppt_h</p:attrName>
                                        </p:attrNameLst>
                                      </p:cBhvr>
                                      <p:tavLst>
                                        <p:tav tm="0">
                                          <p:val>
                                            <p:strVal val="#ppt_h"/>
                                          </p:val>
                                        </p:tav>
                                        <p:tav tm="100000">
                                          <p:val>
                                            <p:strVal val="#ppt_h"/>
                                          </p:val>
                                        </p:tav>
                                      </p:tavLst>
                                    </p:anim>
                                    <p:animEffect transition="in" filter="fade">
                                      <p:cBhvr>
                                        <p:cTn id="9" dur="1000"/>
                                        <p:tgtEl>
                                          <p:spTgt spid="29706"/>
                                        </p:tgtEl>
                                      </p:cBhvr>
                                    </p:animEffect>
                                  </p:childTnLst>
                                </p:cTn>
                              </p:par>
                            </p:childTnLst>
                          </p:cTn>
                        </p:par>
                        <p:par>
                          <p:cTn id="10" fill="hold">
                            <p:stCondLst>
                              <p:cond delay="1000"/>
                            </p:stCondLst>
                            <p:childTnLst>
                              <p:par>
                                <p:cTn id="11" presetID="55" presetClass="entr" presetSubtype="0" fill="hold" nodeType="afterEffect">
                                  <p:stCondLst>
                                    <p:cond delay="0"/>
                                  </p:stCondLst>
                                  <p:childTnLst>
                                    <p:set>
                                      <p:cBhvr>
                                        <p:cTn id="12" dur="1" fill="hold">
                                          <p:stCondLst>
                                            <p:cond delay="0"/>
                                          </p:stCondLst>
                                        </p:cTn>
                                        <p:tgtEl>
                                          <p:spTgt spid="29707"/>
                                        </p:tgtEl>
                                        <p:attrNameLst>
                                          <p:attrName>style.visibility</p:attrName>
                                        </p:attrNameLst>
                                      </p:cBhvr>
                                      <p:to>
                                        <p:strVal val="visible"/>
                                      </p:to>
                                    </p:set>
                                    <p:anim calcmode="lin" valueType="num">
                                      <p:cBhvr>
                                        <p:cTn id="13" dur="1000" fill="hold"/>
                                        <p:tgtEl>
                                          <p:spTgt spid="29707"/>
                                        </p:tgtEl>
                                        <p:attrNameLst>
                                          <p:attrName>ppt_w</p:attrName>
                                        </p:attrNameLst>
                                      </p:cBhvr>
                                      <p:tavLst>
                                        <p:tav tm="0">
                                          <p:val>
                                            <p:strVal val="#ppt_w*0.70"/>
                                          </p:val>
                                        </p:tav>
                                        <p:tav tm="100000">
                                          <p:val>
                                            <p:strVal val="#ppt_w"/>
                                          </p:val>
                                        </p:tav>
                                      </p:tavLst>
                                    </p:anim>
                                    <p:anim calcmode="lin" valueType="num">
                                      <p:cBhvr>
                                        <p:cTn id="14" dur="1000" fill="hold"/>
                                        <p:tgtEl>
                                          <p:spTgt spid="29707"/>
                                        </p:tgtEl>
                                        <p:attrNameLst>
                                          <p:attrName>ppt_h</p:attrName>
                                        </p:attrNameLst>
                                      </p:cBhvr>
                                      <p:tavLst>
                                        <p:tav tm="0">
                                          <p:val>
                                            <p:strVal val="#ppt_h"/>
                                          </p:val>
                                        </p:tav>
                                        <p:tav tm="100000">
                                          <p:val>
                                            <p:strVal val="#ppt_h"/>
                                          </p:val>
                                        </p:tav>
                                      </p:tavLst>
                                    </p:anim>
                                    <p:animEffect transition="in" filter="fade">
                                      <p:cBhvr>
                                        <p:cTn id="15" dur="1000"/>
                                        <p:tgtEl>
                                          <p:spTgt spid="29707"/>
                                        </p:tgtEl>
                                      </p:cBhvr>
                                    </p:animEffect>
                                  </p:childTnLst>
                                </p:cTn>
                              </p:par>
                            </p:childTnLst>
                          </p:cTn>
                        </p:par>
                        <p:par>
                          <p:cTn id="16" fill="hold">
                            <p:stCondLst>
                              <p:cond delay="2000"/>
                            </p:stCondLst>
                            <p:childTnLst>
                              <p:par>
                                <p:cTn id="17" presetID="55" presetClass="entr" presetSubtype="0" fill="hold" nodeType="afterEffect">
                                  <p:stCondLst>
                                    <p:cond delay="0"/>
                                  </p:stCondLst>
                                  <p:childTnLst>
                                    <p:set>
                                      <p:cBhvr>
                                        <p:cTn id="18" dur="1" fill="hold">
                                          <p:stCondLst>
                                            <p:cond delay="0"/>
                                          </p:stCondLst>
                                        </p:cTn>
                                        <p:tgtEl>
                                          <p:spTgt spid="29708"/>
                                        </p:tgtEl>
                                        <p:attrNameLst>
                                          <p:attrName>style.visibility</p:attrName>
                                        </p:attrNameLst>
                                      </p:cBhvr>
                                      <p:to>
                                        <p:strVal val="visible"/>
                                      </p:to>
                                    </p:set>
                                    <p:anim calcmode="lin" valueType="num">
                                      <p:cBhvr>
                                        <p:cTn id="19" dur="1000" fill="hold"/>
                                        <p:tgtEl>
                                          <p:spTgt spid="29708"/>
                                        </p:tgtEl>
                                        <p:attrNameLst>
                                          <p:attrName>ppt_w</p:attrName>
                                        </p:attrNameLst>
                                      </p:cBhvr>
                                      <p:tavLst>
                                        <p:tav tm="0">
                                          <p:val>
                                            <p:strVal val="#ppt_w*0.70"/>
                                          </p:val>
                                        </p:tav>
                                        <p:tav tm="100000">
                                          <p:val>
                                            <p:strVal val="#ppt_w"/>
                                          </p:val>
                                        </p:tav>
                                      </p:tavLst>
                                    </p:anim>
                                    <p:anim calcmode="lin" valueType="num">
                                      <p:cBhvr>
                                        <p:cTn id="20" dur="1000" fill="hold"/>
                                        <p:tgtEl>
                                          <p:spTgt spid="29708"/>
                                        </p:tgtEl>
                                        <p:attrNameLst>
                                          <p:attrName>ppt_h</p:attrName>
                                        </p:attrNameLst>
                                      </p:cBhvr>
                                      <p:tavLst>
                                        <p:tav tm="0">
                                          <p:val>
                                            <p:strVal val="#ppt_h"/>
                                          </p:val>
                                        </p:tav>
                                        <p:tav tm="100000">
                                          <p:val>
                                            <p:strVal val="#ppt_h"/>
                                          </p:val>
                                        </p:tav>
                                      </p:tavLst>
                                    </p:anim>
                                    <p:animEffect transition="in" filter="fade">
                                      <p:cBhvr>
                                        <p:cTn id="21" dur="1000"/>
                                        <p:tgtEl>
                                          <p:spTgt spid="29708"/>
                                        </p:tgtEl>
                                      </p:cBhvr>
                                    </p:animEffect>
                                  </p:childTnLst>
                                </p:cTn>
                              </p:par>
                            </p:childTnLst>
                          </p:cTn>
                        </p:par>
                      </p:childTnLst>
                    </p:cTn>
                  </p:par>
                  <p:par>
                    <p:cTn id="22" fill="hold">
                      <p:stCondLst>
                        <p:cond delay="indefinite"/>
                      </p:stCondLst>
                      <p:childTnLst>
                        <p:par>
                          <p:cTn id="23" fill="hold">
                            <p:stCondLst>
                              <p:cond delay="0"/>
                            </p:stCondLst>
                            <p:childTnLst>
                              <p:par>
                                <p:cTn id="24" presetID="55" presetClass="entr" presetSubtype="0" fill="hold" nodeType="clickEffect">
                                  <p:stCondLst>
                                    <p:cond delay="0"/>
                                  </p:stCondLst>
                                  <p:childTnLst>
                                    <p:set>
                                      <p:cBhvr>
                                        <p:cTn id="25" dur="1" fill="hold">
                                          <p:stCondLst>
                                            <p:cond delay="0"/>
                                          </p:stCondLst>
                                        </p:cTn>
                                        <p:tgtEl>
                                          <p:spTgt spid="152591"/>
                                        </p:tgtEl>
                                        <p:attrNameLst>
                                          <p:attrName>style.visibility</p:attrName>
                                        </p:attrNameLst>
                                      </p:cBhvr>
                                      <p:to>
                                        <p:strVal val="visible"/>
                                      </p:to>
                                    </p:set>
                                    <p:anim calcmode="lin" valueType="num">
                                      <p:cBhvr>
                                        <p:cTn id="26" dur="1000" fill="hold"/>
                                        <p:tgtEl>
                                          <p:spTgt spid="152591"/>
                                        </p:tgtEl>
                                        <p:attrNameLst>
                                          <p:attrName>ppt_w</p:attrName>
                                        </p:attrNameLst>
                                      </p:cBhvr>
                                      <p:tavLst>
                                        <p:tav tm="0">
                                          <p:val>
                                            <p:strVal val="#ppt_w*0.70"/>
                                          </p:val>
                                        </p:tav>
                                        <p:tav tm="100000">
                                          <p:val>
                                            <p:strVal val="#ppt_w"/>
                                          </p:val>
                                        </p:tav>
                                      </p:tavLst>
                                    </p:anim>
                                    <p:anim calcmode="lin" valueType="num">
                                      <p:cBhvr>
                                        <p:cTn id="27" dur="1000" fill="hold"/>
                                        <p:tgtEl>
                                          <p:spTgt spid="152591"/>
                                        </p:tgtEl>
                                        <p:attrNameLst>
                                          <p:attrName>ppt_h</p:attrName>
                                        </p:attrNameLst>
                                      </p:cBhvr>
                                      <p:tavLst>
                                        <p:tav tm="0">
                                          <p:val>
                                            <p:strVal val="#ppt_h"/>
                                          </p:val>
                                        </p:tav>
                                        <p:tav tm="100000">
                                          <p:val>
                                            <p:strVal val="#ppt_h"/>
                                          </p:val>
                                        </p:tav>
                                      </p:tavLst>
                                    </p:anim>
                                    <p:animEffect transition="in" filter="fade">
                                      <p:cBhvr>
                                        <p:cTn id="28" dur="1000"/>
                                        <p:tgtEl>
                                          <p:spTgt spid="152591"/>
                                        </p:tgtEl>
                                      </p:cBhvr>
                                    </p:animEffec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6"/>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55" presetClass="entr" presetSubtype="0" fill="hold" nodeType="clickEffect">
                                  <p:stCondLst>
                                    <p:cond delay="0"/>
                                  </p:stCondLst>
                                  <p:childTnLst>
                                    <p:set>
                                      <p:cBhvr>
                                        <p:cTn id="36" dur="1" fill="hold">
                                          <p:stCondLst>
                                            <p:cond delay="0"/>
                                          </p:stCondLst>
                                        </p:cTn>
                                        <p:tgtEl>
                                          <p:spTgt spid="29710"/>
                                        </p:tgtEl>
                                        <p:attrNameLst>
                                          <p:attrName>style.visibility</p:attrName>
                                        </p:attrNameLst>
                                      </p:cBhvr>
                                      <p:to>
                                        <p:strVal val="visible"/>
                                      </p:to>
                                    </p:set>
                                    <p:anim calcmode="lin" valueType="num">
                                      <p:cBhvr>
                                        <p:cTn id="37" dur="1000" fill="hold"/>
                                        <p:tgtEl>
                                          <p:spTgt spid="29710"/>
                                        </p:tgtEl>
                                        <p:attrNameLst>
                                          <p:attrName>ppt_w</p:attrName>
                                        </p:attrNameLst>
                                      </p:cBhvr>
                                      <p:tavLst>
                                        <p:tav tm="0">
                                          <p:val>
                                            <p:strVal val="#ppt_w*0.70"/>
                                          </p:val>
                                        </p:tav>
                                        <p:tav tm="100000">
                                          <p:val>
                                            <p:strVal val="#ppt_w"/>
                                          </p:val>
                                        </p:tav>
                                      </p:tavLst>
                                    </p:anim>
                                    <p:anim calcmode="lin" valueType="num">
                                      <p:cBhvr>
                                        <p:cTn id="38" dur="1000" fill="hold"/>
                                        <p:tgtEl>
                                          <p:spTgt spid="29710"/>
                                        </p:tgtEl>
                                        <p:attrNameLst>
                                          <p:attrName>ppt_h</p:attrName>
                                        </p:attrNameLst>
                                      </p:cBhvr>
                                      <p:tavLst>
                                        <p:tav tm="0">
                                          <p:val>
                                            <p:strVal val="#ppt_h"/>
                                          </p:val>
                                        </p:tav>
                                        <p:tav tm="100000">
                                          <p:val>
                                            <p:strVal val="#ppt_h"/>
                                          </p:val>
                                        </p:tav>
                                      </p:tavLst>
                                    </p:anim>
                                    <p:animEffect transition="in" filter="fade">
                                      <p:cBhvr>
                                        <p:cTn id="39" dur="1000"/>
                                        <p:tgtEl>
                                          <p:spTgt spid="29710"/>
                                        </p:tgtEl>
                                      </p:cBhvr>
                                    </p:animEffect>
                                  </p:childTnLst>
                                </p:cTn>
                              </p:par>
                            </p:childTnLst>
                          </p:cTn>
                        </p:par>
                      </p:childTnLst>
                    </p:cTn>
                  </p:par>
                  <p:par>
                    <p:cTn id="40" fill="hold">
                      <p:stCondLst>
                        <p:cond delay="indefinite"/>
                      </p:stCondLst>
                      <p:childTnLst>
                        <p:par>
                          <p:cTn id="41" fill="hold">
                            <p:stCondLst>
                              <p:cond delay="0"/>
                            </p:stCondLst>
                            <p:childTnLst>
                              <p:par>
                                <p:cTn id="42" presetID="55" presetClass="entr" presetSubtype="0" fill="hold" nodeType="clickEffect">
                                  <p:stCondLst>
                                    <p:cond delay="0"/>
                                  </p:stCondLst>
                                  <p:childTnLst>
                                    <p:set>
                                      <p:cBhvr>
                                        <p:cTn id="43" dur="1" fill="hold">
                                          <p:stCondLst>
                                            <p:cond delay="0"/>
                                          </p:stCondLst>
                                        </p:cTn>
                                        <p:tgtEl>
                                          <p:spTgt spid="152592"/>
                                        </p:tgtEl>
                                        <p:attrNameLst>
                                          <p:attrName>style.visibility</p:attrName>
                                        </p:attrNameLst>
                                      </p:cBhvr>
                                      <p:to>
                                        <p:strVal val="visible"/>
                                      </p:to>
                                    </p:set>
                                    <p:anim calcmode="lin" valueType="num">
                                      <p:cBhvr>
                                        <p:cTn id="44" dur="1000" fill="hold"/>
                                        <p:tgtEl>
                                          <p:spTgt spid="152592"/>
                                        </p:tgtEl>
                                        <p:attrNameLst>
                                          <p:attrName>ppt_w</p:attrName>
                                        </p:attrNameLst>
                                      </p:cBhvr>
                                      <p:tavLst>
                                        <p:tav tm="0">
                                          <p:val>
                                            <p:strVal val="#ppt_w*0.70"/>
                                          </p:val>
                                        </p:tav>
                                        <p:tav tm="100000">
                                          <p:val>
                                            <p:strVal val="#ppt_w"/>
                                          </p:val>
                                        </p:tav>
                                      </p:tavLst>
                                    </p:anim>
                                    <p:anim calcmode="lin" valueType="num">
                                      <p:cBhvr>
                                        <p:cTn id="45" dur="1000" fill="hold"/>
                                        <p:tgtEl>
                                          <p:spTgt spid="152592"/>
                                        </p:tgtEl>
                                        <p:attrNameLst>
                                          <p:attrName>ppt_h</p:attrName>
                                        </p:attrNameLst>
                                      </p:cBhvr>
                                      <p:tavLst>
                                        <p:tav tm="0">
                                          <p:val>
                                            <p:strVal val="#ppt_h"/>
                                          </p:val>
                                        </p:tav>
                                        <p:tav tm="100000">
                                          <p:val>
                                            <p:strVal val="#ppt_h"/>
                                          </p:val>
                                        </p:tav>
                                      </p:tavLst>
                                    </p:anim>
                                    <p:animEffect transition="in" filter="fade">
                                      <p:cBhvr>
                                        <p:cTn id="46" dur="1000"/>
                                        <p:tgtEl>
                                          <p:spTgt spid="15259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4"/>
          <p:cNvSpPr>
            <a:spLocks noGrp="1" noChangeArrowheads="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a:spcBef>
                <a:spcPct val="0"/>
              </a:spcBef>
              <a:buFontTx/>
              <a:buNone/>
            </a:pPr>
            <a:fld id="{3B9194AE-9A08-4B9A-BCEA-489B9ED79E5F}" type="datetime1">
              <a:rPr kumimoji="0" lang="zh-CN" altLang="en-US" sz="1200" smtClean="0">
                <a:solidFill>
                  <a:srgbClr val="000000"/>
                </a:solidFill>
                <a:ea typeface="宋体" panose="02010600030101010101" pitchFamily="2" charset="-122"/>
              </a:rPr>
            </a:fld>
            <a:endParaRPr kumimoji="0" lang="en-US" altLang="zh-CN" sz="1200">
              <a:solidFill>
                <a:srgbClr val="000000"/>
              </a:solidFill>
              <a:ea typeface="宋体" panose="02010600030101010101" pitchFamily="2" charset="-122"/>
            </a:endParaRPr>
          </a:p>
        </p:txBody>
      </p:sp>
      <p:graphicFrame>
        <p:nvGraphicFramePr>
          <p:cNvPr id="330755" name="Object 3"/>
          <p:cNvGraphicFramePr>
            <a:graphicFrameLocks noGrp="1" noChangeAspect="1"/>
          </p:cNvGraphicFramePr>
          <p:nvPr>
            <p:ph sz="half" idx="2"/>
          </p:nvPr>
        </p:nvGraphicFramePr>
        <p:xfrm>
          <a:off x="1360488" y="2039938"/>
          <a:ext cx="4100512" cy="974725"/>
        </p:xfrm>
        <a:graphic>
          <a:graphicData uri="http://schemas.openxmlformats.org/presentationml/2006/ole">
            <mc:AlternateContent xmlns:mc="http://schemas.openxmlformats.org/markup-compatibility/2006">
              <mc:Choice xmlns:v="urn:schemas-microsoft-com:vml" Requires="v">
                <p:oleObj spid="_x0000_s2" name="公式" r:id="rId1" imgW="1663700" imgH="393700" progId="Equation.3">
                  <p:embed/>
                </p:oleObj>
              </mc:Choice>
              <mc:Fallback>
                <p:oleObj name="公式" r:id="rId1" imgW="1663700" imgH="393700" progId="Equation.3">
                  <p:embed/>
                  <p:pic>
                    <p:nvPicPr>
                      <p:cNvPr id="0" name="Object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60488" y="2039938"/>
                        <a:ext cx="4100512" cy="974725"/>
                      </a:xfrm>
                      <a:prstGeom prst="rect">
                        <a:avLst/>
                      </a:prstGeom>
                      <a:solidFill>
                        <a:schemeClr val="tx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43012" name="Object 4"/>
          <p:cNvGraphicFramePr>
            <a:graphicFrameLocks noChangeAspect="1"/>
          </p:cNvGraphicFramePr>
          <p:nvPr/>
        </p:nvGraphicFramePr>
        <p:xfrm>
          <a:off x="755650" y="1052513"/>
          <a:ext cx="3962400" cy="890587"/>
        </p:xfrm>
        <a:graphic>
          <a:graphicData uri="http://schemas.openxmlformats.org/presentationml/2006/ole">
            <mc:AlternateContent xmlns:mc="http://schemas.openxmlformats.org/markup-compatibility/2006">
              <mc:Choice xmlns:v="urn:schemas-microsoft-com:vml" Requires="v">
                <p:oleObj spid="_x0000_s3" name="公式" r:id="rId3" imgW="1866900" imgH="419100" progId="Equation.3">
                  <p:embed/>
                </p:oleObj>
              </mc:Choice>
              <mc:Fallback>
                <p:oleObj name="公式" r:id="rId3" imgW="1866900" imgH="419100" progId="Equation.3">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55650" y="1052513"/>
                        <a:ext cx="3962400" cy="890587"/>
                      </a:xfrm>
                      <a:prstGeom prst="rect">
                        <a:avLst/>
                      </a:prstGeom>
                      <a:solidFill>
                        <a:schemeClr val="tx1"/>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28706" name="Rectangle 2"/>
          <p:cNvSpPr>
            <a:spLocks noChangeArrowheads="1"/>
          </p:cNvSpPr>
          <p:nvPr/>
        </p:nvSpPr>
        <p:spPr bwMode="auto">
          <a:xfrm>
            <a:off x="1042988" y="188913"/>
            <a:ext cx="3960812" cy="647700"/>
          </a:xfrm>
          <a:prstGeom prst="rect">
            <a:avLst/>
          </a:prstGeom>
          <a:solidFill>
            <a:schemeClr val="bg1"/>
          </a:solidFill>
          <a:ln>
            <a:noFill/>
          </a:ln>
          <a:effectLst>
            <a:outerShdw blurRad="63500" dist="38099" dir="2700000" algn="ctr" rotWithShape="0">
              <a:schemeClr val="bg2">
                <a:alpha val="74998"/>
              </a:schemeClr>
            </a:outerShdw>
          </a:effectLst>
        </p:spPr>
        <p:txBody>
          <a:bodyPr anchor="ctr"/>
          <a:lstStyle/>
          <a:p>
            <a:pPr algn="ctr" eaLnBrk="1" hangingPunct="1">
              <a:defRPr/>
            </a:pPr>
            <a:r>
              <a:rPr lang="en-US" altLang="zh-CN" sz="2800">
                <a:effectLst>
                  <a:outerShdw blurRad="38100" dist="38100" dir="2700000" algn="tl">
                    <a:srgbClr val="000000"/>
                  </a:outerShdw>
                </a:effectLst>
                <a:ea typeface="黑体" panose="02010609060101010101" charset="-122"/>
              </a:rPr>
              <a:t>§5.5 </a:t>
            </a:r>
            <a:r>
              <a:rPr lang="zh-CN" altLang="en-US" sz="2800">
                <a:effectLst>
                  <a:outerShdw blurRad="38100" dist="38100" dir="2700000" algn="tl">
                    <a:srgbClr val="000000"/>
                  </a:outerShdw>
                </a:effectLst>
                <a:ea typeface="黑体" panose="02010609060101010101" charset="-122"/>
              </a:rPr>
              <a:t>拉普拉斯反变换</a:t>
            </a:r>
            <a:endParaRPr lang="zh-CN" altLang="en-US" sz="2800">
              <a:effectLst>
                <a:outerShdw blurRad="38100" dist="38100" dir="2700000" algn="tl">
                  <a:srgbClr val="000000"/>
                </a:outerShdw>
              </a:effectLst>
              <a:ea typeface="黑体" panose="02010609060101010101" charset="-122"/>
            </a:endParaRPr>
          </a:p>
        </p:txBody>
      </p:sp>
      <p:graphicFrame>
        <p:nvGraphicFramePr>
          <p:cNvPr id="4" name="Object 4"/>
          <p:cNvGraphicFramePr>
            <a:graphicFrameLocks noChangeAspect="1"/>
          </p:cNvGraphicFramePr>
          <p:nvPr/>
        </p:nvGraphicFramePr>
        <p:xfrm>
          <a:off x="2555875" y="3068638"/>
          <a:ext cx="2871788" cy="996950"/>
        </p:xfrm>
        <a:graphic>
          <a:graphicData uri="http://schemas.openxmlformats.org/presentationml/2006/ole">
            <mc:AlternateContent xmlns:mc="http://schemas.openxmlformats.org/markup-compatibility/2006">
              <mc:Choice xmlns:v="urn:schemas-microsoft-com:vml" Requires="v">
                <p:oleObj spid="_x0000_s5" name="公式" r:id="rId5" imgW="1206500" imgH="419100" progId="Equation.3">
                  <p:embed/>
                </p:oleObj>
              </mc:Choice>
              <mc:Fallback>
                <p:oleObj name="公式" r:id="rId5" imgW="1206500" imgH="419100" progId="Equation.3">
                  <p:embed/>
                  <p:pic>
                    <p:nvPicPr>
                      <p:cNvPr id="0"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555875" y="3068638"/>
                        <a:ext cx="2871788" cy="996950"/>
                      </a:xfrm>
                      <a:prstGeom prst="rect">
                        <a:avLst/>
                      </a:prstGeom>
                      <a:solidFill>
                        <a:schemeClr val="tx1"/>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8" name="Object 9"/>
          <p:cNvGraphicFramePr>
            <a:graphicFrameLocks noChangeAspect="1"/>
          </p:cNvGraphicFramePr>
          <p:nvPr/>
        </p:nvGraphicFramePr>
        <p:xfrm>
          <a:off x="2555558" y="3908425"/>
          <a:ext cx="2305050" cy="1392238"/>
        </p:xfrm>
        <a:graphic>
          <a:graphicData uri="http://schemas.openxmlformats.org/presentationml/2006/ole">
            <mc:AlternateContent xmlns:mc="http://schemas.openxmlformats.org/markup-compatibility/2006">
              <mc:Choice xmlns:v="urn:schemas-microsoft-com:vml" Requires="v">
                <p:oleObj spid="_x0000_s9" name="公式" r:id="rId7" imgW="1091565" imgH="761365" progId="Equation.3">
                  <p:embed/>
                </p:oleObj>
              </mc:Choice>
              <mc:Fallback>
                <p:oleObj name="公式" r:id="rId7" imgW="1091565" imgH="761365" progId="Equation.3">
                  <p:embed/>
                  <p:pic>
                    <p:nvPicPr>
                      <p:cNvPr id="0" name="Object 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555558" y="3908425"/>
                        <a:ext cx="2305050" cy="13922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aphicFrame>
        <p:nvGraphicFramePr>
          <p:cNvPr id="30730" name="Object 10"/>
          <p:cNvGraphicFramePr>
            <a:graphicFrameLocks noChangeAspect="1"/>
          </p:cNvGraphicFramePr>
          <p:nvPr/>
        </p:nvGraphicFramePr>
        <p:xfrm>
          <a:off x="827088" y="5589588"/>
          <a:ext cx="1187450" cy="454025"/>
        </p:xfrm>
        <a:graphic>
          <a:graphicData uri="http://schemas.openxmlformats.org/presentationml/2006/ole">
            <mc:AlternateContent xmlns:mc="http://schemas.openxmlformats.org/markup-compatibility/2006">
              <mc:Choice xmlns:v="urn:schemas-microsoft-com:vml" Requires="v">
                <p:oleObj spid="_x0000_s10" name="公式" r:id="rId9" imgW="533400" imgH="203200" progId="Equation.3">
                  <p:embed/>
                </p:oleObj>
              </mc:Choice>
              <mc:Fallback>
                <p:oleObj name="公式" r:id="rId9" imgW="533400" imgH="203200" progId="Equation.3">
                  <p:embed/>
                  <p:pic>
                    <p:nvPicPr>
                      <p:cNvPr id="0" name="Object 10"/>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827088" y="5589588"/>
                        <a:ext cx="1187450" cy="454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aphicFrame>
        <p:nvGraphicFramePr>
          <p:cNvPr id="30731" name="Object 11"/>
          <p:cNvGraphicFramePr>
            <a:graphicFrameLocks noChangeAspect="1"/>
          </p:cNvGraphicFramePr>
          <p:nvPr/>
        </p:nvGraphicFramePr>
        <p:xfrm>
          <a:off x="2154238" y="5300663"/>
          <a:ext cx="3879850" cy="1076325"/>
        </p:xfrm>
        <a:graphic>
          <a:graphicData uri="http://schemas.openxmlformats.org/presentationml/2006/ole">
            <mc:AlternateContent xmlns:mc="http://schemas.openxmlformats.org/markup-compatibility/2006">
              <mc:Choice xmlns:v="urn:schemas-microsoft-com:vml" Requires="v">
                <p:oleObj spid="_x0000_s11" name="公式" r:id="rId11" imgW="1739900" imgH="482600" progId="Equation.3">
                  <p:embed/>
                </p:oleObj>
              </mc:Choice>
              <mc:Fallback>
                <p:oleObj name="公式" r:id="rId11" imgW="1739900" imgH="482600" progId="Equation.3">
                  <p:embed/>
                  <p:pic>
                    <p:nvPicPr>
                      <p:cNvPr id="0" name="Object 11"/>
                      <p:cNvPicPr>
                        <a:picLocks noChangeAspect="1" noChangeArrowheads="1"/>
                      </p:cNvPicPr>
                      <p:nvPr/>
                    </p:nvPicPr>
                    <p:blipFill>
                      <a:blip r:embed="rId12"/>
                      <a:srcRect/>
                      <a:stretch>
                        <a:fillRect/>
                      </a:stretch>
                    </p:blipFill>
                    <p:spPr bwMode="auto">
                      <a:xfrm>
                        <a:off x="2154238" y="5300663"/>
                        <a:ext cx="3879850" cy="1076325"/>
                      </a:xfrm>
                      <a:prstGeom prst="rect">
                        <a:avLst/>
                      </a:prstGeom>
                      <a:solidFill>
                        <a:schemeClr val="tx1"/>
                      </a:solidFill>
                      <a:ln w="9525">
                        <a:solidFill>
                          <a:schemeClr val="bg1"/>
                        </a:solidFill>
                        <a:miter lim="800000"/>
                        <a:headEnd/>
                        <a:tailEnd/>
                      </a:ln>
                      <a:effectLst>
                        <a:outerShdw dist="35921" dir="2700000" algn="ctr" rotWithShape="0">
                          <a:schemeClr val="bg2">
                            <a:alpha val="74997"/>
                          </a:schemeClr>
                        </a:outerShdw>
                      </a:effectLst>
                    </p:spPr>
                  </p:pic>
                </p:oleObj>
              </mc:Fallback>
            </mc:AlternateContent>
          </a:graphicData>
        </a:graphic>
      </p:graphicFrame>
      <p:sp>
        <p:nvSpPr>
          <p:cNvPr id="12" name="墨迹 4"/>
          <p:cNvSpPr/>
          <p:nvPr/>
        </p:nvSpPr>
        <p:spPr bwMode="auto">
          <a:xfrm>
            <a:off x="3023640" y="2213640"/>
            <a:ext cx="402120" cy="624240"/>
          </a:xfrm>
        </p:spPr>
      </p:sp>
    </p:spTree>
    <p:custDataLst>
      <p:tags r:id="rId13"/>
    </p:custDataLst>
  </p:cSld>
  <p:clrMapOvr>
    <a:masterClrMapping/>
  </p:clrMapOvr>
  <mc:AlternateContent xmlns:mc="http://schemas.openxmlformats.org/markup-compatibility/2006">
    <mc:Choice xmlns:p14="http://schemas.microsoft.com/office/powerpoint/2010/main" Requires="p14">
      <p:transition spd="slow" p14:dur="2000" advTm="163031"/>
    </mc:Choice>
    <mc:Fallback>
      <p:transition spd="slow" advTm="163031"/>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4" fill="hold" nodeType="clickEffect">
                                  <p:stCondLst>
                                    <p:cond delay="0"/>
                                  </p:stCondLst>
                                  <p:childTnLst>
                                    <p:set>
                                      <p:cBhvr>
                                        <p:cTn id="6" dur="1" fill="hold">
                                          <p:stCondLst>
                                            <p:cond delay="0"/>
                                          </p:stCondLst>
                                        </p:cTn>
                                        <p:tgtEl>
                                          <p:spTgt spid="330755"/>
                                        </p:tgtEl>
                                        <p:attrNameLst>
                                          <p:attrName>style.visibility</p:attrName>
                                        </p:attrNameLst>
                                      </p:cBhvr>
                                      <p:to>
                                        <p:strVal val="visible"/>
                                      </p:to>
                                    </p:set>
                                    <p:animEffect transition="in" filter="wheel(4)">
                                      <p:cBhvr>
                                        <p:cTn id="7" dur="500"/>
                                        <p:tgtEl>
                                          <p:spTgt spid="330755"/>
                                        </p:tgtEl>
                                      </p:cBhvr>
                                    </p:animEffect>
                                  </p:childTnLst>
                                </p:cTn>
                              </p:par>
                            </p:childTnLst>
                          </p:cTn>
                        </p:par>
                      </p:childTnLst>
                    </p:cTn>
                  </p:par>
                  <p:par>
                    <p:cTn id="8" fill="hold">
                      <p:stCondLst>
                        <p:cond delay="indefinite"/>
                      </p:stCondLst>
                      <p:childTnLst>
                        <p:par>
                          <p:cTn id="9" fill="hold">
                            <p:stCondLst>
                              <p:cond delay="0"/>
                            </p:stCondLst>
                            <p:childTnLst>
                              <p:par>
                                <p:cTn id="10" presetID="55" presetClass="entr" presetSubtype="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 calcmode="lin" valueType="num">
                                      <p:cBhvr>
                                        <p:cTn id="12" dur="1000" fill="hold"/>
                                        <p:tgtEl>
                                          <p:spTgt spid="4"/>
                                        </p:tgtEl>
                                        <p:attrNameLst>
                                          <p:attrName>ppt_w</p:attrName>
                                        </p:attrNameLst>
                                      </p:cBhvr>
                                      <p:tavLst>
                                        <p:tav tm="0">
                                          <p:val>
                                            <p:strVal val="#ppt_w*0.70"/>
                                          </p:val>
                                        </p:tav>
                                        <p:tav tm="100000">
                                          <p:val>
                                            <p:strVal val="#ppt_w"/>
                                          </p:val>
                                        </p:tav>
                                      </p:tavLst>
                                    </p:anim>
                                    <p:anim calcmode="lin" valueType="num">
                                      <p:cBhvr>
                                        <p:cTn id="13" dur="1000" fill="hold"/>
                                        <p:tgtEl>
                                          <p:spTgt spid="4"/>
                                        </p:tgtEl>
                                        <p:attrNameLst>
                                          <p:attrName>ppt_h</p:attrName>
                                        </p:attrNameLst>
                                      </p:cBhvr>
                                      <p:tavLst>
                                        <p:tav tm="0">
                                          <p:val>
                                            <p:strVal val="#ppt_h"/>
                                          </p:val>
                                        </p:tav>
                                        <p:tav tm="100000">
                                          <p:val>
                                            <p:strVal val="#ppt_h"/>
                                          </p:val>
                                        </p:tav>
                                      </p:tavLst>
                                    </p:anim>
                                    <p:animEffect transition="in" filter="fade">
                                      <p:cBhvr>
                                        <p:cTn id="14" dur="1000"/>
                                        <p:tgtEl>
                                          <p:spTgt spid="4"/>
                                        </p:tgtEl>
                                      </p:cBhvr>
                                    </p:animEffect>
                                  </p:childTnLst>
                                </p:cTn>
                              </p:par>
                            </p:childTnLst>
                          </p:cTn>
                        </p:par>
                      </p:childTnLst>
                    </p:cTn>
                  </p:par>
                  <p:par>
                    <p:cTn id="15" fill="hold">
                      <p:stCondLst>
                        <p:cond delay="indefinite"/>
                      </p:stCondLst>
                      <p:childTnLst>
                        <p:par>
                          <p:cTn id="16" fill="hold">
                            <p:stCondLst>
                              <p:cond delay="0"/>
                            </p:stCondLst>
                            <p:childTnLst>
                              <p:par>
                                <p:cTn id="17" presetID="55" presetClass="entr" presetSubtype="0" fill="hold" nodeType="clickEffect">
                                  <p:stCondLst>
                                    <p:cond delay="0"/>
                                  </p:stCondLst>
                                  <p:childTnLst>
                                    <p:set>
                                      <p:cBhvr>
                                        <p:cTn id="18" dur="1" fill="hold">
                                          <p:stCondLst>
                                            <p:cond delay="0"/>
                                          </p:stCondLst>
                                        </p:cTn>
                                        <p:tgtEl>
                                          <p:spTgt spid="8"/>
                                        </p:tgtEl>
                                        <p:attrNameLst>
                                          <p:attrName>style.visibility</p:attrName>
                                        </p:attrNameLst>
                                      </p:cBhvr>
                                      <p:to>
                                        <p:strVal val="visible"/>
                                      </p:to>
                                    </p:set>
                                    <p:anim calcmode="lin" valueType="num">
                                      <p:cBhvr>
                                        <p:cTn id="19" dur="1000" fill="hold"/>
                                        <p:tgtEl>
                                          <p:spTgt spid="8"/>
                                        </p:tgtEl>
                                        <p:attrNameLst>
                                          <p:attrName>ppt_w</p:attrName>
                                        </p:attrNameLst>
                                      </p:cBhvr>
                                      <p:tavLst>
                                        <p:tav tm="0">
                                          <p:val>
                                            <p:strVal val="#ppt_w*0.70"/>
                                          </p:val>
                                        </p:tav>
                                        <p:tav tm="100000">
                                          <p:val>
                                            <p:strVal val="#ppt_w"/>
                                          </p:val>
                                        </p:tav>
                                      </p:tavLst>
                                    </p:anim>
                                    <p:anim calcmode="lin" valueType="num">
                                      <p:cBhvr>
                                        <p:cTn id="20" dur="1000" fill="hold"/>
                                        <p:tgtEl>
                                          <p:spTgt spid="8"/>
                                        </p:tgtEl>
                                        <p:attrNameLst>
                                          <p:attrName>ppt_h</p:attrName>
                                        </p:attrNameLst>
                                      </p:cBhvr>
                                      <p:tavLst>
                                        <p:tav tm="0">
                                          <p:val>
                                            <p:strVal val="#ppt_h"/>
                                          </p:val>
                                        </p:tav>
                                        <p:tav tm="100000">
                                          <p:val>
                                            <p:strVal val="#ppt_h"/>
                                          </p:val>
                                        </p:tav>
                                      </p:tavLst>
                                    </p:anim>
                                    <p:animEffect transition="in" filter="fade">
                                      <p:cBhvr>
                                        <p:cTn id="21" dur="1000"/>
                                        <p:tgtEl>
                                          <p:spTgt spid="8"/>
                                        </p:tgtEl>
                                      </p:cBhvr>
                                    </p:animEffect>
                                  </p:childTnLst>
                                </p:cTn>
                              </p:par>
                            </p:childTnLst>
                          </p:cTn>
                        </p:par>
                        <p:par>
                          <p:cTn id="22" fill="hold">
                            <p:stCondLst>
                              <p:cond delay="1000"/>
                            </p:stCondLst>
                            <p:childTnLst>
                              <p:par>
                                <p:cTn id="23" presetID="55" presetClass="entr" presetSubtype="0" fill="hold" nodeType="afterEffect">
                                  <p:stCondLst>
                                    <p:cond delay="0"/>
                                  </p:stCondLst>
                                  <p:childTnLst>
                                    <p:set>
                                      <p:cBhvr>
                                        <p:cTn id="24" dur="1" fill="hold">
                                          <p:stCondLst>
                                            <p:cond delay="0"/>
                                          </p:stCondLst>
                                        </p:cTn>
                                        <p:tgtEl>
                                          <p:spTgt spid="30730"/>
                                        </p:tgtEl>
                                        <p:attrNameLst>
                                          <p:attrName>style.visibility</p:attrName>
                                        </p:attrNameLst>
                                      </p:cBhvr>
                                      <p:to>
                                        <p:strVal val="visible"/>
                                      </p:to>
                                    </p:set>
                                    <p:anim calcmode="lin" valueType="num">
                                      <p:cBhvr>
                                        <p:cTn id="25" dur="1000" fill="hold"/>
                                        <p:tgtEl>
                                          <p:spTgt spid="30730"/>
                                        </p:tgtEl>
                                        <p:attrNameLst>
                                          <p:attrName>ppt_w</p:attrName>
                                        </p:attrNameLst>
                                      </p:cBhvr>
                                      <p:tavLst>
                                        <p:tav tm="0">
                                          <p:val>
                                            <p:strVal val="#ppt_w*0.70"/>
                                          </p:val>
                                        </p:tav>
                                        <p:tav tm="100000">
                                          <p:val>
                                            <p:strVal val="#ppt_w"/>
                                          </p:val>
                                        </p:tav>
                                      </p:tavLst>
                                    </p:anim>
                                    <p:anim calcmode="lin" valueType="num">
                                      <p:cBhvr>
                                        <p:cTn id="26" dur="1000" fill="hold"/>
                                        <p:tgtEl>
                                          <p:spTgt spid="30730"/>
                                        </p:tgtEl>
                                        <p:attrNameLst>
                                          <p:attrName>ppt_h</p:attrName>
                                        </p:attrNameLst>
                                      </p:cBhvr>
                                      <p:tavLst>
                                        <p:tav tm="0">
                                          <p:val>
                                            <p:strVal val="#ppt_h"/>
                                          </p:val>
                                        </p:tav>
                                        <p:tav tm="100000">
                                          <p:val>
                                            <p:strVal val="#ppt_h"/>
                                          </p:val>
                                        </p:tav>
                                      </p:tavLst>
                                    </p:anim>
                                    <p:animEffect transition="in" filter="fade">
                                      <p:cBhvr>
                                        <p:cTn id="27" dur="1000"/>
                                        <p:tgtEl>
                                          <p:spTgt spid="30730"/>
                                        </p:tgtEl>
                                      </p:cBhvr>
                                    </p:animEffect>
                                  </p:childTnLst>
                                </p:cTn>
                              </p:par>
                            </p:childTnLst>
                          </p:cTn>
                        </p:par>
                      </p:childTnLst>
                    </p:cTn>
                  </p:par>
                  <p:par>
                    <p:cTn id="28" fill="hold">
                      <p:stCondLst>
                        <p:cond delay="indefinite"/>
                      </p:stCondLst>
                      <p:childTnLst>
                        <p:par>
                          <p:cTn id="29" fill="hold">
                            <p:stCondLst>
                              <p:cond delay="0"/>
                            </p:stCondLst>
                            <p:childTnLst>
                              <p:par>
                                <p:cTn id="30" presetID="55" presetClass="entr" presetSubtype="0" fill="hold" nodeType="clickEffect">
                                  <p:stCondLst>
                                    <p:cond delay="0"/>
                                  </p:stCondLst>
                                  <p:childTnLst>
                                    <p:set>
                                      <p:cBhvr>
                                        <p:cTn id="31" dur="1" fill="hold">
                                          <p:stCondLst>
                                            <p:cond delay="0"/>
                                          </p:stCondLst>
                                        </p:cTn>
                                        <p:tgtEl>
                                          <p:spTgt spid="30731"/>
                                        </p:tgtEl>
                                        <p:attrNameLst>
                                          <p:attrName>style.visibility</p:attrName>
                                        </p:attrNameLst>
                                      </p:cBhvr>
                                      <p:to>
                                        <p:strVal val="visible"/>
                                      </p:to>
                                    </p:set>
                                    <p:anim calcmode="lin" valueType="num">
                                      <p:cBhvr>
                                        <p:cTn id="32" dur="1000" fill="hold"/>
                                        <p:tgtEl>
                                          <p:spTgt spid="30731"/>
                                        </p:tgtEl>
                                        <p:attrNameLst>
                                          <p:attrName>ppt_w</p:attrName>
                                        </p:attrNameLst>
                                      </p:cBhvr>
                                      <p:tavLst>
                                        <p:tav tm="0">
                                          <p:val>
                                            <p:strVal val="#ppt_w*0.70"/>
                                          </p:val>
                                        </p:tav>
                                        <p:tav tm="100000">
                                          <p:val>
                                            <p:strVal val="#ppt_w"/>
                                          </p:val>
                                        </p:tav>
                                      </p:tavLst>
                                    </p:anim>
                                    <p:anim calcmode="lin" valueType="num">
                                      <p:cBhvr>
                                        <p:cTn id="33" dur="1000" fill="hold"/>
                                        <p:tgtEl>
                                          <p:spTgt spid="30731"/>
                                        </p:tgtEl>
                                        <p:attrNameLst>
                                          <p:attrName>ppt_h</p:attrName>
                                        </p:attrNameLst>
                                      </p:cBhvr>
                                      <p:tavLst>
                                        <p:tav tm="0">
                                          <p:val>
                                            <p:strVal val="#ppt_h"/>
                                          </p:val>
                                        </p:tav>
                                        <p:tav tm="100000">
                                          <p:val>
                                            <p:strVal val="#ppt_h"/>
                                          </p:val>
                                        </p:tav>
                                      </p:tavLst>
                                    </p:anim>
                                    <p:animEffect transition="in" filter="fade">
                                      <p:cBhvr>
                                        <p:cTn id="34" dur="1000"/>
                                        <p:tgtEl>
                                          <p:spTgt spid="307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4"/>
          <p:cNvSpPr>
            <a:spLocks noGrp="1" noChangeArrowheads="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a:spcBef>
                <a:spcPct val="0"/>
              </a:spcBef>
              <a:buFontTx/>
              <a:buNone/>
            </a:pPr>
            <a:fld id="{7A33A811-BDB4-4406-A803-C4B34A0446D0}" type="datetime1">
              <a:rPr kumimoji="0" lang="zh-CN" altLang="en-US" sz="1200" smtClean="0">
                <a:solidFill>
                  <a:srgbClr val="000000"/>
                </a:solidFill>
                <a:ea typeface="宋体" panose="02010600030101010101" pitchFamily="2" charset="-122"/>
              </a:rPr>
            </a:fld>
            <a:endParaRPr kumimoji="0" lang="en-US" altLang="zh-CN" sz="1200">
              <a:solidFill>
                <a:srgbClr val="000000"/>
              </a:solidFill>
              <a:ea typeface="宋体" panose="02010600030101010101" pitchFamily="2" charset="-122"/>
            </a:endParaRPr>
          </a:p>
        </p:txBody>
      </p:sp>
      <p:graphicFrame>
        <p:nvGraphicFramePr>
          <p:cNvPr id="330755" name="Object 3"/>
          <p:cNvGraphicFramePr>
            <a:graphicFrameLocks noGrp="1" noChangeAspect="1"/>
          </p:cNvGraphicFramePr>
          <p:nvPr>
            <p:ph sz="half" idx="4294967295"/>
          </p:nvPr>
        </p:nvGraphicFramePr>
        <p:xfrm>
          <a:off x="747395" y="1762920"/>
          <a:ext cx="7246620" cy="1419860"/>
        </p:xfrm>
        <a:graphic>
          <a:graphicData uri="http://schemas.openxmlformats.org/presentationml/2006/ole">
            <mc:AlternateContent xmlns:mc="http://schemas.openxmlformats.org/markup-compatibility/2006">
              <mc:Choice xmlns:v="urn:schemas-microsoft-com:vml" Requires="v">
                <p:oleObj spid="_x0000_s2" name="公式" r:id="rId1" imgW="3111500" imgH="609600" progId="Equation.3">
                  <p:embed/>
                </p:oleObj>
              </mc:Choice>
              <mc:Fallback>
                <p:oleObj name="公式" r:id="rId1" imgW="3111500" imgH="609600" progId="Equation.3">
                  <p:embed/>
                  <p:pic>
                    <p:nvPicPr>
                      <p:cNvPr id="0" name="Object 3"/>
                      <p:cNvPicPr>
                        <a:picLocks noChangeAspect="1" noChangeArrowheads="1"/>
                      </p:cNvPicPr>
                      <p:nvPr/>
                    </p:nvPicPr>
                    <p:blipFill>
                      <a:blip r:embed="rId2"/>
                      <a:srcRect/>
                      <a:stretch>
                        <a:fillRect/>
                      </a:stretch>
                    </p:blipFill>
                    <p:spPr bwMode="auto">
                      <a:xfrm>
                        <a:off x="747395" y="1762920"/>
                        <a:ext cx="7246620" cy="1419860"/>
                      </a:xfrm>
                      <a:prstGeom prst="rect">
                        <a:avLst/>
                      </a:prstGeom>
                      <a:solidFill>
                        <a:schemeClr val="tx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44036" name="Object 4"/>
          <p:cNvGraphicFramePr>
            <a:graphicFrameLocks noChangeAspect="1"/>
          </p:cNvGraphicFramePr>
          <p:nvPr/>
        </p:nvGraphicFramePr>
        <p:xfrm>
          <a:off x="755015" y="836613"/>
          <a:ext cx="3962400" cy="890587"/>
        </p:xfrm>
        <a:graphic>
          <a:graphicData uri="http://schemas.openxmlformats.org/presentationml/2006/ole">
            <mc:AlternateContent xmlns:mc="http://schemas.openxmlformats.org/markup-compatibility/2006">
              <mc:Choice xmlns:v="urn:schemas-microsoft-com:vml" Requires="v">
                <p:oleObj spid="_x0000_s3" name="公式" r:id="rId3" imgW="1866900" imgH="419100" progId="Equation.3">
                  <p:embed/>
                </p:oleObj>
              </mc:Choice>
              <mc:Fallback>
                <p:oleObj name="公式" r:id="rId3" imgW="1866900" imgH="419100" progId="Equation.3">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55015" y="836613"/>
                        <a:ext cx="3962400" cy="890587"/>
                      </a:xfrm>
                      <a:prstGeom prst="rect">
                        <a:avLst/>
                      </a:prstGeom>
                      <a:solidFill>
                        <a:schemeClr val="tx1"/>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 name="Object 4"/>
          <p:cNvGraphicFramePr>
            <a:graphicFrameLocks noChangeAspect="1"/>
          </p:cNvGraphicFramePr>
          <p:nvPr/>
        </p:nvGraphicFramePr>
        <p:xfrm>
          <a:off x="1119505" y="3502660"/>
          <a:ext cx="6903720" cy="2200910"/>
        </p:xfrm>
        <a:graphic>
          <a:graphicData uri="http://schemas.openxmlformats.org/presentationml/2006/ole">
            <mc:AlternateContent xmlns:mc="http://schemas.openxmlformats.org/markup-compatibility/2006">
              <mc:Choice xmlns:v="urn:schemas-microsoft-com:vml" Requires="v">
                <p:oleObj spid="_x0000_s5" name="公式" r:id="rId5" imgW="3022600" imgH="914400" progId="Equation.3">
                  <p:embed/>
                </p:oleObj>
              </mc:Choice>
              <mc:Fallback>
                <p:oleObj name="公式" r:id="rId5" imgW="3022600" imgH="914400" progId="Equation.3">
                  <p:embed/>
                  <p:pic>
                    <p:nvPicPr>
                      <p:cNvPr id="0" name="Object 4"/>
                      <p:cNvPicPr>
                        <a:picLocks noChangeAspect="1" noChangeArrowheads="1"/>
                      </p:cNvPicPr>
                      <p:nvPr/>
                    </p:nvPicPr>
                    <p:blipFill>
                      <a:blip r:embed="rId6"/>
                      <a:srcRect/>
                      <a:stretch>
                        <a:fillRect/>
                      </a:stretch>
                    </p:blipFill>
                    <p:spPr bwMode="auto">
                      <a:xfrm>
                        <a:off x="1119505" y="3502660"/>
                        <a:ext cx="6903720" cy="2200910"/>
                      </a:xfrm>
                      <a:prstGeom prst="rect">
                        <a:avLst/>
                      </a:prstGeom>
                      <a:solidFill>
                        <a:schemeClr val="tx1"/>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28706" name="Rectangle 2"/>
          <p:cNvSpPr>
            <a:spLocks noChangeArrowheads="1"/>
          </p:cNvSpPr>
          <p:nvPr/>
        </p:nvSpPr>
        <p:spPr bwMode="auto">
          <a:xfrm>
            <a:off x="1042988" y="188913"/>
            <a:ext cx="3960812" cy="647700"/>
          </a:xfrm>
          <a:prstGeom prst="rect">
            <a:avLst/>
          </a:prstGeom>
          <a:solidFill>
            <a:schemeClr val="bg1"/>
          </a:solidFill>
          <a:ln>
            <a:noFill/>
          </a:ln>
          <a:effectLst>
            <a:outerShdw blurRad="63500" dist="38099" dir="2700000" algn="ctr" rotWithShape="0">
              <a:schemeClr val="bg2">
                <a:alpha val="74998"/>
              </a:schemeClr>
            </a:outerShdw>
          </a:effectLst>
        </p:spPr>
        <p:txBody>
          <a:bodyPr anchor="ctr"/>
          <a:lstStyle/>
          <a:p>
            <a:pPr algn="ctr" eaLnBrk="1" hangingPunct="1">
              <a:defRPr/>
            </a:pPr>
            <a:r>
              <a:rPr lang="en-US" altLang="zh-CN" sz="2800">
                <a:effectLst>
                  <a:outerShdw blurRad="38100" dist="38100" dir="2700000" algn="tl">
                    <a:srgbClr val="000000"/>
                  </a:outerShdw>
                </a:effectLst>
                <a:ea typeface="黑体" panose="02010609060101010101" charset="-122"/>
              </a:rPr>
              <a:t>§5.5 </a:t>
            </a:r>
            <a:r>
              <a:rPr lang="zh-CN" altLang="en-US" sz="2800">
                <a:effectLst>
                  <a:outerShdw blurRad="38100" dist="38100" dir="2700000" algn="tl">
                    <a:srgbClr val="000000"/>
                  </a:outerShdw>
                </a:effectLst>
                <a:ea typeface="黑体" panose="02010609060101010101" charset="-122"/>
              </a:rPr>
              <a:t>拉普拉斯反变换</a:t>
            </a:r>
            <a:endParaRPr lang="zh-CN" altLang="en-US" sz="2800">
              <a:effectLst>
                <a:outerShdw blurRad="38100" dist="38100" dir="2700000" algn="tl">
                  <a:srgbClr val="000000"/>
                </a:outerShdw>
              </a:effectLst>
              <a:ea typeface="黑体" panose="02010609060101010101" charset="-122"/>
            </a:endParaRPr>
          </a:p>
        </p:txBody>
      </p:sp>
    </p:spTree>
    <p:custDataLst>
      <p:tags r:id="rId7"/>
    </p:custDataLst>
  </p:cSld>
  <p:clrMapOvr>
    <a:masterClrMapping/>
  </p:clrMapOvr>
  <mc:AlternateContent xmlns:mc="http://schemas.openxmlformats.org/markup-compatibility/2006">
    <mc:Choice xmlns:p14="http://schemas.microsoft.com/office/powerpoint/2010/main" Requires="p14">
      <p:transition spd="slow" p14:dur="2000" advTm="26481"/>
    </mc:Choice>
    <mc:Fallback>
      <p:transition spd="slow" advTm="26481"/>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4" fill="hold" nodeType="clickEffect">
                                  <p:stCondLst>
                                    <p:cond delay="0"/>
                                  </p:stCondLst>
                                  <p:childTnLst>
                                    <p:set>
                                      <p:cBhvr>
                                        <p:cTn id="6" dur="1" fill="hold">
                                          <p:stCondLst>
                                            <p:cond delay="0"/>
                                          </p:stCondLst>
                                        </p:cTn>
                                        <p:tgtEl>
                                          <p:spTgt spid="330755"/>
                                        </p:tgtEl>
                                        <p:attrNameLst>
                                          <p:attrName>style.visibility</p:attrName>
                                        </p:attrNameLst>
                                      </p:cBhvr>
                                      <p:to>
                                        <p:strVal val="visible"/>
                                      </p:to>
                                    </p:set>
                                    <p:animEffect transition="in" filter="wheel(4)">
                                      <p:cBhvr>
                                        <p:cTn id="7" dur="500"/>
                                        <p:tgtEl>
                                          <p:spTgt spid="330755"/>
                                        </p:tgtEl>
                                      </p:cBhvr>
                                    </p:animEffect>
                                  </p:childTnLst>
                                </p:cTn>
                              </p:par>
                            </p:childTnLst>
                          </p:cTn>
                        </p:par>
                      </p:childTnLst>
                    </p:cTn>
                  </p:par>
                  <p:par>
                    <p:cTn id="8" fill="hold">
                      <p:stCondLst>
                        <p:cond delay="indefinite"/>
                      </p:stCondLst>
                      <p:childTnLst>
                        <p:par>
                          <p:cTn id="9" fill="hold">
                            <p:stCondLst>
                              <p:cond delay="0"/>
                            </p:stCondLst>
                            <p:childTnLst>
                              <p:par>
                                <p:cTn id="10" presetID="55" presetClass="entr" presetSubtype="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 calcmode="lin" valueType="num">
                                      <p:cBhvr>
                                        <p:cTn id="12" dur="1000" fill="hold"/>
                                        <p:tgtEl>
                                          <p:spTgt spid="4"/>
                                        </p:tgtEl>
                                        <p:attrNameLst>
                                          <p:attrName>ppt_w</p:attrName>
                                        </p:attrNameLst>
                                      </p:cBhvr>
                                      <p:tavLst>
                                        <p:tav tm="0">
                                          <p:val>
                                            <p:strVal val="#ppt_w*0.70"/>
                                          </p:val>
                                        </p:tav>
                                        <p:tav tm="100000">
                                          <p:val>
                                            <p:strVal val="#ppt_w"/>
                                          </p:val>
                                        </p:tav>
                                      </p:tavLst>
                                    </p:anim>
                                    <p:anim calcmode="lin" valueType="num">
                                      <p:cBhvr>
                                        <p:cTn id="13" dur="1000" fill="hold"/>
                                        <p:tgtEl>
                                          <p:spTgt spid="4"/>
                                        </p:tgtEl>
                                        <p:attrNameLst>
                                          <p:attrName>ppt_h</p:attrName>
                                        </p:attrNameLst>
                                      </p:cBhvr>
                                      <p:tavLst>
                                        <p:tav tm="0">
                                          <p:val>
                                            <p:strVal val="#ppt_h"/>
                                          </p:val>
                                        </p:tav>
                                        <p:tav tm="100000">
                                          <p:val>
                                            <p:strVal val="#ppt_h"/>
                                          </p:val>
                                        </p:tav>
                                      </p:tavLst>
                                    </p:anim>
                                    <p:animEffect transition="in" filter="fade">
                                      <p:cBhvr>
                                        <p:cTn id="14" dur="1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4"/>
          <p:cNvSpPr>
            <a:spLocks noGrp="1" noChangeArrowheads="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a:spcBef>
                <a:spcPct val="0"/>
              </a:spcBef>
              <a:buFontTx/>
              <a:buNone/>
            </a:pPr>
            <a:fld id="{936BDFA3-4D15-4B73-AC8C-61218FC3C323}" type="datetime1">
              <a:rPr kumimoji="0" lang="zh-CN" altLang="en-US" sz="1200" smtClean="0">
                <a:solidFill>
                  <a:srgbClr val="000000"/>
                </a:solidFill>
                <a:ea typeface="宋体" panose="02010600030101010101" pitchFamily="2" charset="-122"/>
              </a:rPr>
            </a:fld>
            <a:endParaRPr kumimoji="0" lang="en-US" altLang="zh-CN" sz="1200">
              <a:solidFill>
                <a:srgbClr val="000000"/>
              </a:solidFill>
              <a:ea typeface="宋体" panose="02010600030101010101" pitchFamily="2" charset="-122"/>
            </a:endParaRPr>
          </a:p>
        </p:txBody>
      </p:sp>
      <p:graphicFrame>
        <p:nvGraphicFramePr>
          <p:cNvPr id="331779" name="Object 3"/>
          <p:cNvGraphicFramePr>
            <a:graphicFrameLocks noGrp="1" noChangeAspect="1"/>
          </p:cNvGraphicFramePr>
          <p:nvPr>
            <p:ph sz="half" idx="2"/>
          </p:nvPr>
        </p:nvGraphicFramePr>
        <p:xfrm>
          <a:off x="468313" y="2781300"/>
          <a:ext cx="4889500" cy="3168650"/>
        </p:xfrm>
        <a:graphic>
          <a:graphicData uri="http://schemas.openxmlformats.org/presentationml/2006/ole">
            <mc:AlternateContent xmlns:mc="http://schemas.openxmlformats.org/markup-compatibility/2006">
              <mc:Choice xmlns:v="urn:schemas-microsoft-com:vml" Requires="v">
                <p:oleObj spid="_x0000_s2" name="公式" r:id="rId1" imgW="2717800" imgH="1663700" progId="Equation.3">
                  <p:embed/>
                </p:oleObj>
              </mc:Choice>
              <mc:Fallback>
                <p:oleObj name="公式" r:id="rId1" imgW="2717800" imgH="1663700" progId="Equation.3">
                  <p:embed/>
                  <p:pic>
                    <p:nvPicPr>
                      <p:cNvPr id="0" name="Object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8313" y="2781300"/>
                        <a:ext cx="4889500" cy="3168650"/>
                      </a:xfrm>
                      <a:prstGeom prst="rect">
                        <a:avLst/>
                      </a:prstGeom>
                      <a:solidFill>
                        <a:srgbClr val="FFCC99"/>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31748" name="Object 6"/>
          <p:cNvGraphicFramePr>
            <a:graphicFrameLocks noChangeAspect="1"/>
          </p:cNvGraphicFramePr>
          <p:nvPr/>
        </p:nvGraphicFramePr>
        <p:xfrm>
          <a:off x="5651500" y="1268413"/>
          <a:ext cx="3313113" cy="1111250"/>
        </p:xfrm>
        <a:graphic>
          <a:graphicData uri="http://schemas.openxmlformats.org/presentationml/2006/ole">
            <mc:AlternateContent xmlns:mc="http://schemas.openxmlformats.org/markup-compatibility/2006">
              <mc:Choice xmlns:v="urn:schemas-microsoft-com:vml" Requires="v">
                <p:oleObj spid="_x0000_s3" name="公式" r:id="rId3" imgW="2044700" imgH="685800" progId="Equation.3">
                  <p:embed/>
                </p:oleObj>
              </mc:Choice>
              <mc:Fallback>
                <p:oleObj name="公式" r:id="rId3" imgW="2044700" imgH="685800" progId="Equation.3">
                  <p:embed/>
                  <p:pic>
                    <p:nvPicPr>
                      <p:cNvPr id="0"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651500" y="1268413"/>
                        <a:ext cx="3313113" cy="1111250"/>
                      </a:xfrm>
                      <a:prstGeom prst="rect">
                        <a:avLst/>
                      </a:prstGeom>
                      <a:solidFill>
                        <a:schemeClr val="folHlink"/>
                      </a:solidFill>
                      <a:ln w="9525">
                        <a:solidFill>
                          <a:schemeClr val="folHlink"/>
                        </a:solidFill>
                        <a:miter lim="800000"/>
                        <a:headEnd/>
                        <a:tailEnd/>
                      </a:ln>
                      <a:effectLst/>
                      <a:extLs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aphicFrame>
        <p:nvGraphicFramePr>
          <p:cNvPr id="331783" name="Object 7"/>
          <p:cNvGraphicFramePr>
            <a:graphicFrameLocks noChangeAspect="1"/>
          </p:cNvGraphicFramePr>
          <p:nvPr/>
        </p:nvGraphicFramePr>
        <p:xfrm>
          <a:off x="5580063" y="2852738"/>
          <a:ext cx="3371850" cy="3168650"/>
        </p:xfrm>
        <a:graphic>
          <a:graphicData uri="http://schemas.openxmlformats.org/presentationml/2006/ole">
            <mc:AlternateContent xmlns:mc="http://schemas.openxmlformats.org/markup-compatibility/2006">
              <mc:Choice xmlns:v="urn:schemas-microsoft-com:vml" Requires="v">
                <p:oleObj spid="_x0000_s4" name="公式" r:id="rId5" imgW="1549400" imgH="1562100" progId="Equation.3">
                  <p:embed/>
                </p:oleObj>
              </mc:Choice>
              <mc:Fallback>
                <p:oleObj name="公式" r:id="rId5" imgW="1549400" imgH="1562100" progId="Equation.3">
                  <p:embed/>
                  <p:pic>
                    <p:nvPicPr>
                      <p:cNvPr id="0" name="Object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580063" y="2852738"/>
                        <a:ext cx="3371850" cy="3168650"/>
                      </a:xfrm>
                      <a:prstGeom prst="rect">
                        <a:avLst/>
                      </a:prstGeom>
                      <a:solidFill>
                        <a:schemeClr val="folHlink"/>
                      </a:solidFill>
                      <a:ln>
                        <a:noFill/>
                      </a:ln>
                      <a:effectLst>
                        <a:outerShdw dist="35921" dir="2700000" algn="ctr" rotWithShape="0">
                          <a:srgbClr val="808080">
                            <a:alpha val="74997"/>
                          </a:srgbClr>
                        </a:outerShdw>
                      </a:effectLst>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1751" name="Object 5"/>
          <p:cNvGraphicFramePr>
            <a:graphicFrameLocks noChangeAspect="1"/>
          </p:cNvGraphicFramePr>
          <p:nvPr/>
        </p:nvGraphicFramePr>
        <p:xfrm>
          <a:off x="684213" y="1484313"/>
          <a:ext cx="4392612" cy="863600"/>
        </p:xfrm>
        <a:graphic>
          <a:graphicData uri="http://schemas.openxmlformats.org/presentationml/2006/ole">
            <mc:AlternateContent xmlns:mc="http://schemas.openxmlformats.org/markup-compatibility/2006">
              <mc:Choice xmlns:v="urn:schemas-microsoft-com:vml" Requires="v">
                <p:oleObj spid="_x0000_s5" name="公式" r:id="rId7" imgW="2552700" imgH="419100" progId="Equation.3">
                  <p:embed/>
                </p:oleObj>
              </mc:Choice>
              <mc:Fallback>
                <p:oleObj name="公式" r:id="rId7" imgW="2552700" imgH="419100" progId="Equation.3">
                  <p:embed/>
                  <p:pic>
                    <p:nvPicPr>
                      <p:cNvPr id="0" name="Object 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84213" y="1484313"/>
                        <a:ext cx="4392612" cy="863600"/>
                      </a:xfrm>
                      <a:prstGeom prst="rect">
                        <a:avLst/>
                      </a:prstGeom>
                      <a:solidFill>
                        <a:srgbClr val="FFCC99"/>
                      </a:solidFill>
                      <a:ln w="9525">
                        <a:solidFill>
                          <a:srgbClr val="FFCC99"/>
                        </a:solidFill>
                        <a:miter lim="800000"/>
                        <a:headEnd/>
                        <a:tailEnd/>
                      </a:ln>
                      <a:effectLst/>
                      <a:extLs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aphicFrame>
        <p:nvGraphicFramePr>
          <p:cNvPr id="45063" name="Object 8"/>
          <p:cNvGraphicFramePr>
            <a:graphicFrameLocks noChangeAspect="1"/>
          </p:cNvGraphicFramePr>
          <p:nvPr/>
        </p:nvGraphicFramePr>
        <p:xfrm>
          <a:off x="1903572" y="168593"/>
          <a:ext cx="2671445" cy="974090"/>
        </p:xfrm>
        <a:graphic>
          <a:graphicData uri="http://schemas.openxmlformats.org/presentationml/2006/ole">
            <mc:AlternateContent xmlns:mc="http://schemas.openxmlformats.org/markup-compatibility/2006">
              <mc:Choice xmlns:v="urn:schemas-microsoft-com:vml" Requires="v">
                <p:oleObj spid="_x0000_s6" name="公式" r:id="rId9" imgW="1587500" imgH="584200" progId="Equation.3">
                  <p:embed/>
                </p:oleObj>
              </mc:Choice>
              <mc:Fallback>
                <p:oleObj name="公式" r:id="rId9" imgW="1587500" imgH="584200" progId="Equation.3">
                  <p:embed/>
                  <p:pic>
                    <p:nvPicPr>
                      <p:cNvPr id="0" name="Object 8"/>
                      <p:cNvPicPr>
                        <a:picLocks noChangeAspect="1" noChangeArrowheads="1"/>
                      </p:cNvPicPr>
                      <p:nvPr/>
                    </p:nvPicPr>
                    <p:blipFill>
                      <a:blip r:embed="rId10"/>
                      <a:srcRect/>
                      <a:stretch>
                        <a:fillRect/>
                      </a:stretch>
                    </p:blipFill>
                    <p:spPr bwMode="auto">
                      <a:xfrm>
                        <a:off x="1903572" y="168593"/>
                        <a:ext cx="2671445" cy="9740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sp>
        <p:nvSpPr>
          <p:cNvPr id="7" name="墨迹 1"/>
          <p:cNvSpPr/>
          <p:nvPr/>
        </p:nvSpPr>
        <p:spPr bwMode="auto">
          <a:xfrm>
            <a:off x="6326280" y="2327040"/>
            <a:ext cx="1458720" cy="391680"/>
          </a:xfrm>
        </p:spPr>
      </p:sp>
    </p:spTree>
    <p:custDataLst>
      <p:tags r:id="rId11"/>
    </p:custDataLst>
  </p:cSld>
  <p:clrMapOvr>
    <a:masterClrMapping/>
  </p:clrMapOvr>
  <mc:AlternateContent xmlns:mc="http://schemas.openxmlformats.org/markup-compatibility/2006">
    <mc:Choice xmlns:p14="http://schemas.microsoft.com/office/powerpoint/2010/main" Requires="p14">
      <p:transition spd="slow" p14:dur="2000" advTm="30439"/>
    </mc:Choice>
    <mc:Fallback>
      <p:transition spd="slow" advTm="30439"/>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1751"/>
                                        </p:tgtEl>
                                        <p:attrNameLst>
                                          <p:attrName>style.visibility</p:attrName>
                                        </p:attrNameLst>
                                      </p:cBhvr>
                                      <p:to>
                                        <p:strVal val="visible"/>
                                      </p:to>
                                    </p:set>
                                    <p:animEffect transition="in" filter="blinds(horizontal)">
                                      <p:cBhvr>
                                        <p:cTn id="7" dur="500"/>
                                        <p:tgtEl>
                                          <p:spTgt spid="31751"/>
                                        </p:tgtEl>
                                      </p:cBhvr>
                                    </p:animEffect>
                                  </p:childTnLst>
                                </p:cTn>
                              </p:par>
                            </p:childTnLst>
                          </p:cTn>
                        </p:par>
                      </p:childTnLst>
                    </p:cTn>
                  </p:par>
                  <p:par>
                    <p:cTn id="8" fill="hold">
                      <p:stCondLst>
                        <p:cond delay="indefinite"/>
                      </p:stCondLst>
                      <p:childTnLst>
                        <p:par>
                          <p:cTn id="9" fill="hold">
                            <p:stCondLst>
                              <p:cond delay="0"/>
                            </p:stCondLst>
                            <p:childTnLst>
                              <p:par>
                                <p:cTn id="10" presetID="55" presetClass="entr" presetSubtype="0" fill="hold" nodeType="clickEffect">
                                  <p:stCondLst>
                                    <p:cond delay="0"/>
                                  </p:stCondLst>
                                  <p:childTnLst>
                                    <p:set>
                                      <p:cBhvr>
                                        <p:cTn id="11" dur="1" fill="hold">
                                          <p:stCondLst>
                                            <p:cond delay="0"/>
                                          </p:stCondLst>
                                        </p:cTn>
                                        <p:tgtEl>
                                          <p:spTgt spid="331779"/>
                                        </p:tgtEl>
                                        <p:attrNameLst>
                                          <p:attrName>style.visibility</p:attrName>
                                        </p:attrNameLst>
                                      </p:cBhvr>
                                      <p:to>
                                        <p:strVal val="visible"/>
                                      </p:to>
                                    </p:set>
                                    <p:anim calcmode="lin" valueType="num">
                                      <p:cBhvr>
                                        <p:cTn id="12" dur="1000" fill="hold"/>
                                        <p:tgtEl>
                                          <p:spTgt spid="331779"/>
                                        </p:tgtEl>
                                        <p:attrNameLst>
                                          <p:attrName>ppt_w</p:attrName>
                                        </p:attrNameLst>
                                      </p:cBhvr>
                                      <p:tavLst>
                                        <p:tav tm="0">
                                          <p:val>
                                            <p:strVal val="#ppt_w*0.70"/>
                                          </p:val>
                                        </p:tav>
                                        <p:tav tm="100000">
                                          <p:val>
                                            <p:strVal val="#ppt_w"/>
                                          </p:val>
                                        </p:tav>
                                      </p:tavLst>
                                    </p:anim>
                                    <p:anim calcmode="lin" valueType="num">
                                      <p:cBhvr>
                                        <p:cTn id="13" dur="1000" fill="hold"/>
                                        <p:tgtEl>
                                          <p:spTgt spid="331779"/>
                                        </p:tgtEl>
                                        <p:attrNameLst>
                                          <p:attrName>ppt_h</p:attrName>
                                        </p:attrNameLst>
                                      </p:cBhvr>
                                      <p:tavLst>
                                        <p:tav tm="0">
                                          <p:val>
                                            <p:strVal val="#ppt_h"/>
                                          </p:val>
                                        </p:tav>
                                        <p:tav tm="100000">
                                          <p:val>
                                            <p:strVal val="#ppt_h"/>
                                          </p:val>
                                        </p:tav>
                                      </p:tavLst>
                                    </p:anim>
                                    <p:animEffect transition="in" filter="fade">
                                      <p:cBhvr>
                                        <p:cTn id="14" dur="1000"/>
                                        <p:tgtEl>
                                          <p:spTgt spid="331779"/>
                                        </p:tgtEl>
                                      </p:cBhvr>
                                    </p:animEffect>
                                  </p:childTnLst>
                                </p:cTn>
                              </p:par>
                            </p:childTnLst>
                          </p:cTn>
                        </p:par>
                      </p:childTnLst>
                    </p:cTn>
                  </p:par>
                  <p:par>
                    <p:cTn id="15" fill="hold">
                      <p:stCondLst>
                        <p:cond delay="indefinite"/>
                      </p:stCondLst>
                      <p:childTnLst>
                        <p:par>
                          <p:cTn id="16" fill="hold">
                            <p:stCondLst>
                              <p:cond delay="0"/>
                            </p:stCondLst>
                            <p:childTnLst>
                              <p:par>
                                <p:cTn id="17" presetID="3" presetClass="entr" presetSubtype="10" fill="hold" nodeType="clickEffect">
                                  <p:stCondLst>
                                    <p:cond delay="0"/>
                                  </p:stCondLst>
                                  <p:childTnLst>
                                    <p:set>
                                      <p:cBhvr>
                                        <p:cTn id="18" dur="1" fill="hold">
                                          <p:stCondLst>
                                            <p:cond delay="0"/>
                                          </p:stCondLst>
                                        </p:cTn>
                                        <p:tgtEl>
                                          <p:spTgt spid="31748"/>
                                        </p:tgtEl>
                                        <p:attrNameLst>
                                          <p:attrName>style.visibility</p:attrName>
                                        </p:attrNameLst>
                                      </p:cBhvr>
                                      <p:to>
                                        <p:strVal val="visible"/>
                                      </p:to>
                                    </p:set>
                                    <p:animEffect transition="in" filter="blinds(horizontal)">
                                      <p:cBhvr>
                                        <p:cTn id="19" dur="500"/>
                                        <p:tgtEl>
                                          <p:spTgt spid="31748"/>
                                        </p:tgtEl>
                                      </p:cBhvr>
                                    </p:animEffect>
                                  </p:childTnLst>
                                </p:cTn>
                              </p:par>
                            </p:childTnLst>
                          </p:cTn>
                        </p:par>
                      </p:childTnLst>
                    </p:cTn>
                  </p:par>
                  <p:par>
                    <p:cTn id="20" fill="hold">
                      <p:stCondLst>
                        <p:cond delay="indefinite"/>
                      </p:stCondLst>
                      <p:childTnLst>
                        <p:par>
                          <p:cTn id="21" fill="hold">
                            <p:stCondLst>
                              <p:cond delay="0"/>
                            </p:stCondLst>
                            <p:childTnLst>
                              <p:par>
                                <p:cTn id="22" presetID="55" presetClass="entr" presetSubtype="0" fill="hold" nodeType="clickEffect">
                                  <p:stCondLst>
                                    <p:cond delay="0"/>
                                  </p:stCondLst>
                                  <p:childTnLst>
                                    <p:set>
                                      <p:cBhvr>
                                        <p:cTn id="23" dur="1" fill="hold">
                                          <p:stCondLst>
                                            <p:cond delay="0"/>
                                          </p:stCondLst>
                                        </p:cTn>
                                        <p:tgtEl>
                                          <p:spTgt spid="331783"/>
                                        </p:tgtEl>
                                        <p:attrNameLst>
                                          <p:attrName>style.visibility</p:attrName>
                                        </p:attrNameLst>
                                      </p:cBhvr>
                                      <p:to>
                                        <p:strVal val="visible"/>
                                      </p:to>
                                    </p:set>
                                    <p:anim calcmode="lin" valueType="num">
                                      <p:cBhvr>
                                        <p:cTn id="24" dur="1000" fill="hold"/>
                                        <p:tgtEl>
                                          <p:spTgt spid="331783"/>
                                        </p:tgtEl>
                                        <p:attrNameLst>
                                          <p:attrName>ppt_w</p:attrName>
                                        </p:attrNameLst>
                                      </p:cBhvr>
                                      <p:tavLst>
                                        <p:tav tm="0">
                                          <p:val>
                                            <p:strVal val="#ppt_w*0.70"/>
                                          </p:val>
                                        </p:tav>
                                        <p:tav tm="100000">
                                          <p:val>
                                            <p:strVal val="#ppt_w"/>
                                          </p:val>
                                        </p:tav>
                                      </p:tavLst>
                                    </p:anim>
                                    <p:anim calcmode="lin" valueType="num">
                                      <p:cBhvr>
                                        <p:cTn id="25" dur="1000" fill="hold"/>
                                        <p:tgtEl>
                                          <p:spTgt spid="331783"/>
                                        </p:tgtEl>
                                        <p:attrNameLst>
                                          <p:attrName>ppt_h</p:attrName>
                                        </p:attrNameLst>
                                      </p:cBhvr>
                                      <p:tavLst>
                                        <p:tav tm="0">
                                          <p:val>
                                            <p:strVal val="#ppt_h"/>
                                          </p:val>
                                        </p:tav>
                                        <p:tav tm="100000">
                                          <p:val>
                                            <p:strVal val="#ppt_h"/>
                                          </p:val>
                                        </p:tav>
                                      </p:tavLst>
                                    </p:anim>
                                    <p:animEffect transition="in" filter="fade">
                                      <p:cBhvr>
                                        <p:cTn id="26" dur="1000"/>
                                        <p:tgtEl>
                                          <p:spTgt spid="33178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4"/>
          <p:cNvSpPr>
            <a:spLocks noGrp="1" noChangeArrowheads="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a:spcBef>
                <a:spcPct val="0"/>
              </a:spcBef>
              <a:buFontTx/>
              <a:buNone/>
            </a:pPr>
            <a:fld id="{0C1A9517-765C-47AC-9944-4F7DEAA4C90A}" type="datetime1">
              <a:rPr kumimoji="0" lang="zh-CN" altLang="en-US" sz="1200" smtClean="0">
                <a:solidFill>
                  <a:srgbClr val="000000"/>
                </a:solidFill>
                <a:ea typeface="宋体" panose="02010600030101010101" pitchFamily="2" charset="-122"/>
              </a:rPr>
            </a:fld>
            <a:endParaRPr kumimoji="0" lang="en-US" altLang="zh-CN" sz="1200">
              <a:solidFill>
                <a:srgbClr val="000000"/>
              </a:solidFill>
              <a:ea typeface="宋体" panose="02010600030101010101" pitchFamily="2" charset="-122"/>
            </a:endParaRPr>
          </a:p>
        </p:txBody>
      </p:sp>
      <p:graphicFrame>
        <p:nvGraphicFramePr>
          <p:cNvPr id="46083" name="Object 3"/>
          <p:cNvGraphicFramePr>
            <a:graphicFrameLocks noGrp="1" noChangeAspect="1"/>
          </p:cNvGraphicFramePr>
          <p:nvPr>
            <p:ph sz="half" idx="2"/>
          </p:nvPr>
        </p:nvGraphicFramePr>
        <p:xfrm>
          <a:off x="1561307" y="1636078"/>
          <a:ext cx="6032500" cy="3957320"/>
        </p:xfrm>
        <a:graphic>
          <a:graphicData uri="http://schemas.openxmlformats.org/presentationml/2006/ole">
            <mc:AlternateContent xmlns:mc="http://schemas.openxmlformats.org/markup-compatibility/2006">
              <mc:Choice xmlns:v="urn:schemas-microsoft-com:vml" Requires="v">
                <p:oleObj spid="_x0000_s2" name="公式" r:id="rId1" imgW="2400300" imgH="1574800" progId="Equation.3">
                  <p:embed/>
                </p:oleObj>
              </mc:Choice>
              <mc:Fallback>
                <p:oleObj name="公式" r:id="rId1" imgW="2400300" imgH="1574800" progId="Equation.3">
                  <p:embed/>
                  <p:pic>
                    <p:nvPicPr>
                      <p:cNvPr id="0" name="Object 3"/>
                      <p:cNvPicPr>
                        <a:picLocks noChangeAspect="1" noChangeArrowheads="1"/>
                      </p:cNvPicPr>
                      <p:nvPr/>
                    </p:nvPicPr>
                    <p:blipFill>
                      <a:blip r:embed="rId2"/>
                      <a:srcRect/>
                      <a:stretch>
                        <a:fillRect/>
                      </a:stretch>
                    </p:blipFill>
                    <p:spPr bwMode="auto">
                      <a:xfrm>
                        <a:off x="1561307" y="1636078"/>
                        <a:ext cx="6032500" cy="3957320"/>
                      </a:xfrm>
                      <a:prstGeom prst="rect">
                        <a:avLst/>
                      </a:prstGeom>
                      <a:solidFill>
                        <a:schemeClr val="tx1"/>
                      </a:solidFill>
                      <a:ln w="38100">
                        <a:solidFill>
                          <a:srgbClr val="FF0000"/>
                        </a:solidFill>
                        <a:miter lim="800000"/>
                        <a:headEnd/>
                        <a:tailEnd/>
                      </a:ln>
                      <a:effectLst/>
                      <a:extLs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328706" name="Rectangle 2"/>
          <p:cNvSpPr>
            <a:spLocks noChangeArrowheads="1"/>
          </p:cNvSpPr>
          <p:nvPr/>
        </p:nvSpPr>
        <p:spPr bwMode="auto">
          <a:xfrm>
            <a:off x="1042988" y="188913"/>
            <a:ext cx="3960812" cy="647700"/>
          </a:xfrm>
          <a:prstGeom prst="rect">
            <a:avLst/>
          </a:prstGeom>
          <a:solidFill>
            <a:schemeClr val="bg1"/>
          </a:solidFill>
          <a:ln>
            <a:noFill/>
          </a:ln>
          <a:effectLst>
            <a:outerShdw blurRad="63500" dist="38099" dir="2700000" algn="ctr" rotWithShape="0">
              <a:schemeClr val="bg2">
                <a:alpha val="74998"/>
              </a:schemeClr>
            </a:outerShdw>
          </a:effectLst>
        </p:spPr>
        <p:txBody>
          <a:bodyPr anchor="ctr"/>
          <a:lstStyle/>
          <a:p>
            <a:pPr algn="ctr" eaLnBrk="1" hangingPunct="1">
              <a:defRPr/>
            </a:pPr>
            <a:r>
              <a:rPr lang="en-US" altLang="zh-CN" sz="2800">
                <a:effectLst>
                  <a:outerShdw blurRad="38100" dist="38100" dir="2700000" algn="tl">
                    <a:srgbClr val="000000"/>
                  </a:outerShdw>
                </a:effectLst>
                <a:ea typeface="黑体" panose="02010609060101010101" charset="-122"/>
              </a:rPr>
              <a:t>§5.5 </a:t>
            </a:r>
            <a:r>
              <a:rPr lang="zh-CN" altLang="en-US" sz="2800">
                <a:effectLst>
                  <a:outerShdw blurRad="38100" dist="38100" dir="2700000" algn="tl">
                    <a:srgbClr val="000000"/>
                  </a:outerShdw>
                </a:effectLst>
                <a:ea typeface="黑体" panose="02010609060101010101" charset="-122"/>
              </a:rPr>
              <a:t>拉普拉斯反变换</a:t>
            </a:r>
            <a:endParaRPr lang="zh-CN" altLang="en-US" sz="2800">
              <a:effectLst>
                <a:outerShdw blurRad="38100" dist="38100" dir="2700000" algn="tl">
                  <a:srgbClr val="000000"/>
                </a:outerShdw>
              </a:effectLst>
              <a:ea typeface="黑体" panose="02010609060101010101" charset="-122"/>
            </a:endParaRPr>
          </a:p>
        </p:txBody>
      </p:sp>
    </p:spTree>
  </p:cSld>
  <p:clrMapOvr>
    <a:masterClrMapping/>
  </p:clrMapOvr>
  <mc:AlternateContent xmlns:mc="http://schemas.openxmlformats.org/markup-compatibility/2006">
    <mc:Choice xmlns:p14="http://schemas.microsoft.com/office/powerpoint/2010/main" Requires="p14">
      <p:transition spd="slow" p14:dur="2000" advTm="3450"/>
    </mc:Choice>
    <mc:Fallback>
      <p:transition spd="slow" advTm="3450"/>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7107" name="Object 3"/>
          <p:cNvGraphicFramePr>
            <a:graphicFrameLocks noGrp="1" noChangeAspect="1"/>
          </p:cNvGraphicFramePr>
          <p:nvPr>
            <p:ph sz="half" idx="2"/>
          </p:nvPr>
        </p:nvGraphicFramePr>
        <p:xfrm>
          <a:off x="971550" y="765175"/>
          <a:ext cx="4608513" cy="917575"/>
        </p:xfrm>
        <a:graphic>
          <a:graphicData uri="http://schemas.openxmlformats.org/presentationml/2006/ole">
            <mc:AlternateContent xmlns:mc="http://schemas.openxmlformats.org/markup-compatibility/2006">
              <mc:Choice xmlns:v="urn:schemas-microsoft-com:vml" Requires="v">
                <p:oleObj spid="_x0000_s2" name="公式" r:id="rId1" imgW="1688465" imgH="393700" progId="Equation.3">
                  <p:embed/>
                </p:oleObj>
              </mc:Choice>
              <mc:Fallback>
                <p:oleObj name="公式" r:id="rId1" imgW="1688465" imgH="393700" progId="Equation.3">
                  <p:embed/>
                  <p:pic>
                    <p:nvPicPr>
                      <p:cNvPr id="0" name="Object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71550" y="765175"/>
                        <a:ext cx="4608513" cy="917575"/>
                      </a:xfrm>
                      <a:prstGeom prst="rect">
                        <a:avLst/>
                      </a:prstGeom>
                      <a:solidFill>
                        <a:schemeClr val="tx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334852" name="Object 4"/>
          <p:cNvGraphicFramePr>
            <a:graphicFrameLocks noChangeAspect="1"/>
          </p:cNvGraphicFramePr>
          <p:nvPr/>
        </p:nvGraphicFramePr>
        <p:xfrm>
          <a:off x="1187450" y="1844675"/>
          <a:ext cx="5732463" cy="979488"/>
        </p:xfrm>
        <a:graphic>
          <a:graphicData uri="http://schemas.openxmlformats.org/presentationml/2006/ole">
            <mc:AlternateContent xmlns:mc="http://schemas.openxmlformats.org/markup-compatibility/2006">
              <mc:Choice xmlns:v="urn:schemas-microsoft-com:vml" Requires="v">
                <p:oleObj spid="_x0000_s3" name="公式" r:id="rId3" imgW="2679700" imgH="457200" progId="Equation.3">
                  <p:embed/>
                </p:oleObj>
              </mc:Choice>
              <mc:Fallback>
                <p:oleObj name="公式" r:id="rId3" imgW="2679700" imgH="457200" progId="Equation.3">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87450" y="1844675"/>
                        <a:ext cx="5732463" cy="979488"/>
                      </a:xfrm>
                      <a:prstGeom prst="rect">
                        <a:avLst/>
                      </a:prstGeom>
                      <a:solidFill>
                        <a:schemeClr val="tx1"/>
                      </a:solidFill>
                      <a:ln>
                        <a:noFill/>
                      </a:ln>
                      <a:extLst>
                        <a:ext uri="{91240B29-F687-4F45-9708-019B960494DF}">
                          <a14:hiddenLine xmlns:a14="http://schemas.microsoft.com/office/drawing/2010/main" w="38100">
                            <a:solidFill>
                              <a:srgbClr val="FF0000"/>
                            </a:solidFill>
                            <a:miter lim="800000"/>
                            <a:headEnd/>
                            <a:tailEnd/>
                          </a14:hiddenLine>
                        </a:ext>
                      </a:extLst>
                    </p:spPr>
                  </p:pic>
                </p:oleObj>
              </mc:Fallback>
            </mc:AlternateContent>
          </a:graphicData>
        </a:graphic>
      </p:graphicFrame>
      <p:sp>
        <p:nvSpPr>
          <p:cNvPr id="328706" name="Rectangle 2"/>
          <p:cNvSpPr>
            <a:spLocks noChangeArrowheads="1"/>
          </p:cNvSpPr>
          <p:nvPr/>
        </p:nvSpPr>
        <p:spPr bwMode="auto">
          <a:xfrm>
            <a:off x="1042988" y="188913"/>
            <a:ext cx="3960812" cy="647700"/>
          </a:xfrm>
          <a:prstGeom prst="rect">
            <a:avLst/>
          </a:prstGeom>
          <a:solidFill>
            <a:schemeClr val="bg1"/>
          </a:solidFill>
          <a:ln>
            <a:noFill/>
          </a:ln>
          <a:effectLst>
            <a:outerShdw blurRad="63500" dist="38099" dir="2700000" algn="ctr" rotWithShape="0">
              <a:schemeClr val="bg2">
                <a:alpha val="74998"/>
              </a:schemeClr>
            </a:outerShdw>
          </a:effectLst>
        </p:spPr>
        <p:txBody>
          <a:bodyPr anchor="ctr"/>
          <a:lstStyle/>
          <a:p>
            <a:pPr algn="ctr" eaLnBrk="1" hangingPunct="1">
              <a:defRPr/>
            </a:pPr>
            <a:r>
              <a:rPr lang="en-US" altLang="zh-CN" sz="2800">
                <a:effectLst>
                  <a:outerShdw blurRad="38100" dist="38100" dir="2700000" algn="tl">
                    <a:srgbClr val="000000"/>
                  </a:outerShdw>
                </a:effectLst>
                <a:ea typeface="黑体" panose="02010609060101010101" charset="-122"/>
              </a:rPr>
              <a:t>§5.5 </a:t>
            </a:r>
            <a:r>
              <a:rPr lang="zh-CN" altLang="en-US" sz="2800">
                <a:effectLst>
                  <a:outerShdw blurRad="38100" dist="38100" dir="2700000" algn="tl">
                    <a:srgbClr val="000000"/>
                  </a:outerShdw>
                </a:effectLst>
                <a:ea typeface="黑体" panose="02010609060101010101" charset="-122"/>
              </a:rPr>
              <a:t>拉普拉斯反变换</a:t>
            </a:r>
            <a:endParaRPr lang="zh-CN" altLang="en-US" sz="2800">
              <a:effectLst>
                <a:outerShdw blurRad="38100" dist="38100" dir="2700000" algn="tl">
                  <a:srgbClr val="000000"/>
                </a:outerShdw>
              </a:effectLst>
              <a:ea typeface="黑体" panose="02010609060101010101" charset="-122"/>
            </a:endParaRPr>
          </a:p>
        </p:txBody>
      </p:sp>
      <p:graphicFrame>
        <p:nvGraphicFramePr>
          <p:cNvPr id="4" name="Object 4"/>
          <p:cNvGraphicFramePr>
            <a:graphicFrameLocks noChangeAspect="1"/>
          </p:cNvGraphicFramePr>
          <p:nvPr/>
        </p:nvGraphicFramePr>
        <p:xfrm>
          <a:off x="973455" y="2986405"/>
          <a:ext cx="988695" cy="509905"/>
        </p:xfrm>
        <a:graphic>
          <a:graphicData uri="http://schemas.openxmlformats.org/presentationml/2006/ole">
            <mc:AlternateContent xmlns:mc="http://schemas.openxmlformats.org/markup-compatibility/2006">
              <mc:Choice xmlns:v="urn:schemas-microsoft-com:vml" Requires="v">
                <p:oleObj spid="_x0000_s5" name="公式" r:id="rId5" imgW="419100" imgH="215900" progId="Equation.3">
                  <p:embed/>
                </p:oleObj>
              </mc:Choice>
              <mc:Fallback>
                <p:oleObj name="公式" r:id="rId5" imgW="419100" imgH="215900" progId="Equation.3">
                  <p:embed/>
                  <p:pic>
                    <p:nvPicPr>
                      <p:cNvPr id="0"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73455" y="2986405"/>
                        <a:ext cx="988695" cy="509905"/>
                      </a:xfrm>
                      <a:prstGeom prst="rect">
                        <a:avLst/>
                      </a:prstGeom>
                      <a:solidFill>
                        <a:schemeClr val="tx1"/>
                      </a:solidFill>
                      <a:ln>
                        <a:noFill/>
                      </a:ln>
                      <a:extLst>
                        <a:ext uri="{91240B29-F687-4F45-9708-019B960494DF}">
                          <a14:hiddenLine xmlns:a14="http://schemas.microsoft.com/office/drawing/2010/main" w="38100">
                            <a:solidFill>
                              <a:srgbClr val="FF0000"/>
                            </a:solidFill>
                            <a:miter lim="800000"/>
                            <a:headEnd/>
                            <a:tailEnd/>
                          </a14:hiddenLine>
                        </a:ext>
                      </a:extLst>
                    </p:spPr>
                  </p:pic>
                </p:oleObj>
              </mc:Fallback>
            </mc:AlternateContent>
          </a:graphicData>
        </a:graphic>
      </p:graphicFrame>
      <p:graphicFrame>
        <p:nvGraphicFramePr>
          <p:cNvPr id="6" name="Object 5"/>
          <p:cNvGraphicFramePr>
            <a:graphicFrameLocks noChangeAspect="1"/>
          </p:cNvGraphicFramePr>
          <p:nvPr/>
        </p:nvGraphicFramePr>
        <p:xfrm>
          <a:off x="5055235" y="2854960"/>
          <a:ext cx="780415" cy="531495"/>
        </p:xfrm>
        <a:graphic>
          <a:graphicData uri="http://schemas.openxmlformats.org/presentationml/2006/ole">
            <mc:AlternateContent xmlns:mc="http://schemas.openxmlformats.org/markup-compatibility/2006">
              <mc:Choice xmlns:v="urn:schemas-microsoft-com:vml" Requires="v">
                <p:oleObj spid="_x0000_s7" name="公式" r:id="rId7" imgW="316865" imgH="215900" progId="Equation.3">
                  <p:embed/>
                </p:oleObj>
              </mc:Choice>
              <mc:Fallback>
                <p:oleObj name="公式" r:id="rId7" imgW="316865" imgH="215900" progId="Equation.3">
                  <p:embed/>
                  <p:pic>
                    <p:nvPicPr>
                      <p:cNvPr id="0" name="Object 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055235" y="2854960"/>
                        <a:ext cx="780415" cy="531495"/>
                      </a:xfrm>
                      <a:prstGeom prst="rect">
                        <a:avLst/>
                      </a:prstGeom>
                      <a:solidFill>
                        <a:schemeClr val="tx1"/>
                      </a:solidFill>
                      <a:ln>
                        <a:noFill/>
                      </a:ln>
                      <a:extLst>
                        <a:ext uri="{91240B29-F687-4F45-9708-019B960494DF}">
                          <a14:hiddenLine xmlns:a14="http://schemas.microsoft.com/office/drawing/2010/main" w="38100">
                            <a:solidFill>
                              <a:srgbClr val="FF0000"/>
                            </a:solidFill>
                            <a:miter lim="800000"/>
                            <a:headEnd/>
                            <a:tailEnd/>
                          </a14:hiddenLine>
                        </a:ext>
                      </a:extLst>
                    </p:spPr>
                  </p:pic>
                </p:oleObj>
              </mc:Fallback>
            </mc:AlternateContent>
          </a:graphicData>
        </a:graphic>
      </p:graphicFrame>
      <p:graphicFrame>
        <p:nvGraphicFramePr>
          <p:cNvPr id="8" name="Object 6"/>
          <p:cNvGraphicFramePr>
            <a:graphicFrameLocks noChangeAspect="1"/>
          </p:cNvGraphicFramePr>
          <p:nvPr/>
        </p:nvGraphicFramePr>
        <p:xfrm>
          <a:off x="2198370" y="2789555"/>
          <a:ext cx="2159635" cy="817245"/>
        </p:xfrm>
        <a:graphic>
          <a:graphicData uri="http://schemas.openxmlformats.org/presentationml/2006/ole">
            <mc:AlternateContent xmlns:mc="http://schemas.openxmlformats.org/markup-compatibility/2006">
              <mc:Choice xmlns:v="urn:schemas-microsoft-com:vml" Requires="v">
                <p:oleObj spid="_x0000_s9" name="公式" r:id="rId9" imgW="1675765" imgH="635000" progId="Equation.3">
                  <p:embed/>
                </p:oleObj>
              </mc:Choice>
              <mc:Fallback>
                <p:oleObj name="公式" r:id="rId9" imgW="1675765" imgH="635000" progId="Equation.3">
                  <p:embed/>
                  <p:pic>
                    <p:nvPicPr>
                      <p:cNvPr id="0" name="Object 6"/>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198370" y="2789555"/>
                        <a:ext cx="2159635" cy="817245"/>
                      </a:xfrm>
                      <a:prstGeom prst="rect">
                        <a:avLst/>
                      </a:prstGeom>
                      <a:solidFill>
                        <a:schemeClr val="tx1"/>
                      </a:solidFill>
                      <a:ln>
                        <a:noFill/>
                      </a:ln>
                      <a:effectLst>
                        <a:outerShdw dist="35921" dir="2700000" algn="ctr" rotWithShape="0">
                          <a:srgbClr val="808080">
                            <a:alpha val="74997"/>
                          </a:srgbClr>
                        </a:outerShdw>
                      </a:effectLst>
                      <a:extLst>
                        <a:ext uri="{91240B29-F687-4F45-9708-019B960494DF}">
                          <a14:hiddenLine xmlns:a14="http://schemas.microsoft.com/office/drawing/2010/main" w="12700">
                            <a:solidFill>
                              <a:schemeClr val="bg1"/>
                            </a:solidFill>
                            <a:miter lim="800000"/>
                            <a:headEnd/>
                            <a:tailEnd/>
                          </a14:hiddenLine>
                        </a:ext>
                      </a:extLst>
                    </p:spPr>
                  </p:pic>
                </p:oleObj>
              </mc:Fallback>
            </mc:AlternateContent>
          </a:graphicData>
        </a:graphic>
      </p:graphicFrame>
      <p:graphicFrame>
        <p:nvGraphicFramePr>
          <p:cNvPr id="10" name="Object 7"/>
          <p:cNvGraphicFramePr>
            <a:graphicFrameLocks noChangeAspect="1"/>
          </p:cNvGraphicFramePr>
          <p:nvPr/>
        </p:nvGraphicFramePr>
        <p:xfrm>
          <a:off x="2339975" y="3856673"/>
          <a:ext cx="4619625" cy="842962"/>
        </p:xfrm>
        <a:graphic>
          <a:graphicData uri="http://schemas.openxmlformats.org/presentationml/2006/ole">
            <mc:AlternateContent xmlns:mc="http://schemas.openxmlformats.org/markup-compatibility/2006">
              <mc:Choice xmlns:v="urn:schemas-microsoft-com:vml" Requires="v">
                <p:oleObj spid="_x0000_s11" name="公式" r:id="rId11" imgW="2159000" imgH="393700" progId="Equation.3">
                  <p:embed/>
                </p:oleObj>
              </mc:Choice>
              <mc:Fallback>
                <p:oleObj name="公式" r:id="rId11" imgW="2159000" imgH="393700" progId="Equation.3">
                  <p:embed/>
                  <p:pic>
                    <p:nvPicPr>
                      <p:cNvPr id="0" name="Object 7"/>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339975" y="3856673"/>
                        <a:ext cx="4619625" cy="842962"/>
                      </a:xfrm>
                      <a:prstGeom prst="rect">
                        <a:avLst/>
                      </a:prstGeom>
                      <a:solidFill>
                        <a:schemeClr val="tx1"/>
                      </a:solidFill>
                      <a:ln>
                        <a:noFill/>
                      </a:ln>
                      <a:extLst>
                        <a:ext uri="{91240B29-F687-4F45-9708-019B960494DF}">
                          <a14:hiddenLine xmlns:a14="http://schemas.microsoft.com/office/drawing/2010/main" w="38100">
                            <a:solidFill>
                              <a:srgbClr val="FF0000"/>
                            </a:solidFill>
                            <a:miter lim="800000"/>
                            <a:headEnd/>
                            <a:tailEnd/>
                          </a14:hiddenLine>
                        </a:ext>
                      </a:extLst>
                    </p:spPr>
                  </p:pic>
                </p:oleObj>
              </mc:Fallback>
            </mc:AlternateContent>
          </a:graphicData>
        </a:graphic>
      </p:graphicFrame>
      <p:graphicFrame>
        <p:nvGraphicFramePr>
          <p:cNvPr id="12" name="Object 8"/>
          <p:cNvGraphicFramePr>
            <a:graphicFrameLocks noChangeAspect="1"/>
          </p:cNvGraphicFramePr>
          <p:nvPr/>
        </p:nvGraphicFramePr>
        <p:xfrm>
          <a:off x="1043623" y="4058603"/>
          <a:ext cx="1195387" cy="434975"/>
        </p:xfrm>
        <a:graphic>
          <a:graphicData uri="http://schemas.openxmlformats.org/presentationml/2006/ole">
            <mc:AlternateContent xmlns:mc="http://schemas.openxmlformats.org/markup-compatibility/2006">
              <mc:Choice xmlns:v="urn:schemas-microsoft-com:vml" Requires="v">
                <p:oleObj spid="_x0000_s13" name="公式" r:id="rId13" imgW="558800" imgH="203200" progId="Equation.3">
                  <p:embed/>
                </p:oleObj>
              </mc:Choice>
              <mc:Fallback>
                <p:oleObj name="公式" r:id="rId13" imgW="558800" imgH="203200" progId="Equation.3">
                  <p:embed/>
                  <p:pic>
                    <p:nvPicPr>
                      <p:cNvPr id="0" name="Object 8"/>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043623" y="4058603"/>
                        <a:ext cx="1195387" cy="434975"/>
                      </a:xfrm>
                      <a:prstGeom prst="rect">
                        <a:avLst/>
                      </a:prstGeom>
                      <a:solidFill>
                        <a:schemeClr val="tx1"/>
                      </a:solidFill>
                      <a:ln>
                        <a:noFill/>
                      </a:ln>
                      <a:extLst>
                        <a:ext uri="{91240B29-F687-4F45-9708-019B960494DF}">
                          <a14:hiddenLine xmlns:a14="http://schemas.microsoft.com/office/drawing/2010/main" w="38100">
                            <a:solidFill>
                              <a:srgbClr val="FF0000"/>
                            </a:solidFill>
                            <a:miter lim="800000"/>
                            <a:headEnd/>
                            <a:tailEnd/>
                          </a14:hiddenLine>
                        </a:ext>
                      </a:extLst>
                    </p:spPr>
                  </p:pic>
                </p:oleObj>
              </mc:Fallback>
            </mc:AlternateContent>
          </a:graphicData>
        </a:graphic>
      </p:graphicFrame>
      <p:graphicFrame>
        <p:nvGraphicFramePr>
          <p:cNvPr id="14" name="Object 9"/>
          <p:cNvGraphicFramePr>
            <a:graphicFrameLocks noChangeAspect="1"/>
          </p:cNvGraphicFramePr>
          <p:nvPr/>
        </p:nvGraphicFramePr>
        <p:xfrm>
          <a:off x="6155690" y="2689860"/>
          <a:ext cx="2273935" cy="861695"/>
        </p:xfrm>
        <a:graphic>
          <a:graphicData uri="http://schemas.openxmlformats.org/presentationml/2006/ole">
            <mc:AlternateContent xmlns:mc="http://schemas.openxmlformats.org/markup-compatibility/2006">
              <mc:Choice xmlns:v="urn:schemas-microsoft-com:vml" Requires="v">
                <p:oleObj spid="_x0000_s15" name="公式" r:id="rId15" imgW="1675765" imgH="635000" progId="Equation.3">
                  <p:embed/>
                </p:oleObj>
              </mc:Choice>
              <mc:Fallback>
                <p:oleObj name="公式" r:id="rId15" imgW="1675765" imgH="635000" progId="Equation.3">
                  <p:embed/>
                  <p:pic>
                    <p:nvPicPr>
                      <p:cNvPr id="0" name="Object 9"/>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6155690" y="2689860"/>
                        <a:ext cx="2273935" cy="861695"/>
                      </a:xfrm>
                      <a:prstGeom prst="rect">
                        <a:avLst/>
                      </a:prstGeom>
                      <a:solidFill>
                        <a:schemeClr val="tx1"/>
                      </a:solidFill>
                      <a:ln>
                        <a:noFill/>
                      </a:ln>
                      <a:effectLst>
                        <a:outerShdw dist="35921" dir="2700000" algn="ctr" rotWithShape="0">
                          <a:srgbClr val="808080">
                            <a:alpha val="74997"/>
                          </a:srgbClr>
                        </a:outerShdw>
                      </a:effectLst>
                      <a:extLst>
                        <a:ext uri="{91240B29-F687-4F45-9708-019B960494DF}">
                          <a14:hiddenLine xmlns:a14="http://schemas.microsoft.com/office/drawing/2010/main" w="38100">
                            <a:solidFill>
                              <a:srgbClr val="FF0000"/>
                            </a:solidFill>
                            <a:miter lim="800000"/>
                            <a:headEnd/>
                            <a:tailEnd/>
                          </a14:hiddenLine>
                        </a:ext>
                      </a:extLst>
                    </p:spPr>
                  </p:pic>
                </p:oleObj>
              </mc:Fallback>
            </mc:AlternateContent>
          </a:graphicData>
        </a:graphic>
      </p:graphicFrame>
      <p:graphicFrame>
        <p:nvGraphicFramePr>
          <p:cNvPr id="17" name="Object 7"/>
          <p:cNvGraphicFramePr>
            <a:graphicFrameLocks noChangeAspect="1"/>
          </p:cNvGraphicFramePr>
          <p:nvPr/>
        </p:nvGraphicFramePr>
        <p:xfrm>
          <a:off x="1433830" y="4845685"/>
          <a:ext cx="6372225" cy="2012315"/>
        </p:xfrm>
        <a:graphic>
          <a:graphicData uri="http://schemas.openxmlformats.org/presentationml/2006/ole">
            <mc:AlternateContent xmlns:mc="http://schemas.openxmlformats.org/markup-compatibility/2006">
              <mc:Choice xmlns:v="urn:schemas-microsoft-com:vml" Requires="v">
                <p:oleObj spid="_x0000_s18" name="公式" r:id="rId17" imgW="3822700" imgH="1206500" progId="Equation.3">
                  <p:embed/>
                </p:oleObj>
              </mc:Choice>
              <mc:Fallback>
                <p:oleObj name="公式" r:id="rId17" imgW="3822700" imgH="1206500" progId="Equation.3">
                  <p:embed/>
                  <p:pic>
                    <p:nvPicPr>
                      <p:cNvPr id="0" name="Object 7"/>
                      <p:cNvPicPr>
                        <a:picLocks noChangeAspect="1" noChangeArrowheads="1"/>
                      </p:cNvPicPr>
                      <p:nvPr/>
                    </p:nvPicPr>
                    <p:blipFill>
                      <a:blip r:embed="rId18"/>
                      <a:srcRect/>
                      <a:stretch>
                        <a:fillRect/>
                      </a:stretch>
                    </p:blipFill>
                    <p:spPr bwMode="auto">
                      <a:xfrm>
                        <a:off x="1433830" y="4845685"/>
                        <a:ext cx="6372225" cy="2012315"/>
                      </a:xfrm>
                      <a:prstGeom prst="rect">
                        <a:avLst/>
                      </a:prstGeom>
                      <a:solidFill>
                        <a:schemeClr val="tx1"/>
                      </a:solidFill>
                      <a:ln>
                        <a:noFill/>
                      </a:ln>
                      <a:extLst>
                        <a:ext uri="{91240B29-F687-4F45-9708-019B960494DF}">
                          <a14:hiddenLine xmlns:a14="http://schemas.microsoft.com/office/drawing/2010/main" w="38100">
                            <a:solidFill>
                              <a:srgbClr val="FF0000"/>
                            </a:solidFill>
                            <a:miter lim="800000"/>
                            <a:headEnd/>
                            <a:tailEnd/>
                          </a14:hiddenLine>
                        </a:ext>
                      </a:extLst>
                    </p:spPr>
                  </p:pic>
                </p:oleObj>
              </mc:Fallback>
            </mc:AlternateContent>
          </a:graphicData>
        </a:graphic>
      </p:graphicFrame>
    </p:spTree>
    <p:custDataLst>
      <p:tags r:id="rId19"/>
    </p:custDataLst>
  </p:cSld>
  <p:clrMapOvr>
    <a:masterClrMapping/>
  </p:clrMapOvr>
  <mc:AlternateContent xmlns:mc="http://schemas.openxmlformats.org/markup-compatibility/2006">
    <mc:Choice xmlns:p14="http://schemas.microsoft.com/office/powerpoint/2010/main" Requires="p14">
      <p:transition spd="slow" p14:dur="2000" advTm="105995"/>
    </mc:Choice>
    <mc:Fallback>
      <p:transition spd="slow" advTm="105995"/>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4" fill="hold" nodeType="clickEffect">
                                  <p:stCondLst>
                                    <p:cond delay="0"/>
                                  </p:stCondLst>
                                  <p:childTnLst>
                                    <p:set>
                                      <p:cBhvr>
                                        <p:cTn id="6" dur="1" fill="hold">
                                          <p:stCondLst>
                                            <p:cond delay="0"/>
                                          </p:stCondLst>
                                        </p:cTn>
                                        <p:tgtEl>
                                          <p:spTgt spid="334852"/>
                                        </p:tgtEl>
                                        <p:attrNameLst>
                                          <p:attrName>style.visibility</p:attrName>
                                        </p:attrNameLst>
                                      </p:cBhvr>
                                      <p:to>
                                        <p:strVal val="visible"/>
                                      </p:to>
                                    </p:set>
                                    <p:animEffect transition="in" filter="wheel(4)">
                                      <p:cBhvr>
                                        <p:cTn id="7" dur="500"/>
                                        <p:tgtEl>
                                          <p:spTgt spid="334852"/>
                                        </p:tgtEl>
                                      </p:cBhvr>
                                    </p:animEffect>
                                  </p:childTnLst>
                                </p:cTn>
                              </p:par>
                            </p:childTnLst>
                          </p:cTn>
                        </p:par>
                      </p:childTnLst>
                    </p:cTn>
                  </p:par>
                  <p:par>
                    <p:cTn id="8" fill="hold">
                      <p:stCondLst>
                        <p:cond delay="indefinite"/>
                      </p:stCondLst>
                      <p:childTnLst>
                        <p:par>
                          <p:cTn id="9" fill="hold">
                            <p:stCondLst>
                              <p:cond delay="0"/>
                            </p:stCondLst>
                            <p:childTnLst>
                              <p:par>
                                <p:cTn id="10" presetID="21" presetClass="entr" presetSubtype="4"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wheel(4)">
                                      <p:cBhvr>
                                        <p:cTn id="12" dur="500"/>
                                        <p:tgtEl>
                                          <p:spTgt spid="4"/>
                                        </p:tgtEl>
                                      </p:cBhvr>
                                    </p:animEffect>
                                  </p:childTnLst>
                                </p:cTn>
                              </p:par>
                              <p:par>
                                <p:cTn id="13" presetID="6" presetClass="entr" presetSubtype="16" fill="hold" nodeType="withEffect">
                                  <p:stCondLst>
                                    <p:cond delay="0"/>
                                  </p:stCondLst>
                                  <p:childTnLst>
                                    <p:set>
                                      <p:cBhvr>
                                        <p:cTn id="14" dur="1" fill="hold">
                                          <p:stCondLst>
                                            <p:cond delay="0"/>
                                          </p:stCondLst>
                                        </p:cTn>
                                        <p:tgtEl>
                                          <p:spTgt spid="8"/>
                                        </p:tgtEl>
                                        <p:attrNameLst>
                                          <p:attrName>style.visibility</p:attrName>
                                        </p:attrNameLst>
                                      </p:cBhvr>
                                      <p:to>
                                        <p:strVal val="visible"/>
                                      </p:to>
                                    </p:set>
                                    <p:cmd type="call" cmd="playFrom(0.0)">
                                      <p:cBhvr>
                                        <p:cTn id="15" dur="1" fill="hold"/>
                                        <p:tgtEl>
                                          <p:spTgt spid="8"/>
                                        </p:tgtEl>
                                      </p:cBhvr>
                                    </p:cmd>
                                  </p:childTnLst>
                                </p:cTn>
                              </p:par>
                            </p:childTnLst>
                          </p:cTn>
                        </p:par>
                        <p:par>
                          <p:cTn id="16" fill="hold">
                            <p:stCondLst>
                              <p:cond delay="500"/>
                            </p:stCondLst>
                            <p:childTnLst>
                              <p:par>
                                <p:cTn id="17" presetID="21" presetClass="entr" presetSubtype="4" fill="hold" nodeType="afterEffect">
                                  <p:stCondLst>
                                    <p:cond delay="0"/>
                                  </p:stCondLst>
                                  <p:childTnLst>
                                    <p:set>
                                      <p:cBhvr>
                                        <p:cTn id="18" dur="1" fill="hold">
                                          <p:stCondLst>
                                            <p:cond delay="0"/>
                                          </p:stCondLst>
                                        </p:cTn>
                                        <p:tgtEl>
                                          <p:spTgt spid="6"/>
                                        </p:tgtEl>
                                        <p:attrNameLst>
                                          <p:attrName>style.visibility</p:attrName>
                                        </p:attrNameLst>
                                      </p:cBhvr>
                                      <p:to>
                                        <p:strVal val="visible"/>
                                      </p:to>
                                    </p:set>
                                    <p:animEffect transition="in" filter="wheel(4)">
                                      <p:cBhvr>
                                        <p:cTn id="19" dur="500"/>
                                        <p:tgtEl>
                                          <p:spTgt spid="6"/>
                                        </p:tgtEl>
                                      </p:cBhvr>
                                    </p:animEffect>
                                  </p:childTnLst>
                                </p:cTn>
                              </p:par>
                            </p:childTnLst>
                          </p:cTn>
                        </p:par>
                      </p:childTnLst>
                    </p:cTn>
                  </p:par>
                  <p:par>
                    <p:cTn id="20" fill="hold">
                      <p:stCondLst>
                        <p:cond delay="indefinite"/>
                      </p:stCondLst>
                      <p:childTnLst>
                        <p:par>
                          <p:cTn id="21" fill="hold">
                            <p:stCondLst>
                              <p:cond delay="0"/>
                            </p:stCondLst>
                            <p:childTnLst>
                              <p:par>
                                <p:cTn id="22" presetID="55" presetClass="entr" presetSubtype="0" fill="hold" nodeType="clickEffect">
                                  <p:stCondLst>
                                    <p:cond delay="0"/>
                                  </p:stCondLst>
                                  <p:childTnLst>
                                    <p:set>
                                      <p:cBhvr>
                                        <p:cTn id="23" dur="1" fill="hold">
                                          <p:stCondLst>
                                            <p:cond delay="0"/>
                                          </p:stCondLst>
                                        </p:cTn>
                                        <p:tgtEl>
                                          <p:spTgt spid="14"/>
                                        </p:tgtEl>
                                        <p:attrNameLst>
                                          <p:attrName>style.visibility</p:attrName>
                                        </p:attrNameLst>
                                      </p:cBhvr>
                                      <p:to>
                                        <p:strVal val="visible"/>
                                      </p:to>
                                    </p:set>
                                    <p:anim calcmode="lin" valueType="num">
                                      <p:cBhvr>
                                        <p:cTn id="24" dur="1000" fill="hold"/>
                                        <p:tgtEl>
                                          <p:spTgt spid="14"/>
                                        </p:tgtEl>
                                        <p:attrNameLst>
                                          <p:attrName>ppt_w</p:attrName>
                                        </p:attrNameLst>
                                      </p:cBhvr>
                                      <p:tavLst>
                                        <p:tav tm="0">
                                          <p:val>
                                            <p:strVal val="#ppt_w*0.70"/>
                                          </p:val>
                                        </p:tav>
                                        <p:tav tm="100000">
                                          <p:val>
                                            <p:strVal val="#ppt_w"/>
                                          </p:val>
                                        </p:tav>
                                      </p:tavLst>
                                    </p:anim>
                                    <p:anim calcmode="lin" valueType="num">
                                      <p:cBhvr>
                                        <p:cTn id="25" dur="1000" fill="hold"/>
                                        <p:tgtEl>
                                          <p:spTgt spid="14"/>
                                        </p:tgtEl>
                                        <p:attrNameLst>
                                          <p:attrName>ppt_h</p:attrName>
                                        </p:attrNameLst>
                                      </p:cBhvr>
                                      <p:tavLst>
                                        <p:tav tm="0">
                                          <p:val>
                                            <p:strVal val="#ppt_h"/>
                                          </p:val>
                                        </p:tav>
                                        <p:tav tm="100000">
                                          <p:val>
                                            <p:strVal val="#ppt_h"/>
                                          </p:val>
                                        </p:tav>
                                      </p:tavLst>
                                    </p:anim>
                                    <p:animEffect transition="in" filter="fade">
                                      <p:cBhvr>
                                        <p:cTn id="26" dur="1000"/>
                                        <p:tgtEl>
                                          <p:spTgt spid="14"/>
                                        </p:tgtEl>
                                      </p:cBhvr>
                                    </p:animEffect>
                                  </p:childTnLst>
                                </p:cTn>
                              </p:par>
                            </p:childTnLst>
                          </p:cTn>
                        </p:par>
                      </p:childTnLst>
                    </p:cTn>
                  </p:par>
                  <p:par>
                    <p:cTn id="27" fill="hold">
                      <p:stCondLst>
                        <p:cond delay="indefinite"/>
                      </p:stCondLst>
                      <p:childTnLst>
                        <p:par>
                          <p:cTn id="28" fill="hold">
                            <p:stCondLst>
                              <p:cond delay="0"/>
                            </p:stCondLst>
                            <p:childTnLst>
                              <p:par>
                                <p:cTn id="29" presetID="3" presetClass="entr" presetSubtype="10" fill="hold" nodeType="clickEffect">
                                  <p:stCondLst>
                                    <p:cond delay="0"/>
                                  </p:stCondLst>
                                  <p:childTnLst>
                                    <p:set>
                                      <p:cBhvr>
                                        <p:cTn id="30" dur="1" fill="hold">
                                          <p:stCondLst>
                                            <p:cond delay="0"/>
                                          </p:stCondLst>
                                        </p:cTn>
                                        <p:tgtEl>
                                          <p:spTgt spid="12"/>
                                        </p:tgtEl>
                                        <p:attrNameLst>
                                          <p:attrName>style.visibility</p:attrName>
                                        </p:attrNameLst>
                                      </p:cBhvr>
                                      <p:to>
                                        <p:strVal val="visible"/>
                                      </p:to>
                                    </p:set>
                                    <p:animEffect transition="in" filter="blinds(horizontal)">
                                      <p:cBhvr>
                                        <p:cTn id="31" dur="500"/>
                                        <p:tgtEl>
                                          <p:spTgt spid="12"/>
                                        </p:tgtEl>
                                      </p:cBhvr>
                                    </p:animEffect>
                                  </p:childTnLst>
                                </p:cTn>
                              </p:par>
                            </p:childTnLst>
                          </p:cTn>
                        </p:par>
                      </p:childTnLst>
                    </p:cTn>
                  </p:par>
                  <p:par>
                    <p:cTn id="32" fill="hold">
                      <p:stCondLst>
                        <p:cond delay="indefinite"/>
                      </p:stCondLst>
                      <p:childTnLst>
                        <p:par>
                          <p:cTn id="33" fill="hold">
                            <p:stCondLst>
                              <p:cond delay="0"/>
                            </p:stCondLst>
                            <p:childTnLst>
                              <p:par>
                                <p:cTn id="34" presetID="55" presetClass="entr" presetSubtype="0" fill="hold" nodeType="clickEffect">
                                  <p:stCondLst>
                                    <p:cond delay="0"/>
                                  </p:stCondLst>
                                  <p:childTnLst>
                                    <p:set>
                                      <p:cBhvr>
                                        <p:cTn id="35" dur="1" fill="hold">
                                          <p:stCondLst>
                                            <p:cond delay="0"/>
                                          </p:stCondLst>
                                        </p:cTn>
                                        <p:tgtEl>
                                          <p:spTgt spid="10"/>
                                        </p:tgtEl>
                                        <p:attrNameLst>
                                          <p:attrName>style.visibility</p:attrName>
                                        </p:attrNameLst>
                                      </p:cBhvr>
                                      <p:to>
                                        <p:strVal val="visible"/>
                                      </p:to>
                                    </p:set>
                                    <p:anim calcmode="lin" valueType="num">
                                      <p:cBhvr>
                                        <p:cTn id="36" dur="1000" fill="hold"/>
                                        <p:tgtEl>
                                          <p:spTgt spid="10"/>
                                        </p:tgtEl>
                                        <p:attrNameLst>
                                          <p:attrName>ppt_w</p:attrName>
                                        </p:attrNameLst>
                                      </p:cBhvr>
                                      <p:tavLst>
                                        <p:tav tm="0">
                                          <p:val>
                                            <p:strVal val="#ppt_w*0.70"/>
                                          </p:val>
                                        </p:tav>
                                        <p:tav tm="100000">
                                          <p:val>
                                            <p:strVal val="#ppt_w"/>
                                          </p:val>
                                        </p:tav>
                                      </p:tavLst>
                                    </p:anim>
                                    <p:anim calcmode="lin" valueType="num">
                                      <p:cBhvr>
                                        <p:cTn id="37" dur="1000" fill="hold"/>
                                        <p:tgtEl>
                                          <p:spTgt spid="10"/>
                                        </p:tgtEl>
                                        <p:attrNameLst>
                                          <p:attrName>ppt_h</p:attrName>
                                        </p:attrNameLst>
                                      </p:cBhvr>
                                      <p:tavLst>
                                        <p:tav tm="0">
                                          <p:val>
                                            <p:strVal val="#ppt_h"/>
                                          </p:val>
                                        </p:tav>
                                        <p:tav tm="100000">
                                          <p:val>
                                            <p:strVal val="#ppt_h"/>
                                          </p:val>
                                        </p:tav>
                                      </p:tavLst>
                                    </p:anim>
                                    <p:animEffect transition="in" filter="fade">
                                      <p:cBhvr>
                                        <p:cTn id="38" dur="1000"/>
                                        <p:tgtEl>
                                          <p:spTgt spid="10"/>
                                        </p:tgtEl>
                                      </p:cBhvr>
                                    </p:animEffect>
                                  </p:childTnLst>
                                </p:cTn>
                              </p:par>
                            </p:childTnLst>
                          </p:cTn>
                        </p:par>
                      </p:childTnLst>
                    </p:cTn>
                  </p:par>
                  <p:par>
                    <p:cTn id="39" fill="hold">
                      <p:stCondLst>
                        <p:cond delay="indefinite"/>
                      </p:stCondLst>
                      <p:childTnLst>
                        <p:par>
                          <p:cTn id="40" fill="hold">
                            <p:stCondLst>
                              <p:cond delay="0"/>
                            </p:stCondLst>
                            <p:childTnLst>
                              <p:par>
                                <p:cTn id="41" presetID="55" presetClass="entr" presetSubtype="0" fill="hold" nodeType="clickEffect">
                                  <p:stCondLst>
                                    <p:cond delay="0"/>
                                  </p:stCondLst>
                                  <p:childTnLst>
                                    <p:set>
                                      <p:cBhvr>
                                        <p:cTn id="42" dur="1" fill="hold">
                                          <p:stCondLst>
                                            <p:cond delay="0"/>
                                          </p:stCondLst>
                                        </p:cTn>
                                        <p:tgtEl>
                                          <p:spTgt spid="17"/>
                                        </p:tgtEl>
                                        <p:attrNameLst>
                                          <p:attrName>style.visibility</p:attrName>
                                        </p:attrNameLst>
                                      </p:cBhvr>
                                      <p:to>
                                        <p:strVal val="visible"/>
                                      </p:to>
                                    </p:set>
                                    <p:anim calcmode="lin" valueType="num">
                                      <p:cBhvr>
                                        <p:cTn id="43" dur="1000" fill="hold"/>
                                        <p:tgtEl>
                                          <p:spTgt spid="17"/>
                                        </p:tgtEl>
                                        <p:attrNameLst>
                                          <p:attrName>ppt_w</p:attrName>
                                        </p:attrNameLst>
                                      </p:cBhvr>
                                      <p:tavLst>
                                        <p:tav tm="0">
                                          <p:val>
                                            <p:strVal val="#ppt_w*0.70"/>
                                          </p:val>
                                        </p:tav>
                                        <p:tav tm="100000">
                                          <p:val>
                                            <p:strVal val="#ppt_w"/>
                                          </p:val>
                                        </p:tav>
                                      </p:tavLst>
                                    </p:anim>
                                    <p:anim calcmode="lin" valueType="num">
                                      <p:cBhvr>
                                        <p:cTn id="44" dur="1000" fill="hold"/>
                                        <p:tgtEl>
                                          <p:spTgt spid="17"/>
                                        </p:tgtEl>
                                        <p:attrNameLst>
                                          <p:attrName>ppt_h</p:attrName>
                                        </p:attrNameLst>
                                      </p:cBhvr>
                                      <p:tavLst>
                                        <p:tav tm="0">
                                          <p:val>
                                            <p:strVal val="#ppt_h"/>
                                          </p:val>
                                        </p:tav>
                                        <p:tav tm="100000">
                                          <p:val>
                                            <p:strVal val="#ppt_h"/>
                                          </p:val>
                                        </p:tav>
                                      </p:tavLst>
                                    </p:anim>
                                    <p:animEffect transition="in" filter="fade">
                                      <p:cBhvr>
                                        <p:cTn id="45" dur="10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4"/>
          <p:cNvSpPr>
            <a:spLocks noGrp="1" noChangeArrowheads="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a:spcBef>
                <a:spcPct val="0"/>
              </a:spcBef>
              <a:buFontTx/>
              <a:buNone/>
            </a:pPr>
            <a:fld id="{D9074FEA-7D24-42CD-9B57-C7E65D2DB01B}" type="datetime1">
              <a:rPr kumimoji="0" lang="zh-CN" altLang="en-US" sz="1200" smtClean="0">
                <a:solidFill>
                  <a:srgbClr val="000000"/>
                </a:solidFill>
                <a:ea typeface="宋体" panose="02010600030101010101" pitchFamily="2" charset="-122"/>
              </a:rPr>
            </a:fld>
            <a:endParaRPr kumimoji="0" lang="en-US" altLang="zh-CN" sz="1200">
              <a:solidFill>
                <a:srgbClr val="000000"/>
              </a:solidFill>
              <a:ea typeface="宋体" panose="02010600030101010101" pitchFamily="2" charset="-122"/>
            </a:endParaRPr>
          </a:p>
        </p:txBody>
      </p:sp>
      <p:graphicFrame>
        <p:nvGraphicFramePr>
          <p:cNvPr id="335875" name="Object 3"/>
          <p:cNvGraphicFramePr>
            <a:graphicFrameLocks noGrp="1" noChangeAspect="1"/>
          </p:cNvGraphicFramePr>
          <p:nvPr>
            <p:ph sz="half" idx="2"/>
          </p:nvPr>
        </p:nvGraphicFramePr>
        <p:xfrm>
          <a:off x="684213" y="836613"/>
          <a:ext cx="4464050" cy="936625"/>
        </p:xfrm>
        <a:graphic>
          <a:graphicData uri="http://schemas.openxmlformats.org/presentationml/2006/ole">
            <mc:AlternateContent xmlns:mc="http://schemas.openxmlformats.org/markup-compatibility/2006">
              <mc:Choice xmlns:v="urn:schemas-microsoft-com:vml" Requires="v">
                <p:oleObj spid="_x0000_s2" name="公式" r:id="rId1" imgW="2044700" imgH="393700" progId="Equation.3">
                  <p:embed/>
                </p:oleObj>
              </mc:Choice>
              <mc:Fallback>
                <p:oleObj name="公式" r:id="rId1" imgW="2044700" imgH="393700" progId="Equation.3">
                  <p:embed/>
                  <p:pic>
                    <p:nvPicPr>
                      <p:cNvPr id="0" name="Object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4213" y="836613"/>
                        <a:ext cx="4464050" cy="936625"/>
                      </a:xfrm>
                      <a:prstGeom prst="rect">
                        <a:avLst/>
                      </a:prstGeom>
                      <a:solidFill>
                        <a:schemeClr val="tx1"/>
                      </a:solidFill>
                      <a:ln>
                        <a:noFill/>
                      </a:ln>
                      <a:effectLst>
                        <a:outerShdw dist="35921" dir="2700000" algn="ctr" rotWithShape="0">
                          <a:srgbClr val="808080">
                            <a:alpha val="74997"/>
                          </a:srgbClr>
                        </a:outerShdw>
                      </a:effectLst>
                      <a:extLs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335876" name="Object 4"/>
          <p:cNvGraphicFramePr>
            <a:graphicFrameLocks noGrp="1" noChangeAspect="1"/>
          </p:cNvGraphicFramePr>
          <p:nvPr>
            <p:ph sz="half" idx="1"/>
          </p:nvPr>
        </p:nvGraphicFramePr>
        <p:xfrm>
          <a:off x="5364088" y="188913"/>
          <a:ext cx="3564012" cy="1621094"/>
        </p:xfrm>
        <a:graphic>
          <a:graphicData uri="http://schemas.openxmlformats.org/presentationml/2006/ole">
            <mc:AlternateContent xmlns:mc="http://schemas.openxmlformats.org/markup-compatibility/2006">
              <mc:Choice xmlns:v="urn:schemas-microsoft-com:vml" Requires="v">
                <p:oleObj spid="_x0000_s3" name="公式" r:id="rId3" imgW="1955800" imgH="889000" progId="Equation.3">
                  <p:embed/>
                </p:oleObj>
              </mc:Choice>
              <mc:Fallback>
                <p:oleObj name="公式" r:id="rId3" imgW="1955800" imgH="889000" progId="Equation.3">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64088" y="188913"/>
                        <a:ext cx="3564012" cy="1621094"/>
                      </a:xfrm>
                      <a:prstGeom prst="rect">
                        <a:avLst/>
                      </a:prstGeom>
                      <a:solidFill>
                        <a:schemeClr val="tx1"/>
                      </a:solidFill>
                      <a:ln w="38100">
                        <a:solidFill>
                          <a:srgbClr val="FF0000"/>
                        </a:solidFill>
                        <a:miter lim="800000"/>
                        <a:headEnd/>
                        <a:tailEnd/>
                      </a:ln>
                      <a:effectLst/>
                    </p:spPr>
                  </p:pic>
                </p:oleObj>
              </mc:Fallback>
            </mc:AlternateContent>
          </a:graphicData>
        </a:graphic>
      </p:graphicFrame>
      <p:graphicFrame>
        <p:nvGraphicFramePr>
          <p:cNvPr id="48133" name="Object 5"/>
          <p:cNvGraphicFramePr>
            <a:graphicFrameLocks noChangeAspect="1"/>
          </p:cNvGraphicFramePr>
          <p:nvPr/>
        </p:nvGraphicFramePr>
        <p:xfrm>
          <a:off x="611188" y="0"/>
          <a:ext cx="1944687" cy="722313"/>
        </p:xfrm>
        <a:graphic>
          <a:graphicData uri="http://schemas.openxmlformats.org/presentationml/2006/ole">
            <mc:AlternateContent xmlns:mc="http://schemas.openxmlformats.org/markup-compatibility/2006">
              <mc:Choice xmlns:v="urn:schemas-microsoft-com:vml" Requires="v">
                <p:oleObj spid="_x0000_s4" name="公式" r:id="rId5" imgW="545465" imgH="203200" progId="Equation.3">
                  <p:embed/>
                </p:oleObj>
              </mc:Choice>
              <mc:Fallback>
                <p:oleObj name="公式" r:id="rId5" imgW="545465" imgH="203200" progId="Equation.3">
                  <p:embed/>
                  <p:pic>
                    <p:nvPicPr>
                      <p:cNvPr id="0"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11188" y="0"/>
                        <a:ext cx="1944687" cy="722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aphicFrame>
        <p:nvGraphicFramePr>
          <p:cNvPr id="5" name="Object 5"/>
          <p:cNvGraphicFramePr>
            <a:graphicFrameLocks noChangeAspect="1"/>
          </p:cNvGraphicFramePr>
          <p:nvPr/>
        </p:nvGraphicFramePr>
        <p:xfrm>
          <a:off x="1028224" y="2349500"/>
          <a:ext cx="6079490" cy="993775"/>
        </p:xfrm>
        <a:graphic>
          <a:graphicData uri="http://schemas.openxmlformats.org/presentationml/2006/ole">
            <mc:AlternateContent xmlns:mc="http://schemas.openxmlformats.org/markup-compatibility/2006">
              <mc:Choice xmlns:v="urn:schemas-microsoft-com:vml" Requires="v">
                <p:oleObj spid="_x0000_s6" name="公式" r:id="rId7" imgW="2641600" imgH="431800" progId="Equation.3">
                  <p:embed/>
                </p:oleObj>
              </mc:Choice>
              <mc:Fallback>
                <p:oleObj name="公式" r:id="rId7" imgW="2641600" imgH="431800" progId="Equation.3">
                  <p:embed/>
                  <p:pic>
                    <p:nvPicPr>
                      <p:cNvPr id="0" name="Object 5"/>
                      <p:cNvPicPr>
                        <a:picLocks noChangeAspect="1" noChangeArrowheads="1"/>
                      </p:cNvPicPr>
                      <p:nvPr/>
                    </p:nvPicPr>
                    <p:blipFill>
                      <a:blip r:embed="rId8"/>
                      <a:srcRect/>
                      <a:stretch>
                        <a:fillRect/>
                      </a:stretch>
                    </p:blipFill>
                    <p:spPr bwMode="auto">
                      <a:xfrm>
                        <a:off x="1028224" y="2349500"/>
                        <a:ext cx="6079490" cy="993775"/>
                      </a:xfrm>
                      <a:prstGeom prst="rect">
                        <a:avLst/>
                      </a:prstGeom>
                      <a:solidFill>
                        <a:schemeClr val="tx1"/>
                      </a:solidFill>
                      <a:ln>
                        <a:noFill/>
                      </a:ln>
                      <a:effectLst>
                        <a:outerShdw dist="35921" dir="2700000" algn="ctr" rotWithShape="0">
                          <a:srgbClr val="808080">
                            <a:alpha val="74997"/>
                          </a:srgbClr>
                        </a:outerShdw>
                      </a:effectLst>
                      <a:extLs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7" name="Object 6"/>
          <p:cNvGraphicFramePr>
            <a:graphicFrameLocks noChangeAspect="1"/>
          </p:cNvGraphicFramePr>
          <p:nvPr/>
        </p:nvGraphicFramePr>
        <p:xfrm>
          <a:off x="900113" y="4076700"/>
          <a:ext cx="1285875" cy="466725"/>
        </p:xfrm>
        <a:graphic>
          <a:graphicData uri="http://schemas.openxmlformats.org/presentationml/2006/ole">
            <mc:AlternateContent xmlns:mc="http://schemas.openxmlformats.org/markup-compatibility/2006">
              <mc:Choice xmlns:v="urn:schemas-microsoft-com:vml" Requires="v">
                <p:oleObj spid="_x0000_s8" name="公式" r:id="rId9" imgW="558800" imgH="203200" progId="Equation.3">
                  <p:embed/>
                </p:oleObj>
              </mc:Choice>
              <mc:Fallback>
                <p:oleObj name="公式" r:id="rId9" imgW="558800" imgH="203200" progId="Equation.3">
                  <p:embed/>
                  <p:pic>
                    <p:nvPicPr>
                      <p:cNvPr id="0" name="Object 6"/>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900113" y="4076700"/>
                        <a:ext cx="1285875" cy="466725"/>
                      </a:xfrm>
                      <a:prstGeom prst="rect">
                        <a:avLst/>
                      </a:prstGeom>
                      <a:solidFill>
                        <a:schemeClr val="tx1"/>
                      </a:solidFill>
                      <a:ln>
                        <a:noFill/>
                      </a:ln>
                      <a:extLs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34824" name="Object 8"/>
          <p:cNvGraphicFramePr>
            <a:graphicFrameLocks noChangeAspect="1"/>
          </p:cNvGraphicFramePr>
          <p:nvPr/>
        </p:nvGraphicFramePr>
        <p:xfrm>
          <a:off x="2256949" y="4004786"/>
          <a:ext cx="2243455" cy="568960"/>
        </p:xfrm>
        <a:graphic>
          <a:graphicData uri="http://schemas.openxmlformats.org/presentationml/2006/ole">
            <mc:AlternateContent xmlns:mc="http://schemas.openxmlformats.org/markup-compatibility/2006">
              <mc:Choice xmlns:v="urn:schemas-microsoft-com:vml" Requires="v">
                <p:oleObj spid="_x0000_s9" name="公式" r:id="rId11" imgW="901700" imgH="228600" progId="Equation.3">
                  <p:embed/>
                </p:oleObj>
              </mc:Choice>
              <mc:Fallback>
                <p:oleObj name="公式" r:id="rId11" imgW="901700" imgH="228600" progId="Equation.3">
                  <p:embed/>
                  <p:pic>
                    <p:nvPicPr>
                      <p:cNvPr id="0" name="Object 8"/>
                      <p:cNvPicPr>
                        <a:picLocks noChangeAspect="1" noChangeArrowheads="1"/>
                      </p:cNvPicPr>
                      <p:nvPr/>
                    </p:nvPicPr>
                    <p:blipFill>
                      <a:blip r:embed="rId12"/>
                      <a:srcRect/>
                      <a:stretch>
                        <a:fillRect/>
                      </a:stretch>
                    </p:blipFill>
                    <p:spPr bwMode="auto">
                      <a:xfrm>
                        <a:off x="2256949" y="4004786"/>
                        <a:ext cx="2243455" cy="5689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aphicFrame>
        <p:nvGraphicFramePr>
          <p:cNvPr id="34825" name="Object 9"/>
          <p:cNvGraphicFramePr>
            <a:graphicFrameLocks noChangeAspect="1"/>
          </p:cNvGraphicFramePr>
          <p:nvPr/>
        </p:nvGraphicFramePr>
        <p:xfrm>
          <a:off x="1908175" y="5084763"/>
          <a:ext cx="4608513" cy="977900"/>
        </p:xfrm>
        <a:graphic>
          <a:graphicData uri="http://schemas.openxmlformats.org/presentationml/2006/ole">
            <mc:AlternateContent xmlns:mc="http://schemas.openxmlformats.org/markup-compatibility/2006">
              <mc:Choice xmlns:v="urn:schemas-microsoft-com:vml" Requires="v">
                <p:oleObj spid="_x0000_s10" name="公式" r:id="rId13" imgW="1854200" imgH="393700" progId="Equation.3">
                  <p:embed/>
                </p:oleObj>
              </mc:Choice>
              <mc:Fallback>
                <p:oleObj name="公式" r:id="rId13" imgW="1854200" imgH="393700" progId="Equation.3">
                  <p:embed/>
                  <p:pic>
                    <p:nvPicPr>
                      <p:cNvPr id="0" name="Object 9"/>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908175" y="5084763"/>
                        <a:ext cx="4608513" cy="977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sp>
        <p:nvSpPr>
          <p:cNvPr id="11" name="墨迹 3"/>
          <p:cNvSpPr/>
          <p:nvPr/>
        </p:nvSpPr>
        <p:spPr bwMode="auto">
          <a:xfrm>
            <a:off x="2082600" y="979200"/>
            <a:ext cx="6659280" cy="5128560"/>
          </a:xfrm>
        </p:spPr>
      </p:sp>
      <p:sp>
        <p:nvSpPr>
          <p:cNvPr id="13" name="椭圆形标注 12"/>
          <p:cNvSpPr/>
          <p:nvPr/>
        </p:nvSpPr>
        <p:spPr>
          <a:xfrm>
            <a:off x="3203575" y="2204720"/>
            <a:ext cx="1717675" cy="1440180"/>
          </a:xfrm>
          <a:prstGeom prst="wedgeEllipseCallout">
            <a:avLst>
              <a:gd name="adj1" fmla="val -54340"/>
              <a:gd name="adj2" fmla="val 80908"/>
            </a:avLst>
          </a:prstGeom>
          <a:noFill/>
          <a:ln w="9525" cap="flat" cmpd="sng" algn="ctr">
            <a:gradFill>
              <a:gsLst>
                <a:gs pos="51300">
                  <a:srgbClr val="FE5F4A"/>
                </a:gs>
                <a:gs pos="0">
                  <a:srgbClr val="DF0303"/>
                </a:gs>
                <a:gs pos="100000">
                  <a:srgbClr val="FEA06E"/>
                </a:gs>
              </a:gsLst>
              <a:lin ang="5400000" scaled="0"/>
            </a:gradFill>
            <a:prstDash val="solid"/>
            <a:miter lim="800000"/>
            <a:headEnd type="none" w="med" len="med"/>
            <a:tailEnd type="none" w="med" len="med"/>
          </a:ln>
          <a:extLst>
            <a:ext uri="{909E8E84-426E-40DD-AFC4-6F175D3DCCD1}">
              <a14:hiddenFill xmlns:a14="http://schemas.microsoft.com/office/drawing/2010/main">
                <a:solidFill>
                  <a:schemeClr val="accent1"/>
                </a:solidFill>
              </a14:hiddenFill>
            </a:ext>
          </a:extLst>
        </p:spPr>
        <p:txBody>
          <a:bodyPr vert="horz" wrap="non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sp>
        <p:nvSpPr>
          <p:cNvPr id="14" name="椭圆形标注 13"/>
          <p:cNvSpPr/>
          <p:nvPr/>
        </p:nvSpPr>
        <p:spPr>
          <a:xfrm>
            <a:off x="5118100" y="2064385"/>
            <a:ext cx="1990090" cy="1521460"/>
          </a:xfrm>
          <a:prstGeom prst="wedgeEllipseCallout">
            <a:avLst>
              <a:gd name="adj1" fmla="val 24441"/>
              <a:gd name="adj2" fmla="val 82512"/>
            </a:avLst>
          </a:prstGeom>
          <a:noFill/>
          <a:ln w="9525" cap="flat" cmpd="sng" algn="ctr">
            <a:gradFill>
              <a:gsLst>
                <a:gs pos="51300">
                  <a:srgbClr val="FE5F4A"/>
                </a:gs>
                <a:gs pos="0">
                  <a:srgbClr val="DF0303"/>
                </a:gs>
                <a:gs pos="100000">
                  <a:srgbClr val="FEA06E"/>
                </a:gs>
              </a:gsLst>
              <a:lin ang="5400000" scaled="0"/>
            </a:gradFill>
            <a:prstDash val="solid"/>
            <a:miter lim="800000"/>
            <a:headEnd type="none" w="med" len="med"/>
            <a:tailEnd type="none" w="med" len="med"/>
          </a:ln>
          <a:extLst>
            <a:ext uri="{909E8E84-426E-40DD-AFC4-6F175D3DCCD1}">
              <a14:hiddenFill xmlns:a14="http://schemas.microsoft.com/office/drawing/2010/main">
                <a:solidFill>
                  <a:schemeClr val="accent1"/>
                </a:solidFill>
              </a14:hiddenFill>
            </a:ext>
          </a:extLst>
        </p:spPr>
        <p:txBody>
          <a:bodyPr vert="horz" wrap="non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graphicFrame>
        <p:nvGraphicFramePr>
          <p:cNvPr id="15" name="Object 8"/>
          <p:cNvGraphicFramePr>
            <a:graphicFrameLocks noChangeAspect="1"/>
          </p:cNvGraphicFramePr>
          <p:nvPr/>
        </p:nvGraphicFramePr>
        <p:xfrm>
          <a:off x="4570889" y="3789204"/>
          <a:ext cx="2780665" cy="979805"/>
        </p:xfrm>
        <a:graphic>
          <a:graphicData uri="http://schemas.openxmlformats.org/presentationml/2006/ole">
            <mc:AlternateContent xmlns:mc="http://schemas.openxmlformats.org/markup-compatibility/2006">
              <mc:Choice xmlns:v="urn:schemas-microsoft-com:vml" Requires="v">
                <p:oleObj spid="_x0000_s16" name="公式" r:id="rId15" imgW="1117600" imgH="393700" progId="Equation.3">
                  <p:embed/>
                </p:oleObj>
              </mc:Choice>
              <mc:Fallback>
                <p:oleObj name="公式" r:id="rId15" imgW="1117600" imgH="393700" progId="Equation.3">
                  <p:embed/>
                  <p:pic>
                    <p:nvPicPr>
                      <p:cNvPr id="0" name="Object 8"/>
                      <p:cNvPicPr>
                        <a:picLocks noChangeAspect="1" noChangeArrowheads="1"/>
                      </p:cNvPicPr>
                      <p:nvPr/>
                    </p:nvPicPr>
                    <p:blipFill>
                      <a:blip r:embed="rId16"/>
                      <a:srcRect/>
                      <a:stretch>
                        <a:fillRect/>
                      </a:stretch>
                    </p:blipFill>
                    <p:spPr bwMode="auto">
                      <a:xfrm>
                        <a:off x="4570889" y="3789204"/>
                        <a:ext cx="2780665" cy="9798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spTree>
    <p:custDataLst>
      <p:tags r:id="rId17"/>
    </p:custDataLst>
  </p:cSld>
  <p:clrMapOvr>
    <a:masterClrMapping/>
  </p:clrMapOvr>
  <mc:AlternateContent xmlns:mc="http://schemas.openxmlformats.org/markup-compatibility/2006">
    <mc:Choice xmlns:p14="http://schemas.microsoft.com/office/powerpoint/2010/main" Requires="p14">
      <p:transition spd="slow" p14:dur="2000" advTm="135596"/>
    </mc:Choice>
    <mc:Fallback>
      <p:transition spd="slow" advTm="135596"/>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5" presetClass="entr" presetSubtype="0" fill="hold" nodeType="afterEffect">
                                  <p:stCondLst>
                                    <p:cond delay="0"/>
                                  </p:stCondLst>
                                  <p:childTnLst>
                                    <p:set>
                                      <p:cBhvr>
                                        <p:cTn id="6" dur="1" fill="hold">
                                          <p:stCondLst>
                                            <p:cond delay="0"/>
                                          </p:stCondLst>
                                        </p:cTn>
                                        <p:tgtEl>
                                          <p:spTgt spid="335876"/>
                                        </p:tgtEl>
                                        <p:attrNameLst>
                                          <p:attrName>style.visibility</p:attrName>
                                        </p:attrNameLst>
                                      </p:cBhvr>
                                      <p:to>
                                        <p:strVal val="visible"/>
                                      </p:to>
                                    </p:set>
                                    <p:anim calcmode="lin" valueType="num">
                                      <p:cBhvr>
                                        <p:cTn id="7" dur="1000" fill="hold"/>
                                        <p:tgtEl>
                                          <p:spTgt spid="335876"/>
                                        </p:tgtEl>
                                        <p:attrNameLst>
                                          <p:attrName>ppt_w</p:attrName>
                                        </p:attrNameLst>
                                      </p:cBhvr>
                                      <p:tavLst>
                                        <p:tav tm="0">
                                          <p:val>
                                            <p:strVal val="#ppt_w*0.70"/>
                                          </p:val>
                                        </p:tav>
                                        <p:tav tm="100000">
                                          <p:val>
                                            <p:strVal val="#ppt_w"/>
                                          </p:val>
                                        </p:tav>
                                      </p:tavLst>
                                    </p:anim>
                                    <p:anim calcmode="lin" valueType="num">
                                      <p:cBhvr>
                                        <p:cTn id="8" dur="1000" fill="hold"/>
                                        <p:tgtEl>
                                          <p:spTgt spid="335876"/>
                                        </p:tgtEl>
                                        <p:attrNameLst>
                                          <p:attrName>ppt_h</p:attrName>
                                        </p:attrNameLst>
                                      </p:cBhvr>
                                      <p:tavLst>
                                        <p:tav tm="0">
                                          <p:val>
                                            <p:strVal val="#ppt_h"/>
                                          </p:val>
                                        </p:tav>
                                        <p:tav tm="100000">
                                          <p:val>
                                            <p:strVal val="#ppt_h"/>
                                          </p:val>
                                        </p:tav>
                                      </p:tavLst>
                                    </p:anim>
                                    <p:animEffect transition="in" filter="fade">
                                      <p:cBhvr>
                                        <p:cTn id="9" dur="1000"/>
                                        <p:tgtEl>
                                          <p:spTgt spid="335876"/>
                                        </p:tgtEl>
                                      </p:cBhvr>
                                    </p:animEffect>
                                  </p:childTnLst>
                                </p:cTn>
                              </p:par>
                            </p:childTnLst>
                          </p:cTn>
                        </p:par>
                      </p:childTnLst>
                    </p:cTn>
                  </p:par>
                  <p:par>
                    <p:cTn id="10" fill="hold">
                      <p:stCondLst>
                        <p:cond delay="indefinite"/>
                      </p:stCondLst>
                      <p:childTnLst>
                        <p:par>
                          <p:cTn id="11" fill="hold">
                            <p:stCondLst>
                              <p:cond delay="0"/>
                            </p:stCondLst>
                            <p:childTnLst>
                              <p:par>
                                <p:cTn id="12" presetID="55" presetClass="entr" presetSubtype="0" fill="hold" nodeType="clickEffect">
                                  <p:stCondLst>
                                    <p:cond delay="0"/>
                                  </p:stCondLst>
                                  <p:childTnLst>
                                    <p:set>
                                      <p:cBhvr>
                                        <p:cTn id="13" dur="1" fill="hold">
                                          <p:stCondLst>
                                            <p:cond delay="0"/>
                                          </p:stCondLst>
                                        </p:cTn>
                                        <p:tgtEl>
                                          <p:spTgt spid="335875"/>
                                        </p:tgtEl>
                                        <p:attrNameLst>
                                          <p:attrName>style.visibility</p:attrName>
                                        </p:attrNameLst>
                                      </p:cBhvr>
                                      <p:to>
                                        <p:strVal val="visible"/>
                                      </p:to>
                                    </p:set>
                                    <p:anim calcmode="lin" valueType="num">
                                      <p:cBhvr>
                                        <p:cTn id="14" dur="1000" fill="hold"/>
                                        <p:tgtEl>
                                          <p:spTgt spid="335875"/>
                                        </p:tgtEl>
                                        <p:attrNameLst>
                                          <p:attrName>ppt_w</p:attrName>
                                        </p:attrNameLst>
                                      </p:cBhvr>
                                      <p:tavLst>
                                        <p:tav tm="0">
                                          <p:val>
                                            <p:strVal val="#ppt_w*0.70"/>
                                          </p:val>
                                        </p:tav>
                                        <p:tav tm="100000">
                                          <p:val>
                                            <p:strVal val="#ppt_w"/>
                                          </p:val>
                                        </p:tav>
                                      </p:tavLst>
                                    </p:anim>
                                    <p:anim calcmode="lin" valueType="num">
                                      <p:cBhvr>
                                        <p:cTn id="15" dur="1000" fill="hold"/>
                                        <p:tgtEl>
                                          <p:spTgt spid="335875"/>
                                        </p:tgtEl>
                                        <p:attrNameLst>
                                          <p:attrName>ppt_h</p:attrName>
                                        </p:attrNameLst>
                                      </p:cBhvr>
                                      <p:tavLst>
                                        <p:tav tm="0">
                                          <p:val>
                                            <p:strVal val="#ppt_h"/>
                                          </p:val>
                                        </p:tav>
                                        <p:tav tm="100000">
                                          <p:val>
                                            <p:strVal val="#ppt_h"/>
                                          </p:val>
                                        </p:tav>
                                      </p:tavLst>
                                    </p:anim>
                                    <p:animEffect transition="in" filter="fade">
                                      <p:cBhvr>
                                        <p:cTn id="16" dur="1000"/>
                                        <p:tgtEl>
                                          <p:spTgt spid="335875"/>
                                        </p:tgtEl>
                                      </p:cBhvr>
                                    </p:animEffec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5"/>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7"/>
                                        </p:tgtEl>
                                        <p:attrNameLst>
                                          <p:attrName>style.visibility</p:attrName>
                                        </p:attrNameLst>
                                      </p:cBhvr>
                                      <p:to>
                                        <p:strVal val="visible"/>
                                      </p:to>
                                    </p:set>
                                  </p:childTnLst>
                                </p:cTn>
                              </p:par>
                            </p:childTnLst>
                          </p:cTn>
                        </p:par>
                        <p:par>
                          <p:cTn id="25" fill="hold">
                            <p:stCondLst>
                              <p:cond delay="0"/>
                            </p:stCondLst>
                            <p:childTnLst>
                              <p:par>
                                <p:cTn id="26" presetID="1" presetClass="entr" presetSubtype="0" fill="hold" grpId="0" nodeType="afterEffect">
                                  <p:stCondLst>
                                    <p:cond delay="0"/>
                                  </p:stCondLst>
                                  <p:childTnLst>
                                    <p:set>
                                      <p:cBhvr>
                                        <p:cTn id="27" dur="1" fill="hold">
                                          <p:stCondLst>
                                            <p:cond delay="0"/>
                                          </p:stCondLst>
                                        </p:cTn>
                                        <p:tgtEl>
                                          <p:spTgt spid="13"/>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55" presetClass="entr" presetSubtype="0" fill="hold" nodeType="clickEffect">
                                  <p:stCondLst>
                                    <p:cond delay="0"/>
                                  </p:stCondLst>
                                  <p:childTnLst>
                                    <p:set>
                                      <p:cBhvr>
                                        <p:cTn id="31" dur="1" fill="hold">
                                          <p:stCondLst>
                                            <p:cond delay="0"/>
                                          </p:stCondLst>
                                        </p:cTn>
                                        <p:tgtEl>
                                          <p:spTgt spid="34824"/>
                                        </p:tgtEl>
                                        <p:attrNameLst>
                                          <p:attrName>style.visibility</p:attrName>
                                        </p:attrNameLst>
                                      </p:cBhvr>
                                      <p:to>
                                        <p:strVal val="visible"/>
                                      </p:to>
                                    </p:set>
                                    <p:anim calcmode="lin" valueType="num">
                                      <p:cBhvr>
                                        <p:cTn id="32" dur="1000" fill="hold"/>
                                        <p:tgtEl>
                                          <p:spTgt spid="34824"/>
                                        </p:tgtEl>
                                        <p:attrNameLst>
                                          <p:attrName>ppt_w</p:attrName>
                                        </p:attrNameLst>
                                      </p:cBhvr>
                                      <p:tavLst>
                                        <p:tav tm="0">
                                          <p:val>
                                            <p:strVal val="#ppt_w*0.70"/>
                                          </p:val>
                                        </p:tav>
                                        <p:tav tm="100000">
                                          <p:val>
                                            <p:strVal val="#ppt_w"/>
                                          </p:val>
                                        </p:tav>
                                      </p:tavLst>
                                    </p:anim>
                                    <p:anim calcmode="lin" valueType="num">
                                      <p:cBhvr>
                                        <p:cTn id="33" dur="1000" fill="hold"/>
                                        <p:tgtEl>
                                          <p:spTgt spid="34824"/>
                                        </p:tgtEl>
                                        <p:attrNameLst>
                                          <p:attrName>ppt_h</p:attrName>
                                        </p:attrNameLst>
                                      </p:cBhvr>
                                      <p:tavLst>
                                        <p:tav tm="0">
                                          <p:val>
                                            <p:strVal val="#ppt_h"/>
                                          </p:val>
                                        </p:tav>
                                        <p:tav tm="100000">
                                          <p:val>
                                            <p:strVal val="#ppt_h"/>
                                          </p:val>
                                        </p:tav>
                                      </p:tavLst>
                                    </p:anim>
                                    <p:animEffect transition="in" filter="fade">
                                      <p:cBhvr>
                                        <p:cTn id="34" dur="1000"/>
                                        <p:tgtEl>
                                          <p:spTgt spid="34824"/>
                                        </p:tgtEl>
                                      </p:cBhvr>
                                    </p:animEffec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4"/>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55" presetClass="entr" presetSubtype="0" fill="hold" nodeType="clickEffect">
                                  <p:stCondLst>
                                    <p:cond delay="0"/>
                                  </p:stCondLst>
                                  <p:childTnLst>
                                    <p:set>
                                      <p:cBhvr>
                                        <p:cTn id="42" dur="1" fill="hold">
                                          <p:stCondLst>
                                            <p:cond delay="0"/>
                                          </p:stCondLst>
                                        </p:cTn>
                                        <p:tgtEl>
                                          <p:spTgt spid="15"/>
                                        </p:tgtEl>
                                        <p:attrNameLst>
                                          <p:attrName>style.visibility</p:attrName>
                                        </p:attrNameLst>
                                      </p:cBhvr>
                                      <p:to>
                                        <p:strVal val="visible"/>
                                      </p:to>
                                    </p:set>
                                    <p:anim calcmode="lin" valueType="num">
                                      <p:cBhvr>
                                        <p:cTn id="43" dur="1000" fill="hold"/>
                                        <p:tgtEl>
                                          <p:spTgt spid="15"/>
                                        </p:tgtEl>
                                        <p:attrNameLst>
                                          <p:attrName>ppt_w</p:attrName>
                                        </p:attrNameLst>
                                      </p:cBhvr>
                                      <p:tavLst>
                                        <p:tav tm="0">
                                          <p:val>
                                            <p:strVal val="#ppt_w*0.70"/>
                                          </p:val>
                                        </p:tav>
                                        <p:tav tm="100000">
                                          <p:val>
                                            <p:strVal val="#ppt_w"/>
                                          </p:val>
                                        </p:tav>
                                      </p:tavLst>
                                    </p:anim>
                                    <p:anim calcmode="lin" valueType="num">
                                      <p:cBhvr>
                                        <p:cTn id="44" dur="1000" fill="hold"/>
                                        <p:tgtEl>
                                          <p:spTgt spid="15"/>
                                        </p:tgtEl>
                                        <p:attrNameLst>
                                          <p:attrName>ppt_h</p:attrName>
                                        </p:attrNameLst>
                                      </p:cBhvr>
                                      <p:tavLst>
                                        <p:tav tm="0">
                                          <p:val>
                                            <p:strVal val="#ppt_h"/>
                                          </p:val>
                                        </p:tav>
                                        <p:tav tm="100000">
                                          <p:val>
                                            <p:strVal val="#ppt_h"/>
                                          </p:val>
                                        </p:tav>
                                      </p:tavLst>
                                    </p:anim>
                                    <p:animEffect transition="in" filter="fade">
                                      <p:cBhvr>
                                        <p:cTn id="45" dur="1000"/>
                                        <p:tgtEl>
                                          <p:spTgt spid="15"/>
                                        </p:tgtEl>
                                      </p:cBhvr>
                                    </p:animEffect>
                                  </p:childTnLst>
                                </p:cTn>
                              </p:par>
                            </p:childTnLst>
                          </p:cTn>
                        </p:par>
                        <p:par>
                          <p:cTn id="46" fill="hold">
                            <p:stCondLst>
                              <p:cond delay="1000"/>
                            </p:stCondLst>
                            <p:childTnLst>
                              <p:par>
                                <p:cTn id="47" presetID="55" presetClass="entr" presetSubtype="0" fill="hold" nodeType="afterEffect">
                                  <p:stCondLst>
                                    <p:cond delay="0"/>
                                  </p:stCondLst>
                                  <p:childTnLst>
                                    <p:set>
                                      <p:cBhvr>
                                        <p:cTn id="48" dur="1" fill="hold">
                                          <p:stCondLst>
                                            <p:cond delay="0"/>
                                          </p:stCondLst>
                                        </p:cTn>
                                        <p:tgtEl>
                                          <p:spTgt spid="34825"/>
                                        </p:tgtEl>
                                        <p:attrNameLst>
                                          <p:attrName>style.visibility</p:attrName>
                                        </p:attrNameLst>
                                      </p:cBhvr>
                                      <p:to>
                                        <p:strVal val="visible"/>
                                      </p:to>
                                    </p:set>
                                    <p:anim calcmode="lin" valueType="num">
                                      <p:cBhvr>
                                        <p:cTn id="49" dur="1000" fill="hold"/>
                                        <p:tgtEl>
                                          <p:spTgt spid="34825"/>
                                        </p:tgtEl>
                                        <p:attrNameLst>
                                          <p:attrName>ppt_w</p:attrName>
                                        </p:attrNameLst>
                                      </p:cBhvr>
                                      <p:tavLst>
                                        <p:tav tm="0">
                                          <p:val>
                                            <p:strVal val="#ppt_w*0.70"/>
                                          </p:val>
                                        </p:tav>
                                        <p:tav tm="100000">
                                          <p:val>
                                            <p:strVal val="#ppt_w"/>
                                          </p:val>
                                        </p:tav>
                                      </p:tavLst>
                                    </p:anim>
                                    <p:anim calcmode="lin" valueType="num">
                                      <p:cBhvr>
                                        <p:cTn id="50" dur="1000" fill="hold"/>
                                        <p:tgtEl>
                                          <p:spTgt spid="34825"/>
                                        </p:tgtEl>
                                        <p:attrNameLst>
                                          <p:attrName>ppt_h</p:attrName>
                                        </p:attrNameLst>
                                      </p:cBhvr>
                                      <p:tavLst>
                                        <p:tav tm="0">
                                          <p:val>
                                            <p:strVal val="#ppt_h"/>
                                          </p:val>
                                        </p:tav>
                                        <p:tav tm="100000">
                                          <p:val>
                                            <p:strVal val="#ppt_h"/>
                                          </p:val>
                                        </p:tav>
                                      </p:tavLst>
                                    </p:anim>
                                    <p:animEffect transition="in" filter="fade">
                                      <p:cBhvr>
                                        <p:cTn id="51" dur="1000"/>
                                        <p:tgtEl>
                                          <p:spTgt spid="348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3" grpId="1" animBg="1"/>
      <p:bldP spid="14" grpId="0" bldLvl="0" animBg="1"/>
      <p:bldP spid="14" grpId="1" animBg="1"/>
    </p:bldLst>
  </p:timing>
</p:sld>
</file>

<file path=ppt/slides/slide5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9154" name="Rectangle 4"/>
          <p:cNvSpPr>
            <a:spLocks noGrp="1" noChangeArrowheads="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a:spcBef>
                <a:spcPct val="0"/>
              </a:spcBef>
              <a:buFontTx/>
              <a:buNone/>
            </a:pPr>
            <a:fld id="{A01D0EC8-02E5-4288-BF49-DFB2345841A1}" type="datetime1">
              <a:rPr kumimoji="0" lang="zh-CN" altLang="en-US" sz="1200" smtClean="0">
                <a:solidFill>
                  <a:srgbClr val="000000"/>
                </a:solidFill>
                <a:ea typeface="宋体" panose="02010600030101010101" pitchFamily="2" charset="-122"/>
              </a:rPr>
            </a:fld>
            <a:endParaRPr kumimoji="0" lang="en-US" altLang="zh-CN" sz="1200">
              <a:solidFill>
                <a:srgbClr val="000000"/>
              </a:solidFill>
              <a:ea typeface="宋体" panose="02010600030101010101" pitchFamily="2" charset="-122"/>
            </a:endParaRPr>
          </a:p>
        </p:txBody>
      </p:sp>
      <p:sp>
        <p:nvSpPr>
          <p:cNvPr id="336898" name="Rectangle 2"/>
          <p:cNvSpPr>
            <a:spLocks noGrp="1" noChangeArrowheads="1"/>
          </p:cNvSpPr>
          <p:nvPr>
            <p:ph type="title" idx="4294967295"/>
          </p:nvPr>
        </p:nvSpPr>
        <p:spPr>
          <a:xfrm>
            <a:off x="733425" y="260350"/>
            <a:ext cx="1728470" cy="720725"/>
          </a:xfrm>
          <a:ln>
            <a:solidFill>
              <a:schemeClr val="bg1"/>
            </a:solidFill>
          </a:ln>
        </p:spPr>
        <p:txBody>
          <a:bodyPr/>
          <a:lstStyle/>
          <a:p>
            <a:pPr eaLnBrk="1" hangingPunct="1">
              <a:defRPr/>
            </a:pPr>
            <a:r>
              <a:rPr kumimoji="0" lang="zh-CN" altLang="en-US" sz="2400" b="1">
                <a:solidFill>
                  <a:srgbClr val="FF0000"/>
                </a:solidFill>
              </a:rPr>
              <a:t>补充例题  </a:t>
            </a:r>
            <a:endParaRPr kumimoji="0" lang="en-US" altLang="zh-CN" sz="2400" b="1">
              <a:solidFill>
                <a:srgbClr val="FF0000"/>
              </a:solidFill>
              <a:effectLst/>
            </a:endParaRPr>
          </a:p>
        </p:txBody>
      </p:sp>
      <p:graphicFrame>
        <p:nvGraphicFramePr>
          <p:cNvPr id="49156" name="Object 3"/>
          <p:cNvGraphicFramePr>
            <a:graphicFrameLocks noChangeAspect="1"/>
          </p:cNvGraphicFramePr>
          <p:nvPr/>
        </p:nvGraphicFramePr>
        <p:xfrm>
          <a:off x="2555875" y="189230"/>
          <a:ext cx="5843270" cy="838200"/>
        </p:xfrm>
        <a:graphic>
          <a:graphicData uri="http://schemas.openxmlformats.org/presentationml/2006/ole">
            <mc:AlternateContent xmlns:mc="http://schemas.openxmlformats.org/markup-compatibility/2006">
              <mc:Choice xmlns:v="urn:schemas-microsoft-com:vml" Requires="v">
                <p:oleObj spid="_x0000_s2" name="Equation" r:id="rId1" imgW="1814830" imgH="270510" progId="Equation.3">
                  <p:embed/>
                </p:oleObj>
              </mc:Choice>
              <mc:Fallback>
                <p:oleObj name="Equation" r:id="rId1" imgW="1814830" imgH="270510" progId="Equation.3">
                  <p:embed/>
                  <p:pic>
                    <p:nvPicPr>
                      <p:cNvPr id="0" name="Object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55875" y="189230"/>
                        <a:ext cx="5843270" cy="838200"/>
                      </a:xfrm>
                      <a:prstGeom prst="rect">
                        <a:avLst/>
                      </a:prstGeom>
                      <a:solidFill>
                        <a:schemeClr val="tx1"/>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9157" name="Rectangle 4"/>
          <p:cNvSpPr>
            <a:spLocks noChangeArrowheads="1"/>
          </p:cNvSpPr>
          <p:nvPr/>
        </p:nvSpPr>
        <p:spPr bwMode="auto">
          <a:xfrm>
            <a:off x="755015" y="1067435"/>
            <a:ext cx="830263"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spcBef>
                <a:spcPct val="0"/>
              </a:spcBef>
              <a:buFontTx/>
              <a:buNone/>
            </a:pPr>
            <a:r>
              <a:rPr lang="zh-CN" altLang="en-US" sz="2000">
                <a:solidFill>
                  <a:schemeClr val="accent2"/>
                </a:solidFill>
                <a:latin typeface="Tahoma" panose="020B0604030504040204" pitchFamily="34" charset="0"/>
                <a:ea typeface="宋体" panose="02010600030101010101" pitchFamily="2" charset="-122"/>
              </a:rPr>
              <a:t>解：</a:t>
            </a:r>
            <a:endParaRPr lang="zh-CN" altLang="en-US" sz="2000">
              <a:solidFill>
                <a:schemeClr val="accent2"/>
              </a:solidFill>
              <a:latin typeface="Tahoma" panose="020B0604030504040204" pitchFamily="34" charset="0"/>
              <a:ea typeface="宋体" panose="02010600030101010101" pitchFamily="2" charset="-122"/>
            </a:endParaRPr>
          </a:p>
        </p:txBody>
      </p:sp>
      <p:graphicFrame>
        <p:nvGraphicFramePr>
          <p:cNvPr id="336901" name="Object 5"/>
          <p:cNvGraphicFramePr>
            <a:graphicFrameLocks noChangeAspect="1"/>
          </p:cNvGraphicFramePr>
          <p:nvPr/>
        </p:nvGraphicFramePr>
        <p:xfrm>
          <a:off x="5562600" y="1066800"/>
          <a:ext cx="2836863" cy="722313"/>
        </p:xfrm>
        <a:graphic>
          <a:graphicData uri="http://schemas.openxmlformats.org/presentationml/2006/ole">
            <mc:AlternateContent xmlns:mc="http://schemas.openxmlformats.org/markup-compatibility/2006">
              <mc:Choice xmlns:v="urn:schemas-microsoft-com:vml" Requires="v">
                <p:oleObj spid="_x0000_s3" name="公式" r:id="rId3" imgW="2247900" imgH="571500" progId="Equation.3">
                  <p:embed/>
                </p:oleObj>
              </mc:Choice>
              <mc:Fallback>
                <p:oleObj name="公式" r:id="rId3" imgW="2247900" imgH="571500" progId="Equation.3">
                  <p:embed/>
                  <p:pic>
                    <p:nvPicPr>
                      <p:cNvPr id="0"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562600" y="1066800"/>
                        <a:ext cx="2836863" cy="722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aphicFrame>
        <p:nvGraphicFramePr>
          <p:cNvPr id="336902" name="Object 6"/>
          <p:cNvGraphicFramePr>
            <a:graphicFrameLocks noChangeAspect="1"/>
          </p:cNvGraphicFramePr>
          <p:nvPr/>
        </p:nvGraphicFramePr>
        <p:xfrm>
          <a:off x="5334000" y="1905000"/>
          <a:ext cx="2836863" cy="641350"/>
        </p:xfrm>
        <a:graphic>
          <a:graphicData uri="http://schemas.openxmlformats.org/presentationml/2006/ole">
            <mc:AlternateContent xmlns:mc="http://schemas.openxmlformats.org/markup-compatibility/2006">
              <mc:Choice xmlns:v="urn:schemas-microsoft-com:vml" Requires="v">
                <p:oleObj spid="_x0000_s4" name="公式" r:id="rId5" imgW="2247900" imgH="508000" progId="Equation.3">
                  <p:embed/>
                </p:oleObj>
              </mc:Choice>
              <mc:Fallback>
                <p:oleObj name="公式" r:id="rId5" imgW="2247900" imgH="508000" progId="Equation.3">
                  <p:embed/>
                  <p:pic>
                    <p:nvPicPr>
                      <p:cNvPr id="0"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334000" y="1905000"/>
                        <a:ext cx="2836863"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aphicFrame>
        <p:nvGraphicFramePr>
          <p:cNvPr id="336903" name="Object 7"/>
          <p:cNvGraphicFramePr>
            <a:graphicFrameLocks noChangeAspect="1"/>
          </p:cNvGraphicFramePr>
          <p:nvPr/>
        </p:nvGraphicFramePr>
        <p:xfrm>
          <a:off x="848360" y="5490210"/>
          <a:ext cx="3732530" cy="782955"/>
        </p:xfrm>
        <a:graphic>
          <a:graphicData uri="http://schemas.openxmlformats.org/presentationml/2006/ole">
            <mc:AlternateContent xmlns:mc="http://schemas.openxmlformats.org/markup-compatibility/2006">
              <mc:Choice xmlns:v="urn:schemas-microsoft-com:vml" Requires="v">
                <p:oleObj spid="_x0000_s5" name="公式" r:id="rId7" imgW="2425700" imgH="508000" progId="Equation.3">
                  <p:embed/>
                </p:oleObj>
              </mc:Choice>
              <mc:Fallback>
                <p:oleObj name="公式" r:id="rId7" imgW="2425700" imgH="508000" progId="Equation.3">
                  <p:embed/>
                  <p:pic>
                    <p:nvPicPr>
                      <p:cNvPr id="0" name="Object 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848360" y="5490210"/>
                        <a:ext cx="3732530" cy="782955"/>
                      </a:xfrm>
                      <a:prstGeom prst="rect">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sp>
        <p:nvSpPr>
          <p:cNvPr id="49161" name="Text Box 8"/>
          <p:cNvSpPr txBox="1">
            <a:spLocks noChangeArrowheads="1"/>
          </p:cNvSpPr>
          <p:nvPr/>
        </p:nvSpPr>
        <p:spPr bwMode="auto">
          <a:xfrm>
            <a:off x="1600200" y="1219200"/>
            <a:ext cx="22288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spcBef>
                <a:spcPct val="0"/>
              </a:spcBef>
              <a:buFontTx/>
              <a:buNone/>
            </a:pPr>
            <a:r>
              <a:rPr lang="zh-CN" altLang="en-US" sz="2000">
                <a:solidFill>
                  <a:srgbClr val="800000"/>
                </a:solidFill>
                <a:latin typeface="Times New Roman" panose="02020603050405020304" pitchFamily="18" charset="0"/>
                <a:ea typeface="宋体" panose="02010600030101010101" pitchFamily="2" charset="-122"/>
              </a:rPr>
              <a:t>利用因式分解，有</a:t>
            </a:r>
            <a:endParaRPr lang="zh-CN" altLang="en-US" sz="2000">
              <a:solidFill>
                <a:srgbClr val="800000"/>
              </a:solidFill>
              <a:latin typeface="Times New Roman" panose="02020603050405020304" pitchFamily="18" charset="0"/>
              <a:ea typeface="宋体" panose="02010600030101010101" pitchFamily="2" charset="-122"/>
            </a:endParaRPr>
          </a:p>
        </p:txBody>
      </p:sp>
      <p:sp>
        <p:nvSpPr>
          <p:cNvPr id="336905" name="Text Box 9"/>
          <p:cNvSpPr txBox="1">
            <a:spLocks noChangeArrowheads="1"/>
          </p:cNvSpPr>
          <p:nvPr/>
        </p:nvSpPr>
        <p:spPr bwMode="auto">
          <a:xfrm>
            <a:off x="1691640" y="1854200"/>
            <a:ext cx="17176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spcBef>
                <a:spcPct val="0"/>
              </a:spcBef>
              <a:buFontTx/>
              <a:buNone/>
            </a:pPr>
            <a:r>
              <a:rPr lang="zh-CN" altLang="en-US" sz="2000">
                <a:solidFill>
                  <a:srgbClr val="800000"/>
                </a:solidFill>
                <a:latin typeface="Times New Roman" panose="02020603050405020304" pitchFamily="18" charset="0"/>
                <a:ea typeface="宋体" panose="02010600030101010101" pitchFamily="2" charset="-122"/>
              </a:rPr>
              <a:t>部分分式展开</a:t>
            </a:r>
            <a:endParaRPr lang="zh-CN" altLang="en-US" sz="2000">
              <a:solidFill>
                <a:srgbClr val="800000"/>
              </a:solidFill>
              <a:latin typeface="Times New Roman" panose="02020603050405020304" pitchFamily="18" charset="0"/>
              <a:ea typeface="宋体" panose="02010600030101010101" pitchFamily="2" charset="-122"/>
            </a:endParaRPr>
          </a:p>
        </p:txBody>
      </p:sp>
      <p:sp>
        <p:nvSpPr>
          <p:cNvPr id="336906" name="Text Box 10"/>
          <p:cNvSpPr txBox="1">
            <a:spLocks noChangeArrowheads="1"/>
          </p:cNvSpPr>
          <p:nvPr/>
        </p:nvSpPr>
        <p:spPr bwMode="auto">
          <a:xfrm>
            <a:off x="971550" y="2500630"/>
            <a:ext cx="4199890"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spcBef>
                <a:spcPct val="0"/>
              </a:spcBef>
              <a:buFontTx/>
              <a:buNone/>
            </a:pPr>
            <a:r>
              <a:rPr lang="zh-CN" altLang="en-US" sz="2000">
                <a:solidFill>
                  <a:srgbClr val="800000"/>
                </a:solidFill>
                <a:latin typeface="Times New Roman" panose="02020603050405020304" pitchFamily="18" charset="0"/>
                <a:ea typeface="宋体" panose="02010600030101010101" pitchFamily="2" charset="-122"/>
              </a:rPr>
              <a:t>求待定系数</a:t>
            </a:r>
            <a:r>
              <a:rPr lang="en-US" altLang="zh-CN" sz="2000">
                <a:solidFill>
                  <a:srgbClr val="800000"/>
                </a:solidFill>
                <a:latin typeface="Times New Roman" panose="02020603050405020304" pitchFamily="18" charset="0"/>
                <a:ea typeface="宋体" panose="02010600030101010101" pitchFamily="2" charset="-122"/>
              </a:rPr>
              <a:t>  D'(s)=3s</a:t>
            </a:r>
            <a:r>
              <a:rPr lang="en-US" altLang="zh-CN" sz="2000" baseline="30000">
                <a:solidFill>
                  <a:srgbClr val="800000"/>
                </a:solidFill>
                <a:latin typeface="Times New Roman" panose="02020603050405020304" pitchFamily="18" charset="0"/>
                <a:ea typeface="宋体" panose="02010600030101010101" pitchFamily="2" charset="-122"/>
              </a:rPr>
              <a:t>2</a:t>
            </a:r>
            <a:r>
              <a:rPr lang="en-US" altLang="zh-CN" sz="2000">
                <a:solidFill>
                  <a:srgbClr val="800000"/>
                </a:solidFill>
                <a:latin typeface="Times New Roman" panose="02020603050405020304" pitchFamily="18" charset="0"/>
                <a:ea typeface="宋体" panose="02010600030101010101" pitchFamily="2" charset="-122"/>
              </a:rPr>
              <a:t>+12s+11</a:t>
            </a:r>
            <a:endParaRPr lang="en-US" altLang="zh-CN" sz="2000">
              <a:solidFill>
                <a:srgbClr val="800000"/>
              </a:solidFill>
              <a:latin typeface="Times New Roman" panose="02020603050405020304" pitchFamily="18" charset="0"/>
              <a:ea typeface="宋体" panose="02010600030101010101" pitchFamily="2" charset="-122"/>
            </a:endParaRPr>
          </a:p>
        </p:txBody>
      </p:sp>
      <p:graphicFrame>
        <p:nvGraphicFramePr>
          <p:cNvPr id="336907" name="Object 11"/>
          <p:cNvGraphicFramePr>
            <a:graphicFrameLocks noChangeAspect="1"/>
          </p:cNvGraphicFramePr>
          <p:nvPr/>
        </p:nvGraphicFramePr>
        <p:xfrm>
          <a:off x="898843" y="2906395"/>
          <a:ext cx="2846705" cy="1026795"/>
        </p:xfrm>
        <a:graphic>
          <a:graphicData uri="http://schemas.openxmlformats.org/presentationml/2006/ole">
            <mc:AlternateContent xmlns:mc="http://schemas.openxmlformats.org/markup-compatibility/2006">
              <mc:Choice xmlns:v="urn:schemas-microsoft-com:vml" Requires="v">
                <p:oleObj spid="_x0000_s6" name="Equation" r:id="rId9" imgW="1397000" imgH="482600" progId="Equation.3">
                  <p:embed/>
                </p:oleObj>
              </mc:Choice>
              <mc:Fallback>
                <p:oleObj name="Equation" r:id="rId9" imgW="1397000" imgH="482600" progId="Equation.3">
                  <p:embed/>
                  <p:pic>
                    <p:nvPicPr>
                      <p:cNvPr id="0" name="Object 11"/>
                      <p:cNvPicPr>
                        <a:picLocks noChangeAspect="1" noChangeArrowheads="1"/>
                      </p:cNvPicPr>
                      <p:nvPr/>
                    </p:nvPicPr>
                    <p:blipFill>
                      <a:blip r:embed="rId10"/>
                      <a:srcRect/>
                      <a:stretch>
                        <a:fillRect/>
                      </a:stretch>
                    </p:blipFill>
                    <p:spPr bwMode="auto">
                      <a:xfrm>
                        <a:off x="898843" y="2906395"/>
                        <a:ext cx="2846705" cy="102679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336909" name="Object 13"/>
          <p:cNvGraphicFramePr>
            <a:graphicFrameLocks noChangeAspect="1"/>
          </p:cNvGraphicFramePr>
          <p:nvPr/>
        </p:nvGraphicFramePr>
        <p:xfrm>
          <a:off x="3851910" y="3276918"/>
          <a:ext cx="361950" cy="276225"/>
        </p:xfrm>
        <a:graphic>
          <a:graphicData uri="http://schemas.openxmlformats.org/presentationml/2006/ole">
            <mc:AlternateContent xmlns:mc="http://schemas.openxmlformats.org/markup-compatibility/2006">
              <mc:Choice xmlns:v="urn:schemas-microsoft-com:vml" Requires="v">
                <p:oleObj spid="_x0000_s8" name="Equation" r:id="rId11" imgW="215900" imgH="165100" progId="Equation.3">
                  <p:embed/>
                </p:oleObj>
              </mc:Choice>
              <mc:Fallback>
                <p:oleObj name="Equation" r:id="rId11" imgW="215900" imgH="165100" progId="Equation.3">
                  <p:embed/>
                  <p:pic>
                    <p:nvPicPr>
                      <p:cNvPr id="0" name="Object 13"/>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851910" y="3276918"/>
                        <a:ext cx="361950" cy="276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aphicFrame>
        <p:nvGraphicFramePr>
          <p:cNvPr id="336910" name="Object 14"/>
          <p:cNvGraphicFramePr>
            <a:graphicFrameLocks noChangeAspect="1"/>
          </p:cNvGraphicFramePr>
          <p:nvPr/>
        </p:nvGraphicFramePr>
        <p:xfrm>
          <a:off x="4739005" y="2958148"/>
          <a:ext cx="2742565" cy="974725"/>
        </p:xfrm>
        <a:graphic>
          <a:graphicData uri="http://schemas.openxmlformats.org/presentationml/2006/ole">
            <mc:AlternateContent xmlns:mc="http://schemas.openxmlformats.org/markup-compatibility/2006">
              <mc:Choice xmlns:v="urn:schemas-microsoft-com:vml" Requires="v">
                <p:oleObj spid="_x0000_s9" name="Equation" r:id="rId13" imgW="1422400" imgH="482600" progId="Equation.3">
                  <p:embed/>
                </p:oleObj>
              </mc:Choice>
              <mc:Fallback>
                <p:oleObj name="Equation" r:id="rId13" imgW="1422400" imgH="482600" progId="Equation.3">
                  <p:embed/>
                  <p:pic>
                    <p:nvPicPr>
                      <p:cNvPr id="0" name="Object 14"/>
                      <p:cNvPicPr>
                        <a:picLocks noChangeAspect="1" noChangeArrowheads="1"/>
                      </p:cNvPicPr>
                      <p:nvPr/>
                    </p:nvPicPr>
                    <p:blipFill>
                      <a:blip r:embed="rId14"/>
                      <a:srcRect/>
                      <a:stretch>
                        <a:fillRect/>
                      </a:stretch>
                    </p:blipFill>
                    <p:spPr bwMode="auto">
                      <a:xfrm>
                        <a:off x="4739005" y="2958148"/>
                        <a:ext cx="2742565" cy="9747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336912" name="Object 16"/>
          <p:cNvGraphicFramePr>
            <a:graphicFrameLocks noChangeAspect="1"/>
          </p:cNvGraphicFramePr>
          <p:nvPr/>
        </p:nvGraphicFramePr>
        <p:xfrm>
          <a:off x="7639050" y="3212783"/>
          <a:ext cx="531813" cy="298450"/>
        </p:xfrm>
        <a:graphic>
          <a:graphicData uri="http://schemas.openxmlformats.org/presentationml/2006/ole">
            <mc:AlternateContent xmlns:mc="http://schemas.openxmlformats.org/markup-compatibility/2006">
              <mc:Choice xmlns:v="urn:schemas-microsoft-com:vml" Requires="v">
                <p:oleObj spid="_x0000_s11" name="Equation" r:id="rId15" imgW="316865" imgH="177800" progId="Equation.3">
                  <p:embed/>
                </p:oleObj>
              </mc:Choice>
              <mc:Fallback>
                <p:oleObj name="Equation" r:id="rId15" imgW="316865" imgH="177800" progId="Equation.3">
                  <p:embed/>
                  <p:pic>
                    <p:nvPicPr>
                      <p:cNvPr id="0" name="Object 16"/>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7639050" y="3212783"/>
                        <a:ext cx="531813" cy="298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aphicFrame>
        <p:nvGraphicFramePr>
          <p:cNvPr id="336913" name="Object 17"/>
          <p:cNvGraphicFramePr>
            <a:graphicFrameLocks noChangeAspect="1"/>
          </p:cNvGraphicFramePr>
          <p:nvPr/>
        </p:nvGraphicFramePr>
        <p:xfrm>
          <a:off x="899160" y="4077335"/>
          <a:ext cx="3126740" cy="1106805"/>
        </p:xfrm>
        <a:graphic>
          <a:graphicData uri="http://schemas.openxmlformats.org/presentationml/2006/ole">
            <mc:AlternateContent xmlns:mc="http://schemas.openxmlformats.org/markup-compatibility/2006">
              <mc:Choice xmlns:v="urn:schemas-microsoft-com:vml" Requires="v">
                <p:oleObj spid="_x0000_s12" name="Equation" r:id="rId17" imgW="1422400" imgH="482600" progId="Equation.3">
                  <p:embed/>
                </p:oleObj>
              </mc:Choice>
              <mc:Fallback>
                <p:oleObj name="Equation" r:id="rId17" imgW="1422400" imgH="482600" progId="Equation.3">
                  <p:embed/>
                  <p:pic>
                    <p:nvPicPr>
                      <p:cNvPr id="0" name="Object 17"/>
                      <p:cNvPicPr>
                        <a:picLocks noChangeAspect="1" noChangeArrowheads="1"/>
                      </p:cNvPicPr>
                      <p:nvPr/>
                    </p:nvPicPr>
                    <p:blipFill>
                      <a:blip r:embed="rId18"/>
                      <a:srcRect/>
                      <a:stretch>
                        <a:fillRect/>
                      </a:stretch>
                    </p:blipFill>
                    <p:spPr bwMode="auto">
                      <a:xfrm>
                        <a:off x="899160" y="4077335"/>
                        <a:ext cx="3126740" cy="110680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336915" name="Object 19"/>
          <p:cNvGraphicFramePr>
            <a:graphicFrameLocks noChangeAspect="1"/>
          </p:cNvGraphicFramePr>
          <p:nvPr/>
        </p:nvGraphicFramePr>
        <p:xfrm>
          <a:off x="3923665" y="4372293"/>
          <a:ext cx="403225" cy="298450"/>
        </p:xfrm>
        <a:graphic>
          <a:graphicData uri="http://schemas.openxmlformats.org/presentationml/2006/ole">
            <mc:AlternateContent xmlns:mc="http://schemas.openxmlformats.org/markup-compatibility/2006">
              <mc:Choice xmlns:v="urn:schemas-microsoft-com:vml" Requires="v">
                <p:oleObj spid="_x0000_s14" name="Equation" r:id="rId19" imgW="241300" imgH="177800" progId="Equation.3">
                  <p:embed/>
                </p:oleObj>
              </mc:Choice>
              <mc:Fallback>
                <p:oleObj name="Equation" r:id="rId19" imgW="241300" imgH="177800" progId="Equation.3">
                  <p:embed/>
                  <p:pic>
                    <p:nvPicPr>
                      <p:cNvPr id="0" name="Object 19"/>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3923665" y="4372293"/>
                        <a:ext cx="403225" cy="298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aphicFrame>
        <p:nvGraphicFramePr>
          <p:cNvPr id="35862" name="Object 22"/>
          <p:cNvGraphicFramePr>
            <a:graphicFrameLocks noChangeAspect="1"/>
          </p:cNvGraphicFramePr>
          <p:nvPr/>
        </p:nvGraphicFramePr>
        <p:xfrm>
          <a:off x="5004753" y="5733415"/>
          <a:ext cx="792162" cy="373063"/>
        </p:xfrm>
        <a:graphic>
          <a:graphicData uri="http://schemas.openxmlformats.org/presentationml/2006/ole">
            <mc:AlternateContent xmlns:mc="http://schemas.openxmlformats.org/markup-compatibility/2006">
              <mc:Choice xmlns:v="urn:schemas-microsoft-com:vml" Requires="v">
                <p:oleObj spid="_x0000_s15" name="公式" r:id="rId21" imgW="431800" imgH="203200" progId="Equation.3">
                  <p:embed/>
                </p:oleObj>
              </mc:Choice>
              <mc:Fallback>
                <p:oleObj name="公式" r:id="rId21" imgW="431800" imgH="203200" progId="Equation.3">
                  <p:embed/>
                  <p:pic>
                    <p:nvPicPr>
                      <p:cNvPr id="0" name="Object 22"/>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5004753" y="5733415"/>
                        <a:ext cx="792162" cy="3730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aphicFrame>
        <p:nvGraphicFramePr>
          <p:cNvPr id="35863" name="Object 23"/>
          <p:cNvGraphicFramePr>
            <a:graphicFrameLocks noChangeAspect="1"/>
          </p:cNvGraphicFramePr>
          <p:nvPr/>
        </p:nvGraphicFramePr>
        <p:xfrm>
          <a:off x="5939790" y="5661978"/>
          <a:ext cx="2952750" cy="482600"/>
        </p:xfrm>
        <a:graphic>
          <a:graphicData uri="http://schemas.openxmlformats.org/presentationml/2006/ole">
            <mc:AlternateContent xmlns:mc="http://schemas.openxmlformats.org/markup-compatibility/2006">
              <mc:Choice xmlns:v="urn:schemas-microsoft-com:vml" Requires="v">
                <p:oleObj spid="_x0000_s16" name="公式" r:id="rId23" imgW="1397000" imgH="228600" progId="Equation.3">
                  <p:embed/>
                </p:oleObj>
              </mc:Choice>
              <mc:Fallback>
                <p:oleObj name="公式" r:id="rId23" imgW="1397000" imgH="228600" progId="Equation.3">
                  <p:embed/>
                  <p:pic>
                    <p:nvPicPr>
                      <p:cNvPr id="0" name="Object 23"/>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5939790" y="5661978"/>
                        <a:ext cx="2952750" cy="482600"/>
                      </a:xfrm>
                      <a:prstGeom prst="rect">
                        <a:avLst/>
                      </a:prstGeom>
                      <a:solidFill>
                        <a:schemeClr val="tx1"/>
                      </a:solidFill>
                      <a:ln w="9525">
                        <a:solidFill>
                          <a:schemeClr val="bg1"/>
                        </a:solidFill>
                        <a:miter lim="800000"/>
                        <a:headEnd/>
                        <a:tailEnd/>
                      </a:ln>
                      <a:effectLst>
                        <a:outerShdw dist="35921" dir="2700000" algn="ctr" rotWithShape="0">
                          <a:schemeClr val="bg2">
                            <a:alpha val="74997"/>
                          </a:schemeClr>
                        </a:outerShdw>
                      </a:effectLst>
                    </p:spPr>
                  </p:pic>
                </p:oleObj>
              </mc:Fallback>
            </mc:AlternateContent>
          </a:graphicData>
        </a:graphic>
      </p:graphicFrame>
      <p:sp>
        <p:nvSpPr>
          <p:cNvPr id="17" name="墨迹 1"/>
          <p:cNvSpPr/>
          <p:nvPr/>
        </p:nvSpPr>
        <p:spPr bwMode="auto">
          <a:xfrm>
            <a:off x="4753080" y="819000"/>
            <a:ext cx="3494520" cy="4367880"/>
          </a:xfrm>
        </p:spPr>
        <p:txBody>
          <a:bodyPr/>
          <a:p>
            <a:endParaRPr lang="zh-CN" altLang="en-US"/>
          </a:p>
        </p:txBody>
      </p:sp>
    </p:spTree>
    <p:custDataLst>
      <p:tags r:id="rId25"/>
    </p:custDataLst>
  </p:cSld>
  <p:clrMapOvr>
    <a:masterClrMapping/>
  </p:clrMapOvr>
  <mc:AlternateContent xmlns:mc="http://schemas.openxmlformats.org/markup-compatibility/2006">
    <mc:Choice xmlns:p14="http://schemas.microsoft.com/office/powerpoint/2010/main" Requires="p14">
      <p:transition spd="slow" p14:dur="2000" advTm="176185"/>
    </mc:Choice>
    <mc:Fallback>
      <p:transition spd="slow" advTm="176185"/>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336901"/>
                                        </p:tgtEl>
                                        <p:attrNameLst>
                                          <p:attrName>style.visibility</p:attrName>
                                        </p:attrNameLst>
                                      </p:cBhvr>
                                      <p:to>
                                        <p:strVal val="visible"/>
                                      </p:to>
                                    </p:set>
                                    <p:anim calcmode="lin" valueType="num">
                                      <p:cBhvr>
                                        <p:cTn id="7" dur="500" fill="hold"/>
                                        <p:tgtEl>
                                          <p:spTgt spid="336901"/>
                                        </p:tgtEl>
                                        <p:attrNameLst>
                                          <p:attrName>ppt_w</p:attrName>
                                        </p:attrNameLst>
                                      </p:cBhvr>
                                      <p:tavLst>
                                        <p:tav tm="0">
                                          <p:val>
                                            <p:fltVal val="0"/>
                                          </p:val>
                                        </p:tav>
                                        <p:tav tm="100000">
                                          <p:val>
                                            <p:strVal val="#ppt_w"/>
                                          </p:val>
                                        </p:tav>
                                      </p:tavLst>
                                    </p:anim>
                                    <p:anim calcmode="lin" valueType="num">
                                      <p:cBhvr>
                                        <p:cTn id="8" dur="500" fill="hold"/>
                                        <p:tgtEl>
                                          <p:spTgt spid="336901"/>
                                        </p:tgtEl>
                                        <p:attrNameLst>
                                          <p:attrName>ppt_h</p:attrName>
                                        </p:attrNameLst>
                                      </p:cBhvr>
                                      <p:tavLst>
                                        <p:tav tm="0">
                                          <p:val>
                                            <p:fltVal val="0"/>
                                          </p:val>
                                        </p:tav>
                                        <p:tav tm="100000">
                                          <p:val>
                                            <p:strVal val="#ppt_h"/>
                                          </p:val>
                                        </p:tav>
                                      </p:tavLst>
                                    </p:anim>
                                  </p:childTnLst>
                                </p:cTn>
                              </p:par>
                            </p:childTnLst>
                          </p:cTn>
                        </p:par>
                        <p:par>
                          <p:cTn id="9" fill="hold">
                            <p:stCondLst>
                              <p:cond delay="500"/>
                            </p:stCondLst>
                            <p:childTnLst>
                              <p:par>
                                <p:cTn id="10" presetID="12" presetClass="entr" presetSubtype="8" fill="hold" grpId="0" nodeType="afterEffect">
                                  <p:stCondLst>
                                    <p:cond delay="0"/>
                                  </p:stCondLst>
                                  <p:childTnLst>
                                    <p:set>
                                      <p:cBhvr>
                                        <p:cTn id="11" dur="1" fill="hold">
                                          <p:stCondLst>
                                            <p:cond delay="0"/>
                                          </p:stCondLst>
                                        </p:cTn>
                                        <p:tgtEl>
                                          <p:spTgt spid="336905"/>
                                        </p:tgtEl>
                                        <p:attrNameLst>
                                          <p:attrName>style.visibility</p:attrName>
                                        </p:attrNameLst>
                                      </p:cBhvr>
                                      <p:to>
                                        <p:strVal val="visible"/>
                                      </p:to>
                                    </p:set>
                                    <p:animEffect transition="in" filter="slide(fromLeft)">
                                      <p:cBhvr>
                                        <p:cTn id="12" dur="500"/>
                                        <p:tgtEl>
                                          <p:spTgt spid="336905"/>
                                        </p:tgtEl>
                                      </p:cBhvr>
                                    </p:animEffect>
                                  </p:childTnLst>
                                </p:cTn>
                              </p:par>
                            </p:childTnLst>
                          </p:cTn>
                        </p:par>
                      </p:childTnLst>
                    </p:cTn>
                  </p:par>
                  <p:par>
                    <p:cTn id="13" fill="hold">
                      <p:stCondLst>
                        <p:cond delay="indefinite"/>
                      </p:stCondLst>
                      <p:childTnLst>
                        <p:par>
                          <p:cTn id="14" fill="hold">
                            <p:stCondLst>
                              <p:cond delay="0"/>
                            </p:stCondLst>
                            <p:childTnLst>
                              <p:par>
                                <p:cTn id="15" presetID="23" presetClass="entr" presetSubtype="16" fill="hold" nodeType="clickEffect">
                                  <p:stCondLst>
                                    <p:cond delay="0"/>
                                  </p:stCondLst>
                                  <p:childTnLst>
                                    <p:set>
                                      <p:cBhvr>
                                        <p:cTn id="16" dur="1" fill="hold">
                                          <p:stCondLst>
                                            <p:cond delay="0"/>
                                          </p:stCondLst>
                                        </p:cTn>
                                        <p:tgtEl>
                                          <p:spTgt spid="336902"/>
                                        </p:tgtEl>
                                        <p:attrNameLst>
                                          <p:attrName>style.visibility</p:attrName>
                                        </p:attrNameLst>
                                      </p:cBhvr>
                                      <p:to>
                                        <p:strVal val="visible"/>
                                      </p:to>
                                    </p:set>
                                    <p:anim calcmode="lin" valueType="num">
                                      <p:cBhvr>
                                        <p:cTn id="17" dur="500" fill="hold"/>
                                        <p:tgtEl>
                                          <p:spTgt spid="336902"/>
                                        </p:tgtEl>
                                        <p:attrNameLst>
                                          <p:attrName>ppt_w</p:attrName>
                                        </p:attrNameLst>
                                      </p:cBhvr>
                                      <p:tavLst>
                                        <p:tav tm="0">
                                          <p:val>
                                            <p:fltVal val="0"/>
                                          </p:val>
                                        </p:tav>
                                        <p:tav tm="100000">
                                          <p:val>
                                            <p:strVal val="#ppt_w"/>
                                          </p:val>
                                        </p:tav>
                                      </p:tavLst>
                                    </p:anim>
                                    <p:anim calcmode="lin" valueType="num">
                                      <p:cBhvr>
                                        <p:cTn id="18" dur="500" fill="hold"/>
                                        <p:tgtEl>
                                          <p:spTgt spid="336902"/>
                                        </p:tgtEl>
                                        <p:attrNameLst>
                                          <p:attrName>ppt_h</p:attrName>
                                        </p:attrNameLst>
                                      </p:cBhvr>
                                      <p:tavLst>
                                        <p:tav tm="0">
                                          <p:val>
                                            <p:fltVal val="0"/>
                                          </p:val>
                                        </p:tav>
                                        <p:tav tm="100000">
                                          <p:val>
                                            <p:strVal val="#ppt_h"/>
                                          </p:val>
                                        </p:tav>
                                      </p:tavLst>
                                    </p:anim>
                                  </p:childTnLst>
                                </p:cTn>
                              </p:par>
                            </p:childTnLst>
                          </p:cTn>
                        </p:par>
                        <p:par>
                          <p:cTn id="19" fill="hold">
                            <p:stCondLst>
                              <p:cond delay="500"/>
                            </p:stCondLst>
                            <p:childTnLst>
                              <p:par>
                                <p:cTn id="20" presetID="12" presetClass="entr" presetSubtype="8" fill="hold" grpId="0" nodeType="afterEffect">
                                  <p:stCondLst>
                                    <p:cond delay="0"/>
                                  </p:stCondLst>
                                  <p:childTnLst>
                                    <p:set>
                                      <p:cBhvr>
                                        <p:cTn id="21" dur="1" fill="hold">
                                          <p:stCondLst>
                                            <p:cond delay="0"/>
                                          </p:stCondLst>
                                        </p:cTn>
                                        <p:tgtEl>
                                          <p:spTgt spid="336906"/>
                                        </p:tgtEl>
                                        <p:attrNameLst>
                                          <p:attrName>style.visibility</p:attrName>
                                        </p:attrNameLst>
                                      </p:cBhvr>
                                      <p:to>
                                        <p:strVal val="visible"/>
                                      </p:to>
                                    </p:set>
                                    <p:animEffect transition="in" filter="slide(fromLeft)">
                                      <p:cBhvr>
                                        <p:cTn id="22" dur="500"/>
                                        <p:tgtEl>
                                          <p:spTgt spid="336906"/>
                                        </p:tgtEl>
                                      </p:cBhvr>
                                    </p:animEffect>
                                  </p:childTnLst>
                                </p:cTn>
                              </p:par>
                            </p:childTnLst>
                          </p:cTn>
                        </p:par>
                      </p:childTnLst>
                    </p:cTn>
                  </p:par>
                  <p:par>
                    <p:cTn id="23" fill="hold">
                      <p:stCondLst>
                        <p:cond delay="indefinite"/>
                      </p:stCondLst>
                      <p:childTnLst>
                        <p:par>
                          <p:cTn id="24" fill="hold">
                            <p:stCondLst>
                              <p:cond delay="0"/>
                            </p:stCondLst>
                            <p:childTnLst>
                              <p:par>
                                <p:cTn id="25" presetID="12" presetClass="entr" presetSubtype="8" fill="hold" nodeType="clickEffect">
                                  <p:stCondLst>
                                    <p:cond delay="0"/>
                                  </p:stCondLst>
                                  <p:childTnLst>
                                    <p:set>
                                      <p:cBhvr>
                                        <p:cTn id="26" dur="1" fill="hold">
                                          <p:stCondLst>
                                            <p:cond delay="0"/>
                                          </p:stCondLst>
                                        </p:cTn>
                                        <p:tgtEl>
                                          <p:spTgt spid="336907"/>
                                        </p:tgtEl>
                                        <p:attrNameLst>
                                          <p:attrName>style.visibility</p:attrName>
                                        </p:attrNameLst>
                                      </p:cBhvr>
                                      <p:to>
                                        <p:strVal val="visible"/>
                                      </p:to>
                                    </p:set>
                                    <p:animEffect transition="in" filter="slide(fromLeft)">
                                      <p:cBhvr>
                                        <p:cTn id="27" dur="500"/>
                                        <p:tgtEl>
                                          <p:spTgt spid="336907"/>
                                        </p:tgtEl>
                                      </p:cBhvr>
                                    </p:animEffect>
                                  </p:childTnLst>
                                </p:cTn>
                              </p:par>
                            </p:childTnLst>
                          </p:cTn>
                        </p:par>
                      </p:childTnLst>
                    </p:cTn>
                  </p:par>
                  <p:par>
                    <p:cTn id="28" fill="hold">
                      <p:stCondLst>
                        <p:cond delay="indefinite"/>
                      </p:stCondLst>
                      <p:childTnLst>
                        <p:par>
                          <p:cTn id="29" fill="hold">
                            <p:stCondLst>
                              <p:cond delay="0"/>
                            </p:stCondLst>
                            <p:childTnLst>
                              <p:par>
                                <p:cTn id="30" presetID="15" presetClass="entr" presetSubtype="0" fill="hold" nodeType="clickEffect">
                                  <p:stCondLst>
                                    <p:cond delay="0"/>
                                  </p:stCondLst>
                                  <p:childTnLst>
                                    <p:set>
                                      <p:cBhvr>
                                        <p:cTn id="31" dur="1" fill="hold">
                                          <p:stCondLst>
                                            <p:cond delay="0"/>
                                          </p:stCondLst>
                                        </p:cTn>
                                        <p:tgtEl>
                                          <p:spTgt spid="336909"/>
                                        </p:tgtEl>
                                        <p:attrNameLst>
                                          <p:attrName>style.visibility</p:attrName>
                                        </p:attrNameLst>
                                      </p:cBhvr>
                                      <p:to>
                                        <p:strVal val="visible"/>
                                      </p:to>
                                    </p:set>
                                    <p:anim calcmode="lin" valueType="num">
                                      <p:cBhvr>
                                        <p:cTn id="32" dur="1000" fill="hold"/>
                                        <p:tgtEl>
                                          <p:spTgt spid="336909"/>
                                        </p:tgtEl>
                                        <p:attrNameLst>
                                          <p:attrName>ppt_w</p:attrName>
                                        </p:attrNameLst>
                                      </p:cBhvr>
                                      <p:tavLst>
                                        <p:tav tm="0">
                                          <p:val>
                                            <p:fltVal val="0"/>
                                          </p:val>
                                        </p:tav>
                                        <p:tav tm="100000">
                                          <p:val>
                                            <p:strVal val="#ppt_w"/>
                                          </p:val>
                                        </p:tav>
                                      </p:tavLst>
                                    </p:anim>
                                    <p:anim calcmode="lin" valueType="num">
                                      <p:cBhvr>
                                        <p:cTn id="33" dur="1000" fill="hold"/>
                                        <p:tgtEl>
                                          <p:spTgt spid="336909"/>
                                        </p:tgtEl>
                                        <p:attrNameLst>
                                          <p:attrName>ppt_h</p:attrName>
                                        </p:attrNameLst>
                                      </p:cBhvr>
                                      <p:tavLst>
                                        <p:tav tm="0">
                                          <p:val>
                                            <p:fltVal val="0"/>
                                          </p:val>
                                        </p:tav>
                                        <p:tav tm="100000">
                                          <p:val>
                                            <p:strVal val="#ppt_h"/>
                                          </p:val>
                                        </p:tav>
                                      </p:tavLst>
                                    </p:anim>
                                    <p:anim calcmode="lin" valueType="num">
                                      <p:cBhvr>
                                        <p:cTn id="34" dur="1000" fill="hold"/>
                                        <p:tgtEl>
                                          <p:spTgt spid="336909"/>
                                        </p:tgtEl>
                                        <p:attrNameLst>
                                          <p:attrName>ppt_x</p:attrName>
                                        </p:attrNameLst>
                                      </p:cBhvr>
                                      <p:tavLst>
                                        <p:tav tm="0" fmla="#ppt_x+(cos(-2*pi*(1-$))*-#ppt_x-sin(-2*pi*(1-$))*(1-#ppt_y))*(1-$)">
                                          <p:val>
                                            <p:fltVal val="0"/>
                                          </p:val>
                                        </p:tav>
                                        <p:tav tm="100000">
                                          <p:val>
                                            <p:fltVal val="1"/>
                                          </p:val>
                                        </p:tav>
                                      </p:tavLst>
                                    </p:anim>
                                    <p:anim calcmode="lin" valueType="num">
                                      <p:cBhvr>
                                        <p:cTn id="35" dur="1000" fill="hold"/>
                                        <p:tgtEl>
                                          <p:spTgt spid="336909"/>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36" fill="hold">
                      <p:stCondLst>
                        <p:cond delay="indefinite"/>
                      </p:stCondLst>
                      <p:childTnLst>
                        <p:par>
                          <p:cTn id="37" fill="hold">
                            <p:stCondLst>
                              <p:cond delay="0"/>
                            </p:stCondLst>
                            <p:childTnLst>
                              <p:par>
                                <p:cTn id="38" presetID="12" presetClass="entr" presetSubtype="8" fill="hold" nodeType="clickEffect">
                                  <p:stCondLst>
                                    <p:cond delay="0"/>
                                  </p:stCondLst>
                                  <p:childTnLst>
                                    <p:set>
                                      <p:cBhvr>
                                        <p:cTn id="39" dur="1" fill="hold">
                                          <p:stCondLst>
                                            <p:cond delay="0"/>
                                          </p:stCondLst>
                                        </p:cTn>
                                        <p:tgtEl>
                                          <p:spTgt spid="336910"/>
                                        </p:tgtEl>
                                        <p:attrNameLst>
                                          <p:attrName>style.visibility</p:attrName>
                                        </p:attrNameLst>
                                      </p:cBhvr>
                                      <p:to>
                                        <p:strVal val="visible"/>
                                      </p:to>
                                    </p:set>
                                    <p:animEffect transition="in" filter="slide(fromLeft)">
                                      <p:cBhvr>
                                        <p:cTn id="40" dur="500"/>
                                        <p:tgtEl>
                                          <p:spTgt spid="336910"/>
                                        </p:tgtEl>
                                      </p:cBhvr>
                                    </p:animEffect>
                                  </p:childTnLst>
                                </p:cTn>
                              </p:par>
                            </p:childTnLst>
                          </p:cTn>
                        </p:par>
                      </p:childTnLst>
                    </p:cTn>
                  </p:par>
                  <p:par>
                    <p:cTn id="41" fill="hold">
                      <p:stCondLst>
                        <p:cond delay="indefinite"/>
                      </p:stCondLst>
                      <p:childTnLst>
                        <p:par>
                          <p:cTn id="42" fill="hold">
                            <p:stCondLst>
                              <p:cond delay="0"/>
                            </p:stCondLst>
                            <p:childTnLst>
                              <p:par>
                                <p:cTn id="43" presetID="15" presetClass="entr" presetSubtype="0" fill="hold" nodeType="clickEffect">
                                  <p:stCondLst>
                                    <p:cond delay="0"/>
                                  </p:stCondLst>
                                  <p:childTnLst>
                                    <p:set>
                                      <p:cBhvr>
                                        <p:cTn id="44" dur="1" fill="hold">
                                          <p:stCondLst>
                                            <p:cond delay="0"/>
                                          </p:stCondLst>
                                        </p:cTn>
                                        <p:tgtEl>
                                          <p:spTgt spid="336912"/>
                                        </p:tgtEl>
                                        <p:attrNameLst>
                                          <p:attrName>style.visibility</p:attrName>
                                        </p:attrNameLst>
                                      </p:cBhvr>
                                      <p:to>
                                        <p:strVal val="visible"/>
                                      </p:to>
                                    </p:set>
                                    <p:anim calcmode="lin" valueType="num">
                                      <p:cBhvr>
                                        <p:cTn id="45" dur="1000" fill="hold"/>
                                        <p:tgtEl>
                                          <p:spTgt spid="336912"/>
                                        </p:tgtEl>
                                        <p:attrNameLst>
                                          <p:attrName>ppt_w</p:attrName>
                                        </p:attrNameLst>
                                      </p:cBhvr>
                                      <p:tavLst>
                                        <p:tav tm="0">
                                          <p:val>
                                            <p:fltVal val="0"/>
                                          </p:val>
                                        </p:tav>
                                        <p:tav tm="100000">
                                          <p:val>
                                            <p:strVal val="#ppt_w"/>
                                          </p:val>
                                        </p:tav>
                                      </p:tavLst>
                                    </p:anim>
                                    <p:anim calcmode="lin" valueType="num">
                                      <p:cBhvr>
                                        <p:cTn id="46" dur="1000" fill="hold"/>
                                        <p:tgtEl>
                                          <p:spTgt spid="336912"/>
                                        </p:tgtEl>
                                        <p:attrNameLst>
                                          <p:attrName>ppt_h</p:attrName>
                                        </p:attrNameLst>
                                      </p:cBhvr>
                                      <p:tavLst>
                                        <p:tav tm="0">
                                          <p:val>
                                            <p:fltVal val="0"/>
                                          </p:val>
                                        </p:tav>
                                        <p:tav tm="100000">
                                          <p:val>
                                            <p:strVal val="#ppt_h"/>
                                          </p:val>
                                        </p:tav>
                                      </p:tavLst>
                                    </p:anim>
                                    <p:anim calcmode="lin" valueType="num">
                                      <p:cBhvr>
                                        <p:cTn id="47" dur="1000" fill="hold"/>
                                        <p:tgtEl>
                                          <p:spTgt spid="336912"/>
                                        </p:tgtEl>
                                        <p:attrNameLst>
                                          <p:attrName>ppt_x</p:attrName>
                                        </p:attrNameLst>
                                      </p:cBhvr>
                                      <p:tavLst>
                                        <p:tav tm="0" fmla="#ppt_x+(cos(-2*pi*(1-$))*-#ppt_x-sin(-2*pi*(1-$))*(1-#ppt_y))*(1-$)">
                                          <p:val>
                                            <p:fltVal val="0"/>
                                          </p:val>
                                        </p:tav>
                                        <p:tav tm="100000">
                                          <p:val>
                                            <p:fltVal val="1"/>
                                          </p:val>
                                        </p:tav>
                                      </p:tavLst>
                                    </p:anim>
                                    <p:anim calcmode="lin" valueType="num">
                                      <p:cBhvr>
                                        <p:cTn id="48" dur="1000" fill="hold"/>
                                        <p:tgtEl>
                                          <p:spTgt spid="336912"/>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49" fill="hold">
                      <p:stCondLst>
                        <p:cond delay="indefinite"/>
                      </p:stCondLst>
                      <p:childTnLst>
                        <p:par>
                          <p:cTn id="50" fill="hold">
                            <p:stCondLst>
                              <p:cond delay="0"/>
                            </p:stCondLst>
                            <p:childTnLst>
                              <p:par>
                                <p:cTn id="51" presetID="12" presetClass="entr" presetSubtype="8" fill="hold" nodeType="clickEffect">
                                  <p:stCondLst>
                                    <p:cond delay="0"/>
                                  </p:stCondLst>
                                  <p:childTnLst>
                                    <p:set>
                                      <p:cBhvr>
                                        <p:cTn id="52" dur="1" fill="hold">
                                          <p:stCondLst>
                                            <p:cond delay="0"/>
                                          </p:stCondLst>
                                        </p:cTn>
                                        <p:tgtEl>
                                          <p:spTgt spid="336913"/>
                                        </p:tgtEl>
                                        <p:attrNameLst>
                                          <p:attrName>style.visibility</p:attrName>
                                        </p:attrNameLst>
                                      </p:cBhvr>
                                      <p:to>
                                        <p:strVal val="visible"/>
                                      </p:to>
                                    </p:set>
                                    <p:animEffect transition="in" filter="slide(fromLeft)">
                                      <p:cBhvr>
                                        <p:cTn id="53" dur="500"/>
                                        <p:tgtEl>
                                          <p:spTgt spid="336913"/>
                                        </p:tgtEl>
                                      </p:cBhvr>
                                    </p:animEffect>
                                  </p:childTnLst>
                                </p:cTn>
                              </p:par>
                            </p:childTnLst>
                          </p:cTn>
                        </p:par>
                      </p:childTnLst>
                    </p:cTn>
                  </p:par>
                  <p:par>
                    <p:cTn id="54" fill="hold">
                      <p:stCondLst>
                        <p:cond delay="indefinite"/>
                      </p:stCondLst>
                      <p:childTnLst>
                        <p:par>
                          <p:cTn id="55" fill="hold">
                            <p:stCondLst>
                              <p:cond delay="0"/>
                            </p:stCondLst>
                            <p:childTnLst>
                              <p:par>
                                <p:cTn id="56" presetID="15" presetClass="entr" presetSubtype="0" fill="hold" nodeType="clickEffect">
                                  <p:stCondLst>
                                    <p:cond delay="0"/>
                                  </p:stCondLst>
                                  <p:childTnLst>
                                    <p:set>
                                      <p:cBhvr>
                                        <p:cTn id="57" dur="1" fill="hold">
                                          <p:stCondLst>
                                            <p:cond delay="0"/>
                                          </p:stCondLst>
                                        </p:cTn>
                                        <p:tgtEl>
                                          <p:spTgt spid="336915"/>
                                        </p:tgtEl>
                                        <p:attrNameLst>
                                          <p:attrName>style.visibility</p:attrName>
                                        </p:attrNameLst>
                                      </p:cBhvr>
                                      <p:to>
                                        <p:strVal val="visible"/>
                                      </p:to>
                                    </p:set>
                                    <p:anim calcmode="lin" valueType="num">
                                      <p:cBhvr>
                                        <p:cTn id="58" dur="1000" fill="hold"/>
                                        <p:tgtEl>
                                          <p:spTgt spid="336915"/>
                                        </p:tgtEl>
                                        <p:attrNameLst>
                                          <p:attrName>ppt_w</p:attrName>
                                        </p:attrNameLst>
                                      </p:cBhvr>
                                      <p:tavLst>
                                        <p:tav tm="0">
                                          <p:val>
                                            <p:fltVal val="0"/>
                                          </p:val>
                                        </p:tav>
                                        <p:tav tm="100000">
                                          <p:val>
                                            <p:strVal val="#ppt_w"/>
                                          </p:val>
                                        </p:tav>
                                      </p:tavLst>
                                    </p:anim>
                                    <p:anim calcmode="lin" valueType="num">
                                      <p:cBhvr>
                                        <p:cTn id="59" dur="1000" fill="hold"/>
                                        <p:tgtEl>
                                          <p:spTgt spid="336915"/>
                                        </p:tgtEl>
                                        <p:attrNameLst>
                                          <p:attrName>ppt_h</p:attrName>
                                        </p:attrNameLst>
                                      </p:cBhvr>
                                      <p:tavLst>
                                        <p:tav tm="0">
                                          <p:val>
                                            <p:fltVal val="0"/>
                                          </p:val>
                                        </p:tav>
                                        <p:tav tm="100000">
                                          <p:val>
                                            <p:strVal val="#ppt_h"/>
                                          </p:val>
                                        </p:tav>
                                      </p:tavLst>
                                    </p:anim>
                                    <p:anim calcmode="lin" valueType="num">
                                      <p:cBhvr>
                                        <p:cTn id="60" dur="1000" fill="hold"/>
                                        <p:tgtEl>
                                          <p:spTgt spid="336915"/>
                                        </p:tgtEl>
                                        <p:attrNameLst>
                                          <p:attrName>ppt_x</p:attrName>
                                        </p:attrNameLst>
                                      </p:cBhvr>
                                      <p:tavLst>
                                        <p:tav tm="0" fmla="#ppt_x+(cos(-2*pi*(1-$))*-#ppt_x-sin(-2*pi*(1-$))*(1-#ppt_y))*(1-$)">
                                          <p:val>
                                            <p:fltVal val="0"/>
                                          </p:val>
                                        </p:tav>
                                        <p:tav tm="100000">
                                          <p:val>
                                            <p:fltVal val="1"/>
                                          </p:val>
                                        </p:tav>
                                      </p:tavLst>
                                    </p:anim>
                                    <p:anim calcmode="lin" valueType="num">
                                      <p:cBhvr>
                                        <p:cTn id="61" dur="1000" fill="hold"/>
                                        <p:tgtEl>
                                          <p:spTgt spid="336915"/>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62" fill="hold">
                      <p:stCondLst>
                        <p:cond delay="indefinite"/>
                      </p:stCondLst>
                      <p:childTnLst>
                        <p:par>
                          <p:cTn id="63" fill="hold">
                            <p:stCondLst>
                              <p:cond delay="0"/>
                            </p:stCondLst>
                            <p:childTnLst>
                              <p:par>
                                <p:cTn id="64" presetID="2" presetClass="entr" presetSubtype="4" fill="hold" nodeType="clickEffect">
                                  <p:stCondLst>
                                    <p:cond delay="0"/>
                                  </p:stCondLst>
                                  <p:childTnLst>
                                    <p:set>
                                      <p:cBhvr>
                                        <p:cTn id="65" dur="1" fill="hold">
                                          <p:stCondLst>
                                            <p:cond delay="0"/>
                                          </p:stCondLst>
                                        </p:cTn>
                                        <p:tgtEl>
                                          <p:spTgt spid="336903"/>
                                        </p:tgtEl>
                                        <p:attrNameLst>
                                          <p:attrName>style.visibility</p:attrName>
                                        </p:attrNameLst>
                                      </p:cBhvr>
                                      <p:to>
                                        <p:strVal val="visible"/>
                                      </p:to>
                                    </p:set>
                                    <p:anim calcmode="lin" valueType="num">
                                      <p:cBhvr additive="base">
                                        <p:cTn id="66" dur="500" fill="hold"/>
                                        <p:tgtEl>
                                          <p:spTgt spid="336903"/>
                                        </p:tgtEl>
                                        <p:attrNameLst>
                                          <p:attrName>ppt_x</p:attrName>
                                        </p:attrNameLst>
                                      </p:cBhvr>
                                      <p:tavLst>
                                        <p:tav tm="0">
                                          <p:val>
                                            <p:strVal val="#ppt_x"/>
                                          </p:val>
                                        </p:tav>
                                        <p:tav tm="100000">
                                          <p:val>
                                            <p:strVal val="#ppt_x"/>
                                          </p:val>
                                        </p:tav>
                                      </p:tavLst>
                                    </p:anim>
                                    <p:anim calcmode="lin" valueType="num">
                                      <p:cBhvr additive="base">
                                        <p:cTn id="67" dur="500" fill="hold"/>
                                        <p:tgtEl>
                                          <p:spTgt spid="336903"/>
                                        </p:tgtEl>
                                        <p:attrNameLst>
                                          <p:attrName>ppt_y</p:attrName>
                                        </p:attrNameLst>
                                      </p:cBhvr>
                                      <p:tavLst>
                                        <p:tav tm="0">
                                          <p:val>
                                            <p:strVal val="1+#ppt_h/2"/>
                                          </p:val>
                                        </p:tav>
                                        <p:tav tm="100000">
                                          <p:val>
                                            <p:strVal val="#ppt_y"/>
                                          </p:val>
                                        </p:tav>
                                      </p:tavLst>
                                    </p:anim>
                                  </p:childTnLst>
                                </p:cTn>
                              </p:par>
                            </p:childTnLst>
                          </p:cTn>
                        </p:par>
                        <p:par>
                          <p:cTn id="68" fill="hold">
                            <p:stCondLst>
                              <p:cond delay="500"/>
                            </p:stCondLst>
                            <p:childTnLst>
                              <p:par>
                                <p:cTn id="69" presetID="55" presetClass="entr" presetSubtype="0" fill="hold" nodeType="afterEffect">
                                  <p:stCondLst>
                                    <p:cond delay="0"/>
                                  </p:stCondLst>
                                  <p:childTnLst>
                                    <p:set>
                                      <p:cBhvr>
                                        <p:cTn id="70" dur="1" fill="hold">
                                          <p:stCondLst>
                                            <p:cond delay="0"/>
                                          </p:stCondLst>
                                        </p:cTn>
                                        <p:tgtEl>
                                          <p:spTgt spid="35862"/>
                                        </p:tgtEl>
                                        <p:attrNameLst>
                                          <p:attrName>style.visibility</p:attrName>
                                        </p:attrNameLst>
                                      </p:cBhvr>
                                      <p:to>
                                        <p:strVal val="visible"/>
                                      </p:to>
                                    </p:set>
                                    <p:anim calcmode="lin" valueType="num">
                                      <p:cBhvr>
                                        <p:cTn id="71" dur="1000" fill="hold"/>
                                        <p:tgtEl>
                                          <p:spTgt spid="35862"/>
                                        </p:tgtEl>
                                        <p:attrNameLst>
                                          <p:attrName>ppt_w</p:attrName>
                                        </p:attrNameLst>
                                      </p:cBhvr>
                                      <p:tavLst>
                                        <p:tav tm="0">
                                          <p:val>
                                            <p:strVal val="#ppt_w*0.70"/>
                                          </p:val>
                                        </p:tav>
                                        <p:tav tm="100000">
                                          <p:val>
                                            <p:strVal val="#ppt_w"/>
                                          </p:val>
                                        </p:tav>
                                      </p:tavLst>
                                    </p:anim>
                                    <p:anim calcmode="lin" valueType="num">
                                      <p:cBhvr>
                                        <p:cTn id="72" dur="1000" fill="hold"/>
                                        <p:tgtEl>
                                          <p:spTgt spid="35862"/>
                                        </p:tgtEl>
                                        <p:attrNameLst>
                                          <p:attrName>ppt_h</p:attrName>
                                        </p:attrNameLst>
                                      </p:cBhvr>
                                      <p:tavLst>
                                        <p:tav tm="0">
                                          <p:val>
                                            <p:strVal val="#ppt_h"/>
                                          </p:val>
                                        </p:tav>
                                        <p:tav tm="100000">
                                          <p:val>
                                            <p:strVal val="#ppt_h"/>
                                          </p:val>
                                        </p:tav>
                                      </p:tavLst>
                                    </p:anim>
                                    <p:animEffect transition="in" filter="fade">
                                      <p:cBhvr>
                                        <p:cTn id="73" dur="1000"/>
                                        <p:tgtEl>
                                          <p:spTgt spid="35862"/>
                                        </p:tgtEl>
                                      </p:cBhvr>
                                    </p:animEffect>
                                  </p:childTnLst>
                                </p:cTn>
                              </p:par>
                            </p:childTnLst>
                          </p:cTn>
                        </p:par>
                      </p:childTnLst>
                    </p:cTn>
                  </p:par>
                  <p:par>
                    <p:cTn id="74" fill="hold">
                      <p:stCondLst>
                        <p:cond delay="indefinite"/>
                      </p:stCondLst>
                      <p:childTnLst>
                        <p:par>
                          <p:cTn id="75" fill="hold">
                            <p:stCondLst>
                              <p:cond delay="0"/>
                            </p:stCondLst>
                            <p:childTnLst>
                              <p:par>
                                <p:cTn id="76" presetID="55" presetClass="entr" presetSubtype="0" fill="hold" nodeType="clickEffect">
                                  <p:stCondLst>
                                    <p:cond delay="0"/>
                                  </p:stCondLst>
                                  <p:childTnLst>
                                    <p:set>
                                      <p:cBhvr>
                                        <p:cTn id="77" dur="1" fill="hold">
                                          <p:stCondLst>
                                            <p:cond delay="0"/>
                                          </p:stCondLst>
                                        </p:cTn>
                                        <p:tgtEl>
                                          <p:spTgt spid="35863"/>
                                        </p:tgtEl>
                                        <p:attrNameLst>
                                          <p:attrName>style.visibility</p:attrName>
                                        </p:attrNameLst>
                                      </p:cBhvr>
                                      <p:to>
                                        <p:strVal val="visible"/>
                                      </p:to>
                                    </p:set>
                                    <p:anim calcmode="lin" valueType="num">
                                      <p:cBhvr>
                                        <p:cTn id="78" dur="1000" fill="hold"/>
                                        <p:tgtEl>
                                          <p:spTgt spid="35863"/>
                                        </p:tgtEl>
                                        <p:attrNameLst>
                                          <p:attrName>ppt_w</p:attrName>
                                        </p:attrNameLst>
                                      </p:cBhvr>
                                      <p:tavLst>
                                        <p:tav tm="0">
                                          <p:val>
                                            <p:strVal val="#ppt_w*0.70"/>
                                          </p:val>
                                        </p:tav>
                                        <p:tav tm="100000">
                                          <p:val>
                                            <p:strVal val="#ppt_w"/>
                                          </p:val>
                                        </p:tav>
                                      </p:tavLst>
                                    </p:anim>
                                    <p:anim calcmode="lin" valueType="num">
                                      <p:cBhvr>
                                        <p:cTn id="79" dur="1000" fill="hold"/>
                                        <p:tgtEl>
                                          <p:spTgt spid="35863"/>
                                        </p:tgtEl>
                                        <p:attrNameLst>
                                          <p:attrName>ppt_h</p:attrName>
                                        </p:attrNameLst>
                                      </p:cBhvr>
                                      <p:tavLst>
                                        <p:tav tm="0">
                                          <p:val>
                                            <p:strVal val="#ppt_h"/>
                                          </p:val>
                                        </p:tav>
                                        <p:tav tm="100000">
                                          <p:val>
                                            <p:strVal val="#ppt_h"/>
                                          </p:val>
                                        </p:tav>
                                      </p:tavLst>
                                    </p:anim>
                                    <p:animEffect transition="in" filter="fade">
                                      <p:cBhvr>
                                        <p:cTn id="80" dur="1000"/>
                                        <p:tgtEl>
                                          <p:spTgt spid="3586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6905" grpId="0" autoUpdateAnimBg="0"/>
      <p:bldP spid="336906" grpId="0" autoUpdateAnimBg="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4"/>
          <p:cNvSpPr>
            <a:spLocks noGrp="1" noChangeArrowheads="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a:spcBef>
                <a:spcPct val="0"/>
              </a:spcBef>
              <a:buFontTx/>
              <a:buNone/>
            </a:pPr>
            <a:fld id="{BD0CCF46-1844-470E-AA46-4F52F8EE7663}" type="datetime1">
              <a:rPr kumimoji="0" lang="zh-CN" altLang="en-US" sz="1200" smtClean="0">
                <a:solidFill>
                  <a:srgbClr val="000000"/>
                </a:solidFill>
                <a:ea typeface="宋体" panose="02010600030101010101" pitchFamily="2" charset="-122"/>
              </a:rPr>
            </a:fld>
            <a:endParaRPr kumimoji="0" lang="en-US" altLang="zh-CN" sz="1200">
              <a:solidFill>
                <a:srgbClr val="000000"/>
              </a:solidFill>
              <a:ea typeface="宋体" panose="02010600030101010101" pitchFamily="2" charset="-122"/>
            </a:endParaRPr>
          </a:p>
        </p:txBody>
      </p:sp>
      <p:graphicFrame>
        <p:nvGraphicFramePr>
          <p:cNvPr id="52227" name="Object 3"/>
          <p:cNvGraphicFramePr>
            <a:graphicFrameLocks noGrp="1" noChangeAspect="1"/>
          </p:cNvGraphicFramePr>
          <p:nvPr>
            <p:ph sz="half" idx="2"/>
          </p:nvPr>
        </p:nvGraphicFramePr>
        <p:xfrm>
          <a:off x="971550" y="1125538"/>
          <a:ext cx="6696075" cy="3194050"/>
        </p:xfrm>
        <a:graphic>
          <a:graphicData uri="http://schemas.openxmlformats.org/presentationml/2006/ole">
            <mc:AlternateContent xmlns:mc="http://schemas.openxmlformats.org/markup-compatibility/2006">
              <mc:Choice xmlns:v="urn:schemas-microsoft-com:vml" Requires="v">
                <p:oleObj spid="_x0000_s2" name="公式" r:id="rId1" imgW="3035300" imgH="1447800" progId="Equation.3">
                  <p:embed/>
                </p:oleObj>
              </mc:Choice>
              <mc:Fallback>
                <p:oleObj name="公式" r:id="rId1" imgW="3035300" imgH="1447800" progId="Equation.3">
                  <p:embed/>
                  <p:pic>
                    <p:nvPicPr>
                      <p:cNvPr id="0" name="Object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71550" y="1125538"/>
                        <a:ext cx="6696075" cy="3194050"/>
                      </a:xfrm>
                      <a:prstGeom prst="rect">
                        <a:avLst/>
                      </a:prstGeom>
                      <a:solidFill>
                        <a:schemeClr val="tx1"/>
                      </a:solidFill>
                      <a:ln w="19050">
                        <a:solidFill>
                          <a:srgbClr val="C0C0C0"/>
                        </a:solidFill>
                        <a:miter lim="800000"/>
                        <a:headEnd/>
                        <a:tailEnd/>
                      </a:ln>
                      <a:effectLst>
                        <a:outerShdw dist="35921" dir="2700000" algn="ctr" rotWithShape="0">
                          <a:srgbClr val="808080">
                            <a:alpha val="74997"/>
                          </a:srgbClr>
                        </a:outerShdw>
                      </a:effectLst>
                    </p:spPr>
                  </p:pic>
                </p:oleObj>
              </mc:Fallback>
            </mc:AlternateContent>
          </a:graphicData>
        </a:graphic>
      </p:graphicFrame>
      <p:sp>
        <p:nvSpPr>
          <p:cNvPr id="328706" name="Rectangle 2"/>
          <p:cNvSpPr>
            <a:spLocks noChangeArrowheads="1"/>
          </p:cNvSpPr>
          <p:nvPr/>
        </p:nvSpPr>
        <p:spPr bwMode="auto">
          <a:xfrm>
            <a:off x="1042988" y="188913"/>
            <a:ext cx="3960812" cy="647700"/>
          </a:xfrm>
          <a:prstGeom prst="rect">
            <a:avLst/>
          </a:prstGeom>
          <a:solidFill>
            <a:schemeClr val="bg1"/>
          </a:solidFill>
          <a:ln>
            <a:noFill/>
          </a:ln>
          <a:effectLst>
            <a:outerShdw blurRad="63500" dist="38099" dir="2700000" algn="ctr" rotWithShape="0">
              <a:schemeClr val="bg2">
                <a:alpha val="74998"/>
              </a:schemeClr>
            </a:outerShdw>
          </a:effectLst>
        </p:spPr>
        <p:txBody>
          <a:bodyPr anchor="ctr"/>
          <a:lstStyle/>
          <a:p>
            <a:pPr algn="ctr" eaLnBrk="1" hangingPunct="1">
              <a:defRPr/>
            </a:pPr>
            <a:r>
              <a:rPr lang="en-US" altLang="zh-CN" sz="2800">
                <a:effectLst>
                  <a:outerShdw blurRad="38100" dist="38100" dir="2700000" algn="tl">
                    <a:srgbClr val="000000"/>
                  </a:outerShdw>
                </a:effectLst>
                <a:ea typeface="黑体" panose="02010609060101010101" charset="-122"/>
              </a:rPr>
              <a:t>§5.5 </a:t>
            </a:r>
            <a:r>
              <a:rPr lang="zh-CN" altLang="en-US" sz="2800">
                <a:effectLst>
                  <a:outerShdw blurRad="38100" dist="38100" dir="2700000" algn="tl">
                    <a:srgbClr val="000000"/>
                  </a:outerShdw>
                </a:effectLst>
                <a:ea typeface="黑体" panose="02010609060101010101" charset="-122"/>
              </a:rPr>
              <a:t>拉普拉斯反变换</a:t>
            </a:r>
            <a:endParaRPr lang="zh-CN" altLang="en-US" sz="2800">
              <a:effectLst>
                <a:outerShdw blurRad="38100" dist="38100" dir="2700000" algn="tl">
                  <a:srgbClr val="000000"/>
                </a:outerShdw>
              </a:effectLst>
              <a:ea typeface="黑体" panose="02010609060101010101" charset="-122"/>
            </a:endParaRPr>
          </a:p>
        </p:txBody>
      </p:sp>
      <p:graphicFrame>
        <p:nvGraphicFramePr>
          <p:cNvPr id="37894" name="Object 6"/>
          <p:cNvGraphicFramePr>
            <a:graphicFrameLocks noChangeAspect="1"/>
          </p:cNvGraphicFramePr>
          <p:nvPr/>
        </p:nvGraphicFramePr>
        <p:xfrm>
          <a:off x="1475740" y="4608830"/>
          <a:ext cx="6747510" cy="1402080"/>
        </p:xfrm>
        <a:graphic>
          <a:graphicData uri="http://schemas.openxmlformats.org/presentationml/2006/ole">
            <mc:AlternateContent xmlns:mc="http://schemas.openxmlformats.org/markup-compatibility/2006">
              <mc:Choice xmlns:v="urn:schemas-microsoft-com:vml" Requires="v">
                <p:oleObj spid="_x0000_s3" name="公式" r:id="rId3" imgW="2806700" imgH="711200" progId="Equation.3">
                  <p:embed/>
                </p:oleObj>
              </mc:Choice>
              <mc:Fallback>
                <p:oleObj name="公式" r:id="rId3" imgW="2806700" imgH="711200" progId="Equation.3">
                  <p:embed/>
                  <p:pic>
                    <p:nvPicPr>
                      <p:cNvPr id="0" name="Object 6"/>
                      <p:cNvPicPr>
                        <a:picLocks noChangeAspect="1" noChangeArrowheads="1"/>
                      </p:cNvPicPr>
                      <p:nvPr/>
                    </p:nvPicPr>
                    <p:blipFill>
                      <a:blip r:embed="rId4"/>
                      <a:srcRect/>
                      <a:stretch>
                        <a:fillRect/>
                      </a:stretch>
                    </p:blipFill>
                    <p:spPr bwMode="auto">
                      <a:xfrm>
                        <a:off x="1475740" y="4608830"/>
                        <a:ext cx="6747510" cy="14020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spTree>
    <p:custDataLst>
      <p:tags r:id="rId5"/>
    </p:custDataLst>
  </p:cSld>
  <p:clrMapOvr>
    <a:masterClrMapping/>
  </p:clrMapOvr>
  <mc:AlternateContent xmlns:mc="http://schemas.openxmlformats.org/markup-compatibility/2006">
    <mc:Choice xmlns:p14="http://schemas.microsoft.com/office/powerpoint/2010/main" Requires="p14">
      <p:transition spd="slow" p14:dur="2000" advTm="101090"/>
    </mc:Choice>
    <mc:Fallback>
      <p:transition spd="slow" advTm="10109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5" presetClass="entr" presetSubtype="0" fill="hold" nodeType="clickEffect">
                                  <p:stCondLst>
                                    <p:cond delay="0"/>
                                  </p:stCondLst>
                                  <p:childTnLst>
                                    <p:set>
                                      <p:cBhvr>
                                        <p:cTn id="6" dur="1" fill="hold">
                                          <p:stCondLst>
                                            <p:cond delay="0"/>
                                          </p:stCondLst>
                                        </p:cTn>
                                        <p:tgtEl>
                                          <p:spTgt spid="37894"/>
                                        </p:tgtEl>
                                        <p:attrNameLst>
                                          <p:attrName>style.visibility</p:attrName>
                                        </p:attrNameLst>
                                      </p:cBhvr>
                                      <p:to>
                                        <p:strVal val="visible"/>
                                      </p:to>
                                    </p:set>
                                    <p:anim calcmode="lin" valueType="num">
                                      <p:cBhvr>
                                        <p:cTn id="7" dur="1000" fill="hold"/>
                                        <p:tgtEl>
                                          <p:spTgt spid="37894"/>
                                        </p:tgtEl>
                                        <p:attrNameLst>
                                          <p:attrName>ppt_w</p:attrName>
                                        </p:attrNameLst>
                                      </p:cBhvr>
                                      <p:tavLst>
                                        <p:tav tm="0">
                                          <p:val>
                                            <p:strVal val="#ppt_w*0.70"/>
                                          </p:val>
                                        </p:tav>
                                        <p:tav tm="100000">
                                          <p:val>
                                            <p:strVal val="#ppt_w"/>
                                          </p:val>
                                        </p:tav>
                                      </p:tavLst>
                                    </p:anim>
                                    <p:anim calcmode="lin" valueType="num">
                                      <p:cBhvr>
                                        <p:cTn id="8" dur="1000" fill="hold"/>
                                        <p:tgtEl>
                                          <p:spTgt spid="37894"/>
                                        </p:tgtEl>
                                        <p:attrNameLst>
                                          <p:attrName>ppt_h</p:attrName>
                                        </p:attrNameLst>
                                      </p:cBhvr>
                                      <p:tavLst>
                                        <p:tav tm="0">
                                          <p:val>
                                            <p:strVal val="#ppt_h"/>
                                          </p:val>
                                        </p:tav>
                                        <p:tav tm="100000">
                                          <p:val>
                                            <p:strVal val="#ppt_h"/>
                                          </p:val>
                                        </p:tav>
                                      </p:tavLst>
                                    </p:anim>
                                    <p:animEffect transition="in" filter="fade">
                                      <p:cBhvr>
                                        <p:cTn id="9" dur="1000"/>
                                        <p:tgtEl>
                                          <p:spTgt spid="3789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4"/>
          <p:cNvSpPr>
            <a:spLocks noGrp="1" noChangeArrowheads="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a:spcBef>
                <a:spcPct val="0"/>
              </a:spcBef>
              <a:buFontTx/>
              <a:buNone/>
            </a:pPr>
            <a:fld id="{654788CA-40F5-4254-B29B-170D3FBB4EA7}" type="datetime1">
              <a:rPr kumimoji="0" lang="zh-CN" altLang="en-US" sz="1200" smtClean="0">
                <a:solidFill>
                  <a:srgbClr val="000000"/>
                </a:solidFill>
                <a:ea typeface="宋体" panose="02010600030101010101" pitchFamily="2" charset="-122"/>
              </a:rPr>
            </a:fld>
            <a:endParaRPr kumimoji="0" lang="en-US" altLang="zh-CN" sz="1200">
              <a:solidFill>
                <a:srgbClr val="000000"/>
              </a:solidFill>
              <a:ea typeface="宋体" panose="02010600030101010101" pitchFamily="2" charset="-122"/>
            </a:endParaRPr>
          </a:p>
        </p:txBody>
      </p:sp>
      <p:graphicFrame>
        <p:nvGraphicFramePr>
          <p:cNvPr id="53251" name="Object 3"/>
          <p:cNvGraphicFramePr>
            <a:graphicFrameLocks noGrp="1" noChangeAspect="1"/>
          </p:cNvGraphicFramePr>
          <p:nvPr>
            <p:ph sz="half" idx="2"/>
          </p:nvPr>
        </p:nvGraphicFramePr>
        <p:xfrm>
          <a:off x="539750" y="836613"/>
          <a:ext cx="4679950" cy="1030287"/>
        </p:xfrm>
        <a:graphic>
          <a:graphicData uri="http://schemas.openxmlformats.org/presentationml/2006/ole">
            <mc:AlternateContent xmlns:mc="http://schemas.openxmlformats.org/markup-compatibility/2006">
              <mc:Choice xmlns:v="urn:schemas-microsoft-com:vml" Requires="v">
                <p:oleObj spid="_x0000_s2" name="公式" r:id="rId1" imgW="1905000" imgH="419100" progId="Equation.3">
                  <p:embed/>
                </p:oleObj>
              </mc:Choice>
              <mc:Fallback>
                <p:oleObj name="公式" r:id="rId1" imgW="1905000" imgH="419100" progId="Equation.3">
                  <p:embed/>
                  <p:pic>
                    <p:nvPicPr>
                      <p:cNvPr id="0" name="Object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9750" y="836613"/>
                        <a:ext cx="4679950" cy="10302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351236" name="Object 4"/>
          <p:cNvGraphicFramePr>
            <a:graphicFrameLocks noChangeAspect="1"/>
          </p:cNvGraphicFramePr>
          <p:nvPr/>
        </p:nvGraphicFramePr>
        <p:xfrm>
          <a:off x="1116013" y="1989138"/>
          <a:ext cx="4679950" cy="939800"/>
        </p:xfrm>
        <a:graphic>
          <a:graphicData uri="http://schemas.openxmlformats.org/presentationml/2006/ole">
            <mc:AlternateContent xmlns:mc="http://schemas.openxmlformats.org/markup-compatibility/2006">
              <mc:Choice xmlns:v="urn:schemas-microsoft-com:vml" Requires="v">
                <p:oleObj spid="_x0000_s3" name="公式" r:id="rId3" imgW="2400300" imgH="482600" progId="Equation.3">
                  <p:embed/>
                </p:oleObj>
              </mc:Choice>
              <mc:Fallback>
                <p:oleObj name="公式" r:id="rId3" imgW="2400300" imgH="482600" progId="Equation.3">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16013" y="1989138"/>
                        <a:ext cx="4679950" cy="939800"/>
                      </a:xfrm>
                      <a:prstGeom prst="rect">
                        <a:avLst/>
                      </a:prstGeom>
                      <a:solidFill>
                        <a:schemeClr val="tx1"/>
                      </a:solidFill>
                      <a:ln>
                        <a:noFill/>
                      </a:ln>
                      <a:effectLst/>
                      <a:extLst>
                        <a:ext uri="{91240B29-F687-4F45-9708-019B960494DF}">
                          <a14:hiddenLine xmlns:a14="http://schemas.microsoft.com/office/drawing/2010/main" w="38100">
                            <a:solidFill>
                              <a:srgbClr val="C0C0C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328706" name="Rectangle 2"/>
          <p:cNvSpPr>
            <a:spLocks noChangeArrowheads="1"/>
          </p:cNvSpPr>
          <p:nvPr/>
        </p:nvSpPr>
        <p:spPr bwMode="auto">
          <a:xfrm>
            <a:off x="755650" y="188913"/>
            <a:ext cx="3960813" cy="647700"/>
          </a:xfrm>
          <a:prstGeom prst="rect">
            <a:avLst/>
          </a:prstGeom>
          <a:solidFill>
            <a:schemeClr val="bg1"/>
          </a:solidFill>
          <a:ln>
            <a:noFill/>
          </a:ln>
          <a:effectLst>
            <a:outerShdw blurRad="63500" dist="38099" dir="2700000" algn="ctr" rotWithShape="0">
              <a:schemeClr val="bg2">
                <a:alpha val="74998"/>
              </a:schemeClr>
            </a:outerShdw>
          </a:effectLst>
        </p:spPr>
        <p:txBody>
          <a:bodyPr anchor="ctr"/>
          <a:lstStyle/>
          <a:p>
            <a:pPr algn="ctr" eaLnBrk="1" hangingPunct="1">
              <a:defRPr/>
            </a:pPr>
            <a:r>
              <a:rPr lang="en-US" altLang="zh-CN" sz="2800">
                <a:effectLst>
                  <a:outerShdw blurRad="38100" dist="38100" dir="2700000" algn="tl">
                    <a:srgbClr val="000000"/>
                  </a:outerShdw>
                </a:effectLst>
                <a:ea typeface="黑体" panose="02010609060101010101" charset="-122"/>
              </a:rPr>
              <a:t>§5.5 </a:t>
            </a:r>
            <a:r>
              <a:rPr lang="zh-CN" altLang="en-US" sz="2800">
                <a:effectLst>
                  <a:outerShdw blurRad="38100" dist="38100" dir="2700000" algn="tl">
                    <a:srgbClr val="000000"/>
                  </a:outerShdw>
                </a:effectLst>
                <a:ea typeface="黑体" panose="02010609060101010101" charset="-122"/>
              </a:rPr>
              <a:t>拉普拉斯反变换</a:t>
            </a:r>
            <a:endParaRPr lang="zh-CN" altLang="en-US" sz="2800">
              <a:effectLst>
                <a:outerShdw blurRad="38100" dist="38100" dir="2700000" algn="tl">
                  <a:srgbClr val="000000"/>
                </a:outerShdw>
              </a:effectLst>
              <a:ea typeface="黑体" panose="02010609060101010101" charset="-122"/>
            </a:endParaRPr>
          </a:p>
        </p:txBody>
      </p:sp>
      <p:graphicFrame>
        <p:nvGraphicFramePr>
          <p:cNvPr id="38921" name="Object 9"/>
          <p:cNvGraphicFramePr>
            <a:graphicFrameLocks noChangeAspect="1"/>
          </p:cNvGraphicFramePr>
          <p:nvPr/>
        </p:nvGraphicFramePr>
        <p:xfrm>
          <a:off x="5220018" y="5181600"/>
          <a:ext cx="3780155" cy="918210"/>
        </p:xfrm>
        <a:graphic>
          <a:graphicData uri="http://schemas.openxmlformats.org/presentationml/2006/ole">
            <mc:AlternateContent xmlns:mc="http://schemas.openxmlformats.org/markup-compatibility/2006">
              <mc:Choice xmlns:v="urn:schemas-microsoft-com:vml" Requires="v">
                <p:oleObj spid="_x0000_s4" name="公式" r:id="rId5" imgW="2768600" imgH="673100" progId="Equation.3">
                  <p:embed/>
                </p:oleObj>
              </mc:Choice>
              <mc:Fallback>
                <p:oleObj name="公式" r:id="rId5" imgW="2768600" imgH="673100" progId="Equation.3">
                  <p:embed/>
                  <p:pic>
                    <p:nvPicPr>
                      <p:cNvPr id="0" name="Object 9"/>
                      <p:cNvPicPr>
                        <a:picLocks noChangeAspect="1" noChangeArrowheads="1"/>
                      </p:cNvPicPr>
                      <p:nvPr/>
                    </p:nvPicPr>
                    <p:blipFill>
                      <a:blip r:embed="rId6"/>
                      <a:srcRect/>
                      <a:stretch>
                        <a:fillRect/>
                      </a:stretch>
                    </p:blipFill>
                    <p:spPr bwMode="auto">
                      <a:xfrm>
                        <a:off x="5220018" y="5181600"/>
                        <a:ext cx="3780155" cy="9182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aphicFrame>
        <p:nvGraphicFramePr>
          <p:cNvPr id="38922" name="Object 10"/>
          <p:cNvGraphicFramePr>
            <a:graphicFrameLocks noChangeAspect="1"/>
          </p:cNvGraphicFramePr>
          <p:nvPr/>
        </p:nvGraphicFramePr>
        <p:xfrm>
          <a:off x="1828165" y="5228590"/>
          <a:ext cx="1747520" cy="873125"/>
        </p:xfrm>
        <a:graphic>
          <a:graphicData uri="http://schemas.openxmlformats.org/presentationml/2006/ole">
            <mc:AlternateContent xmlns:mc="http://schemas.openxmlformats.org/markup-compatibility/2006">
              <mc:Choice xmlns:v="urn:schemas-microsoft-com:vml" Requires="v">
                <p:oleObj spid="_x0000_s5" name="公式" r:id="rId7" imgW="1397000" imgH="673100" progId="Equation.3">
                  <p:embed/>
                </p:oleObj>
              </mc:Choice>
              <mc:Fallback>
                <p:oleObj name="公式" r:id="rId7" imgW="1397000" imgH="673100" progId="Equation.3">
                  <p:embed/>
                  <p:pic>
                    <p:nvPicPr>
                      <p:cNvPr id="0" name="Object 10"/>
                      <p:cNvPicPr>
                        <a:picLocks noChangeAspect="1" noChangeArrowheads="1"/>
                      </p:cNvPicPr>
                      <p:nvPr/>
                    </p:nvPicPr>
                    <p:blipFill>
                      <a:blip r:embed="rId8"/>
                      <a:srcRect/>
                      <a:stretch>
                        <a:fillRect/>
                      </a:stretch>
                    </p:blipFill>
                    <p:spPr bwMode="auto">
                      <a:xfrm>
                        <a:off x="1828165" y="5228590"/>
                        <a:ext cx="1747520" cy="873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aphicFrame>
        <p:nvGraphicFramePr>
          <p:cNvPr id="38923" name="Object 11"/>
          <p:cNvGraphicFramePr>
            <a:graphicFrameLocks noChangeAspect="1"/>
          </p:cNvGraphicFramePr>
          <p:nvPr/>
        </p:nvGraphicFramePr>
        <p:xfrm>
          <a:off x="919798" y="5372418"/>
          <a:ext cx="865187" cy="555625"/>
        </p:xfrm>
        <a:graphic>
          <a:graphicData uri="http://schemas.openxmlformats.org/presentationml/2006/ole">
            <mc:AlternateContent xmlns:mc="http://schemas.openxmlformats.org/markup-compatibility/2006">
              <mc:Choice xmlns:v="urn:schemas-microsoft-com:vml" Requires="v">
                <p:oleObj spid="_x0000_s6" name="公式" r:id="rId9" imgW="355600" imgH="228600" progId="Equation.3">
                  <p:embed/>
                </p:oleObj>
              </mc:Choice>
              <mc:Fallback>
                <p:oleObj name="公式" r:id="rId9" imgW="355600" imgH="228600" progId="Equation.3">
                  <p:embed/>
                  <p:pic>
                    <p:nvPicPr>
                      <p:cNvPr id="0" name="Object 11"/>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919798" y="5372418"/>
                        <a:ext cx="865187" cy="555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aphicFrame>
        <p:nvGraphicFramePr>
          <p:cNvPr id="38924" name="Object 12"/>
          <p:cNvGraphicFramePr>
            <a:graphicFrameLocks noChangeAspect="1"/>
          </p:cNvGraphicFramePr>
          <p:nvPr/>
        </p:nvGraphicFramePr>
        <p:xfrm>
          <a:off x="4500245" y="5445125"/>
          <a:ext cx="723900" cy="464820"/>
        </p:xfrm>
        <a:graphic>
          <a:graphicData uri="http://schemas.openxmlformats.org/presentationml/2006/ole">
            <mc:AlternateContent xmlns:mc="http://schemas.openxmlformats.org/markup-compatibility/2006">
              <mc:Choice xmlns:v="urn:schemas-microsoft-com:vml" Requires="v">
                <p:oleObj spid="_x0000_s7" name="公式" r:id="rId11" imgW="355600" imgH="228600" progId="Equation.3">
                  <p:embed/>
                </p:oleObj>
              </mc:Choice>
              <mc:Fallback>
                <p:oleObj name="公式" r:id="rId11" imgW="355600" imgH="228600" progId="Equation.3">
                  <p:embed/>
                  <p:pic>
                    <p:nvPicPr>
                      <p:cNvPr id="0" name="Object 12"/>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500245" y="5445125"/>
                        <a:ext cx="723900" cy="4648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aphicFrame>
        <p:nvGraphicFramePr>
          <p:cNvPr id="38925" name="Object 13"/>
          <p:cNvGraphicFramePr>
            <a:graphicFrameLocks noChangeAspect="1"/>
          </p:cNvGraphicFramePr>
          <p:nvPr/>
        </p:nvGraphicFramePr>
        <p:xfrm>
          <a:off x="830898" y="3004185"/>
          <a:ext cx="2480310" cy="784225"/>
        </p:xfrm>
        <a:graphic>
          <a:graphicData uri="http://schemas.openxmlformats.org/presentationml/2006/ole">
            <mc:AlternateContent xmlns:mc="http://schemas.openxmlformats.org/markup-compatibility/2006">
              <mc:Choice xmlns:v="urn:schemas-microsoft-com:vml" Requires="v">
                <p:oleObj spid="_x0000_s8" name="公式" r:id="rId13" imgW="1524000" imgH="482600" progId="Equation.3">
                  <p:embed/>
                </p:oleObj>
              </mc:Choice>
              <mc:Fallback>
                <p:oleObj name="公式" r:id="rId13" imgW="1524000" imgH="482600" progId="Equation.3">
                  <p:embed/>
                  <p:pic>
                    <p:nvPicPr>
                      <p:cNvPr id="0" name="Object 13"/>
                      <p:cNvPicPr>
                        <a:picLocks noChangeAspect="1" noChangeArrowheads="1"/>
                      </p:cNvPicPr>
                      <p:nvPr/>
                    </p:nvPicPr>
                    <p:blipFill>
                      <a:blip r:embed="rId14"/>
                      <a:srcRect/>
                      <a:stretch>
                        <a:fillRect/>
                      </a:stretch>
                    </p:blipFill>
                    <p:spPr bwMode="auto">
                      <a:xfrm>
                        <a:off x="830898" y="3004185"/>
                        <a:ext cx="2480310" cy="784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aphicFrame>
        <p:nvGraphicFramePr>
          <p:cNvPr id="38926" name="Object 14"/>
          <p:cNvGraphicFramePr>
            <a:graphicFrameLocks noChangeAspect="1"/>
          </p:cNvGraphicFramePr>
          <p:nvPr/>
        </p:nvGraphicFramePr>
        <p:xfrm>
          <a:off x="7264400" y="3070225"/>
          <a:ext cx="359410" cy="695960"/>
        </p:xfrm>
        <a:graphic>
          <a:graphicData uri="http://schemas.openxmlformats.org/presentationml/2006/ole">
            <mc:AlternateContent xmlns:mc="http://schemas.openxmlformats.org/markup-compatibility/2006">
              <mc:Choice xmlns:v="urn:schemas-microsoft-com:vml" Requires="v">
                <p:oleObj spid="_x0000_s9" name="公式" r:id="rId15" imgW="203200" imgH="393700" progId="Equation.3">
                  <p:embed/>
                </p:oleObj>
              </mc:Choice>
              <mc:Fallback>
                <p:oleObj name="公式" r:id="rId15" imgW="203200" imgH="393700" progId="Equation.3">
                  <p:embed/>
                  <p:pic>
                    <p:nvPicPr>
                      <p:cNvPr id="0" name="Object 14"/>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7264400" y="3070225"/>
                        <a:ext cx="359410" cy="6959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aphicFrame>
        <p:nvGraphicFramePr>
          <p:cNvPr id="38927" name="Object 15"/>
          <p:cNvGraphicFramePr>
            <a:graphicFrameLocks noChangeAspect="1"/>
          </p:cNvGraphicFramePr>
          <p:nvPr/>
        </p:nvGraphicFramePr>
        <p:xfrm>
          <a:off x="3436620" y="3069908"/>
          <a:ext cx="533400" cy="649287"/>
        </p:xfrm>
        <a:graphic>
          <a:graphicData uri="http://schemas.openxmlformats.org/presentationml/2006/ole">
            <mc:AlternateContent xmlns:mc="http://schemas.openxmlformats.org/markup-compatibility/2006">
              <mc:Choice xmlns:v="urn:schemas-microsoft-com:vml" Requires="v">
                <p:oleObj spid="_x0000_s10" name="公式" r:id="rId17" imgW="152400" imgH="393700" progId="Equation.3">
                  <p:embed/>
                </p:oleObj>
              </mc:Choice>
              <mc:Fallback>
                <p:oleObj name="公式" r:id="rId17" imgW="152400" imgH="393700" progId="Equation.3">
                  <p:embed/>
                  <p:pic>
                    <p:nvPicPr>
                      <p:cNvPr id="0" name="Object 15"/>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3436620" y="3069908"/>
                        <a:ext cx="533400" cy="649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aphicFrame>
        <p:nvGraphicFramePr>
          <p:cNvPr id="38928" name="Object 16"/>
          <p:cNvGraphicFramePr>
            <a:graphicFrameLocks noChangeAspect="1"/>
          </p:cNvGraphicFramePr>
          <p:nvPr/>
        </p:nvGraphicFramePr>
        <p:xfrm>
          <a:off x="4715986" y="2996724"/>
          <a:ext cx="2310765" cy="876300"/>
        </p:xfrm>
        <a:graphic>
          <a:graphicData uri="http://schemas.openxmlformats.org/presentationml/2006/ole">
            <mc:AlternateContent xmlns:mc="http://schemas.openxmlformats.org/markup-compatibility/2006">
              <mc:Choice xmlns:v="urn:schemas-microsoft-com:vml" Requires="v">
                <p:oleObj spid="_x0000_s11" name="公式" r:id="rId19" imgW="1270000" imgH="482600" progId="Equation.3">
                  <p:embed/>
                </p:oleObj>
              </mc:Choice>
              <mc:Fallback>
                <p:oleObj name="公式" r:id="rId19" imgW="1270000" imgH="482600" progId="Equation.3">
                  <p:embed/>
                  <p:pic>
                    <p:nvPicPr>
                      <p:cNvPr id="0" name="Object 16"/>
                      <p:cNvPicPr>
                        <a:picLocks noChangeAspect="1" noChangeArrowheads="1"/>
                      </p:cNvPicPr>
                      <p:nvPr/>
                    </p:nvPicPr>
                    <p:blipFill>
                      <a:blip r:embed="rId20"/>
                      <a:srcRect/>
                      <a:stretch>
                        <a:fillRect/>
                      </a:stretch>
                    </p:blipFill>
                    <p:spPr bwMode="auto">
                      <a:xfrm>
                        <a:off x="4715986" y="2996724"/>
                        <a:ext cx="2310765" cy="876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aphicFrame>
        <p:nvGraphicFramePr>
          <p:cNvPr id="37894" name="Object 6"/>
          <p:cNvGraphicFramePr>
            <a:graphicFrameLocks noChangeAspect="1"/>
          </p:cNvGraphicFramePr>
          <p:nvPr/>
        </p:nvGraphicFramePr>
        <p:xfrm>
          <a:off x="1116330" y="3997643"/>
          <a:ext cx="6747510" cy="951865"/>
        </p:xfrm>
        <a:graphic>
          <a:graphicData uri="http://schemas.openxmlformats.org/presentationml/2006/ole">
            <mc:AlternateContent xmlns:mc="http://schemas.openxmlformats.org/markup-compatibility/2006">
              <mc:Choice xmlns:v="urn:schemas-microsoft-com:vml" Requires="v">
                <p:oleObj spid="_x0000_s13" name="公式" r:id="rId21" imgW="2806700" imgH="482600" progId="Equation.3">
                  <p:embed/>
                </p:oleObj>
              </mc:Choice>
              <mc:Fallback>
                <p:oleObj name="公式" r:id="rId21" imgW="2806700" imgH="482600" progId="Equation.3">
                  <p:embed/>
                  <p:pic>
                    <p:nvPicPr>
                      <p:cNvPr id="0" name="Object 6"/>
                      <p:cNvPicPr>
                        <a:picLocks noChangeAspect="1" noChangeArrowheads="1"/>
                      </p:cNvPicPr>
                      <p:nvPr/>
                    </p:nvPicPr>
                    <p:blipFill>
                      <a:blip r:embed="rId22"/>
                      <a:srcRect/>
                      <a:stretch>
                        <a:fillRect/>
                      </a:stretch>
                    </p:blipFill>
                    <p:spPr bwMode="auto">
                      <a:xfrm>
                        <a:off x="1116330" y="3997643"/>
                        <a:ext cx="6747510" cy="951865"/>
                      </a:xfrm>
                      <a:prstGeom prst="rect">
                        <a:avLst/>
                      </a:prstGeom>
                      <a:gradFill>
                        <a:gsLst>
                          <a:gs pos="25000">
                            <a:srgbClr val="FFD83A"/>
                          </a:gs>
                          <a:gs pos="75000">
                            <a:srgbClr val="FFFD6D"/>
                          </a:gs>
                          <a:gs pos="0">
                            <a:srgbClr val="F8C334"/>
                          </a:gs>
                          <a:gs pos="100000">
                            <a:srgbClr val="FFFEB8"/>
                          </a:gs>
                        </a:gsLst>
                        <a:lin ang="18900000" scaled="1"/>
                      </a:gradFill>
                      <a:ln>
                        <a:gradFill>
                          <a:gsLst>
                            <a:gs pos="51300">
                              <a:srgbClr val="FE5F4A"/>
                            </a:gs>
                            <a:gs pos="0">
                              <a:srgbClr val="DF0303"/>
                            </a:gs>
                            <a:gs pos="100000">
                              <a:srgbClr val="FEA06E"/>
                            </a:gs>
                          </a:gsLst>
                          <a:lin ang="5400000" scaled="0"/>
                        </a:grad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spTree>
    <p:custDataLst>
      <p:tags r:id="rId23"/>
    </p:custDataLst>
  </p:cSld>
  <p:clrMapOvr>
    <a:masterClrMapping/>
  </p:clrMapOvr>
  <mc:AlternateContent xmlns:mc="http://schemas.openxmlformats.org/markup-compatibility/2006">
    <mc:Choice xmlns:p14="http://schemas.microsoft.com/office/powerpoint/2010/main" Requires="p14">
      <p:transition spd="slow" p14:dur="2000" advTm="106133"/>
    </mc:Choice>
    <mc:Fallback>
      <p:transition spd="slow" advTm="106133"/>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5" presetClass="entr" presetSubtype="0" fill="hold" nodeType="clickEffect">
                                  <p:stCondLst>
                                    <p:cond delay="0"/>
                                  </p:stCondLst>
                                  <p:childTnLst>
                                    <p:set>
                                      <p:cBhvr>
                                        <p:cTn id="6" dur="1" fill="hold">
                                          <p:stCondLst>
                                            <p:cond delay="0"/>
                                          </p:stCondLst>
                                        </p:cTn>
                                        <p:tgtEl>
                                          <p:spTgt spid="351236"/>
                                        </p:tgtEl>
                                        <p:attrNameLst>
                                          <p:attrName>style.visibility</p:attrName>
                                        </p:attrNameLst>
                                      </p:cBhvr>
                                      <p:to>
                                        <p:strVal val="visible"/>
                                      </p:to>
                                    </p:set>
                                    <p:anim calcmode="lin" valueType="num">
                                      <p:cBhvr>
                                        <p:cTn id="7" dur="1000" fill="hold"/>
                                        <p:tgtEl>
                                          <p:spTgt spid="351236"/>
                                        </p:tgtEl>
                                        <p:attrNameLst>
                                          <p:attrName>ppt_w</p:attrName>
                                        </p:attrNameLst>
                                      </p:cBhvr>
                                      <p:tavLst>
                                        <p:tav tm="0">
                                          <p:val>
                                            <p:strVal val="#ppt_w*0.70"/>
                                          </p:val>
                                        </p:tav>
                                        <p:tav tm="100000">
                                          <p:val>
                                            <p:strVal val="#ppt_w"/>
                                          </p:val>
                                        </p:tav>
                                      </p:tavLst>
                                    </p:anim>
                                    <p:anim calcmode="lin" valueType="num">
                                      <p:cBhvr>
                                        <p:cTn id="8" dur="1000" fill="hold"/>
                                        <p:tgtEl>
                                          <p:spTgt spid="351236"/>
                                        </p:tgtEl>
                                        <p:attrNameLst>
                                          <p:attrName>ppt_h</p:attrName>
                                        </p:attrNameLst>
                                      </p:cBhvr>
                                      <p:tavLst>
                                        <p:tav tm="0">
                                          <p:val>
                                            <p:strVal val="#ppt_h"/>
                                          </p:val>
                                        </p:tav>
                                        <p:tav tm="100000">
                                          <p:val>
                                            <p:strVal val="#ppt_h"/>
                                          </p:val>
                                        </p:tav>
                                      </p:tavLst>
                                    </p:anim>
                                    <p:animEffect transition="in" filter="fade">
                                      <p:cBhvr>
                                        <p:cTn id="9" dur="1000"/>
                                        <p:tgtEl>
                                          <p:spTgt spid="351236"/>
                                        </p:tgtEl>
                                      </p:cBhvr>
                                    </p:animEffect>
                                  </p:childTnLst>
                                </p:cTn>
                              </p:par>
                              <p:par>
                                <p:cTn id="10" presetID="55" presetClass="entr" presetSubtype="0" fill="hold" nodeType="withEffect">
                                  <p:stCondLst>
                                    <p:cond delay="0"/>
                                  </p:stCondLst>
                                  <p:childTnLst>
                                    <p:set>
                                      <p:cBhvr>
                                        <p:cTn id="11" dur="1" fill="hold">
                                          <p:stCondLst>
                                            <p:cond delay="0"/>
                                          </p:stCondLst>
                                        </p:cTn>
                                        <p:tgtEl>
                                          <p:spTgt spid="38925"/>
                                        </p:tgtEl>
                                        <p:attrNameLst>
                                          <p:attrName>style.visibility</p:attrName>
                                        </p:attrNameLst>
                                      </p:cBhvr>
                                      <p:to>
                                        <p:strVal val="visible"/>
                                      </p:to>
                                    </p:set>
                                    <p:anim calcmode="lin" valueType="num">
                                      <p:cBhvr>
                                        <p:cTn id="12" dur="1000" fill="hold"/>
                                        <p:tgtEl>
                                          <p:spTgt spid="38925"/>
                                        </p:tgtEl>
                                        <p:attrNameLst>
                                          <p:attrName>ppt_w</p:attrName>
                                        </p:attrNameLst>
                                      </p:cBhvr>
                                      <p:tavLst>
                                        <p:tav tm="0">
                                          <p:val>
                                            <p:strVal val="#ppt_w*0.70"/>
                                          </p:val>
                                        </p:tav>
                                        <p:tav tm="100000">
                                          <p:val>
                                            <p:strVal val="#ppt_w"/>
                                          </p:val>
                                        </p:tav>
                                      </p:tavLst>
                                    </p:anim>
                                    <p:anim calcmode="lin" valueType="num">
                                      <p:cBhvr>
                                        <p:cTn id="13" dur="1000" fill="hold"/>
                                        <p:tgtEl>
                                          <p:spTgt spid="38925"/>
                                        </p:tgtEl>
                                        <p:attrNameLst>
                                          <p:attrName>ppt_h</p:attrName>
                                        </p:attrNameLst>
                                      </p:cBhvr>
                                      <p:tavLst>
                                        <p:tav tm="0">
                                          <p:val>
                                            <p:strVal val="#ppt_h"/>
                                          </p:val>
                                        </p:tav>
                                        <p:tav tm="100000">
                                          <p:val>
                                            <p:strVal val="#ppt_h"/>
                                          </p:val>
                                        </p:tav>
                                      </p:tavLst>
                                    </p:anim>
                                    <p:animEffect transition="in" filter="fade">
                                      <p:cBhvr>
                                        <p:cTn id="14" dur="1000"/>
                                        <p:tgtEl>
                                          <p:spTgt spid="38925"/>
                                        </p:tgtEl>
                                      </p:cBhvr>
                                    </p:animEffect>
                                  </p:childTnLst>
                                </p:cTn>
                              </p:par>
                            </p:childTnLst>
                          </p:cTn>
                        </p:par>
                      </p:childTnLst>
                    </p:cTn>
                  </p:par>
                  <p:par>
                    <p:cTn id="15" fill="hold">
                      <p:stCondLst>
                        <p:cond delay="indefinite"/>
                      </p:stCondLst>
                      <p:childTnLst>
                        <p:par>
                          <p:cTn id="16" fill="hold">
                            <p:stCondLst>
                              <p:cond delay="0"/>
                            </p:stCondLst>
                            <p:childTnLst>
                              <p:par>
                                <p:cTn id="17" presetID="55" presetClass="entr" presetSubtype="0" fill="hold" nodeType="clickEffect">
                                  <p:stCondLst>
                                    <p:cond delay="0"/>
                                  </p:stCondLst>
                                  <p:childTnLst>
                                    <p:set>
                                      <p:cBhvr>
                                        <p:cTn id="18" dur="1" fill="hold">
                                          <p:stCondLst>
                                            <p:cond delay="0"/>
                                          </p:stCondLst>
                                        </p:cTn>
                                        <p:tgtEl>
                                          <p:spTgt spid="38927"/>
                                        </p:tgtEl>
                                        <p:attrNameLst>
                                          <p:attrName>style.visibility</p:attrName>
                                        </p:attrNameLst>
                                      </p:cBhvr>
                                      <p:to>
                                        <p:strVal val="visible"/>
                                      </p:to>
                                    </p:set>
                                    <p:anim calcmode="lin" valueType="num">
                                      <p:cBhvr>
                                        <p:cTn id="19" dur="1000" fill="hold"/>
                                        <p:tgtEl>
                                          <p:spTgt spid="38927"/>
                                        </p:tgtEl>
                                        <p:attrNameLst>
                                          <p:attrName>ppt_w</p:attrName>
                                        </p:attrNameLst>
                                      </p:cBhvr>
                                      <p:tavLst>
                                        <p:tav tm="0">
                                          <p:val>
                                            <p:strVal val="#ppt_w*0.70"/>
                                          </p:val>
                                        </p:tav>
                                        <p:tav tm="100000">
                                          <p:val>
                                            <p:strVal val="#ppt_w"/>
                                          </p:val>
                                        </p:tav>
                                      </p:tavLst>
                                    </p:anim>
                                    <p:anim calcmode="lin" valueType="num">
                                      <p:cBhvr>
                                        <p:cTn id="20" dur="1000" fill="hold"/>
                                        <p:tgtEl>
                                          <p:spTgt spid="38927"/>
                                        </p:tgtEl>
                                        <p:attrNameLst>
                                          <p:attrName>ppt_h</p:attrName>
                                        </p:attrNameLst>
                                      </p:cBhvr>
                                      <p:tavLst>
                                        <p:tav tm="0">
                                          <p:val>
                                            <p:strVal val="#ppt_h"/>
                                          </p:val>
                                        </p:tav>
                                        <p:tav tm="100000">
                                          <p:val>
                                            <p:strVal val="#ppt_h"/>
                                          </p:val>
                                        </p:tav>
                                      </p:tavLst>
                                    </p:anim>
                                    <p:animEffect transition="in" filter="fade">
                                      <p:cBhvr>
                                        <p:cTn id="21" dur="1000"/>
                                        <p:tgtEl>
                                          <p:spTgt spid="38927"/>
                                        </p:tgtEl>
                                      </p:cBhvr>
                                    </p:animEffect>
                                  </p:childTnLst>
                                </p:cTn>
                              </p:par>
                            </p:childTnLst>
                          </p:cTn>
                        </p:par>
                      </p:childTnLst>
                    </p:cTn>
                  </p:par>
                  <p:par>
                    <p:cTn id="22" fill="hold">
                      <p:stCondLst>
                        <p:cond delay="indefinite"/>
                      </p:stCondLst>
                      <p:childTnLst>
                        <p:par>
                          <p:cTn id="23" fill="hold">
                            <p:stCondLst>
                              <p:cond delay="0"/>
                            </p:stCondLst>
                            <p:childTnLst>
                              <p:par>
                                <p:cTn id="24" presetID="55" presetClass="entr" presetSubtype="0" fill="hold" nodeType="clickEffect">
                                  <p:stCondLst>
                                    <p:cond delay="0"/>
                                  </p:stCondLst>
                                  <p:childTnLst>
                                    <p:set>
                                      <p:cBhvr>
                                        <p:cTn id="25" dur="1" fill="hold">
                                          <p:stCondLst>
                                            <p:cond delay="0"/>
                                          </p:stCondLst>
                                        </p:cTn>
                                        <p:tgtEl>
                                          <p:spTgt spid="38928"/>
                                        </p:tgtEl>
                                        <p:attrNameLst>
                                          <p:attrName>style.visibility</p:attrName>
                                        </p:attrNameLst>
                                      </p:cBhvr>
                                      <p:to>
                                        <p:strVal val="visible"/>
                                      </p:to>
                                    </p:set>
                                    <p:anim calcmode="lin" valueType="num">
                                      <p:cBhvr>
                                        <p:cTn id="26" dur="1000" fill="hold"/>
                                        <p:tgtEl>
                                          <p:spTgt spid="38928"/>
                                        </p:tgtEl>
                                        <p:attrNameLst>
                                          <p:attrName>ppt_w</p:attrName>
                                        </p:attrNameLst>
                                      </p:cBhvr>
                                      <p:tavLst>
                                        <p:tav tm="0">
                                          <p:val>
                                            <p:strVal val="#ppt_w*0.70"/>
                                          </p:val>
                                        </p:tav>
                                        <p:tav tm="100000">
                                          <p:val>
                                            <p:strVal val="#ppt_w"/>
                                          </p:val>
                                        </p:tav>
                                      </p:tavLst>
                                    </p:anim>
                                    <p:anim calcmode="lin" valueType="num">
                                      <p:cBhvr>
                                        <p:cTn id="27" dur="1000" fill="hold"/>
                                        <p:tgtEl>
                                          <p:spTgt spid="38928"/>
                                        </p:tgtEl>
                                        <p:attrNameLst>
                                          <p:attrName>ppt_h</p:attrName>
                                        </p:attrNameLst>
                                      </p:cBhvr>
                                      <p:tavLst>
                                        <p:tav tm="0">
                                          <p:val>
                                            <p:strVal val="#ppt_h"/>
                                          </p:val>
                                        </p:tav>
                                        <p:tav tm="100000">
                                          <p:val>
                                            <p:strVal val="#ppt_h"/>
                                          </p:val>
                                        </p:tav>
                                      </p:tavLst>
                                    </p:anim>
                                    <p:animEffect transition="in" filter="fade">
                                      <p:cBhvr>
                                        <p:cTn id="28" dur="1000"/>
                                        <p:tgtEl>
                                          <p:spTgt spid="38928"/>
                                        </p:tgtEl>
                                      </p:cBhvr>
                                    </p:animEffect>
                                  </p:childTnLst>
                                </p:cTn>
                              </p:par>
                            </p:childTnLst>
                          </p:cTn>
                        </p:par>
                      </p:childTnLst>
                    </p:cTn>
                  </p:par>
                  <p:par>
                    <p:cTn id="29" fill="hold">
                      <p:stCondLst>
                        <p:cond delay="indefinite"/>
                      </p:stCondLst>
                      <p:childTnLst>
                        <p:par>
                          <p:cTn id="30" fill="hold">
                            <p:stCondLst>
                              <p:cond delay="0"/>
                            </p:stCondLst>
                            <p:childTnLst>
                              <p:par>
                                <p:cTn id="31" presetID="55" presetClass="entr" presetSubtype="0" fill="hold" nodeType="clickEffect">
                                  <p:stCondLst>
                                    <p:cond delay="0"/>
                                  </p:stCondLst>
                                  <p:childTnLst>
                                    <p:set>
                                      <p:cBhvr>
                                        <p:cTn id="32" dur="1" fill="hold">
                                          <p:stCondLst>
                                            <p:cond delay="0"/>
                                          </p:stCondLst>
                                        </p:cTn>
                                        <p:tgtEl>
                                          <p:spTgt spid="38926"/>
                                        </p:tgtEl>
                                        <p:attrNameLst>
                                          <p:attrName>style.visibility</p:attrName>
                                        </p:attrNameLst>
                                      </p:cBhvr>
                                      <p:to>
                                        <p:strVal val="visible"/>
                                      </p:to>
                                    </p:set>
                                    <p:anim calcmode="lin" valueType="num">
                                      <p:cBhvr>
                                        <p:cTn id="33" dur="1000" fill="hold"/>
                                        <p:tgtEl>
                                          <p:spTgt spid="38926"/>
                                        </p:tgtEl>
                                        <p:attrNameLst>
                                          <p:attrName>ppt_w</p:attrName>
                                        </p:attrNameLst>
                                      </p:cBhvr>
                                      <p:tavLst>
                                        <p:tav tm="0">
                                          <p:val>
                                            <p:strVal val="#ppt_w*0.70"/>
                                          </p:val>
                                        </p:tav>
                                        <p:tav tm="100000">
                                          <p:val>
                                            <p:strVal val="#ppt_w"/>
                                          </p:val>
                                        </p:tav>
                                      </p:tavLst>
                                    </p:anim>
                                    <p:anim calcmode="lin" valueType="num">
                                      <p:cBhvr>
                                        <p:cTn id="34" dur="1000" fill="hold"/>
                                        <p:tgtEl>
                                          <p:spTgt spid="38926"/>
                                        </p:tgtEl>
                                        <p:attrNameLst>
                                          <p:attrName>ppt_h</p:attrName>
                                        </p:attrNameLst>
                                      </p:cBhvr>
                                      <p:tavLst>
                                        <p:tav tm="0">
                                          <p:val>
                                            <p:strVal val="#ppt_h"/>
                                          </p:val>
                                        </p:tav>
                                        <p:tav tm="100000">
                                          <p:val>
                                            <p:strVal val="#ppt_h"/>
                                          </p:val>
                                        </p:tav>
                                      </p:tavLst>
                                    </p:anim>
                                    <p:animEffect transition="in" filter="fade">
                                      <p:cBhvr>
                                        <p:cTn id="35" dur="1000"/>
                                        <p:tgtEl>
                                          <p:spTgt spid="38926"/>
                                        </p:tgtEl>
                                      </p:cBhvr>
                                    </p:animEffect>
                                  </p:childTnLst>
                                </p:cTn>
                              </p:par>
                            </p:childTnLst>
                          </p:cTn>
                        </p:par>
                      </p:childTnLst>
                    </p:cTn>
                  </p:par>
                  <p:par>
                    <p:cTn id="36" fill="hold">
                      <p:stCondLst>
                        <p:cond delay="indefinite"/>
                      </p:stCondLst>
                      <p:childTnLst>
                        <p:par>
                          <p:cTn id="37" fill="hold">
                            <p:stCondLst>
                              <p:cond delay="0"/>
                            </p:stCondLst>
                            <p:childTnLst>
                              <p:par>
                                <p:cTn id="38" presetID="55" presetClass="entr" presetSubtype="0" fill="hold" nodeType="clickEffect">
                                  <p:stCondLst>
                                    <p:cond delay="0"/>
                                  </p:stCondLst>
                                  <p:childTnLst>
                                    <p:set>
                                      <p:cBhvr>
                                        <p:cTn id="39" dur="1" fill="hold">
                                          <p:stCondLst>
                                            <p:cond delay="0"/>
                                          </p:stCondLst>
                                        </p:cTn>
                                        <p:tgtEl>
                                          <p:spTgt spid="37894"/>
                                        </p:tgtEl>
                                        <p:attrNameLst>
                                          <p:attrName>style.visibility</p:attrName>
                                        </p:attrNameLst>
                                      </p:cBhvr>
                                      <p:to>
                                        <p:strVal val="visible"/>
                                      </p:to>
                                    </p:set>
                                    <p:anim calcmode="lin" valueType="num">
                                      <p:cBhvr>
                                        <p:cTn id="40" dur="1000" fill="hold"/>
                                        <p:tgtEl>
                                          <p:spTgt spid="37894"/>
                                        </p:tgtEl>
                                        <p:attrNameLst>
                                          <p:attrName>ppt_w</p:attrName>
                                        </p:attrNameLst>
                                      </p:cBhvr>
                                      <p:tavLst>
                                        <p:tav tm="0">
                                          <p:val>
                                            <p:strVal val="#ppt_w*0.70"/>
                                          </p:val>
                                        </p:tav>
                                        <p:tav tm="100000">
                                          <p:val>
                                            <p:strVal val="#ppt_w"/>
                                          </p:val>
                                        </p:tav>
                                      </p:tavLst>
                                    </p:anim>
                                    <p:anim calcmode="lin" valueType="num">
                                      <p:cBhvr>
                                        <p:cTn id="41" dur="1000" fill="hold"/>
                                        <p:tgtEl>
                                          <p:spTgt spid="37894"/>
                                        </p:tgtEl>
                                        <p:attrNameLst>
                                          <p:attrName>ppt_h</p:attrName>
                                        </p:attrNameLst>
                                      </p:cBhvr>
                                      <p:tavLst>
                                        <p:tav tm="0">
                                          <p:val>
                                            <p:strVal val="#ppt_h"/>
                                          </p:val>
                                        </p:tav>
                                        <p:tav tm="100000">
                                          <p:val>
                                            <p:strVal val="#ppt_h"/>
                                          </p:val>
                                        </p:tav>
                                      </p:tavLst>
                                    </p:anim>
                                    <p:animEffect transition="in" filter="fade">
                                      <p:cBhvr>
                                        <p:cTn id="42" dur="1000"/>
                                        <p:tgtEl>
                                          <p:spTgt spid="37894"/>
                                        </p:tgtEl>
                                      </p:cBhvr>
                                    </p:animEffect>
                                  </p:childTnLst>
                                </p:cTn>
                              </p:par>
                            </p:childTnLst>
                          </p:cTn>
                        </p:par>
                      </p:childTnLst>
                    </p:cTn>
                  </p:par>
                  <p:par>
                    <p:cTn id="43" fill="hold">
                      <p:stCondLst>
                        <p:cond delay="indefinite"/>
                      </p:stCondLst>
                      <p:childTnLst>
                        <p:par>
                          <p:cTn id="44" fill="hold">
                            <p:stCondLst>
                              <p:cond delay="0"/>
                            </p:stCondLst>
                            <p:childTnLst>
                              <p:par>
                                <p:cTn id="45" presetID="55" presetClass="entr" presetSubtype="0" fill="hold" nodeType="clickEffect">
                                  <p:stCondLst>
                                    <p:cond delay="0"/>
                                  </p:stCondLst>
                                  <p:childTnLst>
                                    <p:set>
                                      <p:cBhvr>
                                        <p:cTn id="46" dur="1" fill="hold">
                                          <p:stCondLst>
                                            <p:cond delay="0"/>
                                          </p:stCondLst>
                                        </p:cTn>
                                        <p:tgtEl>
                                          <p:spTgt spid="38923"/>
                                        </p:tgtEl>
                                        <p:attrNameLst>
                                          <p:attrName>style.visibility</p:attrName>
                                        </p:attrNameLst>
                                      </p:cBhvr>
                                      <p:to>
                                        <p:strVal val="visible"/>
                                      </p:to>
                                    </p:set>
                                    <p:anim calcmode="lin" valueType="num">
                                      <p:cBhvr>
                                        <p:cTn id="47" dur="1000" fill="hold"/>
                                        <p:tgtEl>
                                          <p:spTgt spid="38923"/>
                                        </p:tgtEl>
                                        <p:attrNameLst>
                                          <p:attrName>ppt_w</p:attrName>
                                        </p:attrNameLst>
                                      </p:cBhvr>
                                      <p:tavLst>
                                        <p:tav tm="0">
                                          <p:val>
                                            <p:strVal val="#ppt_w*0.70"/>
                                          </p:val>
                                        </p:tav>
                                        <p:tav tm="100000">
                                          <p:val>
                                            <p:strVal val="#ppt_w"/>
                                          </p:val>
                                        </p:tav>
                                      </p:tavLst>
                                    </p:anim>
                                    <p:anim calcmode="lin" valueType="num">
                                      <p:cBhvr>
                                        <p:cTn id="48" dur="1000" fill="hold"/>
                                        <p:tgtEl>
                                          <p:spTgt spid="38923"/>
                                        </p:tgtEl>
                                        <p:attrNameLst>
                                          <p:attrName>ppt_h</p:attrName>
                                        </p:attrNameLst>
                                      </p:cBhvr>
                                      <p:tavLst>
                                        <p:tav tm="0">
                                          <p:val>
                                            <p:strVal val="#ppt_h"/>
                                          </p:val>
                                        </p:tav>
                                        <p:tav tm="100000">
                                          <p:val>
                                            <p:strVal val="#ppt_h"/>
                                          </p:val>
                                        </p:tav>
                                      </p:tavLst>
                                    </p:anim>
                                    <p:animEffect transition="in" filter="fade">
                                      <p:cBhvr>
                                        <p:cTn id="49" dur="1000"/>
                                        <p:tgtEl>
                                          <p:spTgt spid="38923"/>
                                        </p:tgtEl>
                                      </p:cBhvr>
                                    </p:animEffect>
                                  </p:childTnLst>
                                </p:cTn>
                              </p:par>
                            </p:childTnLst>
                          </p:cTn>
                        </p:par>
                      </p:childTnLst>
                    </p:cTn>
                  </p:par>
                  <p:par>
                    <p:cTn id="50" fill="hold">
                      <p:stCondLst>
                        <p:cond delay="indefinite"/>
                      </p:stCondLst>
                      <p:childTnLst>
                        <p:par>
                          <p:cTn id="51" fill="hold">
                            <p:stCondLst>
                              <p:cond delay="0"/>
                            </p:stCondLst>
                            <p:childTnLst>
                              <p:par>
                                <p:cTn id="52" presetID="55" presetClass="entr" presetSubtype="0" fill="hold" nodeType="clickEffect">
                                  <p:stCondLst>
                                    <p:cond delay="0"/>
                                  </p:stCondLst>
                                  <p:childTnLst>
                                    <p:set>
                                      <p:cBhvr>
                                        <p:cTn id="53" dur="1" fill="hold">
                                          <p:stCondLst>
                                            <p:cond delay="0"/>
                                          </p:stCondLst>
                                        </p:cTn>
                                        <p:tgtEl>
                                          <p:spTgt spid="38922"/>
                                        </p:tgtEl>
                                        <p:attrNameLst>
                                          <p:attrName>style.visibility</p:attrName>
                                        </p:attrNameLst>
                                      </p:cBhvr>
                                      <p:to>
                                        <p:strVal val="visible"/>
                                      </p:to>
                                    </p:set>
                                    <p:anim calcmode="lin" valueType="num">
                                      <p:cBhvr>
                                        <p:cTn id="54" dur="1000" fill="hold"/>
                                        <p:tgtEl>
                                          <p:spTgt spid="38922"/>
                                        </p:tgtEl>
                                        <p:attrNameLst>
                                          <p:attrName>ppt_w</p:attrName>
                                        </p:attrNameLst>
                                      </p:cBhvr>
                                      <p:tavLst>
                                        <p:tav tm="0">
                                          <p:val>
                                            <p:strVal val="#ppt_w*0.70"/>
                                          </p:val>
                                        </p:tav>
                                        <p:tav tm="100000">
                                          <p:val>
                                            <p:strVal val="#ppt_w"/>
                                          </p:val>
                                        </p:tav>
                                      </p:tavLst>
                                    </p:anim>
                                    <p:anim calcmode="lin" valueType="num">
                                      <p:cBhvr>
                                        <p:cTn id="55" dur="1000" fill="hold"/>
                                        <p:tgtEl>
                                          <p:spTgt spid="38922"/>
                                        </p:tgtEl>
                                        <p:attrNameLst>
                                          <p:attrName>ppt_h</p:attrName>
                                        </p:attrNameLst>
                                      </p:cBhvr>
                                      <p:tavLst>
                                        <p:tav tm="0">
                                          <p:val>
                                            <p:strVal val="#ppt_h"/>
                                          </p:val>
                                        </p:tav>
                                        <p:tav tm="100000">
                                          <p:val>
                                            <p:strVal val="#ppt_h"/>
                                          </p:val>
                                        </p:tav>
                                      </p:tavLst>
                                    </p:anim>
                                    <p:animEffect transition="in" filter="fade">
                                      <p:cBhvr>
                                        <p:cTn id="56" dur="1000"/>
                                        <p:tgtEl>
                                          <p:spTgt spid="38922"/>
                                        </p:tgtEl>
                                      </p:cBhvr>
                                    </p:animEffect>
                                  </p:childTnLst>
                                </p:cTn>
                              </p:par>
                            </p:childTnLst>
                          </p:cTn>
                        </p:par>
                      </p:childTnLst>
                    </p:cTn>
                  </p:par>
                  <p:par>
                    <p:cTn id="57" fill="hold">
                      <p:stCondLst>
                        <p:cond delay="indefinite"/>
                      </p:stCondLst>
                      <p:childTnLst>
                        <p:par>
                          <p:cTn id="58" fill="hold">
                            <p:stCondLst>
                              <p:cond delay="0"/>
                            </p:stCondLst>
                            <p:childTnLst>
                              <p:par>
                                <p:cTn id="59" presetID="55" presetClass="entr" presetSubtype="0" fill="hold" nodeType="clickEffect">
                                  <p:stCondLst>
                                    <p:cond delay="0"/>
                                  </p:stCondLst>
                                  <p:childTnLst>
                                    <p:set>
                                      <p:cBhvr>
                                        <p:cTn id="60" dur="1" fill="hold">
                                          <p:stCondLst>
                                            <p:cond delay="0"/>
                                          </p:stCondLst>
                                        </p:cTn>
                                        <p:tgtEl>
                                          <p:spTgt spid="38924"/>
                                        </p:tgtEl>
                                        <p:attrNameLst>
                                          <p:attrName>style.visibility</p:attrName>
                                        </p:attrNameLst>
                                      </p:cBhvr>
                                      <p:to>
                                        <p:strVal val="visible"/>
                                      </p:to>
                                    </p:set>
                                    <p:anim calcmode="lin" valueType="num">
                                      <p:cBhvr>
                                        <p:cTn id="61" dur="1000" fill="hold"/>
                                        <p:tgtEl>
                                          <p:spTgt spid="38924"/>
                                        </p:tgtEl>
                                        <p:attrNameLst>
                                          <p:attrName>ppt_w</p:attrName>
                                        </p:attrNameLst>
                                      </p:cBhvr>
                                      <p:tavLst>
                                        <p:tav tm="0">
                                          <p:val>
                                            <p:strVal val="#ppt_w*0.70"/>
                                          </p:val>
                                        </p:tav>
                                        <p:tav tm="100000">
                                          <p:val>
                                            <p:strVal val="#ppt_w"/>
                                          </p:val>
                                        </p:tav>
                                      </p:tavLst>
                                    </p:anim>
                                    <p:anim calcmode="lin" valueType="num">
                                      <p:cBhvr>
                                        <p:cTn id="62" dur="1000" fill="hold"/>
                                        <p:tgtEl>
                                          <p:spTgt spid="38924"/>
                                        </p:tgtEl>
                                        <p:attrNameLst>
                                          <p:attrName>ppt_h</p:attrName>
                                        </p:attrNameLst>
                                      </p:cBhvr>
                                      <p:tavLst>
                                        <p:tav tm="0">
                                          <p:val>
                                            <p:strVal val="#ppt_h"/>
                                          </p:val>
                                        </p:tav>
                                        <p:tav tm="100000">
                                          <p:val>
                                            <p:strVal val="#ppt_h"/>
                                          </p:val>
                                        </p:tav>
                                      </p:tavLst>
                                    </p:anim>
                                    <p:animEffect transition="in" filter="fade">
                                      <p:cBhvr>
                                        <p:cTn id="63" dur="1000"/>
                                        <p:tgtEl>
                                          <p:spTgt spid="38924"/>
                                        </p:tgtEl>
                                      </p:cBhvr>
                                    </p:animEffect>
                                  </p:childTnLst>
                                </p:cTn>
                              </p:par>
                            </p:childTnLst>
                          </p:cTn>
                        </p:par>
                      </p:childTnLst>
                    </p:cTn>
                  </p:par>
                  <p:par>
                    <p:cTn id="64" fill="hold">
                      <p:stCondLst>
                        <p:cond delay="indefinite"/>
                      </p:stCondLst>
                      <p:childTnLst>
                        <p:par>
                          <p:cTn id="65" fill="hold">
                            <p:stCondLst>
                              <p:cond delay="0"/>
                            </p:stCondLst>
                            <p:childTnLst>
                              <p:par>
                                <p:cTn id="66" presetID="55" presetClass="entr" presetSubtype="0" fill="hold" nodeType="clickEffect">
                                  <p:stCondLst>
                                    <p:cond delay="0"/>
                                  </p:stCondLst>
                                  <p:childTnLst>
                                    <p:set>
                                      <p:cBhvr>
                                        <p:cTn id="67" dur="1" fill="hold">
                                          <p:stCondLst>
                                            <p:cond delay="0"/>
                                          </p:stCondLst>
                                        </p:cTn>
                                        <p:tgtEl>
                                          <p:spTgt spid="38921"/>
                                        </p:tgtEl>
                                        <p:attrNameLst>
                                          <p:attrName>style.visibility</p:attrName>
                                        </p:attrNameLst>
                                      </p:cBhvr>
                                      <p:to>
                                        <p:strVal val="visible"/>
                                      </p:to>
                                    </p:set>
                                    <p:anim calcmode="lin" valueType="num">
                                      <p:cBhvr>
                                        <p:cTn id="68" dur="1000" fill="hold"/>
                                        <p:tgtEl>
                                          <p:spTgt spid="38921"/>
                                        </p:tgtEl>
                                        <p:attrNameLst>
                                          <p:attrName>ppt_w</p:attrName>
                                        </p:attrNameLst>
                                      </p:cBhvr>
                                      <p:tavLst>
                                        <p:tav tm="0">
                                          <p:val>
                                            <p:strVal val="#ppt_w*0.70"/>
                                          </p:val>
                                        </p:tav>
                                        <p:tav tm="100000">
                                          <p:val>
                                            <p:strVal val="#ppt_w"/>
                                          </p:val>
                                        </p:tav>
                                      </p:tavLst>
                                    </p:anim>
                                    <p:anim calcmode="lin" valueType="num">
                                      <p:cBhvr>
                                        <p:cTn id="69" dur="1000" fill="hold"/>
                                        <p:tgtEl>
                                          <p:spTgt spid="38921"/>
                                        </p:tgtEl>
                                        <p:attrNameLst>
                                          <p:attrName>ppt_h</p:attrName>
                                        </p:attrNameLst>
                                      </p:cBhvr>
                                      <p:tavLst>
                                        <p:tav tm="0">
                                          <p:val>
                                            <p:strVal val="#ppt_h"/>
                                          </p:val>
                                        </p:tav>
                                        <p:tav tm="100000">
                                          <p:val>
                                            <p:strVal val="#ppt_h"/>
                                          </p:val>
                                        </p:tav>
                                      </p:tavLst>
                                    </p:anim>
                                    <p:animEffect transition="in" filter="fade">
                                      <p:cBhvr>
                                        <p:cTn id="70" dur="1000"/>
                                        <p:tgtEl>
                                          <p:spTgt spid="389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4"/>
          <p:cNvSpPr>
            <a:spLocks noGrp="1" noChangeArrowheads="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a:spcBef>
                <a:spcPct val="0"/>
              </a:spcBef>
              <a:buFontTx/>
              <a:buNone/>
            </a:pPr>
            <a:fld id="{B08CCBA9-A58D-44C4-BB19-50F000D98FEA}" type="datetime1">
              <a:rPr kumimoji="0" lang="zh-CN" altLang="en-US" sz="1200" smtClean="0">
                <a:solidFill>
                  <a:srgbClr val="000000"/>
                </a:solidFill>
                <a:ea typeface="宋体" panose="02010600030101010101" pitchFamily="2" charset="-122"/>
              </a:rPr>
            </a:fld>
            <a:endParaRPr kumimoji="0" lang="en-US" altLang="zh-CN" sz="1200">
              <a:solidFill>
                <a:srgbClr val="000000"/>
              </a:solidFill>
              <a:ea typeface="宋体" panose="02010600030101010101" pitchFamily="2" charset="-122"/>
            </a:endParaRPr>
          </a:p>
        </p:txBody>
      </p:sp>
      <p:graphicFrame>
        <p:nvGraphicFramePr>
          <p:cNvPr id="352259" name="Object 3"/>
          <p:cNvGraphicFramePr>
            <a:graphicFrameLocks noGrp="1" noChangeAspect="1"/>
          </p:cNvGraphicFramePr>
          <p:nvPr>
            <p:ph sz="half" idx="2"/>
          </p:nvPr>
        </p:nvGraphicFramePr>
        <p:xfrm>
          <a:off x="871379" y="1555433"/>
          <a:ext cx="6177280" cy="1467485"/>
        </p:xfrm>
        <a:graphic>
          <a:graphicData uri="http://schemas.openxmlformats.org/presentationml/2006/ole">
            <mc:AlternateContent xmlns:mc="http://schemas.openxmlformats.org/markup-compatibility/2006">
              <mc:Choice xmlns:v="urn:schemas-microsoft-com:vml" Requires="v">
                <p:oleObj spid="_x0000_s2" name="公式" r:id="rId1" imgW="2565400" imgH="609600" progId="Equation.3">
                  <p:embed/>
                </p:oleObj>
              </mc:Choice>
              <mc:Fallback>
                <p:oleObj name="公式" r:id="rId1" imgW="2565400" imgH="609600" progId="Equation.3">
                  <p:embed/>
                  <p:pic>
                    <p:nvPicPr>
                      <p:cNvPr id="0" name="Object 3"/>
                      <p:cNvPicPr>
                        <a:picLocks noChangeAspect="1" noChangeArrowheads="1"/>
                      </p:cNvPicPr>
                      <p:nvPr/>
                    </p:nvPicPr>
                    <p:blipFill>
                      <a:blip r:embed="rId2"/>
                      <a:srcRect/>
                      <a:stretch>
                        <a:fillRect/>
                      </a:stretch>
                    </p:blipFill>
                    <p:spPr bwMode="auto">
                      <a:xfrm>
                        <a:off x="871379" y="1555433"/>
                        <a:ext cx="6177280" cy="146748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328706" name="Rectangle 2"/>
          <p:cNvSpPr>
            <a:spLocks noChangeArrowheads="1"/>
          </p:cNvSpPr>
          <p:nvPr/>
        </p:nvSpPr>
        <p:spPr bwMode="auto">
          <a:xfrm>
            <a:off x="755650" y="188913"/>
            <a:ext cx="3960813" cy="647700"/>
          </a:xfrm>
          <a:prstGeom prst="rect">
            <a:avLst/>
          </a:prstGeom>
          <a:solidFill>
            <a:schemeClr val="bg1"/>
          </a:solidFill>
          <a:ln>
            <a:noFill/>
          </a:ln>
          <a:effectLst>
            <a:outerShdw blurRad="63500" dist="38099" dir="2700000" algn="ctr" rotWithShape="0">
              <a:schemeClr val="bg2">
                <a:alpha val="74998"/>
              </a:schemeClr>
            </a:outerShdw>
          </a:effectLst>
        </p:spPr>
        <p:txBody>
          <a:bodyPr anchor="ctr"/>
          <a:lstStyle/>
          <a:p>
            <a:pPr algn="ctr" eaLnBrk="1" hangingPunct="1">
              <a:defRPr/>
            </a:pPr>
            <a:r>
              <a:rPr lang="en-US" altLang="zh-CN" sz="2800">
                <a:effectLst>
                  <a:outerShdw blurRad="38100" dist="38100" dir="2700000" algn="tl">
                    <a:srgbClr val="000000"/>
                  </a:outerShdw>
                </a:effectLst>
                <a:ea typeface="黑体" panose="02010609060101010101" charset="-122"/>
              </a:rPr>
              <a:t>§5.5 </a:t>
            </a:r>
            <a:r>
              <a:rPr lang="zh-CN" altLang="en-US" sz="2800">
                <a:effectLst>
                  <a:outerShdw blurRad="38100" dist="38100" dir="2700000" algn="tl">
                    <a:srgbClr val="000000"/>
                  </a:outerShdw>
                </a:effectLst>
                <a:ea typeface="黑体" panose="02010609060101010101" charset="-122"/>
              </a:rPr>
              <a:t>拉普拉斯反变换</a:t>
            </a:r>
            <a:endParaRPr lang="zh-CN" altLang="en-US" sz="2800">
              <a:effectLst>
                <a:outerShdw blurRad="38100" dist="38100" dir="2700000" algn="tl">
                  <a:srgbClr val="000000"/>
                </a:outerShdw>
              </a:effectLst>
              <a:ea typeface="黑体" panose="02010609060101010101" charset="-122"/>
            </a:endParaRPr>
          </a:p>
        </p:txBody>
      </p:sp>
      <p:graphicFrame>
        <p:nvGraphicFramePr>
          <p:cNvPr id="3" name="Object 3"/>
          <p:cNvGraphicFramePr>
            <a:graphicFrameLocks noChangeAspect="1"/>
          </p:cNvGraphicFramePr>
          <p:nvPr/>
        </p:nvGraphicFramePr>
        <p:xfrm>
          <a:off x="1116013" y="4005263"/>
          <a:ext cx="1692275" cy="495300"/>
        </p:xfrm>
        <a:graphic>
          <a:graphicData uri="http://schemas.openxmlformats.org/presentationml/2006/ole">
            <mc:AlternateContent xmlns:mc="http://schemas.openxmlformats.org/markup-compatibility/2006">
              <mc:Choice xmlns:v="urn:schemas-microsoft-com:vml" Requires="v">
                <p:oleObj spid="_x0000_s4" name="公式" r:id="rId3" imgW="558800" imgH="203200" progId="Equation.3">
                  <p:embed/>
                </p:oleObj>
              </mc:Choice>
              <mc:Fallback>
                <p:oleObj name="公式" r:id="rId3" imgW="558800" imgH="203200" progId="Equation.3">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16013" y="4005263"/>
                        <a:ext cx="1692275" cy="495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FF0000"/>
                            </a:solidFill>
                            <a:miter lim="800000"/>
                            <a:headEnd/>
                            <a:tailEnd/>
                          </a14:hiddenLine>
                        </a:ext>
                      </a:extLst>
                    </p:spPr>
                  </p:pic>
                </p:oleObj>
              </mc:Fallback>
            </mc:AlternateContent>
          </a:graphicData>
        </a:graphic>
      </p:graphicFrame>
      <p:graphicFrame>
        <p:nvGraphicFramePr>
          <p:cNvPr id="39943" name="Object 7"/>
          <p:cNvGraphicFramePr>
            <a:graphicFrameLocks noChangeAspect="1"/>
          </p:cNvGraphicFramePr>
          <p:nvPr/>
        </p:nvGraphicFramePr>
        <p:xfrm>
          <a:off x="2916238" y="3716338"/>
          <a:ext cx="4392612" cy="1009650"/>
        </p:xfrm>
        <a:graphic>
          <a:graphicData uri="http://schemas.openxmlformats.org/presentationml/2006/ole">
            <mc:AlternateContent xmlns:mc="http://schemas.openxmlformats.org/markup-compatibility/2006">
              <mc:Choice xmlns:v="urn:schemas-microsoft-com:vml" Requires="v">
                <p:oleObj spid="_x0000_s5" name="公式" r:id="rId5" imgW="1879600" imgH="431800" progId="Equation.3">
                  <p:embed/>
                </p:oleObj>
              </mc:Choice>
              <mc:Fallback>
                <p:oleObj name="公式" r:id="rId5" imgW="1879600" imgH="431800" progId="Equation.3">
                  <p:embed/>
                  <p:pic>
                    <p:nvPicPr>
                      <p:cNvPr id="0" name="Object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916238" y="3716338"/>
                        <a:ext cx="4392612" cy="1009650"/>
                      </a:xfrm>
                      <a:prstGeom prst="rect">
                        <a:avLst/>
                      </a:prstGeom>
                      <a:solidFill>
                        <a:schemeClr val="tx1"/>
                      </a:solidFill>
                      <a:ln w="9525">
                        <a:solidFill>
                          <a:schemeClr val="bg1"/>
                        </a:solidFill>
                        <a:miter lim="800000"/>
                        <a:headEnd/>
                        <a:tailEnd/>
                      </a:ln>
                      <a:effectLst>
                        <a:outerShdw dist="35921" dir="2700000" algn="ctr" rotWithShape="0">
                          <a:schemeClr val="bg2">
                            <a:alpha val="74997"/>
                          </a:schemeClr>
                        </a:outerShdw>
                      </a:effectLst>
                    </p:spPr>
                  </p:pic>
                </p:oleObj>
              </mc:Fallback>
            </mc:AlternateContent>
          </a:graphicData>
        </a:graphic>
      </p:graphicFrame>
      <p:sp>
        <p:nvSpPr>
          <p:cNvPr id="6" name="墨迹 2"/>
          <p:cNvSpPr/>
          <p:nvPr/>
        </p:nvSpPr>
        <p:spPr bwMode="auto">
          <a:xfrm>
            <a:off x="2696760" y="2310840"/>
            <a:ext cx="3921120" cy="2129040"/>
          </a:xfrm>
        </p:spPr>
      </p:sp>
    </p:spTree>
    <p:custDataLst>
      <p:tags r:id="rId7"/>
    </p:custDataLst>
  </p:cSld>
  <p:clrMapOvr>
    <a:masterClrMapping/>
  </p:clrMapOvr>
  <mc:AlternateContent xmlns:mc="http://schemas.openxmlformats.org/markup-compatibility/2006">
    <mc:Choice xmlns:p14="http://schemas.microsoft.com/office/powerpoint/2010/main" Requires="p14">
      <p:transition spd="slow" p14:dur="2000" advTm="72056"/>
    </mc:Choice>
    <mc:Fallback>
      <p:transition spd="slow" advTm="72056"/>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5" presetClass="entr" presetSubtype="0" fill="hold" nodeType="withEffect">
                                  <p:stCondLst>
                                    <p:cond delay="0"/>
                                  </p:stCondLst>
                                  <p:childTnLst>
                                    <p:set>
                                      <p:cBhvr>
                                        <p:cTn id="6" dur="1" fill="hold">
                                          <p:stCondLst>
                                            <p:cond delay="0"/>
                                          </p:stCondLst>
                                        </p:cTn>
                                        <p:tgtEl>
                                          <p:spTgt spid="352259"/>
                                        </p:tgtEl>
                                        <p:attrNameLst>
                                          <p:attrName>style.visibility</p:attrName>
                                        </p:attrNameLst>
                                      </p:cBhvr>
                                      <p:to>
                                        <p:strVal val="visible"/>
                                      </p:to>
                                    </p:set>
                                    <p:anim calcmode="lin" valueType="num">
                                      <p:cBhvr>
                                        <p:cTn id="7" dur="1000" fill="hold"/>
                                        <p:tgtEl>
                                          <p:spTgt spid="352259"/>
                                        </p:tgtEl>
                                        <p:attrNameLst>
                                          <p:attrName>ppt_w</p:attrName>
                                        </p:attrNameLst>
                                      </p:cBhvr>
                                      <p:tavLst>
                                        <p:tav tm="0">
                                          <p:val>
                                            <p:strVal val="#ppt_w*0.70"/>
                                          </p:val>
                                        </p:tav>
                                        <p:tav tm="100000">
                                          <p:val>
                                            <p:strVal val="#ppt_w"/>
                                          </p:val>
                                        </p:tav>
                                      </p:tavLst>
                                    </p:anim>
                                    <p:anim calcmode="lin" valueType="num">
                                      <p:cBhvr>
                                        <p:cTn id="8" dur="1000" fill="hold"/>
                                        <p:tgtEl>
                                          <p:spTgt spid="352259"/>
                                        </p:tgtEl>
                                        <p:attrNameLst>
                                          <p:attrName>ppt_h</p:attrName>
                                        </p:attrNameLst>
                                      </p:cBhvr>
                                      <p:tavLst>
                                        <p:tav tm="0">
                                          <p:val>
                                            <p:strVal val="#ppt_h"/>
                                          </p:val>
                                        </p:tav>
                                        <p:tav tm="100000">
                                          <p:val>
                                            <p:strVal val="#ppt_h"/>
                                          </p:val>
                                        </p:tav>
                                      </p:tavLst>
                                    </p:anim>
                                    <p:animEffect transition="in" filter="fade">
                                      <p:cBhvr>
                                        <p:cTn id="9" dur="1000"/>
                                        <p:tgtEl>
                                          <p:spTgt spid="352259"/>
                                        </p:tgtEl>
                                      </p:cBhvr>
                                    </p:animEffect>
                                  </p:childTnLst>
                                </p:cTn>
                              </p:par>
                            </p:childTnLst>
                          </p:cTn>
                        </p:par>
                      </p:childTnLst>
                    </p:cTn>
                  </p:par>
                  <p:par>
                    <p:cTn id="10" fill="hold">
                      <p:stCondLst>
                        <p:cond delay="indefinite"/>
                      </p:stCondLst>
                      <p:childTnLst>
                        <p:par>
                          <p:cTn id="11" fill="hold">
                            <p:stCondLst>
                              <p:cond delay="0"/>
                            </p:stCondLst>
                            <p:childTnLst>
                              <p:par>
                                <p:cTn id="12" presetID="6" presetClass="entr" presetSubtype="16" fill="hold" nodeType="clickEffect">
                                  <p:stCondLst>
                                    <p:cond delay="0"/>
                                  </p:stCondLst>
                                  <p:childTnLst>
                                    <p:set>
                                      <p:cBhvr>
                                        <p:cTn id="13" dur="1" fill="hold">
                                          <p:stCondLst>
                                            <p:cond delay="0"/>
                                          </p:stCondLst>
                                        </p:cTn>
                                        <p:tgtEl>
                                          <p:spTgt spid="3"/>
                                        </p:tgtEl>
                                        <p:attrNameLst>
                                          <p:attrName>style.visibility</p:attrName>
                                        </p:attrNameLst>
                                      </p:cBhvr>
                                      <p:to>
                                        <p:strVal val="visible"/>
                                      </p:to>
                                    </p:set>
                                    <p:cmd type="call" cmd="playFrom(0.0)">
                                      <p:cBhvr>
                                        <p:cTn id="14" dur="1" fill="hold"/>
                                        <p:tgtEl>
                                          <p:spTgt spid="3"/>
                                        </p:tgtEl>
                                      </p:cBhvr>
                                    </p:cmd>
                                  </p:childTnLst>
                                </p:cTn>
                              </p:par>
                            </p:childTnLst>
                          </p:cTn>
                        </p:par>
                      </p:childTnLst>
                    </p:cTn>
                  </p:par>
                  <p:par>
                    <p:cTn id="15" fill="hold">
                      <p:stCondLst>
                        <p:cond delay="indefinite"/>
                      </p:stCondLst>
                      <p:childTnLst>
                        <p:par>
                          <p:cTn id="16" fill="hold">
                            <p:stCondLst>
                              <p:cond delay="0"/>
                            </p:stCondLst>
                            <p:childTnLst>
                              <p:par>
                                <p:cTn id="17" presetID="55" presetClass="entr" presetSubtype="0" fill="hold" nodeType="clickEffect">
                                  <p:stCondLst>
                                    <p:cond delay="0"/>
                                  </p:stCondLst>
                                  <p:childTnLst>
                                    <p:set>
                                      <p:cBhvr>
                                        <p:cTn id="18" dur="1" fill="hold">
                                          <p:stCondLst>
                                            <p:cond delay="0"/>
                                          </p:stCondLst>
                                        </p:cTn>
                                        <p:tgtEl>
                                          <p:spTgt spid="39943"/>
                                        </p:tgtEl>
                                        <p:attrNameLst>
                                          <p:attrName>style.visibility</p:attrName>
                                        </p:attrNameLst>
                                      </p:cBhvr>
                                      <p:to>
                                        <p:strVal val="visible"/>
                                      </p:to>
                                    </p:set>
                                    <p:anim calcmode="lin" valueType="num">
                                      <p:cBhvr>
                                        <p:cTn id="19" dur="1000" fill="hold"/>
                                        <p:tgtEl>
                                          <p:spTgt spid="39943"/>
                                        </p:tgtEl>
                                        <p:attrNameLst>
                                          <p:attrName>ppt_w</p:attrName>
                                        </p:attrNameLst>
                                      </p:cBhvr>
                                      <p:tavLst>
                                        <p:tav tm="0">
                                          <p:val>
                                            <p:strVal val="#ppt_w*0.70"/>
                                          </p:val>
                                        </p:tav>
                                        <p:tav tm="100000">
                                          <p:val>
                                            <p:strVal val="#ppt_w"/>
                                          </p:val>
                                        </p:tav>
                                      </p:tavLst>
                                    </p:anim>
                                    <p:anim calcmode="lin" valueType="num">
                                      <p:cBhvr>
                                        <p:cTn id="20" dur="1000" fill="hold"/>
                                        <p:tgtEl>
                                          <p:spTgt spid="39943"/>
                                        </p:tgtEl>
                                        <p:attrNameLst>
                                          <p:attrName>ppt_h</p:attrName>
                                        </p:attrNameLst>
                                      </p:cBhvr>
                                      <p:tavLst>
                                        <p:tav tm="0">
                                          <p:val>
                                            <p:strVal val="#ppt_h"/>
                                          </p:val>
                                        </p:tav>
                                        <p:tav tm="100000">
                                          <p:val>
                                            <p:strVal val="#ppt_h"/>
                                          </p:val>
                                        </p:tav>
                                      </p:tavLst>
                                    </p:anim>
                                    <p:animEffect transition="in" filter="fade">
                                      <p:cBhvr>
                                        <p:cTn id="21" dur="1000"/>
                                        <p:tgtEl>
                                          <p:spTgt spid="399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4"/>
          <p:cNvSpPr>
            <a:spLocks noGrp="1" noChangeArrowheads="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a:spcBef>
                <a:spcPct val="0"/>
              </a:spcBef>
              <a:buFontTx/>
              <a:buNone/>
            </a:pPr>
            <a:fld id="{03D09195-18BA-4216-8181-9C6004F0925A}" type="datetime1">
              <a:rPr kumimoji="0" lang="zh-CN" altLang="en-US" sz="1200" smtClean="0">
                <a:solidFill>
                  <a:srgbClr val="000000"/>
                </a:solidFill>
                <a:ea typeface="宋体" panose="02010600030101010101" pitchFamily="2" charset="-122"/>
              </a:rPr>
            </a:fld>
            <a:endParaRPr kumimoji="0" lang="en-US" altLang="zh-CN" sz="1200">
              <a:solidFill>
                <a:srgbClr val="000000"/>
              </a:solidFill>
              <a:ea typeface="宋体" panose="02010600030101010101" pitchFamily="2" charset="-122"/>
            </a:endParaRPr>
          </a:p>
        </p:txBody>
      </p:sp>
      <p:graphicFrame>
        <p:nvGraphicFramePr>
          <p:cNvPr id="55299" name="Object 3"/>
          <p:cNvGraphicFramePr>
            <a:graphicFrameLocks noGrp="1" noChangeAspect="1"/>
          </p:cNvGraphicFramePr>
          <p:nvPr>
            <p:ph sz="half" idx="2"/>
          </p:nvPr>
        </p:nvGraphicFramePr>
        <p:xfrm>
          <a:off x="900113" y="0"/>
          <a:ext cx="5184775" cy="1030288"/>
        </p:xfrm>
        <a:graphic>
          <a:graphicData uri="http://schemas.openxmlformats.org/presentationml/2006/ole">
            <mc:AlternateContent xmlns:mc="http://schemas.openxmlformats.org/markup-compatibility/2006">
              <mc:Choice xmlns:v="urn:schemas-microsoft-com:vml" Requires="v">
                <p:oleObj spid="_x0000_s2" name="公式" r:id="rId1" imgW="2108200" imgH="419100" progId="Equation.3">
                  <p:embed/>
                </p:oleObj>
              </mc:Choice>
              <mc:Fallback>
                <p:oleObj name="公式" r:id="rId1" imgW="2108200" imgH="419100" progId="Equation.3">
                  <p:embed/>
                  <p:pic>
                    <p:nvPicPr>
                      <p:cNvPr id="0" name="Object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00113" y="0"/>
                        <a:ext cx="5184775" cy="1030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353284" name="Object 4"/>
          <p:cNvGraphicFramePr>
            <a:graphicFrameLocks noChangeAspect="1"/>
          </p:cNvGraphicFramePr>
          <p:nvPr/>
        </p:nvGraphicFramePr>
        <p:xfrm>
          <a:off x="683737" y="1226979"/>
          <a:ext cx="6536690" cy="997585"/>
        </p:xfrm>
        <a:graphic>
          <a:graphicData uri="http://schemas.openxmlformats.org/presentationml/2006/ole">
            <mc:AlternateContent xmlns:mc="http://schemas.openxmlformats.org/markup-compatibility/2006">
              <mc:Choice xmlns:v="urn:schemas-microsoft-com:vml" Requires="v">
                <p:oleObj spid="_x0000_s3" name="公式" r:id="rId3" imgW="3162300" imgH="482600" progId="Equation.3">
                  <p:embed/>
                </p:oleObj>
              </mc:Choice>
              <mc:Fallback>
                <p:oleObj name="公式" r:id="rId3" imgW="3162300" imgH="482600" progId="Equation.3">
                  <p:embed/>
                  <p:pic>
                    <p:nvPicPr>
                      <p:cNvPr id="0" name="Object 4"/>
                      <p:cNvPicPr>
                        <a:picLocks noChangeAspect="1" noChangeArrowheads="1"/>
                      </p:cNvPicPr>
                      <p:nvPr/>
                    </p:nvPicPr>
                    <p:blipFill>
                      <a:blip r:embed="rId4"/>
                      <a:srcRect/>
                      <a:stretch>
                        <a:fillRect/>
                      </a:stretch>
                    </p:blipFill>
                    <p:spPr bwMode="auto">
                      <a:xfrm>
                        <a:off x="683737" y="1226979"/>
                        <a:ext cx="6536690" cy="997585"/>
                      </a:xfrm>
                      <a:prstGeom prst="rect">
                        <a:avLst/>
                      </a:prstGeom>
                      <a:solidFill>
                        <a:schemeClr val="tx1"/>
                      </a:solidFill>
                      <a:ln>
                        <a:noFill/>
                      </a:ln>
                      <a:extLst>
                        <a:ext uri="{91240B29-F687-4F45-9708-019B960494DF}">
                          <a14:hiddenLine xmlns:a14="http://schemas.microsoft.com/office/drawing/2010/main" w="38100">
                            <a:solidFill>
                              <a:srgbClr val="FF0000"/>
                            </a:solidFill>
                            <a:miter lim="800000"/>
                            <a:headEnd/>
                            <a:tailEnd/>
                          </a14:hiddenLine>
                        </a:ext>
                      </a:extLst>
                    </p:spPr>
                  </p:pic>
                </p:oleObj>
              </mc:Fallback>
            </mc:AlternateContent>
          </a:graphicData>
        </a:graphic>
      </p:graphicFrame>
      <p:graphicFrame>
        <p:nvGraphicFramePr>
          <p:cNvPr id="8" name="Object 6"/>
          <p:cNvGraphicFramePr>
            <a:graphicFrameLocks noChangeAspect="1"/>
          </p:cNvGraphicFramePr>
          <p:nvPr/>
        </p:nvGraphicFramePr>
        <p:xfrm>
          <a:off x="1022985" y="3572510"/>
          <a:ext cx="2639695" cy="831850"/>
        </p:xfrm>
        <a:graphic>
          <a:graphicData uri="http://schemas.openxmlformats.org/presentationml/2006/ole">
            <mc:AlternateContent xmlns:mc="http://schemas.openxmlformats.org/markup-compatibility/2006">
              <mc:Choice xmlns:v="urn:schemas-microsoft-com:vml" Requires="v">
                <p:oleObj spid="_x0000_s9" name="公式" r:id="rId5" imgW="1358900" imgH="482600" progId="Equation.3">
                  <p:embed/>
                </p:oleObj>
              </mc:Choice>
              <mc:Fallback>
                <p:oleObj name="公式" r:id="rId5" imgW="1358900" imgH="482600" progId="Equation.3">
                  <p:embed/>
                  <p:pic>
                    <p:nvPicPr>
                      <p:cNvPr id="0" name="Object 6"/>
                      <p:cNvPicPr>
                        <a:picLocks noChangeAspect="1" noChangeArrowheads="1"/>
                      </p:cNvPicPr>
                      <p:nvPr/>
                    </p:nvPicPr>
                    <p:blipFill>
                      <a:blip r:embed="rId6"/>
                      <a:srcRect/>
                      <a:stretch>
                        <a:fillRect/>
                      </a:stretch>
                    </p:blipFill>
                    <p:spPr bwMode="auto">
                      <a:xfrm>
                        <a:off x="1022985" y="3572510"/>
                        <a:ext cx="2639695" cy="83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FF0000"/>
                            </a:solidFill>
                            <a:miter lim="800000"/>
                            <a:headEnd/>
                            <a:tailEnd/>
                          </a14:hiddenLine>
                        </a:ext>
                      </a:extLst>
                    </p:spPr>
                  </p:pic>
                </p:oleObj>
              </mc:Fallback>
            </mc:AlternateContent>
          </a:graphicData>
        </a:graphic>
      </p:graphicFrame>
      <p:graphicFrame>
        <p:nvGraphicFramePr>
          <p:cNvPr id="38925" name="Object 13"/>
          <p:cNvGraphicFramePr>
            <a:graphicFrameLocks noChangeAspect="1"/>
          </p:cNvGraphicFramePr>
          <p:nvPr/>
        </p:nvGraphicFramePr>
        <p:xfrm>
          <a:off x="899160" y="2420303"/>
          <a:ext cx="2874645" cy="826770"/>
        </p:xfrm>
        <a:graphic>
          <a:graphicData uri="http://schemas.openxmlformats.org/presentationml/2006/ole">
            <mc:AlternateContent xmlns:mc="http://schemas.openxmlformats.org/markup-compatibility/2006">
              <mc:Choice xmlns:v="urn:schemas-microsoft-com:vml" Requires="v">
                <p:oleObj spid="_x0000_s10" name="公式" r:id="rId7" imgW="1765300" imgH="508000" progId="Equation.3">
                  <p:embed/>
                </p:oleObj>
              </mc:Choice>
              <mc:Fallback>
                <p:oleObj name="公式" r:id="rId7" imgW="1765300" imgH="508000" progId="Equation.3">
                  <p:embed/>
                  <p:pic>
                    <p:nvPicPr>
                      <p:cNvPr id="0" name="Object 13"/>
                      <p:cNvPicPr>
                        <a:picLocks noChangeAspect="1" noChangeArrowheads="1"/>
                      </p:cNvPicPr>
                      <p:nvPr/>
                    </p:nvPicPr>
                    <p:blipFill>
                      <a:blip r:embed="rId8"/>
                      <a:srcRect/>
                      <a:stretch>
                        <a:fillRect/>
                      </a:stretch>
                    </p:blipFill>
                    <p:spPr bwMode="auto">
                      <a:xfrm>
                        <a:off x="899160" y="2420303"/>
                        <a:ext cx="2874645" cy="8267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aphicFrame>
        <p:nvGraphicFramePr>
          <p:cNvPr id="11" name="Object 13"/>
          <p:cNvGraphicFramePr>
            <a:graphicFrameLocks noChangeAspect="1"/>
          </p:cNvGraphicFramePr>
          <p:nvPr/>
        </p:nvGraphicFramePr>
        <p:xfrm>
          <a:off x="4870450" y="2536508"/>
          <a:ext cx="2771775" cy="826770"/>
        </p:xfrm>
        <a:graphic>
          <a:graphicData uri="http://schemas.openxmlformats.org/presentationml/2006/ole">
            <mc:AlternateContent xmlns:mc="http://schemas.openxmlformats.org/markup-compatibility/2006">
              <mc:Choice xmlns:v="urn:schemas-microsoft-com:vml" Requires="v">
                <p:oleObj spid="_x0000_s12" name="公式" r:id="rId9" imgW="1701800" imgH="508000" progId="Equation.3">
                  <p:embed/>
                </p:oleObj>
              </mc:Choice>
              <mc:Fallback>
                <p:oleObj name="公式" r:id="rId9" imgW="1701800" imgH="508000" progId="Equation.3">
                  <p:embed/>
                  <p:pic>
                    <p:nvPicPr>
                      <p:cNvPr id="0" name="Object 13"/>
                      <p:cNvPicPr>
                        <a:picLocks noChangeAspect="1" noChangeArrowheads="1"/>
                      </p:cNvPicPr>
                      <p:nvPr/>
                    </p:nvPicPr>
                    <p:blipFill>
                      <a:blip r:embed="rId10"/>
                      <a:srcRect/>
                      <a:stretch>
                        <a:fillRect/>
                      </a:stretch>
                    </p:blipFill>
                    <p:spPr bwMode="auto">
                      <a:xfrm>
                        <a:off x="4870450" y="2536508"/>
                        <a:ext cx="2771775" cy="8267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aphicFrame>
        <p:nvGraphicFramePr>
          <p:cNvPr id="38921" name="Object 9"/>
          <p:cNvGraphicFramePr>
            <a:graphicFrameLocks noChangeAspect="1"/>
          </p:cNvGraphicFramePr>
          <p:nvPr/>
        </p:nvGraphicFramePr>
        <p:xfrm>
          <a:off x="2182178" y="5372735"/>
          <a:ext cx="3347085" cy="953770"/>
        </p:xfrm>
        <a:graphic>
          <a:graphicData uri="http://schemas.openxmlformats.org/presentationml/2006/ole">
            <mc:AlternateContent xmlns:mc="http://schemas.openxmlformats.org/markup-compatibility/2006">
              <mc:Choice xmlns:v="urn:schemas-microsoft-com:vml" Requires="v">
                <p:oleObj spid="_x0000_s14" name="公式" r:id="rId11" imgW="2451100" imgH="698500" progId="Equation.3">
                  <p:embed/>
                </p:oleObj>
              </mc:Choice>
              <mc:Fallback>
                <p:oleObj name="公式" r:id="rId11" imgW="2451100" imgH="698500" progId="Equation.3">
                  <p:embed/>
                  <p:pic>
                    <p:nvPicPr>
                      <p:cNvPr id="0" name="Object 9"/>
                      <p:cNvPicPr>
                        <a:picLocks noChangeAspect="1" noChangeArrowheads="1"/>
                      </p:cNvPicPr>
                      <p:nvPr/>
                    </p:nvPicPr>
                    <p:blipFill>
                      <a:blip r:embed="rId12"/>
                      <a:srcRect/>
                      <a:stretch>
                        <a:fillRect/>
                      </a:stretch>
                    </p:blipFill>
                    <p:spPr bwMode="auto">
                      <a:xfrm>
                        <a:off x="2182178" y="5372735"/>
                        <a:ext cx="3347085" cy="9537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aphicFrame>
        <p:nvGraphicFramePr>
          <p:cNvPr id="38924" name="Object 12"/>
          <p:cNvGraphicFramePr>
            <a:graphicFrameLocks noChangeAspect="1"/>
          </p:cNvGraphicFramePr>
          <p:nvPr/>
        </p:nvGraphicFramePr>
        <p:xfrm>
          <a:off x="1043940" y="5589270"/>
          <a:ext cx="756285" cy="458470"/>
        </p:xfrm>
        <a:graphic>
          <a:graphicData uri="http://schemas.openxmlformats.org/presentationml/2006/ole">
            <mc:AlternateContent xmlns:mc="http://schemas.openxmlformats.org/markup-compatibility/2006">
              <mc:Choice xmlns:v="urn:schemas-microsoft-com:vml" Requires="v">
                <p:oleObj spid="_x0000_s15" name="公式" r:id="rId13" imgW="355600" imgH="215900" progId="Equation.3">
                  <p:embed/>
                </p:oleObj>
              </mc:Choice>
              <mc:Fallback>
                <p:oleObj name="公式" r:id="rId13" imgW="355600" imgH="215900" progId="Equation.3">
                  <p:embed/>
                  <p:pic>
                    <p:nvPicPr>
                      <p:cNvPr id="0" name="Object 12"/>
                      <p:cNvPicPr>
                        <a:picLocks noChangeAspect="1" noChangeArrowheads="1"/>
                      </p:cNvPicPr>
                      <p:nvPr/>
                    </p:nvPicPr>
                    <p:blipFill>
                      <a:blip r:embed="rId14"/>
                      <a:srcRect/>
                      <a:stretch>
                        <a:fillRect/>
                      </a:stretch>
                    </p:blipFill>
                    <p:spPr bwMode="auto">
                      <a:xfrm>
                        <a:off x="1043940" y="5589270"/>
                        <a:ext cx="756285" cy="4584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aphicFrame>
        <p:nvGraphicFramePr>
          <p:cNvPr id="16" name="Object 6"/>
          <p:cNvGraphicFramePr>
            <a:graphicFrameLocks noChangeAspect="1"/>
          </p:cNvGraphicFramePr>
          <p:nvPr/>
        </p:nvGraphicFramePr>
        <p:xfrm>
          <a:off x="755015" y="4652645"/>
          <a:ext cx="5186045" cy="541020"/>
        </p:xfrm>
        <a:graphic>
          <a:graphicData uri="http://schemas.openxmlformats.org/presentationml/2006/ole">
            <mc:AlternateContent xmlns:mc="http://schemas.openxmlformats.org/markup-compatibility/2006">
              <mc:Choice xmlns:v="urn:schemas-microsoft-com:vml" Requires="v">
                <p:oleObj spid="_x0000_s17" name="公式" r:id="rId15" imgW="2806700" imgH="482600" progId="Equation.3">
                  <p:embed/>
                </p:oleObj>
              </mc:Choice>
              <mc:Fallback>
                <p:oleObj name="公式" r:id="rId15" imgW="2806700" imgH="482600" progId="Equation.3">
                  <p:embed/>
                  <p:pic>
                    <p:nvPicPr>
                      <p:cNvPr id="0" name="Object 6"/>
                      <p:cNvPicPr>
                        <a:picLocks noChangeAspect="1" noChangeArrowheads="1"/>
                      </p:cNvPicPr>
                      <p:nvPr/>
                    </p:nvPicPr>
                    <p:blipFill>
                      <a:blip r:embed="rId16"/>
                      <a:srcRect/>
                      <a:stretch>
                        <a:fillRect/>
                      </a:stretch>
                    </p:blipFill>
                    <p:spPr bwMode="auto">
                      <a:xfrm>
                        <a:off x="755015" y="4652645"/>
                        <a:ext cx="5186045" cy="541020"/>
                      </a:xfrm>
                      <a:prstGeom prst="rect">
                        <a:avLst/>
                      </a:prstGeom>
                      <a:gradFill>
                        <a:gsLst>
                          <a:gs pos="25000">
                            <a:srgbClr val="FFD83A"/>
                          </a:gs>
                          <a:gs pos="75000">
                            <a:srgbClr val="FFFD6D"/>
                          </a:gs>
                          <a:gs pos="0">
                            <a:srgbClr val="F8C334"/>
                          </a:gs>
                          <a:gs pos="100000">
                            <a:srgbClr val="FFFEB8"/>
                          </a:gs>
                        </a:gsLst>
                        <a:lin ang="18900000" scaled="1"/>
                      </a:gradFill>
                      <a:ln>
                        <a:gradFill>
                          <a:gsLst>
                            <a:gs pos="51300">
                              <a:srgbClr val="FE5F4A"/>
                            </a:gs>
                            <a:gs pos="0">
                              <a:srgbClr val="DF0303"/>
                            </a:gs>
                            <a:gs pos="100000">
                              <a:srgbClr val="FEA06E"/>
                            </a:gs>
                          </a:gsLst>
                          <a:lin ang="5400000" scaled="0"/>
                        </a:grad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spTree>
    <p:custDataLst>
      <p:tags r:id="rId17"/>
    </p:custDataLst>
  </p:cSld>
  <p:clrMapOvr>
    <a:masterClrMapping/>
  </p:clrMapOvr>
  <mc:AlternateContent xmlns:mc="http://schemas.openxmlformats.org/markup-compatibility/2006">
    <mc:Choice xmlns:p14="http://schemas.microsoft.com/office/powerpoint/2010/main" Requires="p14">
      <p:transition spd="slow" p14:dur="2000" advTm="16220"/>
    </mc:Choice>
    <mc:Fallback>
      <p:transition spd="slow" advTm="1622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4" fill="hold" nodeType="clickEffect">
                                  <p:stCondLst>
                                    <p:cond delay="0"/>
                                  </p:stCondLst>
                                  <p:childTnLst>
                                    <p:set>
                                      <p:cBhvr>
                                        <p:cTn id="6" dur="1" fill="hold">
                                          <p:stCondLst>
                                            <p:cond delay="0"/>
                                          </p:stCondLst>
                                        </p:cTn>
                                        <p:tgtEl>
                                          <p:spTgt spid="353284"/>
                                        </p:tgtEl>
                                        <p:attrNameLst>
                                          <p:attrName>style.visibility</p:attrName>
                                        </p:attrNameLst>
                                      </p:cBhvr>
                                      <p:to>
                                        <p:strVal val="visible"/>
                                      </p:to>
                                    </p:set>
                                    <p:animEffect transition="in" filter="wheel(4)">
                                      <p:cBhvr>
                                        <p:cTn id="7" dur="500"/>
                                        <p:tgtEl>
                                          <p:spTgt spid="353284"/>
                                        </p:tgtEl>
                                      </p:cBhvr>
                                    </p:animEffect>
                                  </p:childTnLst>
                                </p:cTn>
                              </p:par>
                            </p:childTnLst>
                          </p:cTn>
                        </p:par>
                      </p:childTnLst>
                    </p:cTn>
                  </p:par>
                  <p:par>
                    <p:cTn id="8" fill="hold">
                      <p:stCondLst>
                        <p:cond delay="indefinite"/>
                      </p:stCondLst>
                      <p:childTnLst>
                        <p:par>
                          <p:cTn id="9" fill="hold">
                            <p:stCondLst>
                              <p:cond delay="0"/>
                            </p:stCondLst>
                            <p:childTnLst>
                              <p:par>
                                <p:cTn id="10" presetID="55" presetClass="entr" presetSubtype="0" fill="hold" nodeType="clickEffect">
                                  <p:stCondLst>
                                    <p:cond delay="0"/>
                                  </p:stCondLst>
                                  <p:childTnLst>
                                    <p:set>
                                      <p:cBhvr>
                                        <p:cTn id="11" dur="1" fill="hold">
                                          <p:stCondLst>
                                            <p:cond delay="0"/>
                                          </p:stCondLst>
                                        </p:cTn>
                                        <p:tgtEl>
                                          <p:spTgt spid="38925"/>
                                        </p:tgtEl>
                                        <p:attrNameLst>
                                          <p:attrName>style.visibility</p:attrName>
                                        </p:attrNameLst>
                                      </p:cBhvr>
                                      <p:to>
                                        <p:strVal val="visible"/>
                                      </p:to>
                                    </p:set>
                                    <p:anim calcmode="lin" valueType="num">
                                      <p:cBhvr>
                                        <p:cTn id="12" dur="1000" fill="hold"/>
                                        <p:tgtEl>
                                          <p:spTgt spid="38925"/>
                                        </p:tgtEl>
                                        <p:attrNameLst>
                                          <p:attrName>ppt_w</p:attrName>
                                        </p:attrNameLst>
                                      </p:cBhvr>
                                      <p:tavLst>
                                        <p:tav tm="0">
                                          <p:val>
                                            <p:strVal val="#ppt_w*0.70"/>
                                          </p:val>
                                        </p:tav>
                                        <p:tav tm="100000">
                                          <p:val>
                                            <p:strVal val="#ppt_w"/>
                                          </p:val>
                                        </p:tav>
                                      </p:tavLst>
                                    </p:anim>
                                    <p:anim calcmode="lin" valueType="num">
                                      <p:cBhvr>
                                        <p:cTn id="13" dur="1000" fill="hold"/>
                                        <p:tgtEl>
                                          <p:spTgt spid="38925"/>
                                        </p:tgtEl>
                                        <p:attrNameLst>
                                          <p:attrName>ppt_h</p:attrName>
                                        </p:attrNameLst>
                                      </p:cBhvr>
                                      <p:tavLst>
                                        <p:tav tm="0">
                                          <p:val>
                                            <p:strVal val="#ppt_h"/>
                                          </p:val>
                                        </p:tav>
                                        <p:tav tm="100000">
                                          <p:val>
                                            <p:strVal val="#ppt_h"/>
                                          </p:val>
                                        </p:tav>
                                      </p:tavLst>
                                    </p:anim>
                                    <p:animEffect transition="in" filter="fade">
                                      <p:cBhvr>
                                        <p:cTn id="14" dur="1000"/>
                                        <p:tgtEl>
                                          <p:spTgt spid="38925"/>
                                        </p:tgtEl>
                                      </p:cBhvr>
                                    </p:animEffect>
                                  </p:childTnLst>
                                </p:cTn>
                              </p:par>
                            </p:childTnLst>
                          </p:cTn>
                        </p:par>
                      </p:childTnLst>
                    </p:cTn>
                  </p:par>
                  <p:par>
                    <p:cTn id="15" fill="hold">
                      <p:stCondLst>
                        <p:cond delay="indefinite"/>
                      </p:stCondLst>
                      <p:childTnLst>
                        <p:par>
                          <p:cTn id="16" fill="hold">
                            <p:stCondLst>
                              <p:cond delay="0"/>
                            </p:stCondLst>
                            <p:childTnLst>
                              <p:par>
                                <p:cTn id="17" presetID="55" presetClass="entr" presetSubtype="0" fill="hold" nodeType="clickEffect">
                                  <p:stCondLst>
                                    <p:cond delay="0"/>
                                  </p:stCondLst>
                                  <p:childTnLst>
                                    <p:set>
                                      <p:cBhvr>
                                        <p:cTn id="18" dur="1" fill="hold">
                                          <p:stCondLst>
                                            <p:cond delay="0"/>
                                          </p:stCondLst>
                                        </p:cTn>
                                        <p:tgtEl>
                                          <p:spTgt spid="11"/>
                                        </p:tgtEl>
                                        <p:attrNameLst>
                                          <p:attrName>style.visibility</p:attrName>
                                        </p:attrNameLst>
                                      </p:cBhvr>
                                      <p:to>
                                        <p:strVal val="visible"/>
                                      </p:to>
                                    </p:set>
                                    <p:anim calcmode="lin" valueType="num">
                                      <p:cBhvr>
                                        <p:cTn id="19" dur="1000" fill="hold"/>
                                        <p:tgtEl>
                                          <p:spTgt spid="11"/>
                                        </p:tgtEl>
                                        <p:attrNameLst>
                                          <p:attrName>ppt_w</p:attrName>
                                        </p:attrNameLst>
                                      </p:cBhvr>
                                      <p:tavLst>
                                        <p:tav tm="0">
                                          <p:val>
                                            <p:strVal val="#ppt_w*0.70"/>
                                          </p:val>
                                        </p:tav>
                                        <p:tav tm="100000">
                                          <p:val>
                                            <p:strVal val="#ppt_w"/>
                                          </p:val>
                                        </p:tav>
                                      </p:tavLst>
                                    </p:anim>
                                    <p:anim calcmode="lin" valueType="num">
                                      <p:cBhvr>
                                        <p:cTn id="20" dur="1000" fill="hold"/>
                                        <p:tgtEl>
                                          <p:spTgt spid="11"/>
                                        </p:tgtEl>
                                        <p:attrNameLst>
                                          <p:attrName>ppt_h</p:attrName>
                                        </p:attrNameLst>
                                      </p:cBhvr>
                                      <p:tavLst>
                                        <p:tav tm="0">
                                          <p:val>
                                            <p:strVal val="#ppt_h"/>
                                          </p:val>
                                        </p:tav>
                                        <p:tav tm="100000">
                                          <p:val>
                                            <p:strVal val="#ppt_h"/>
                                          </p:val>
                                        </p:tav>
                                      </p:tavLst>
                                    </p:anim>
                                    <p:animEffect transition="in" filter="fade">
                                      <p:cBhvr>
                                        <p:cTn id="21" dur="1000"/>
                                        <p:tgtEl>
                                          <p:spTgt spid="11"/>
                                        </p:tgtEl>
                                      </p:cBhvr>
                                    </p:animEffec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8"/>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55" presetClass="entr" presetSubtype="0" fill="hold" nodeType="clickEffect">
                                  <p:stCondLst>
                                    <p:cond delay="0"/>
                                  </p:stCondLst>
                                  <p:childTnLst>
                                    <p:set>
                                      <p:cBhvr>
                                        <p:cTn id="29" dur="1" fill="hold">
                                          <p:stCondLst>
                                            <p:cond delay="0"/>
                                          </p:stCondLst>
                                        </p:cTn>
                                        <p:tgtEl>
                                          <p:spTgt spid="16"/>
                                        </p:tgtEl>
                                        <p:attrNameLst>
                                          <p:attrName>style.visibility</p:attrName>
                                        </p:attrNameLst>
                                      </p:cBhvr>
                                      <p:to>
                                        <p:strVal val="visible"/>
                                      </p:to>
                                    </p:set>
                                    <p:anim calcmode="lin" valueType="num">
                                      <p:cBhvr>
                                        <p:cTn id="30" dur="1000" fill="hold"/>
                                        <p:tgtEl>
                                          <p:spTgt spid="16"/>
                                        </p:tgtEl>
                                        <p:attrNameLst>
                                          <p:attrName>ppt_w</p:attrName>
                                        </p:attrNameLst>
                                      </p:cBhvr>
                                      <p:tavLst>
                                        <p:tav tm="0">
                                          <p:val>
                                            <p:strVal val="#ppt_w*0.70"/>
                                          </p:val>
                                        </p:tav>
                                        <p:tav tm="100000">
                                          <p:val>
                                            <p:strVal val="#ppt_w"/>
                                          </p:val>
                                        </p:tav>
                                      </p:tavLst>
                                    </p:anim>
                                    <p:anim calcmode="lin" valueType="num">
                                      <p:cBhvr>
                                        <p:cTn id="31" dur="1000" fill="hold"/>
                                        <p:tgtEl>
                                          <p:spTgt spid="16"/>
                                        </p:tgtEl>
                                        <p:attrNameLst>
                                          <p:attrName>ppt_h</p:attrName>
                                        </p:attrNameLst>
                                      </p:cBhvr>
                                      <p:tavLst>
                                        <p:tav tm="0">
                                          <p:val>
                                            <p:strVal val="#ppt_h"/>
                                          </p:val>
                                        </p:tav>
                                        <p:tav tm="100000">
                                          <p:val>
                                            <p:strVal val="#ppt_h"/>
                                          </p:val>
                                        </p:tav>
                                      </p:tavLst>
                                    </p:anim>
                                    <p:animEffect transition="in" filter="fade">
                                      <p:cBhvr>
                                        <p:cTn id="32" dur="1000"/>
                                        <p:tgtEl>
                                          <p:spTgt spid="16"/>
                                        </p:tgtEl>
                                      </p:cBhvr>
                                    </p:animEffect>
                                  </p:childTnLst>
                                </p:cTn>
                              </p:par>
                            </p:childTnLst>
                          </p:cTn>
                        </p:par>
                      </p:childTnLst>
                    </p:cTn>
                  </p:par>
                  <p:par>
                    <p:cTn id="33" fill="hold">
                      <p:stCondLst>
                        <p:cond delay="indefinite"/>
                      </p:stCondLst>
                      <p:childTnLst>
                        <p:par>
                          <p:cTn id="34" fill="hold">
                            <p:stCondLst>
                              <p:cond delay="0"/>
                            </p:stCondLst>
                            <p:childTnLst>
                              <p:par>
                                <p:cTn id="35" presetID="55" presetClass="entr" presetSubtype="0" fill="hold" nodeType="clickEffect">
                                  <p:stCondLst>
                                    <p:cond delay="0"/>
                                  </p:stCondLst>
                                  <p:childTnLst>
                                    <p:set>
                                      <p:cBhvr>
                                        <p:cTn id="36" dur="1" fill="hold">
                                          <p:stCondLst>
                                            <p:cond delay="0"/>
                                          </p:stCondLst>
                                        </p:cTn>
                                        <p:tgtEl>
                                          <p:spTgt spid="38924"/>
                                        </p:tgtEl>
                                        <p:attrNameLst>
                                          <p:attrName>style.visibility</p:attrName>
                                        </p:attrNameLst>
                                      </p:cBhvr>
                                      <p:to>
                                        <p:strVal val="visible"/>
                                      </p:to>
                                    </p:set>
                                    <p:anim calcmode="lin" valueType="num">
                                      <p:cBhvr>
                                        <p:cTn id="37" dur="1000" fill="hold"/>
                                        <p:tgtEl>
                                          <p:spTgt spid="38924"/>
                                        </p:tgtEl>
                                        <p:attrNameLst>
                                          <p:attrName>ppt_w</p:attrName>
                                        </p:attrNameLst>
                                      </p:cBhvr>
                                      <p:tavLst>
                                        <p:tav tm="0">
                                          <p:val>
                                            <p:strVal val="#ppt_w*0.70"/>
                                          </p:val>
                                        </p:tav>
                                        <p:tav tm="100000">
                                          <p:val>
                                            <p:strVal val="#ppt_w"/>
                                          </p:val>
                                        </p:tav>
                                      </p:tavLst>
                                    </p:anim>
                                    <p:anim calcmode="lin" valueType="num">
                                      <p:cBhvr>
                                        <p:cTn id="38" dur="1000" fill="hold"/>
                                        <p:tgtEl>
                                          <p:spTgt spid="38924"/>
                                        </p:tgtEl>
                                        <p:attrNameLst>
                                          <p:attrName>ppt_h</p:attrName>
                                        </p:attrNameLst>
                                      </p:cBhvr>
                                      <p:tavLst>
                                        <p:tav tm="0">
                                          <p:val>
                                            <p:strVal val="#ppt_h"/>
                                          </p:val>
                                        </p:tav>
                                        <p:tav tm="100000">
                                          <p:val>
                                            <p:strVal val="#ppt_h"/>
                                          </p:val>
                                        </p:tav>
                                      </p:tavLst>
                                    </p:anim>
                                    <p:animEffect transition="in" filter="fade">
                                      <p:cBhvr>
                                        <p:cTn id="39" dur="1000"/>
                                        <p:tgtEl>
                                          <p:spTgt spid="38924"/>
                                        </p:tgtEl>
                                      </p:cBhvr>
                                    </p:animEffect>
                                  </p:childTnLst>
                                </p:cTn>
                              </p:par>
                            </p:childTnLst>
                          </p:cTn>
                        </p:par>
                      </p:childTnLst>
                    </p:cTn>
                  </p:par>
                  <p:par>
                    <p:cTn id="40" fill="hold">
                      <p:stCondLst>
                        <p:cond delay="indefinite"/>
                      </p:stCondLst>
                      <p:childTnLst>
                        <p:par>
                          <p:cTn id="41" fill="hold">
                            <p:stCondLst>
                              <p:cond delay="0"/>
                            </p:stCondLst>
                            <p:childTnLst>
                              <p:par>
                                <p:cTn id="42" presetID="55" presetClass="entr" presetSubtype="0" fill="hold" nodeType="clickEffect">
                                  <p:stCondLst>
                                    <p:cond delay="0"/>
                                  </p:stCondLst>
                                  <p:childTnLst>
                                    <p:set>
                                      <p:cBhvr>
                                        <p:cTn id="43" dur="1" fill="hold">
                                          <p:stCondLst>
                                            <p:cond delay="0"/>
                                          </p:stCondLst>
                                        </p:cTn>
                                        <p:tgtEl>
                                          <p:spTgt spid="38921"/>
                                        </p:tgtEl>
                                        <p:attrNameLst>
                                          <p:attrName>style.visibility</p:attrName>
                                        </p:attrNameLst>
                                      </p:cBhvr>
                                      <p:to>
                                        <p:strVal val="visible"/>
                                      </p:to>
                                    </p:set>
                                    <p:anim calcmode="lin" valueType="num">
                                      <p:cBhvr>
                                        <p:cTn id="44" dur="1000" fill="hold"/>
                                        <p:tgtEl>
                                          <p:spTgt spid="38921"/>
                                        </p:tgtEl>
                                        <p:attrNameLst>
                                          <p:attrName>ppt_w</p:attrName>
                                        </p:attrNameLst>
                                      </p:cBhvr>
                                      <p:tavLst>
                                        <p:tav tm="0">
                                          <p:val>
                                            <p:strVal val="#ppt_w*0.70"/>
                                          </p:val>
                                        </p:tav>
                                        <p:tav tm="100000">
                                          <p:val>
                                            <p:strVal val="#ppt_w"/>
                                          </p:val>
                                        </p:tav>
                                      </p:tavLst>
                                    </p:anim>
                                    <p:anim calcmode="lin" valueType="num">
                                      <p:cBhvr>
                                        <p:cTn id="45" dur="1000" fill="hold"/>
                                        <p:tgtEl>
                                          <p:spTgt spid="38921"/>
                                        </p:tgtEl>
                                        <p:attrNameLst>
                                          <p:attrName>ppt_h</p:attrName>
                                        </p:attrNameLst>
                                      </p:cBhvr>
                                      <p:tavLst>
                                        <p:tav tm="0">
                                          <p:val>
                                            <p:strVal val="#ppt_h"/>
                                          </p:val>
                                        </p:tav>
                                        <p:tav tm="100000">
                                          <p:val>
                                            <p:strVal val="#ppt_h"/>
                                          </p:val>
                                        </p:tav>
                                      </p:tavLst>
                                    </p:anim>
                                    <p:animEffect transition="in" filter="fade">
                                      <p:cBhvr>
                                        <p:cTn id="46" dur="1000"/>
                                        <p:tgtEl>
                                          <p:spTgt spid="389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4"/>
          <p:cNvSpPr>
            <a:spLocks noGrp="1" noChangeArrowheads="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a:spcBef>
                <a:spcPct val="0"/>
              </a:spcBef>
              <a:buFontTx/>
              <a:buNone/>
            </a:pPr>
            <a:fld id="{7C03F118-5EF1-43DC-A052-38038B42639C}" type="datetime1">
              <a:rPr kumimoji="0" lang="zh-CN" altLang="en-US" sz="1200" smtClean="0">
                <a:solidFill>
                  <a:srgbClr val="000000"/>
                </a:solidFill>
                <a:ea typeface="宋体" panose="02010600030101010101" pitchFamily="2" charset="-122"/>
              </a:rPr>
            </a:fld>
            <a:endParaRPr kumimoji="0" lang="en-US" altLang="zh-CN" sz="1200">
              <a:solidFill>
                <a:srgbClr val="000000"/>
              </a:solidFill>
              <a:ea typeface="宋体" panose="02010600030101010101" pitchFamily="2" charset="-122"/>
            </a:endParaRPr>
          </a:p>
        </p:txBody>
      </p:sp>
      <p:graphicFrame>
        <p:nvGraphicFramePr>
          <p:cNvPr id="354307" name="Object 3"/>
          <p:cNvGraphicFramePr>
            <a:graphicFrameLocks noGrp="1" noChangeAspect="1"/>
          </p:cNvGraphicFramePr>
          <p:nvPr>
            <p:ph sz="half" idx="2"/>
          </p:nvPr>
        </p:nvGraphicFramePr>
        <p:xfrm>
          <a:off x="972185" y="44450"/>
          <a:ext cx="6172200" cy="2522220"/>
        </p:xfrm>
        <a:graphic>
          <a:graphicData uri="http://schemas.openxmlformats.org/presentationml/2006/ole">
            <mc:AlternateContent xmlns:mc="http://schemas.openxmlformats.org/markup-compatibility/2006">
              <mc:Choice xmlns:v="urn:schemas-microsoft-com:vml" Requires="v">
                <p:oleObj spid="_x0000_s2" name="公式" r:id="rId1" imgW="2413000" imgH="1117600" progId="Equation.3">
                  <p:embed/>
                </p:oleObj>
              </mc:Choice>
              <mc:Fallback>
                <p:oleObj name="公式" r:id="rId1" imgW="2413000" imgH="1117600" progId="Equation.3">
                  <p:embed/>
                  <p:pic>
                    <p:nvPicPr>
                      <p:cNvPr id="0" name="Object 3"/>
                      <p:cNvPicPr>
                        <a:picLocks noChangeAspect="1" noChangeArrowheads="1"/>
                      </p:cNvPicPr>
                      <p:nvPr/>
                    </p:nvPicPr>
                    <p:blipFill>
                      <a:blip r:embed="rId2"/>
                      <a:srcRect/>
                      <a:stretch>
                        <a:fillRect/>
                      </a:stretch>
                    </p:blipFill>
                    <p:spPr bwMode="auto">
                      <a:xfrm>
                        <a:off x="972185" y="44450"/>
                        <a:ext cx="6172200" cy="25222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3" name="Object 3"/>
          <p:cNvGraphicFramePr>
            <a:graphicFrameLocks noChangeAspect="1"/>
          </p:cNvGraphicFramePr>
          <p:nvPr/>
        </p:nvGraphicFramePr>
        <p:xfrm>
          <a:off x="1619250" y="4149090"/>
          <a:ext cx="7423150" cy="1582420"/>
        </p:xfrm>
        <a:graphic>
          <a:graphicData uri="http://schemas.openxmlformats.org/presentationml/2006/ole">
            <mc:AlternateContent xmlns:mc="http://schemas.openxmlformats.org/markup-compatibility/2006">
              <mc:Choice xmlns:v="urn:schemas-microsoft-com:vml" Requires="v">
                <p:oleObj spid="_x0000_s4" name="公式" r:id="rId3" imgW="3632200" imgH="914400" progId="Equation.3">
                  <p:embed/>
                </p:oleObj>
              </mc:Choice>
              <mc:Fallback>
                <p:oleObj name="公式" r:id="rId3" imgW="3632200" imgH="914400" progId="Equation.3">
                  <p:embed/>
                  <p:pic>
                    <p:nvPicPr>
                      <p:cNvPr id="0" name="Object 3"/>
                      <p:cNvPicPr>
                        <a:picLocks noChangeAspect="1" noChangeArrowheads="1"/>
                      </p:cNvPicPr>
                      <p:nvPr/>
                    </p:nvPicPr>
                    <p:blipFill>
                      <a:blip r:embed="rId4"/>
                      <a:srcRect/>
                      <a:stretch>
                        <a:fillRect/>
                      </a:stretch>
                    </p:blipFill>
                    <p:spPr bwMode="auto">
                      <a:xfrm>
                        <a:off x="1619250" y="4149090"/>
                        <a:ext cx="7423150" cy="1582420"/>
                      </a:xfrm>
                      <a:prstGeom prst="rect">
                        <a:avLst/>
                      </a:prstGeom>
                      <a:solidFill>
                        <a:schemeClr val="tx1"/>
                      </a:solidFill>
                      <a:ln w="12700">
                        <a:solidFill>
                          <a:srgbClr val="C0C0C0"/>
                        </a:solidFill>
                        <a:miter lim="800000"/>
                        <a:headEnd/>
                        <a:tailEnd/>
                      </a:ln>
                      <a:effectLst>
                        <a:outerShdw dist="35921" dir="2700000" algn="ctr" rotWithShape="0">
                          <a:srgbClr val="808080">
                            <a:alpha val="74997"/>
                          </a:srgbClr>
                        </a:outerShdw>
                      </a:effectLst>
                    </p:spPr>
                  </p:pic>
                </p:oleObj>
              </mc:Fallback>
            </mc:AlternateContent>
          </a:graphicData>
        </a:graphic>
      </p:graphicFrame>
      <p:graphicFrame>
        <p:nvGraphicFramePr>
          <p:cNvPr id="5" name="Object 4"/>
          <p:cNvGraphicFramePr>
            <a:graphicFrameLocks noChangeAspect="1"/>
          </p:cNvGraphicFramePr>
          <p:nvPr/>
        </p:nvGraphicFramePr>
        <p:xfrm>
          <a:off x="683895" y="4292600"/>
          <a:ext cx="1329055" cy="390525"/>
        </p:xfrm>
        <a:graphic>
          <a:graphicData uri="http://schemas.openxmlformats.org/presentationml/2006/ole">
            <mc:AlternateContent xmlns:mc="http://schemas.openxmlformats.org/markup-compatibility/2006">
              <mc:Choice xmlns:v="urn:schemas-microsoft-com:vml" Requires="v">
                <p:oleObj spid="_x0000_s6" name="公式" r:id="rId5" imgW="558800" imgH="203200" progId="Equation.3">
                  <p:embed/>
                </p:oleObj>
              </mc:Choice>
              <mc:Fallback>
                <p:oleObj name="公式" r:id="rId5" imgW="558800" imgH="203200" progId="Equation.3">
                  <p:embed/>
                  <p:pic>
                    <p:nvPicPr>
                      <p:cNvPr id="0"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83895" y="4292600"/>
                        <a:ext cx="1329055" cy="390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a:solidFill>
                              <a:srgbClr val="FF0000"/>
                            </a:solidFill>
                            <a:miter lim="800000"/>
                            <a:headEnd/>
                            <a:tailEnd/>
                          </a14:hiddenLine>
                        </a:ext>
                      </a:extLst>
                    </p:spPr>
                  </p:pic>
                </p:oleObj>
              </mc:Fallback>
            </mc:AlternateContent>
          </a:graphicData>
        </a:graphic>
      </p:graphicFrame>
      <p:sp>
        <p:nvSpPr>
          <p:cNvPr id="8" name="墨迹 3"/>
          <p:cNvSpPr/>
          <p:nvPr/>
        </p:nvSpPr>
        <p:spPr bwMode="auto">
          <a:xfrm>
            <a:off x="3526200" y="1770840"/>
            <a:ext cx="3061800" cy="3857760"/>
          </a:xfrm>
        </p:spPr>
      </p:sp>
      <p:graphicFrame>
        <p:nvGraphicFramePr>
          <p:cNvPr id="11" name="Object 3"/>
          <p:cNvGraphicFramePr>
            <a:graphicFrameLocks noGrp="1" noChangeAspect="1"/>
          </p:cNvGraphicFramePr>
          <p:nvPr/>
        </p:nvGraphicFramePr>
        <p:xfrm>
          <a:off x="2412365" y="2566670"/>
          <a:ext cx="4843145" cy="1021715"/>
        </p:xfrm>
        <a:graphic>
          <a:graphicData uri="http://schemas.openxmlformats.org/presentationml/2006/ole">
            <mc:AlternateContent xmlns:mc="http://schemas.openxmlformats.org/markup-compatibility/2006">
              <mc:Choice xmlns:v="urn:schemas-microsoft-com:vml" Requires="v">
                <p:oleObj spid="_x0000_s12" name="公式" r:id="rId7" imgW="2019300" imgH="482600" progId="Equation.3">
                  <p:embed/>
                </p:oleObj>
              </mc:Choice>
              <mc:Fallback>
                <p:oleObj name="公式" r:id="rId7" imgW="2019300" imgH="482600" progId="Equation.3">
                  <p:embed/>
                  <p:pic>
                    <p:nvPicPr>
                      <p:cNvPr id="0" name="Object 3"/>
                      <p:cNvPicPr>
                        <a:picLocks noChangeAspect="1" noChangeArrowheads="1"/>
                      </p:cNvPicPr>
                      <p:nvPr/>
                    </p:nvPicPr>
                    <p:blipFill>
                      <a:blip r:embed="rId8"/>
                      <a:srcRect/>
                      <a:stretch>
                        <a:fillRect/>
                      </a:stretch>
                    </p:blipFill>
                    <p:spPr bwMode="auto">
                      <a:xfrm>
                        <a:off x="2412365" y="2566670"/>
                        <a:ext cx="4843145" cy="102171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7150">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Tree>
    <p:custDataLst>
      <p:tags r:id="rId9"/>
    </p:custDataLst>
  </p:cSld>
  <p:clrMapOvr>
    <a:masterClrMapping/>
  </p:clrMapOvr>
  <mc:AlternateContent xmlns:mc="http://schemas.openxmlformats.org/markup-compatibility/2006">
    <mc:Choice xmlns:p14="http://schemas.microsoft.com/office/powerpoint/2010/main" Requires="p14">
      <p:transition spd="slow" p14:dur="2000" advTm="75784"/>
    </mc:Choice>
    <mc:Fallback>
      <p:transition spd="slow" advTm="75784"/>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5" presetClass="entr" presetSubtype="0" fill="hold" nodeType="afterEffect">
                                  <p:stCondLst>
                                    <p:cond delay="0"/>
                                  </p:stCondLst>
                                  <p:childTnLst>
                                    <p:set>
                                      <p:cBhvr>
                                        <p:cTn id="6" dur="1" fill="hold">
                                          <p:stCondLst>
                                            <p:cond delay="0"/>
                                          </p:stCondLst>
                                        </p:cTn>
                                        <p:tgtEl>
                                          <p:spTgt spid="354307"/>
                                        </p:tgtEl>
                                        <p:attrNameLst>
                                          <p:attrName>style.visibility</p:attrName>
                                        </p:attrNameLst>
                                      </p:cBhvr>
                                      <p:to>
                                        <p:strVal val="visible"/>
                                      </p:to>
                                    </p:set>
                                    <p:anim calcmode="lin" valueType="num">
                                      <p:cBhvr>
                                        <p:cTn id="7" dur="1000" fill="hold"/>
                                        <p:tgtEl>
                                          <p:spTgt spid="354307"/>
                                        </p:tgtEl>
                                        <p:attrNameLst>
                                          <p:attrName>ppt_w</p:attrName>
                                        </p:attrNameLst>
                                      </p:cBhvr>
                                      <p:tavLst>
                                        <p:tav tm="0">
                                          <p:val>
                                            <p:strVal val="#ppt_w*0.70"/>
                                          </p:val>
                                        </p:tav>
                                        <p:tav tm="100000">
                                          <p:val>
                                            <p:strVal val="#ppt_w"/>
                                          </p:val>
                                        </p:tav>
                                      </p:tavLst>
                                    </p:anim>
                                    <p:anim calcmode="lin" valueType="num">
                                      <p:cBhvr>
                                        <p:cTn id="8" dur="1000" fill="hold"/>
                                        <p:tgtEl>
                                          <p:spTgt spid="354307"/>
                                        </p:tgtEl>
                                        <p:attrNameLst>
                                          <p:attrName>ppt_h</p:attrName>
                                        </p:attrNameLst>
                                      </p:cBhvr>
                                      <p:tavLst>
                                        <p:tav tm="0">
                                          <p:val>
                                            <p:strVal val="#ppt_h"/>
                                          </p:val>
                                        </p:tav>
                                        <p:tav tm="100000">
                                          <p:val>
                                            <p:strVal val="#ppt_h"/>
                                          </p:val>
                                        </p:tav>
                                      </p:tavLst>
                                    </p:anim>
                                    <p:animEffect transition="in" filter="fade">
                                      <p:cBhvr>
                                        <p:cTn id="9" dur="1000"/>
                                        <p:tgtEl>
                                          <p:spTgt spid="354307"/>
                                        </p:tgtEl>
                                      </p:cBhvr>
                                    </p:animEffect>
                                  </p:childTnLst>
                                </p:cTn>
                              </p:par>
                            </p:childTnLst>
                          </p:cTn>
                        </p:par>
                      </p:childTnLst>
                    </p:cTn>
                  </p:par>
                  <p:par>
                    <p:cTn id="10" fill="hold">
                      <p:stCondLst>
                        <p:cond delay="indefinite"/>
                      </p:stCondLst>
                      <p:childTnLst>
                        <p:par>
                          <p:cTn id="11" fill="hold">
                            <p:stCondLst>
                              <p:cond delay="0"/>
                            </p:stCondLst>
                            <p:childTnLst>
                              <p:par>
                                <p:cTn id="12" presetID="55" presetClass="entr" presetSubtype="0" fill="hold" nodeType="clickEffect">
                                  <p:stCondLst>
                                    <p:cond delay="0"/>
                                  </p:stCondLst>
                                  <p:childTnLst>
                                    <p:set>
                                      <p:cBhvr>
                                        <p:cTn id="13" dur="1" fill="hold">
                                          <p:stCondLst>
                                            <p:cond delay="0"/>
                                          </p:stCondLst>
                                        </p:cTn>
                                        <p:tgtEl>
                                          <p:spTgt spid="11"/>
                                        </p:tgtEl>
                                        <p:attrNameLst>
                                          <p:attrName>style.visibility</p:attrName>
                                        </p:attrNameLst>
                                      </p:cBhvr>
                                      <p:to>
                                        <p:strVal val="visible"/>
                                      </p:to>
                                    </p:set>
                                    <p:anim calcmode="lin" valueType="num">
                                      <p:cBhvr>
                                        <p:cTn id="14" dur="1000" fill="hold"/>
                                        <p:tgtEl>
                                          <p:spTgt spid="11"/>
                                        </p:tgtEl>
                                        <p:attrNameLst>
                                          <p:attrName>ppt_w</p:attrName>
                                        </p:attrNameLst>
                                      </p:cBhvr>
                                      <p:tavLst>
                                        <p:tav tm="0">
                                          <p:val>
                                            <p:strVal val="#ppt_w*0.70"/>
                                          </p:val>
                                        </p:tav>
                                        <p:tav tm="100000">
                                          <p:val>
                                            <p:strVal val="#ppt_w"/>
                                          </p:val>
                                        </p:tav>
                                      </p:tavLst>
                                    </p:anim>
                                    <p:anim calcmode="lin" valueType="num">
                                      <p:cBhvr>
                                        <p:cTn id="15" dur="1000" fill="hold"/>
                                        <p:tgtEl>
                                          <p:spTgt spid="11"/>
                                        </p:tgtEl>
                                        <p:attrNameLst>
                                          <p:attrName>ppt_h</p:attrName>
                                        </p:attrNameLst>
                                      </p:cBhvr>
                                      <p:tavLst>
                                        <p:tav tm="0">
                                          <p:val>
                                            <p:strVal val="#ppt_h"/>
                                          </p:val>
                                        </p:tav>
                                        <p:tav tm="100000">
                                          <p:val>
                                            <p:strVal val="#ppt_h"/>
                                          </p:val>
                                        </p:tav>
                                      </p:tavLst>
                                    </p:anim>
                                    <p:animEffect transition="in" filter="fade">
                                      <p:cBhvr>
                                        <p:cTn id="16" dur="1000"/>
                                        <p:tgtEl>
                                          <p:spTgt spid="11"/>
                                        </p:tgtEl>
                                      </p:cBhvr>
                                    </p:animEffec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5"/>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55" presetClass="entr" presetSubtype="0" fill="hold" nodeType="clickEffect">
                                  <p:stCondLst>
                                    <p:cond delay="0"/>
                                  </p:stCondLst>
                                  <p:childTnLst>
                                    <p:set>
                                      <p:cBhvr>
                                        <p:cTn id="24" dur="1" fill="hold">
                                          <p:stCondLst>
                                            <p:cond delay="0"/>
                                          </p:stCondLst>
                                        </p:cTn>
                                        <p:tgtEl>
                                          <p:spTgt spid="3"/>
                                        </p:tgtEl>
                                        <p:attrNameLst>
                                          <p:attrName>style.visibility</p:attrName>
                                        </p:attrNameLst>
                                      </p:cBhvr>
                                      <p:to>
                                        <p:strVal val="visible"/>
                                      </p:to>
                                    </p:set>
                                    <p:anim calcmode="lin" valueType="num">
                                      <p:cBhvr>
                                        <p:cTn id="25" dur="1000" fill="hold"/>
                                        <p:tgtEl>
                                          <p:spTgt spid="3"/>
                                        </p:tgtEl>
                                        <p:attrNameLst>
                                          <p:attrName>ppt_w</p:attrName>
                                        </p:attrNameLst>
                                      </p:cBhvr>
                                      <p:tavLst>
                                        <p:tav tm="0">
                                          <p:val>
                                            <p:strVal val="#ppt_w*0.70"/>
                                          </p:val>
                                        </p:tav>
                                        <p:tav tm="100000">
                                          <p:val>
                                            <p:strVal val="#ppt_w"/>
                                          </p:val>
                                        </p:tav>
                                      </p:tavLst>
                                    </p:anim>
                                    <p:anim calcmode="lin" valueType="num">
                                      <p:cBhvr>
                                        <p:cTn id="26" dur="1000" fill="hold"/>
                                        <p:tgtEl>
                                          <p:spTgt spid="3"/>
                                        </p:tgtEl>
                                        <p:attrNameLst>
                                          <p:attrName>ppt_h</p:attrName>
                                        </p:attrNameLst>
                                      </p:cBhvr>
                                      <p:tavLst>
                                        <p:tav tm="0">
                                          <p:val>
                                            <p:strVal val="#ppt_h"/>
                                          </p:val>
                                        </p:tav>
                                        <p:tav tm="100000">
                                          <p:val>
                                            <p:strVal val="#ppt_h"/>
                                          </p:val>
                                        </p:tav>
                                      </p:tavLst>
                                    </p:anim>
                                    <p:animEffect transition="in" filter="fade">
                                      <p:cBhvr>
                                        <p:cTn id="27" dur="1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4"/>
          <p:cNvSpPr>
            <a:spLocks noGrp="1" noChangeArrowheads="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a:spcBef>
                <a:spcPct val="0"/>
              </a:spcBef>
              <a:buFontTx/>
              <a:buNone/>
            </a:pPr>
            <a:fld id="{B9B23A01-5297-4658-BD03-C85CCB177123}" type="datetime1">
              <a:rPr kumimoji="0" lang="zh-CN" altLang="en-US" sz="1200" smtClean="0">
                <a:solidFill>
                  <a:srgbClr val="000000"/>
                </a:solidFill>
                <a:ea typeface="宋体" panose="02010600030101010101" pitchFamily="2" charset="-122"/>
              </a:rPr>
            </a:fld>
            <a:endParaRPr kumimoji="0" lang="en-US" altLang="zh-CN" sz="1200">
              <a:solidFill>
                <a:srgbClr val="000000"/>
              </a:solidFill>
              <a:ea typeface="宋体" panose="02010600030101010101" pitchFamily="2" charset="-122"/>
            </a:endParaRPr>
          </a:p>
        </p:txBody>
      </p:sp>
      <p:sp>
        <p:nvSpPr>
          <p:cNvPr id="361474" name="Rectangle 2"/>
          <p:cNvSpPr>
            <a:spLocks noGrp="1" noChangeArrowheads="1"/>
          </p:cNvSpPr>
          <p:nvPr>
            <p:ph type="body" sz="half" idx="1"/>
          </p:nvPr>
        </p:nvSpPr>
        <p:spPr>
          <a:xfrm>
            <a:off x="539750" y="404813"/>
            <a:ext cx="6840538" cy="1152525"/>
          </a:xfrm>
          <a:solidFill>
            <a:schemeClr val="tx1"/>
          </a:solidFill>
        </p:spPr>
        <p:txBody>
          <a:bodyPr/>
          <a:lstStyle/>
          <a:p>
            <a:pPr marL="609600" indent="-609600" eaLnBrk="1" hangingPunct="1">
              <a:buFontTx/>
              <a:buAutoNum type="arabicPeriod" startAt="2"/>
              <a:defRPr/>
            </a:pPr>
            <a:r>
              <a:rPr kumimoji="0" lang="zh-CN" altLang="en-US" sz="2800" dirty="0">
                <a:solidFill>
                  <a:srgbClr val="FF0000"/>
                </a:solidFill>
              </a:rPr>
              <a:t>围线积分法（留数法</a:t>
            </a:r>
            <a:r>
              <a:rPr kumimoji="0" lang="en-US" altLang="zh-CN" sz="2800" dirty="0">
                <a:solidFill>
                  <a:srgbClr val="FF0000"/>
                </a:solidFill>
              </a:rPr>
              <a:t>)</a:t>
            </a:r>
            <a:endParaRPr kumimoji="0" lang="zh-CN" altLang="en-US" sz="2800" dirty="0">
              <a:solidFill>
                <a:srgbClr val="FF0000"/>
              </a:solidFill>
            </a:endParaRPr>
          </a:p>
          <a:p>
            <a:pPr marL="609600" indent="-609600" eaLnBrk="1" hangingPunct="1">
              <a:buFontTx/>
              <a:buNone/>
              <a:defRPr/>
            </a:pPr>
            <a:r>
              <a:rPr kumimoji="0" lang="zh-CN" altLang="en-US" sz="2800" dirty="0">
                <a:solidFill>
                  <a:srgbClr val="000000"/>
                </a:solidFill>
              </a:rPr>
              <a:t>      拉氏反变换是一个复变函数的线积分</a:t>
            </a:r>
            <a:endParaRPr kumimoji="0" lang="en-US" altLang="zh-CN" sz="2800" dirty="0">
              <a:solidFill>
                <a:srgbClr val="000000"/>
              </a:solidFill>
            </a:endParaRPr>
          </a:p>
        </p:txBody>
      </p:sp>
      <p:graphicFrame>
        <p:nvGraphicFramePr>
          <p:cNvPr id="43014" name="Object 6"/>
          <p:cNvGraphicFramePr>
            <a:graphicFrameLocks noChangeAspect="1"/>
          </p:cNvGraphicFramePr>
          <p:nvPr/>
        </p:nvGraphicFramePr>
        <p:xfrm>
          <a:off x="1619250" y="1628775"/>
          <a:ext cx="4824413" cy="866775"/>
        </p:xfrm>
        <a:graphic>
          <a:graphicData uri="http://schemas.openxmlformats.org/presentationml/2006/ole">
            <mc:AlternateContent xmlns:mc="http://schemas.openxmlformats.org/markup-compatibility/2006">
              <mc:Choice xmlns:v="urn:schemas-microsoft-com:vml" Requires="v">
                <p:oleObj spid="_x0000_s2" name="公式" r:id="rId1" imgW="2120900" imgH="381000" progId="Equation.3">
                  <p:embed/>
                </p:oleObj>
              </mc:Choice>
              <mc:Fallback>
                <p:oleObj name="公式" r:id="rId1" imgW="2120900" imgH="381000" progId="Equation.3">
                  <p:embed/>
                  <p:pic>
                    <p:nvPicPr>
                      <p:cNvPr id="0" name="Object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19250" y="1628775"/>
                        <a:ext cx="4824413" cy="866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sp>
        <p:nvSpPr>
          <p:cNvPr id="43015" name="Rectangle 7"/>
          <p:cNvSpPr>
            <a:spLocks noChangeArrowheads="1"/>
          </p:cNvSpPr>
          <p:nvPr/>
        </p:nvSpPr>
        <p:spPr bwMode="auto">
          <a:xfrm>
            <a:off x="1042988" y="2565400"/>
            <a:ext cx="7273925" cy="1462088"/>
          </a:xfrm>
          <a:prstGeom prst="rect">
            <a:avLst/>
          </a:prstGeom>
          <a:noFill/>
          <a:ln>
            <a:noFill/>
          </a:ln>
          <a:effectLst/>
        </p:spPr>
        <p:txBody>
          <a:bodyPr>
            <a:spAutoFit/>
          </a:bodyPr>
          <a:lstStyle/>
          <a:p>
            <a:pPr eaLnBrk="1" hangingPunct="1">
              <a:lnSpc>
                <a:spcPct val="125000"/>
              </a:lnSpc>
              <a:spcBef>
                <a:spcPct val="20000"/>
              </a:spcBef>
              <a:defRPr/>
            </a:pPr>
            <a:r>
              <a:rPr lang="zh-CN" altLang="en-US" sz="2400">
                <a:solidFill>
                  <a:srgbClr val="000000"/>
                </a:solidFill>
                <a:effectLst>
                  <a:outerShdw blurRad="38100" dist="38100" dir="2700000" algn="tl">
                    <a:srgbClr val="C0C0C0"/>
                  </a:outerShdw>
                </a:effectLst>
              </a:rPr>
              <a:t>    当</a:t>
            </a:r>
            <a:r>
              <a:rPr kumimoji="1" lang="en-US" altLang="zh-CN" sz="2400" i="1">
                <a:solidFill>
                  <a:srgbClr val="FF0000"/>
                </a:solidFill>
              </a:rPr>
              <a:t>F</a:t>
            </a:r>
            <a:r>
              <a:rPr kumimoji="1" lang="en-US" altLang="zh-CN" sz="2400">
                <a:solidFill>
                  <a:srgbClr val="FF0000"/>
                </a:solidFill>
              </a:rPr>
              <a:t>(</a:t>
            </a:r>
            <a:r>
              <a:rPr kumimoji="1" lang="en-US" altLang="zh-CN" sz="2400" i="1">
                <a:solidFill>
                  <a:srgbClr val="FF0000"/>
                </a:solidFill>
              </a:rPr>
              <a:t>s</a:t>
            </a:r>
            <a:r>
              <a:rPr kumimoji="1" lang="en-US" altLang="zh-CN" sz="2400">
                <a:solidFill>
                  <a:srgbClr val="FF0000"/>
                </a:solidFill>
              </a:rPr>
              <a:t>)</a:t>
            </a:r>
            <a:r>
              <a:rPr lang="zh-CN" altLang="en-US" sz="2400">
                <a:solidFill>
                  <a:srgbClr val="FF0000"/>
                </a:solidFill>
                <a:effectLst>
                  <a:outerShdw blurRad="38100" dist="38100" dir="2700000" algn="tl">
                    <a:srgbClr val="C0C0C0"/>
                  </a:outerShdw>
                </a:effectLst>
              </a:rPr>
              <a:t>为真分式</a:t>
            </a:r>
            <a:r>
              <a:rPr lang="zh-CN" altLang="en-US" sz="2400">
                <a:solidFill>
                  <a:srgbClr val="000000"/>
                </a:solidFill>
                <a:effectLst>
                  <a:outerShdw blurRad="38100" dist="38100" dir="2700000" algn="tl">
                    <a:srgbClr val="C0C0C0"/>
                  </a:outerShdw>
                </a:effectLst>
              </a:rPr>
              <a:t>时，由复变函数中的约当辅助定理知：此积分可转化为求</a:t>
            </a:r>
            <a:r>
              <a:rPr lang="en-US" altLang="zh-CN" sz="2400" i="1">
                <a:solidFill>
                  <a:srgbClr val="000000"/>
                </a:solidFill>
                <a:effectLst>
                  <a:outerShdw blurRad="38100" dist="38100" dir="2700000" algn="tl">
                    <a:srgbClr val="C0C0C0"/>
                  </a:outerShdw>
                </a:effectLst>
              </a:rPr>
              <a:t>F</a:t>
            </a:r>
            <a:r>
              <a:rPr lang="en-US" altLang="zh-CN" sz="2400">
                <a:solidFill>
                  <a:srgbClr val="000000"/>
                </a:solidFill>
                <a:effectLst>
                  <a:outerShdw blurRad="38100" dist="38100" dir="2700000" algn="tl">
                    <a:srgbClr val="C0C0C0"/>
                  </a:outerShdw>
                </a:effectLst>
              </a:rPr>
              <a:t>(</a:t>
            </a:r>
            <a:r>
              <a:rPr lang="en-US" altLang="zh-CN" sz="2400" i="1">
                <a:solidFill>
                  <a:srgbClr val="000000"/>
                </a:solidFill>
                <a:effectLst>
                  <a:outerShdw blurRad="38100" dist="38100" dir="2700000" algn="tl">
                    <a:srgbClr val="C0C0C0"/>
                  </a:outerShdw>
                </a:effectLst>
              </a:rPr>
              <a:t>s</a:t>
            </a:r>
            <a:r>
              <a:rPr lang="en-US" altLang="zh-CN" sz="2400">
                <a:solidFill>
                  <a:srgbClr val="000000"/>
                </a:solidFill>
                <a:effectLst>
                  <a:outerShdw blurRad="38100" dist="38100" dir="2700000" algn="tl">
                    <a:srgbClr val="C0C0C0"/>
                  </a:outerShdw>
                </a:effectLst>
              </a:rPr>
              <a:t>)</a:t>
            </a:r>
            <a:r>
              <a:rPr lang="zh-CN" altLang="en-US" sz="2400">
                <a:solidFill>
                  <a:srgbClr val="000000"/>
                </a:solidFill>
                <a:effectLst>
                  <a:outerShdw blurRad="38100" dist="38100" dir="2700000" algn="tl">
                    <a:srgbClr val="C0C0C0"/>
                  </a:outerShdw>
                </a:effectLst>
              </a:rPr>
              <a:t>全部极点</a:t>
            </a:r>
            <a:r>
              <a:rPr lang="en-US" altLang="zh-CN" sz="2400" i="1">
                <a:solidFill>
                  <a:srgbClr val="000000"/>
                </a:solidFill>
                <a:effectLst>
                  <a:outerShdw blurRad="38100" dist="38100" dir="2700000" algn="tl">
                    <a:srgbClr val="C0C0C0"/>
                  </a:outerShdw>
                </a:effectLst>
              </a:rPr>
              <a:t>S</a:t>
            </a:r>
            <a:r>
              <a:rPr lang="en-US" altLang="zh-CN" sz="2400" i="1" baseline="-25000">
                <a:solidFill>
                  <a:srgbClr val="000000"/>
                </a:solidFill>
                <a:effectLst>
                  <a:outerShdw blurRad="38100" dist="38100" dir="2700000" algn="tl">
                    <a:srgbClr val="C0C0C0"/>
                  </a:outerShdw>
                </a:effectLst>
              </a:rPr>
              <a:t>k</a:t>
            </a:r>
            <a:r>
              <a:rPr lang="zh-CN" altLang="en-US" sz="2400">
                <a:solidFill>
                  <a:srgbClr val="000000"/>
                </a:solidFill>
                <a:effectLst>
                  <a:outerShdw blurRad="38100" dist="38100" dir="2700000" algn="tl">
                    <a:srgbClr val="C0C0C0"/>
                  </a:outerShdw>
                </a:effectLst>
              </a:rPr>
              <a:t>的留数</a:t>
            </a:r>
            <a:r>
              <a:rPr lang="en-US" altLang="zh-CN" sz="2400" i="1">
                <a:solidFill>
                  <a:srgbClr val="000000"/>
                </a:solidFill>
                <a:effectLst>
                  <a:outerShdw blurRad="38100" dist="38100" dir="2700000" algn="tl">
                    <a:srgbClr val="C0C0C0"/>
                  </a:outerShdw>
                </a:effectLst>
              </a:rPr>
              <a:t>Res</a:t>
            </a:r>
            <a:r>
              <a:rPr lang="en-US" altLang="zh-CN" sz="2400">
                <a:solidFill>
                  <a:srgbClr val="000000"/>
                </a:solidFill>
                <a:effectLst>
                  <a:outerShdw blurRad="38100" dist="38100" dir="2700000" algn="tl">
                    <a:srgbClr val="C0C0C0"/>
                  </a:outerShdw>
                </a:effectLst>
              </a:rPr>
              <a:t>[</a:t>
            </a:r>
            <a:r>
              <a:rPr lang="en-US" altLang="zh-CN" sz="2400" i="1">
                <a:solidFill>
                  <a:srgbClr val="000000"/>
                </a:solidFill>
                <a:effectLst>
                  <a:outerShdw blurRad="38100" dist="38100" dir="2700000" algn="tl">
                    <a:srgbClr val="C0C0C0"/>
                  </a:outerShdw>
                </a:effectLst>
              </a:rPr>
              <a:t>S</a:t>
            </a:r>
            <a:r>
              <a:rPr lang="en-US" altLang="zh-CN" sz="2400" i="1" baseline="-25000">
                <a:solidFill>
                  <a:srgbClr val="000000"/>
                </a:solidFill>
                <a:effectLst>
                  <a:outerShdw blurRad="38100" dist="38100" dir="2700000" algn="tl">
                    <a:srgbClr val="C0C0C0"/>
                  </a:outerShdw>
                </a:effectLst>
              </a:rPr>
              <a:t>k</a:t>
            </a:r>
            <a:r>
              <a:rPr lang="en-US" altLang="zh-CN" sz="2400">
                <a:solidFill>
                  <a:srgbClr val="000000"/>
                </a:solidFill>
                <a:effectLst>
                  <a:outerShdw blurRad="38100" dist="38100" dir="2700000" algn="tl">
                    <a:srgbClr val="C0C0C0"/>
                  </a:outerShdw>
                </a:effectLst>
              </a:rPr>
              <a:t>]</a:t>
            </a:r>
            <a:r>
              <a:rPr lang="zh-CN" altLang="en-US" sz="2400">
                <a:solidFill>
                  <a:srgbClr val="000000"/>
                </a:solidFill>
                <a:effectLst>
                  <a:outerShdw blurRad="38100" dist="38100" dir="2700000" algn="tl">
                    <a:srgbClr val="C0C0C0"/>
                  </a:outerShdw>
                </a:effectLst>
              </a:rPr>
              <a:t>的代数和。</a:t>
            </a:r>
            <a:endParaRPr lang="zh-CN" altLang="en-US" sz="2400">
              <a:solidFill>
                <a:srgbClr val="000000"/>
              </a:solidFill>
              <a:effectLst>
                <a:outerShdw blurRad="38100" dist="38100" dir="2700000" algn="tl">
                  <a:srgbClr val="C0C0C0"/>
                </a:outerShdw>
              </a:effectLst>
            </a:endParaRPr>
          </a:p>
        </p:txBody>
      </p:sp>
      <p:sp>
        <p:nvSpPr>
          <p:cNvPr id="43016" name="Rectangle 8"/>
          <p:cNvSpPr>
            <a:spLocks noChangeArrowheads="1"/>
          </p:cNvSpPr>
          <p:nvPr/>
        </p:nvSpPr>
        <p:spPr bwMode="auto">
          <a:xfrm>
            <a:off x="1042988" y="4365625"/>
            <a:ext cx="7632700" cy="1006475"/>
          </a:xfrm>
          <a:prstGeom prst="rect">
            <a:avLst/>
          </a:prstGeom>
          <a:noFill/>
          <a:ln>
            <a:noFill/>
          </a:ln>
          <a:effectLst/>
        </p:spPr>
        <p:txBody>
          <a:bodyPr>
            <a:spAutoFit/>
          </a:bodyPr>
          <a:lstStyle/>
          <a:p>
            <a:pPr eaLnBrk="1" hangingPunct="1">
              <a:lnSpc>
                <a:spcPct val="125000"/>
              </a:lnSpc>
              <a:spcBef>
                <a:spcPct val="20000"/>
              </a:spcBef>
              <a:defRPr/>
            </a:pPr>
            <a:r>
              <a:rPr kumimoji="1" lang="en-US" altLang="zh-CN" sz="2400">
                <a:solidFill>
                  <a:srgbClr val="FF0000"/>
                </a:solidFill>
              </a:rPr>
              <a:t>1).</a:t>
            </a:r>
            <a:r>
              <a:rPr lang="zh-CN" altLang="en-US" sz="2400">
                <a:solidFill>
                  <a:srgbClr val="FF0000"/>
                </a:solidFill>
                <a:effectLst>
                  <a:outerShdw blurRad="38100" dist="38100" dir="2700000" algn="tl">
                    <a:srgbClr val="C0C0C0"/>
                  </a:outerShdw>
                </a:effectLst>
              </a:rPr>
              <a:t>若</a:t>
            </a:r>
            <a:r>
              <a:rPr lang="en-US" altLang="zh-CN" sz="2400" i="1">
                <a:solidFill>
                  <a:srgbClr val="FF0000"/>
                </a:solidFill>
                <a:effectLst>
                  <a:outerShdw blurRad="38100" dist="38100" dir="2700000" algn="tl">
                    <a:srgbClr val="C0C0C0"/>
                  </a:outerShdw>
                </a:effectLst>
              </a:rPr>
              <a:t>S</a:t>
            </a:r>
            <a:r>
              <a:rPr lang="en-US" altLang="zh-CN" sz="2400" i="1" baseline="-25000">
                <a:solidFill>
                  <a:srgbClr val="FF0000"/>
                </a:solidFill>
                <a:effectLst>
                  <a:outerShdw blurRad="38100" dist="38100" dir="2700000" algn="tl">
                    <a:srgbClr val="C0C0C0"/>
                  </a:outerShdw>
                </a:effectLst>
              </a:rPr>
              <a:t>k</a:t>
            </a:r>
            <a:r>
              <a:rPr lang="zh-CN" altLang="en-US" sz="2400">
                <a:solidFill>
                  <a:srgbClr val="FF0000"/>
                </a:solidFill>
                <a:effectLst>
                  <a:outerShdw blurRad="38100" dist="38100" dir="2700000" algn="tl">
                    <a:srgbClr val="C0C0C0"/>
                  </a:outerShdw>
                </a:effectLst>
              </a:rPr>
              <a:t>为</a:t>
            </a:r>
            <a:r>
              <a:rPr lang="en-US" altLang="zh-CN" sz="2400" i="1">
                <a:solidFill>
                  <a:srgbClr val="FF0000"/>
                </a:solidFill>
                <a:effectLst>
                  <a:outerShdw blurRad="38100" dist="38100" dir="2700000" algn="tl">
                    <a:srgbClr val="C0C0C0"/>
                  </a:outerShdw>
                </a:effectLst>
              </a:rPr>
              <a:t>D</a:t>
            </a:r>
            <a:r>
              <a:rPr lang="en-US" altLang="zh-CN" sz="2400">
                <a:solidFill>
                  <a:srgbClr val="FF0000"/>
                </a:solidFill>
                <a:effectLst>
                  <a:outerShdw blurRad="38100" dist="38100" dir="2700000" algn="tl">
                    <a:srgbClr val="C0C0C0"/>
                  </a:outerShdw>
                </a:effectLst>
              </a:rPr>
              <a:t>(</a:t>
            </a:r>
            <a:r>
              <a:rPr lang="en-US" altLang="zh-CN" sz="2400" i="1">
                <a:solidFill>
                  <a:srgbClr val="FF0000"/>
                </a:solidFill>
                <a:effectLst>
                  <a:outerShdw blurRad="38100" dist="38100" dir="2700000" algn="tl">
                    <a:srgbClr val="C0C0C0"/>
                  </a:outerShdw>
                </a:effectLst>
              </a:rPr>
              <a:t>s</a:t>
            </a:r>
            <a:r>
              <a:rPr lang="en-US" altLang="zh-CN" sz="2400">
                <a:solidFill>
                  <a:srgbClr val="FF0000"/>
                </a:solidFill>
                <a:effectLst>
                  <a:outerShdw blurRad="38100" dist="38100" dir="2700000" algn="tl">
                    <a:srgbClr val="C0C0C0"/>
                  </a:outerShdw>
                </a:effectLst>
              </a:rPr>
              <a:t>)=0</a:t>
            </a:r>
            <a:r>
              <a:rPr lang="zh-CN" altLang="en-US" sz="2400">
                <a:solidFill>
                  <a:srgbClr val="FF0000"/>
                </a:solidFill>
                <a:effectLst>
                  <a:outerShdw blurRad="38100" dist="38100" dir="2700000" algn="tl">
                    <a:srgbClr val="C0C0C0"/>
                  </a:outerShdw>
                </a:effectLst>
              </a:rPr>
              <a:t>的单根</a:t>
            </a:r>
            <a:r>
              <a:rPr lang="en-US" altLang="zh-CN" sz="2400">
                <a:solidFill>
                  <a:srgbClr val="000000"/>
                </a:solidFill>
                <a:effectLst>
                  <a:outerShdw blurRad="38100" dist="38100" dir="2700000" algn="tl">
                    <a:srgbClr val="C0C0C0"/>
                  </a:outerShdw>
                </a:effectLst>
              </a:rPr>
              <a:t>[</a:t>
            </a:r>
            <a:r>
              <a:rPr lang="zh-CN" altLang="en-US" sz="2400">
                <a:solidFill>
                  <a:srgbClr val="000000"/>
                </a:solidFill>
                <a:effectLst>
                  <a:outerShdw blurRad="38100" dist="38100" dir="2700000" algn="tl">
                    <a:srgbClr val="C0C0C0"/>
                  </a:outerShdw>
                </a:effectLst>
              </a:rPr>
              <a:t>即</a:t>
            </a:r>
            <a:r>
              <a:rPr lang="en-US" altLang="zh-CN" sz="2400" i="1">
                <a:solidFill>
                  <a:srgbClr val="000000"/>
                </a:solidFill>
                <a:effectLst>
                  <a:outerShdw blurRad="38100" dist="38100" dir="2700000" algn="tl">
                    <a:srgbClr val="C0C0C0"/>
                  </a:outerShdw>
                </a:effectLst>
              </a:rPr>
              <a:t>F</a:t>
            </a:r>
            <a:r>
              <a:rPr lang="en-US" altLang="zh-CN" sz="2400">
                <a:solidFill>
                  <a:srgbClr val="000000"/>
                </a:solidFill>
                <a:effectLst>
                  <a:outerShdw blurRad="38100" dist="38100" dir="2700000" algn="tl">
                    <a:srgbClr val="C0C0C0"/>
                  </a:outerShdw>
                </a:effectLst>
              </a:rPr>
              <a:t>(</a:t>
            </a:r>
            <a:r>
              <a:rPr lang="en-US" altLang="zh-CN" sz="2400" i="1">
                <a:solidFill>
                  <a:srgbClr val="000000"/>
                </a:solidFill>
                <a:effectLst>
                  <a:outerShdw blurRad="38100" dist="38100" dir="2700000" algn="tl">
                    <a:srgbClr val="C0C0C0"/>
                  </a:outerShdw>
                </a:effectLst>
              </a:rPr>
              <a:t>s</a:t>
            </a:r>
            <a:r>
              <a:rPr lang="en-US" altLang="zh-CN" sz="2400">
                <a:solidFill>
                  <a:srgbClr val="000000"/>
                </a:solidFill>
                <a:effectLst>
                  <a:outerShdw blurRad="38100" dist="38100" dir="2700000" algn="tl">
                    <a:srgbClr val="C0C0C0"/>
                  </a:outerShdw>
                </a:effectLst>
              </a:rPr>
              <a:t>)</a:t>
            </a:r>
            <a:r>
              <a:rPr lang="zh-CN" altLang="en-US" sz="2400">
                <a:solidFill>
                  <a:srgbClr val="000000"/>
                </a:solidFill>
                <a:effectLst>
                  <a:outerShdw blurRad="38100" dist="38100" dir="2700000" algn="tl">
                    <a:srgbClr val="C0C0C0"/>
                  </a:outerShdw>
                </a:effectLst>
              </a:rPr>
              <a:t>的单极点，一阶极点</a:t>
            </a:r>
            <a:r>
              <a:rPr lang="en-US" altLang="zh-CN" sz="2400">
                <a:solidFill>
                  <a:srgbClr val="000000"/>
                </a:solidFill>
                <a:effectLst>
                  <a:outerShdw blurRad="38100" dist="38100" dir="2700000" algn="tl">
                    <a:srgbClr val="C0C0C0"/>
                  </a:outerShdw>
                </a:effectLst>
              </a:rPr>
              <a:t>]</a:t>
            </a:r>
            <a:r>
              <a:rPr lang="zh-CN" altLang="en-US" sz="2400">
                <a:solidFill>
                  <a:srgbClr val="000000"/>
                </a:solidFill>
                <a:effectLst>
                  <a:outerShdw blurRad="38100" dist="38100" dir="2700000" algn="tl">
                    <a:srgbClr val="C0C0C0"/>
                  </a:outerShdw>
                </a:effectLst>
              </a:rPr>
              <a:t>，则：</a:t>
            </a:r>
            <a:endParaRPr lang="zh-CN" altLang="en-US" sz="2400">
              <a:solidFill>
                <a:srgbClr val="000000"/>
              </a:solidFill>
              <a:effectLst>
                <a:outerShdw blurRad="38100" dist="38100" dir="2700000" algn="tl">
                  <a:srgbClr val="C0C0C0"/>
                </a:outerShdw>
              </a:effectLst>
            </a:endParaRPr>
          </a:p>
        </p:txBody>
      </p:sp>
      <p:graphicFrame>
        <p:nvGraphicFramePr>
          <p:cNvPr id="43017" name="Object 9"/>
          <p:cNvGraphicFramePr>
            <a:graphicFrameLocks noChangeAspect="1"/>
          </p:cNvGraphicFramePr>
          <p:nvPr/>
        </p:nvGraphicFramePr>
        <p:xfrm>
          <a:off x="2268538" y="5373688"/>
          <a:ext cx="4465637" cy="835025"/>
        </p:xfrm>
        <a:graphic>
          <a:graphicData uri="http://schemas.openxmlformats.org/presentationml/2006/ole">
            <mc:AlternateContent xmlns:mc="http://schemas.openxmlformats.org/markup-compatibility/2006">
              <mc:Choice xmlns:v="urn:schemas-microsoft-com:vml" Requires="v">
                <p:oleObj spid="_x0000_s3" name="公式" r:id="rId3" imgW="1765300" imgH="330200" progId="Equation.3">
                  <p:embed/>
                </p:oleObj>
              </mc:Choice>
              <mc:Fallback>
                <p:oleObj name="公式" r:id="rId3" imgW="1765300" imgH="330200" progId="Equation.3">
                  <p:embed/>
                  <p:pic>
                    <p:nvPicPr>
                      <p:cNvPr id="0" name="Object 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68538" y="5373688"/>
                        <a:ext cx="4465637" cy="835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sp>
        <p:nvSpPr>
          <p:cNvPr id="4" name="墨迹 1"/>
          <p:cNvSpPr/>
          <p:nvPr/>
        </p:nvSpPr>
        <p:spPr bwMode="auto">
          <a:xfrm>
            <a:off x="1250280" y="401040"/>
            <a:ext cx="7929720" cy="5707800"/>
          </a:xfrm>
        </p:spPr>
      </p:sp>
    </p:spTree>
    <p:custDataLst>
      <p:tags r:id="rId5"/>
    </p:custDataLst>
  </p:cSld>
  <p:clrMapOvr>
    <a:masterClrMapping/>
  </p:clrMapOvr>
  <mc:AlternateContent xmlns:mc="http://schemas.openxmlformats.org/markup-compatibility/2006">
    <mc:Choice xmlns:p14="http://schemas.microsoft.com/office/powerpoint/2010/main" Requires="p14">
      <p:transition spd="slow" p14:dur="2000" advTm="168893"/>
    </mc:Choice>
    <mc:Fallback>
      <p:transition spd="slow" advTm="168893"/>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5" presetClass="entr" presetSubtype="0" fill="hold" nodeType="afterEffect">
                                  <p:stCondLst>
                                    <p:cond delay="0"/>
                                  </p:stCondLst>
                                  <p:childTnLst>
                                    <p:set>
                                      <p:cBhvr>
                                        <p:cTn id="6" dur="1" fill="hold">
                                          <p:stCondLst>
                                            <p:cond delay="0"/>
                                          </p:stCondLst>
                                        </p:cTn>
                                        <p:tgtEl>
                                          <p:spTgt spid="43014"/>
                                        </p:tgtEl>
                                        <p:attrNameLst>
                                          <p:attrName>style.visibility</p:attrName>
                                        </p:attrNameLst>
                                      </p:cBhvr>
                                      <p:to>
                                        <p:strVal val="visible"/>
                                      </p:to>
                                    </p:set>
                                    <p:anim calcmode="lin" valueType="num">
                                      <p:cBhvr>
                                        <p:cTn id="7" dur="1000" fill="hold"/>
                                        <p:tgtEl>
                                          <p:spTgt spid="43014"/>
                                        </p:tgtEl>
                                        <p:attrNameLst>
                                          <p:attrName>ppt_w</p:attrName>
                                        </p:attrNameLst>
                                      </p:cBhvr>
                                      <p:tavLst>
                                        <p:tav tm="0">
                                          <p:val>
                                            <p:strVal val="#ppt_w*0.70"/>
                                          </p:val>
                                        </p:tav>
                                        <p:tav tm="100000">
                                          <p:val>
                                            <p:strVal val="#ppt_w"/>
                                          </p:val>
                                        </p:tav>
                                      </p:tavLst>
                                    </p:anim>
                                    <p:anim calcmode="lin" valueType="num">
                                      <p:cBhvr>
                                        <p:cTn id="8" dur="1000" fill="hold"/>
                                        <p:tgtEl>
                                          <p:spTgt spid="43014"/>
                                        </p:tgtEl>
                                        <p:attrNameLst>
                                          <p:attrName>ppt_h</p:attrName>
                                        </p:attrNameLst>
                                      </p:cBhvr>
                                      <p:tavLst>
                                        <p:tav tm="0">
                                          <p:val>
                                            <p:strVal val="#ppt_h"/>
                                          </p:val>
                                        </p:tav>
                                        <p:tav tm="100000">
                                          <p:val>
                                            <p:strVal val="#ppt_h"/>
                                          </p:val>
                                        </p:tav>
                                      </p:tavLst>
                                    </p:anim>
                                    <p:animEffect transition="in" filter="fade">
                                      <p:cBhvr>
                                        <p:cTn id="9" dur="1000"/>
                                        <p:tgtEl>
                                          <p:spTgt spid="43014"/>
                                        </p:tgtEl>
                                      </p:cBhvr>
                                    </p:animEffect>
                                  </p:childTnLst>
                                </p:cTn>
                              </p:par>
                            </p:childTnLst>
                          </p:cTn>
                        </p:par>
                      </p:childTnLst>
                    </p:cTn>
                  </p:par>
                  <p:par>
                    <p:cTn id="10" fill="hold">
                      <p:stCondLst>
                        <p:cond delay="indefinite"/>
                      </p:stCondLst>
                      <p:childTnLst>
                        <p:par>
                          <p:cTn id="11" fill="hold">
                            <p:stCondLst>
                              <p:cond delay="0"/>
                            </p:stCondLst>
                            <p:childTnLst>
                              <p:par>
                                <p:cTn id="12" presetID="55" presetClass="entr" presetSubtype="0" fill="hold" grpId="0" nodeType="clickEffect">
                                  <p:stCondLst>
                                    <p:cond delay="0"/>
                                  </p:stCondLst>
                                  <p:childTnLst>
                                    <p:set>
                                      <p:cBhvr>
                                        <p:cTn id="13" dur="1" fill="hold">
                                          <p:stCondLst>
                                            <p:cond delay="0"/>
                                          </p:stCondLst>
                                        </p:cTn>
                                        <p:tgtEl>
                                          <p:spTgt spid="43015"/>
                                        </p:tgtEl>
                                        <p:attrNameLst>
                                          <p:attrName>style.visibility</p:attrName>
                                        </p:attrNameLst>
                                      </p:cBhvr>
                                      <p:to>
                                        <p:strVal val="visible"/>
                                      </p:to>
                                    </p:set>
                                    <p:anim calcmode="lin" valueType="num">
                                      <p:cBhvr>
                                        <p:cTn id="14" dur="1000" fill="hold"/>
                                        <p:tgtEl>
                                          <p:spTgt spid="43015"/>
                                        </p:tgtEl>
                                        <p:attrNameLst>
                                          <p:attrName>ppt_w</p:attrName>
                                        </p:attrNameLst>
                                      </p:cBhvr>
                                      <p:tavLst>
                                        <p:tav tm="0">
                                          <p:val>
                                            <p:strVal val="#ppt_w*0.70"/>
                                          </p:val>
                                        </p:tav>
                                        <p:tav tm="100000">
                                          <p:val>
                                            <p:strVal val="#ppt_w"/>
                                          </p:val>
                                        </p:tav>
                                      </p:tavLst>
                                    </p:anim>
                                    <p:anim calcmode="lin" valueType="num">
                                      <p:cBhvr>
                                        <p:cTn id="15" dur="1000" fill="hold"/>
                                        <p:tgtEl>
                                          <p:spTgt spid="43015"/>
                                        </p:tgtEl>
                                        <p:attrNameLst>
                                          <p:attrName>ppt_h</p:attrName>
                                        </p:attrNameLst>
                                      </p:cBhvr>
                                      <p:tavLst>
                                        <p:tav tm="0">
                                          <p:val>
                                            <p:strVal val="#ppt_h"/>
                                          </p:val>
                                        </p:tav>
                                        <p:tav tm="100000">
                                          <p:val>
                                            <p:strVal val="#ppt_h"/>
                                          </p:val>
                                        </p:tav>
                                      </p:tavLst>
                                    </p:anim>
                                    <p:animEffect transition="in" filter="fade">
                                      <p:cBhvr>
                                        <p:cTn id="16" dur="1000"/>
                                        <p:tgtEl>
                                          <p:spTgt spid="43015"/>
                                        </p:tgtEl>
                                      </p:cBhvr>
                                    </p:animEffect>
                                  </p:childTnLst>
                                </p:cTn>
                              </p:par>
                            </p:childTnLst>
                          </p:cTn>
                        </p:par>
                      </p:childTnLst>
                    </p:cTn>
                  </p:par>
                  <p:par>
                    <p:cTn id="17" fill="hold">
                      <p:stCondLst>
                        <p:cond delay="indefinite"/>
                      </p:stCondLst>
                      <p:childTnLst>
                        <p:par>
                          <p:cTn id="18" fill="hold">
                            <p:stCondLst>
                              <p:cond delay="0"/>
                            </p:stCondLst>
                            <p:childTnLst>
                              <p:par>
                                <p:cTn id="19" presetID="55" presetClass="entr" presetSubtype="0" fill="hold" grpId="0" nodeType="clickEffect">
                                  <p:stCondLst>
                                    <p:cond delay="0"/>
                                  </p:stCondLst>
                                  <p:childTnLst>
                                    <p:set>
                                      <p:cBhvr>
                                        <p:cTn id="20" dur="1" fill="hold">
                                          <p:stCondLst>
                                            <p:cond delay="0"/>
                                          </p:stCondLst>
                                        </p:cTn>
                                        <p:tgtEl>
                                          <p:spTgt spid="43016"/>
                                        </p:tgtEl>
                                        <p:attrNameLst>
                                          <p:attrName>style.visibility</p:attrName>
                                        </p:attrNameLst>
                                      </p:cBhvr>
                                      <p:to>
                                        <p:strVal val="visible"/>
                                      </p:to>
                                    </p:set>
                                    <p:anim calcmode="lin" valueType="num">
                                      <p:cBhvr>
                                        <p:cTn id="21" dur="1000" fill="hold"/>
                                        <p:tgtEl>
                                          <p:spTgt spid="43016"/>
                                        </p:tgtEl>
                                        <p:attrNameLst>
                                          <p:attrName>ppt_w</p:attrName>
                                        </p:attrNameLst>
                                      </p:cBhvr>
                                      <p:tavLst>
                                        <p:tav tm="0">
                                          <p:val>
                                            <p:strVal val="#ppt_w*0.70"/>
                                          </p:val>
                                        </p:tav>
                                        <p:tav tm="100000">
                                          <p:val>
                                            <p:strVal val="#ppt_w"/>
                                          </p:val>
                                        </p:tav>
                                      </p:tavLst>
                                    </p:anim>
                                    <p:anim calcmode="lin" valueType="num">
                                      <p:cBhvr>
                                        <p:cTn id="22" dur="1000" fill="hold"/>
                                        <p:tgtEl>
                                          <p:spTgt spid="43016"/>
                                        </p:tgtEl>
                                        <p:attrNameLst>
                                          <p:attrName>ppt_h</p:attrName>
                                        </p:attrNameLst>
                                      </p:cBhvr>
                                      <p:tavLst>
                                        <p:tav tm="0">
                                          <p:val>
                                            <p:strVal val="#ppt_h"/>
                                          </p:val>
                                        </p:tav>
                                        <p:tav tm="100000">
                                          <p:val>
                                            <p:strVal val="#ppt_h"/>
                                          </p:val>
                                        </p:tav>
                                      </p:tavLst>
                                    </p:anim>
                                    <p:animEffect transition="in" filter="fade">
                                      <p:cBhvr>
                                        <p:cTn id="23" dur="1000"/>
                                        <p:tgtEl>
                                          <p:spTgt spid="43016"/>
                                        </p:tgtEl>
                                      </p:cBhvr>
                                    </p:animEffect>
                                  </p:childTnLst>
                                </p:cTn>
                              </p:par>
                            </p:childTnLst>
                          </p:cTn>
                        </p:par>
                        <p:par>
                          <p:cTn id="24" fill="hold">
                            <p:stCondLst>
                              <p:cond delay="1000"/>
                            </p:stCondLst>
                            <p:childTnLst>
                              <p:par>
                                <p:cTn id="25" presetID="55" presetClass="entr" presetSubtype="0" fill="hold" nodeType="afterEffect">
                                  <p:stCondLst>
                                    <p:cond delay="0"/>
                                  </p:stCondLst>
                                  <p:childTnLst>
                                    <p:set>
                                      <p:cBhvr>
                                        <p:cTn id="26" dur="1" fill="hold">
                                          <p:stCondLst>
                                            <p:cond delay="0"/>
                                          </p:stCondLst>
                                        </p:cTn>
                                        <p:tgtEl>
                                          <p:spTgt spid="43017"/>
                                        </p:tgtEl>
                                        <p:attrNameLst>
                                          <p:attrName>style.visibility</p:attrName>
                                        </p:attrNameLst>
                                      </p:cBhvr>
                                      <p:to>
                                        <p:strVal val="visible"/>
                                      </p:to>
                                    </p:set>
                                    <p:anim calcmode="lin" valueType="num">
                                      <p:cBhvr>
                                        <p:cTn id="27" dur="1000" fill="hold"/>
                                        <p:tgtEl>
                                          <p:spTgt spid="43017"/>
                                        </p:tgtEl>
                                        <p:attrNameLst>
                                          <p:attrName>ppt_w</p:attrName>
                                        </p:attrNameLst>
                                      </p:cBhvr>
                                      <p:tavLst>
                                        <p:tav tm="0">
                                          <p:val>
                                            <p:strVal val="#ppt_w*0.70"/>
                                          </p:val>
                                        </p:tav>
                                        <p:tav tm="100000">
                                          <p:val>
                                            <p:strVal val="#ppt_w"/>
                                          </p:val>
                                        </p:tav>
                                      </p:tavLst>
                                    </p:anim>
                                    <p:anim calcmode="lin" valueType="num">
                                      <p:cBhvr>
                                        <p:cTn id="28" dur="1000" fill="hold"/>
                                        <p:tgtEl>
                                          <p:spTgt spid="43017"/>
                                        </p:tgtEl>
                                        <p:attrNameLst>
                                          <p:attrName>ppt_h</p:attrName>
                                        </p:attrNameLst>
                                      </p:cBhvr>
                                      <p:tavLst>
                                        <p:tav tm="0">
                                          <p:val>
                                            <p:strVal val="#ppt_h"/>
                                          </p:val>
                                        </p:tav>
                                        <p:tav tm="100000">
                                          <p:val>
                                            <p:strVal val="#ppt_h"/>
                                          </p:val>
                                        </p:tav>
                                      </p:tavLst>
                                    </p:anim>
                                    <p:animEffect transition="in" filter="fade">
                                      <p:cBhvr>
                                        <p:cTn id="29" dur="1000"/>
                                        <p:tgtEl>
                                          <p:spTgt spid="430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015" grpId="0"/>
      <p:bldP spid="43016" grpId="0"/>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4"/>
          <p:cNvSpPr>
            <a:spLocks noGrp="1" noChangeArrowheads="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a:spcBef>
                <a:spcPct val="0"/>
              </a:spcBef>
              <a:buFontTx/>
              <a:buNone/>
            </a:pPr>
            <a:fld id="{6966EF40-DC01-4A99-98E9-1DFA0CEE34B2}" type="datetime1">
              <a:rPr kumimoji="0" lang="zh-CN" altLang="en-US" sz="1200" smtClean="0">
                <a:solidFill>
                  <a:srgbClr val="000000"/>
                </a:solidFill>
                <a:ea typeface="宋体" panose="02010600030101010101" pitchFamily="2" charset="-122"/>
              </a:rPr>
            </a:fld>
            <a:endParaRPr kumimoji="0" lang="en-US" altLang="zh-CN" sz="1200">
              <a:solidFill>
                <a:srgbClr val="000000"/>
              </a:solidFill>
              <a:ea typeface="宋体" panose="02010600030101010101" pitchFamily="2" charset="-122"/>
            </a:endParaRPr>
          </a:p>
        </p:txBody>
      </p:sp>
      <p:sp>
        <p:nvSpPr>
          <p:cNvPr id="362498" name="Rectangle 2"/>
          <p:cNvSpPr>
            <a:spLocks noGrp="1" noChangeArrowheads="1"/>
          </p:cNvSpPr>
          <p:nvPr>
            <p:ph type="body" sz="half" idx="4294967295"/>
          </p:nvPr>
        </p:nvSpPr>
        <p:spPr>
          <a:xfrm>
            <a:off x="935038" y="620713"/>
            <a:ext cx="8208962" cy="720725"/>
          </a:xfrm>
          <a:solidFill>
            <a:schemeClr val="tx1"/>
          </a:solidFill>
        </p:spPr>
        <p:txBody>
          <a:bodyPr/>
          <a:lstStyle/>
          <a:p>
            <a:pPr eaLnBrk="1" hangingPunct="1">
              <a:lnSpc>
                <a:spcPct val="125000"/>
              </a:lnSpc>
              <a:spcBef>
                <a:spcPct val="50000"/>
              </a:spcBef>
              <a:buFontTx/>
              <a:buNone/>
              <a:defRPr/>
            </a:pPr>
            <a:r>
              <a:rPr lang="en-US" altLang="zh-CN" sz="2400" b="1" dirty="0">
                <a:solidFill>
                  <a:srgbClr val="FF0000"/>
                </a:solidFill>
                <a:latin typeface="华文中宋" panose="02010600040101010101" charset="-122"/>
              </a:rPr>
              <a:t>2). </a:t>
            </a:r>
            <a:r>
              <a:rPr lang="zh-CN" altLang="en-US" sz="2400" b="1" dirty="0">
                <a:solidFill>
                  <a:srgbClr val="FF0000"/>
                </a:solidFill>
                <a:latin typeface="华文中宋" panose="02010600040101010101" charset="-122"/>
              </a:rPr>
              <a:t>若</a:t>
            </a:r>
            <a:r>
              <a:rPr kumimoji="0" lang="en-US" altLang="zh-CN" sz="2400" i="1" dirty="0" err="1">
                <a:solidFill>
                  <a:srgbClr val="FF0000"/>
                </a:solidFill>
                <a:latin typeface="Times New Roman" panose="02020603050405020304" pitchFamily="18" charset="0"/>
              </a:rPr>
              <a:t>S</a:t>
            </a:r>
            <a:r>
              <a:rPr kumimoji="0" lang="en-US" altLang="zh-CN" sz="2400" i="1" baseline="-25000" dirty="0" err="1">
                <a:solidFill>
                  <a:srgbClr val="FF0000"/>
                </a:solidFill>
                <a:latin typeface="Times New Roman" panose="02020603050405020304" pitchFamily="18" charset="0"/>
              </a:rPr>
              <a:t>k</a:t>
            </a:r>
            <a:r>
              <a:rPr kumimoji="0" lang="zh-CN" altLang="en-US" sz="2400" dirty="0">
                <a:solidFill>
                  <a:srgbClr val="FF0000"/>
                </a:solidFill>
              </a:rPr>
              <a:t>为</a:t>
            </a:r>
            <a:r>
              <a:rPr kumimoji="0" lang="en-US" altLang="zh-CN" sz="2400" i="1" dirty="0">
                <a:solidFill>
                  <a:srgbClr val="FF0000"/>
                </a:solidFill>
                <a:latin typeface="Times New Roman" panose="02020603050405020304" pitchFamily="18" charset="0"/>
              </a:rPr>
              <a:t>D</a:t>
            </a:r>
            <a:r>
              <a:rPr kumimoji="0" lang="en-US" altLang="zh-CN" sz="2400" dirty="0">
                <a:solidFill>
                  <a:srgbClr val="FF0000"/>
                </a:solidFill>
              </a:rPr>
              <a:t>(</a:t>
            </a:r>
            <a:r>
              <a:rPr kumimoji="0" lang="en-US" altLang="zh-CN" sz="2400" i="1" dirty="0">
                <a:solidFill>
                  <a:srgbClr val="FF0000"/>
                </a:solidFill>
                <a:latin typeface="Times New Roman" panose="02020603050405020304" pitchFamily="18" charset="0"/>
              </a:rPr>
              <a:t>s</a:t>
            </a:r>
            <a:r>
              <a:rPr kumimoji="0" lang="en-US" altLang="zh-CN" sz="2400" dirty="0">
                <a:solidFill>
                  <a:srgbClr val="FF0000"/>
                </a:solidFill>
              </a:rPr>
              <a:t>)=0</a:t>
            </a:r>
            <a:r>
              <a:rPr lang="zh-CN" altLang="en-US" sz="2400" b="1" dirty="0">
                <a:solidFill>
                  <a:srgbClr val="FF0000"/>
                </a:solidFill>
                <a:latin typeface="华文中宋" panose="02010600040101010101" charset="-122"/>
              </a:rPr>
              <a:t>的</a:t>
            </a:r>
            <a:r>
              <a:rPr lang="en-US" altLang="zh-CN" sz="2400" b="1" i="1" dirty="0">
                <a:solidFill>
                  <a:srgbClr val="FF0000"/>
                </a:solidFill>
                <a:latin typeface="华文中宋" panose="02010600040101010101" charset="-122"/>
              </a:rPr>
              <a:t>p </a:t>
            </a:r>
            <a:r>
              <a:rPr lang="zh-CN" altLang="en-US" sz="2400" b="1" dirty="0">
                <a:solidFill>
                  <a:srgbClr val="FF0000"/>
                </a:solidFill>
                <a:latin typeface="华文中宋" panose="02010600040101010101" charset="-122"/>
              </a:rPr>
              <a:t>阶重根</a:t>
            </a:r>
            <a:r>
              <a:rPr lang="en-US" altLang="zh-CN" sz="2400" b="1" dirty="0">
                <a:solidFill>
                  <a:srgbClr val="000000"/>
                </a:solidFill>
                <a:latin typeface="华文中宋" panose="02010600040101010101" charset="-122"/>
              </a:rPr>
              <a:t>[</a:t>
            </a:r>
            <a:r>
              <a:rPr lang="zh-CN" altLang="en-US" sz="2400" b="1" dirty="0">
                <a:solidFill>
                  <a:srgbClr val="000000"/>
                </a:solidFill>
                <a:latin typeface="华文中宋" panose="02010600040101010101" charset="-122"/>
              </a:rPr>
              <a:t>即</a:t>
            </a:r>
            <a:r>
              <a:rPr lang="en-US" altLang="zh-CN" sz="2400" b="1" i="1" dirty="0">
                <a:solidFill>
                  <a:srgbClr val="000000"/>
                </a:solidFill>
                <a:latin typeface="华文中宋" panose="02010600040101010101" charset="-122"/>
              </a:rPr>
              <a:t>F</a:t>
            </a:r>
            <a:r>
              <a:rPr lang="en-US" altLang="zh-CN" sz="2400" b="1" dirty="0">
                <a:solidFill>
                  <a:srgbClr val="000000"/>
                </a:solidFill>
                <a:latin typeface="华文中宋" panose="02010600040101010101" charset="-122"/>
              </a:rPr>
              <a:t>(</a:t>
            </a:r>
            <a:r>
              <a:rPr lang="en-US" altLang="zh-CN" sz="2400" b="1" i="1" dirty="0">
                <a:solidFill>
                  <a:srgbClr val="000000"/>
                </a:solidFill>
                <a:latin typeface="华文中宋" panose="02010600040101010101" charset="-122"/>
              </a:rPr>
              <a:t>s</a:t>
            </a:r>
            <a:r>
              <a:rPr lang="en-US" altLang="zh-CN" sz="2400" b="1" dirty="0">
                <a:solidFill>
                  <a:srgbClr val="000000"/>
                </a:solidFill>
                <a:latin typeface="华文中宋" panose="02010600040101010101" charset="-122"/>
              </a:rPr>
              <a:t>)</a:t>
            </a:r>
            <a:r>
              <a:rPr lang="zh-CN" altLang="en-US" sz="2400" b="1" dirty="0">
                <a:solidFill>
                  <a:srgbClr val="000000"/>
                </a:solidFill>
                <a:latin typeface="华文中宋" panose="02010600040101010101" charset="-122"/>
              </a:rPr>
              <a:t>的</a:t>
            </a:r>
            <a:r>
              <a:rPr lang="en-US" altLang="zh-CN" sz="2400" b="1" i="1" dirty="0">
                <a:solidFill>
                  <a:srgbClr val="000000"/>
                </a:solidFill>
                <a:latin typeface="华文中宋" panose="02010600040101010101" charset="-122"/>
              </a:rPr>
              <a:t>p</a:t>
            </a:r>
            <a:r>
              <a:rPr lang="zh-CN" altLang="en-US" sz="2400" b="1" dirty="0">
                <a:solidFill>
                  <a:srgbClr val="000000"/>
                </a:solidFill>
                <a:latin typeface="华文中宋" panose="02010600040101010101" charset="-122"/>
              </a:rPr>
              <a:t>阶极点</a:t>
            </a:r>
            <a:r>
              <a:rPr lang="en-US" altLang="zh-CN" sz="2400" b="1" dirty="0">
                <a:solidFill>
                  <a:srgbClr val="000000"/>
                </a:solidFill>
                <a:latin typeface="华文中宋" panose="02010600040101010101" charset="-122"/>
              </a:rPr>
              <a:t>]</a:t>
            </a:r>
            <a:r>
              <a:rPr lang="zh-CN" altLang="en-US" sz="2400" b="1" dirty="0">
                <a:solidFill>
                  <a:srgbClr val="000000"/>
                </a:solidFill>
                <a:latin typeface="华文中宋" panose="02010600040101010101" charset="-122"/>
              </a:rPr>
              <a:t>，则： </a:t>
            </a:r>
            <a:endParaRPr lang="zh-CN" altLang="en-US" sz="2400" b="1" dirty="0">
              <a:solidFill>
                <a:srgbClr val="000000"/>
              </a:solidFill>
              <a:latin typeface="华文中宋" panose="02010600040101010101" charset="-122"/>
            </a:endParaRPr>
          </a:p>
        </p:txBody>
      </p:sp>
      <p:graphicFrame>
        <p:nvGraphicFramePr>
          <p:cNvPr id="143364" name="Object 4"/>
          <p:cNvGraphicFramePr>
            <a:graphicFrameLocks noChangeAspect="1"/>
          </p:cNvGraphicFramePr>
          <p:nvPr/>
        </p:nvGraphicFramePr>
        <p:xfrm>
          <a:off x="1042988" y="1557338"/>
          <a:ext cx="7200900" cy="996950"/>
        </p:xfrm>
        <a:graphic>
          <a:graphicData uri="http://schemas.openxmlformats.org/presentationml/2006/ole">
            <mc:AlternateContent xmlns:mc="http://schemas.openxmlformats.org/markup-compatibility/2006">
              <mc:Choice xmlns:v="urn:schemas-microsoft-com:vml" Requires="v">
                <p:oleObj spid="_x0000_s2" name="公式" r:id="rId1" imgW="2844800" imgH="393700" progId="Equation.3">
                  <p:embed/>
                </p:oleObj>
              </mc:Choice>
              <mc:Fallback>
                <p:oleObj name="公式" r:id="rId1" imgW="2844800" imgH="393700" progId="Equation.3">
                  <p:embed/>
                  <p:pic>
                    <p:nvPicPr>
                      <p:cNvPr id="0" name="Object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42988" y="1557338"/>
                        <a:ext cx="7200900" cy="996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sp>
        <p:nvSpPr>
          <p:cNvPr id="143365" name="Rectangle 5"/>
          <p:cNvSpPr>
            <a:spLocks noChangeArrowheads="1"/>
          </p:cNvSpPr>
          <p:nvPr/>
        </p:nvSpPr>
        <p:spPr bwMode="auto">
          <a:xfrm>
            <a:off x="1116013" y="3213100"/>
            <a:ext cx="7489825" cy="1930400"/>
          </a:xfrm>
          <a:prstGeom prst="rect">
            <a:avLst/>
          </a:prstGeom>
          <a:solidFill>
            <a:schemeClr val="tx1"/>
          </a:solidFill>
          <a:ln w="9525">
            <a:solidFill>
              <a:schemeClr val="bg1"/>
            </a:solidFill>
            <a:miter lim="800000"/>
          </a:ln>
          <a:effectLst>
            <a:outerShdw blurRad="63500" dist="38099" dir="2700000" algn="ctr" rotWithShape="0">
              <a:schemeClr val="bg2">
                <a:alpha val="74998"/>
              </a:schemeClr>
            </a:outerShdw>
          </a:effectLst>
        </p:spPr>
        <p:txBody>
          <a:bodyPr>
            <a:spAutoFit/>
          </a:bodyPr>
          <a:lstStyle/>
          <a:p>
            <a:pPr eaLnBrk="1" hangingPunct="1">
              <a:lnSpc>
                <a:spcPct val="125000"/>
              </a:lnSpc>
              <a:spcBef>
                <a:spcPct val="25000"/>
              </a:spcBef>
              <a:defRPr/>
            </a:pPr>
            <a:r>
              <a:rPr kumimoji="1" lang="zh-CN" altLang="en-US" sz="2400">
                <a:solidFill>
                  <a:srgbClr val="000000"/>
                </a:solidFill>
                <a:effectLst>
                  <a:outerShdw blurRad="38100" dist="38100" dir="2700000" algn="tl">
                    <a:srgbClr val="C0C0C0"/>
                  </a:outerShdw>
                </a:effectLst>
              </a:rPr>
              <a:t>    当</a:t>
            </a:r>
            <a:r>
              <a:rPr kumimoji="1" lang="en-US" altLang="zh-CN" sz="2400" i="1">
                <a:solidFill>
                  <a:srgbClr val="FF0000"/>
                </a:solidFill>
                <a:effectLst>
                  <a:outerShdw blurRad="38100" dist="38100" dir="2700000" algn="tl">
                    <a:srgbClr val="C0C0C0"/>
                  </a:outerShdw>
                </a:effectLst>
              </a:rPr>
              <a:t>F</a:t>
            </a:r>
            <a:r>
              <a:rPr kumimoji="1" lang="en-US" altLang="zh-CN" sz="2400">
                <a:solidFill>
                  <a:srgbClr val="FF0000"/>
                </a:solidFill>
                <a:effectLst>
                  <a:outerShdw blurRad="38100" dist="38100" dir="2700000" algn="tl">
                    <a:srgbClr val="C0C0C0"/>
                  </a:outerShdw>
                </a:effectLst>
              </a:rPr>
              <a:t>(</a:t>
            </a:r>
            <a:r>
              <a:rPr kumimoji="1" lang="en-US" altLang="zh-CN" sz="2400" i="1">
                <a:solidFill>
                  <a:srgbClr val="FF0000"/>
                </a:solidFill>
                <a:effectLst>
                  <a:outerShdw blurRad="38100" dist="38100" dir="2700000" algn="tl">
                    <a:srgbClr val="C0C0C0"/>
                  </a:outerShdw>
                </a:effectLst>
              </a:rPr>
              <a:t>s</a:t>
            </a:r>
            <a:r>
              <a:rPr kumimoji="1" lang="en-US" altLang="zh-CN" sz="2400">
                <a:solidFill>
                  <a:srgbClr val="FF0000"/>
                </a:solidFill>
                <a:effectLst>
                  <a:outerShdw blurRad="38100" dist="38100" dir="2700000" algn="tl">
                    <a:srgbClr val="C0C0C0"/>
                  </a:outerShdw>
                </a:effectLst>
              </a:rPr>
              <a:t>)</a:t>
            </a:r>
            <a:r>
              <a:rPr kumimoji="1" lang="zh-CN" altLang="en-US" sz="2400">
                <a:solidFill>
                  <a:srgbClr val="FF0000"/>
                </a:solidFill>
                <a:effectLst>
                  <a:outerShdw blurRad="38100" dist="38100" dir="2700000" algn="tl">
                    <a:srgbClr val="C0C0C0"/>
                  </a:outerShdw>
                </a:effectLst>
              </a:rPr>
              <a:t>为假分式时长除法分解为</a:t>
            </a:r>
            <a:r>
              <a:rPr kumimoji="1" lang="zh-CN" altLang="en-US" sz="2400">
                <a:solidFill>
                  <a:srgbClr val="000000"/>
                </a:solidFill>
                <a:effectLst>
                  <a:outerShdw blurRad="38100" dist="38100" dir="2700000" algn="tl">
                    <a:srgbClr val="C0C0C0"/>
                  </a:outerShdw>
                </a:effectLst>
              </a:rPr>
              <a:t>多项式与有理真分式之和，多项式决定冲激函数及其导数项，再对真分式求留数决定其它项。留数法在含重根时，</a:t>
            </a:r>
            <a:r>
              <a:rPr kumimoji="1" lang="zh-CN" altLang="en-US" sz="2400">
                <a:solidFill>
                  <a:srgbClr val="FF0000"/>
                </a:solidFill>
                <a:effectLst>
                  <a:outerShdw blurRad="38100" dist="38100" dir="2700000" algn="tl">
                    <a:srgbClr val="C0C0C0"/>
                  </a:outerShdw>
                </a:effectLst>
              </a:rPr>
              <a:t>计算比部分分式法略为简单</a:t>
            </a:r>
            <a:r>
              <a:rPr kumimoji="1" lang="zh-CN" altLang="en-US" sz="2400">
                <a:solidFill>
                  <a:srgbClr val="000000"/>
                </a:solidFill>
                <a:effectLst>
                  <a:outerShdw blurRad="38100" dist="38100" dir="2700000" algn="tl">
                    <a:srgbClr val="C0C0C0"/>
                  </a:outerShdw>
                </a:effectLst>
              </a:rPr>
              <a:t>些。</a:t>
            </a:r>
            <a:r>
              <a:rPr kumimoji="1" lang="zh-CN" altLang="en-US" sz="2400">
                <a:solidFill>
                  <a:srgbClr val="000000"/>
                </a:solidFill>
              </a:rPr>
              <a:t> </a:t>
            </a:r>
            <a:endParaRPr kumimoji="1" lang="zh-CN" altLang="en-US" sz="2400">
              <a:solidFill>
                <a:srgbClr val="000000"/>
              </a:solidFill>
            </a:endParaRPr>
          </a:p>
        </p:txBody>
      </p:sp>
      <p:sp>
        <p:nvSpPr>
          <p:cNvPr id="3" name="墨迹 1"/>
          <p:cNvSpPr/>
          <p:nvPr/>
        </p:nvSpPr>
        <p:spPr bwMode="auto">
          <a:xfrm>
            <a:off x="2509200" y="1145880"/>
            <a:ext cx="4730400" cy="2997000"/>
          </a:xfrm>
        </p:spPr>
      </p:sp>
    </p:spTree>
    <p:custDataLst>
      <p:tags r:id="rId3"/>
    </p:custDataLst>
  </p:cSld>
  <p:clrMapOvr>
    <a:masterClrMapping/>
  </p:clrMapOvr>
  <mc:AlternateContent xmlns:mc="http://schemas.openxmlformats.org/markup-compatibility/2006">
    <mc:Choice xmlns:p14="http://schemas.microsoft.com/office/powerpoint/2010/main" Requires="p14">
      <p:transition spd="slow" p14:dur="2000" advTm="70101"/>
    </mc:Choice>
    <mc:Fallback>
      <p:transition spd="slow" advTm="70101"/>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5" presetClass="entr" presetSubtype="0" fill="hold" nodeType="afterEffect">
                                  <p:stCondLst>
                                    <p:cond delay="0"/>
                                  </p:stCondLst>
                                  <p:childTnLst>
                                    <p:set>
                                      <p:cBhvr>
                                        <p:cTn id="6" dur="1" fill="hold">
                                          <p:stCondLst>
                                            <p:cond delay="0"/>
                                          </p:stCondLst>
                                        </p:cTn>
                                        <p:tgtEl>
                                          <p:spTgt spid="143364"/>
                                        </p:tgtEl>
                                        <p:attrNameLst>
                                          <p:attrName>style.visibility</p:attrName>
                                        </p:attrNameLst>
                                      </p:cBhvr>
                                      <p:to>
                                        <p:strVal val="visible"/>
                                      </p:to>
                                    </p:set>
                                    <p:anim calcmode="lin" valueType="num">
                                      <p:cBhvr>
                                        <p:cTn id="7" dur="1000" fill="hold"/>
                                        <p:tgtEl>
                                          <p:spTgt spid="143364"/>
                                        </p:tgtEl>
                                        <p:attrNameLst>
                                          <p:attrName>ppt_w</p:attrName>
                                        </p:attrNameLst>
                                      </p:cBhvr>
                                      <p:tavLst>
                                        <p:tav tm="0">
                                          <p:val>
                                            <p:strVal val="#ppt_w*0.70"/>
                                          </p:val>
                                        </p:tav>
                                        <p:tav tm="100000">
                                          <p:val>
                                            <p:strVal val="#ppt_w"/>
                                          </p:val>
                                        </p:tav>
                                      </p:tavLst>
                                    </p:anim>
                                    <p:anim calcmode="lin" valueType="num">
                                      <p:cBhvr>
                                        <p:cTn id="8" dur="1000" fill="hold"/>
                                        <p:tgtEl>
                                          <p:spTgt spid="143364"/>
                                        </p:tgtEl>
                                        <p:attrNameLst>
                                          <p:attrName>ppt_h</p:attrName>
                                        </p:attrNameLst>
                                      </p:cBhvr>
                                      <p:tavLst>
                                        <p:tav tm="0">
                                          <p:val>
                                            <p:strVal val="#ppt_h"/>
                                          </p:val>
                                        </p:tav>
                                        <p:tav tm="100000">
                                          <p:val>
                                            <p:strVal val="#ppt_h"/>
                                          </p:val>
                                        </p:tav>
                                      </p:tavLst>
                                    </p:anim>
                                    <p:animEffect transition="in" filter="fade">
                                      <p:cBhvr>
                                        <p:cTn id="9" dur="1000"/>
                                        <p:tgtEl>
                                          <p:spTgt spid="143364"/>
                                        </p:tgtEl>
                                      </p:cBhvr>
                                    </p:animEffect>
                                  </p:childTnLst>
                                </p:cTn>
                              </p:par>
                            </p:childTnLst>
                          </p:cTn>
                        </p:par>
                      </p:childTnLst>
                    </p:cTn>
                  </p:par>
                  <p:par>
                    <p:cTn id="10" fill="hold">
                      <p:stCondLst>
                        <p:cond delay="indefinite"/>
                      </p:stCondLst>
                      <p:childTnLst>
                        <p:par>
                          <p:cTn id="11" fill="hold">
                            <p:stCondLst>
                              <p:cond delay="0"/>
                            </p:stCondLst>
                            <p:childTnLst>
                              <p:par>
                                <p:cTn id="12" presetID="55" presetClass="entr" presetSubtype="0" fill="hold" grpId="0" nodeType="clickEffect">
                                  <p:stCondLst>
                                    <p:cond delay="0"/>
                                  </p:stCondLst>
                                  <p:childTnLst>
                                    <p:set>
                                      <p:cBhvr>
                                        <p:cTn id="13" dur="1" fill="hold">
                                          <p:stCondLst>
                                            <p:cond delay="0"/>
                                          </p:stCondLst>
                                        </p:cTn>
                                        <p:tgtEl>
                                          <p:spTgt spid="143365"/>
                                        </p:tgtEl>
                                        <p:attrNameLst>
                                          <p:attrName>style.visibility</p:attrName>
                                        </p:attrNameLst>
                                      </p:cBhvr>
                                      <p:to>
                                        <p:strVal val="visible"/>
                                      </p:to>
                                    </p:set>
                                    <p:anim calcmode="lin" valueType="num">
                                      <p:cBhvr>
                                        <p:cTn id="14" dur="1000" fill="hold"/>
                                        <p:tgtEl>
                                          <p:spTgt spid="143365"/>
                                        </p:tgtEl>
                                        <p:attrNameLst>
                                          <p:attrName>ppt_w</p:attrName>
                                        </p:attrNameLst>
                                      </p:cBhvr>
                                      <p:tavLst>
                                        <p:tav tm="0">
                                          <p:val>
                                            <p:strVal val="#ppt_w*0.70"/>
                                          </p:val>
                                        </p:tav>
                                        <p:tav tm="100000">
                                          <p:val>
                                            <p:strVal val="#ppt_w"/>
                                          </p:val>
                                        </p:tav>
                                      </p:tavLst>
                                    </p:anim>
                                    <p:anim calcmode="lin" valueType="num">
                                      <p:cBhvr>
                                        <p:cTn id="15" dur="1000" fill="hold"/>
                                        <p:tgtEl>
                                          <p:spTgt spid="143365"/>
                                        </p:tgtEl>
                                        <p:attrNameLst>
                                          <p:attrName>ppt_h</p:attrName>
                                        </p:attrNameLst>
                                      </p:cBhvr>
                                      <p:tavLst>
                                        <p:tav tm="0">
                                          <p:val>
                                            <p:strVal val="#ppt_h"/>
                                          </p:val>
                                        </p:tav>
                                        <p:tav tm="100000">
                                          <p:val>
                                            <p:strVal val="#ppt_h"/>
                                          </p:val>
                                        </p:tav>
                                      </p:tavLst>
                                    </p:anim>
                                    <p:animEffect transition="in" filter="fade">
                                      <p:cBhvr>
                                        <p:cTn id="16" dur="1000"/>
                                        <p:tgtEl>
                                          <p:spTgt spid="14336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365" grpId="0" animBg="1"/>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4"/>
          <p:cNvSpPr>
            <a:spLocks noGrp="1" noChangeArrowheads="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a:spcBef>
                <a:spcPct val="0"/>
              </a:spcBef>
              <a:buFontTx/>
              <a:buNone/>
            </a:pPr>
            <a:fld id="{A7A4B7BF-7A80-4339-B98E-E6C04DE4027D}" type="datetime1">
              <a:rPr kumimoji="0" lang="zh-CN" altLang="en-US" sz="1200" smtClean="0">
                <a:solidFill>
                  <a:srgbClr val="000000"/>
                </a:solidFill>
                <a:ea typeface="宋体" panose="02010600030101010101" pitchFamily="2" charset="-122"/>
              </a:rPr>
            </a:fld>
            <a:endParaRPr kumimoji="0" lang="en-US" altLang="zh-CN" sz="1200">
              <a:solidFill>
                <a:srgbClr val="000000"/>
              </a:solidFill>
              <a:ea typeface="宋体" panose="02010600030101010101" pitchFamily="2" charset="-122"/>
            </a:endParaRPr>
          </a:p>
        </p:txBody>
      </p:sp>
      <p:graphicFrame>
        <p:nvGraphicFramePr>
          <p:cNvPr id="358403" name="Object 3"/>
          <p:cNvGraphicFramePr>
            <a:graphicFrameLocks noGrp="1" noChangeAspect="1"/>
          </p:cNvGraphicFramePr>
          <p:nvPr>
            <p:ph sz="quarter" idx="2"/>
          </p:nvPr>
        </p:nvGraphicFramePr>
        <p:xfrm>
          <a:off x="611823" y="1077913"/>
          <a:ext cx="3887787" cy="504825"/>
        </p:xfrm>
        <a:graphic>
          <a:graphicData uri="http://schemas.openxmlformats.org/presentationml/2006/ole">
            <mc:AlternateContent xmlns:mc="http://schemas.openxmlformats.org/markup-compatibility/2006">
              <mc:Choice xmlns:v="urn:schemas-microsoft-com:vml" Requires="v">
                <p:oleObj spid="_x0000_s2" name="公式" r:id="rId1" imgW="1688465" imgH="241300" progId="Equation.3">
                  <p:embed/>
                </p:oleObj>
              </mc:Choice>
              <mc:Fallback>
                <p:oleObj name="公式" r:id="rId1" imgW="1688465" imgH="241300" progId="Equation.3">
                  <p:embed/>
                  <p:pic>
                    <p:nvPicPr>
                      <p:cNvPr id="0" name="Object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1823" y="1077913"/>
                        <a:ext cx="3887787" cy="5048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59396" name="Object 8"/>
          <p:cNvGraphicFramePr>
            <a:graphicFrameLocks noGrp="1" noChangeAspect="1"/>
          </p:cNvGraphicFramePr>
          <p:nvPr>
            <p:ph sz="quarter" idx="3"/>
          </p:nvPr>
        </p:nvGraphicFramePr>
        <p:xfrm>
          <a:off x="900113" y="260350"/>
          <a:ext cx="3384550" cy="739775"/>
        </p:xfrm>
        <a:graphic>
          <a:graphicData uri="http://schemas.openxmlformats.org/presentationml/2006/ole">
            <mc:AlternateContent xmlns:mc="http://schemas.openxmlformats.org/markup-compatibility/2006">
              <mc:Choice xmlns:v="urn:schemas-microsoft-com:vml" Requires="v">
                <p:oleObj spid="_x0000_s3" name="公式" r:id="rId3" imgW="1917700" imgH="419100" progId="Equation.3">
                  <p:embed/>
                </p:oleObj>
              </mc:Choice>
              <mc:Fallback>
                <p:oleObj name="公式" r:id="rId3" imgW="1917700" imgH="419100" progId="Equation.3">
                  <p:embed/>
                  <p:pic>
                    <p:nvPicPr>
                      <p:cNvPr id="0" name="Object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00113" y="260350"/>
                        <a:ext cx="3384550" cy="7397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358414" name="Object 14"/>
          <p:cNvGraphicFramePr>
            <a:graphicFrameLocks noChangeAspect="1"/>
          </p:cNvGraphicFramePr>
          <p:nvPr/>
        </p:nvGraphicFramePr>
        <p:xfrm>
          <a:off x="1000443" y="3006408"/>
          <a:ext cx="977900" cy="438150"/>
        </p:xfrm>
        <a:graphic>
          <a:graphicData uri="http://schemas.openxmlformats.org/presentationml/2006/ole">
            <mc:AlternateContent xmlns:mc="http://schemas.openxmlformats.org/markup-compatibility/2006">
              <mc:Choice xmlns:v="urn:schemas-microsoft-com:vml" Requires="v">
                <p:oleObj spid="_x0000_s4" name="公式" r:id="rId5" imgW="481965" imgH="215900" progId="Equation.3">
                  <p:embed/>
                </p:oleObj>
              </mc:Choice>
              <mc:Fallback>
                <p:oleObj name="公式" r:id="rId5" imgW="481965" imgH="215900" progId="Equation.3">
                  <p:embed/>
                  <p:pic>
                    <p:nvPicPr>
                      <p:cNvPr id="0" name="Object 1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00443" y="3006408"/>
                        <a:ext cx="977900" cy="438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aphicFrame>
        <p:nvGraphicFramePr>
          <p:cNvPr id="358415" name="Object 15"/>
          <p:cNvGraphicFramePr>
            <a:graphicFrameLocks noChangeAspect="1"/>
          </p:cNvGraphicFramePr>
          <p:nvPr/>
        </p:nvGraphicFramePr>
        <p:xfrm>
          <a:off x="900430" y="4076700"/>
          <a:ext cx="1078230" cy="460375"/>
        </p:xfrm>
        <a:graphic>
          <a:graphicData uri="http://schemas.openxmlformats.org/presentationml/2006/ole">
            <mc:AlternateContent xmlns:mc="http://schemas.openxmlformats.org/markup-compatibility/2006">
              <mc:Choice xmlns:v="urn:schemas-microsoft-com:vml" Requires="v">
                <p:oleObj spid="_x0000_s5" name="公式" r:id="rId7" imgW="508000" imgH="215900" progId="Equation.3">
                  <p:embed/>
                </p:oleObj>
              </mc:Choice>
              <mc:Fallback>
                <p:oleObj name="公式" r:id="rId7" imgW="508000" imgH="215900" progId="Equation.3">
                  <p:embed/>
                  <p:pic>
                    <p:nvPicPr>
                      <p:cNvPr id="0" name="Object 1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900430" y="4076700"/>
                        <a:ext cx="1078230"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aphicFrame>
        <p:nvGraphicFramePr>
          <p:cNvPr id="358417" name="Object 17"/>
          <p:cNvGraphicFramePr>
            <a:graphicFrameLocks noChangeAspect="1"/>
          </p:cNvGraphicFramePr>
          <p:nvPr/>
        </p:nvGraphicFramePr>
        <p:xfrm>
          <a:off x="1035526" y="4869022"/>
          <a:ext cx="1054735" cy="410845"/>
        </p:xfrm>
        <a:graphic>
          <a:graphicData uri="http://schemas.openxmlformats.org/presentationml/2006/ole">
            <mc:AlternateContent xmlns:mc="http://schemas.openxmlformats.org/markup-compatibility/2006">
              <mc:Choice xmlns:v="urn:schemas-microsoft-com:vml" Requires="v">
                <p:oleObj spid="_x0000_s6" name="公式" r:id="rId9" imgW="584200" imgH="228600" progId="Equation.3">
                  <p:embed/>
                </p:oleObj>
              </mc:Choice>
              <mc:Fallback>
                <p:oleObj name="公式" r:id="rId9" imgW="584200" imgH="228600" progId="Equation.3">
                  <p:embed/>
                  <p:pic>
                    <p:nvPicPr>
                      <p:cNvPr id="0" name="Object 17"/>
                      <p:cNvPicPr>
                        <a:picLocks noChangeAspect="1" noChangeArrowheads="1"/>
                      </p:cNvPicPr>
                      <p:nvPr/>
                    </p:nvPicPr>
                    <p:blipFill>
                      <a:blip r:embed="rId10"/>
                      <a:srcRect/>
                      <a:stretch>
                        <a:fillRect/>
                      </a:stretch>
                    </p:blipFill>
                    <p:spPr bwMode="auto">
                      <a:xfrm>
                        <a:off x="1035526" y="4869022"/>
                        <a:ext cx="1054735" cy="4108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aphicFrame>
        <p:nvGraphicFramePr>
          <p:cNvPr id="358418" name="Object 18"/>
          <p:cNvGraphicFramePr>
            <a:graphicFrameLocks noChangeAspect="1"/>
          </p:cNvGraphicFramePr>
          <p:nvPr/>
        </p:nvGraphicFramePr>
        <p:xfrm>
          <a:off x="777875" y="5876925"/>
          <a:ext cx="1289050" cy="617855"/>
        </p:xfrm>
        <a:graphic>
          <a:graphicData uri="http://schemas.openxmlformats.org/presentationml/2006/ole">
            <mc:AlternateContent xmlns:mc="http://schemas.openxmlformats.org/markup-compatibility/2006">
              <mc:Choice xmlns:v="urn:schemas-microsoft-com:vml" Requires="v">
                <p:oleObj spid="_x0000_s7" name="公式" r:id="rId11" imgW="545465" imgH="203200" progId="Equation.3">
                  <p:embed/>
                </p:oleObj>
              </mc:Choice>
              <mc:Fallback>
                <p:oleObj name="公式" r:id="rId11" imgW="545465" imgH="203200" progId="Equation.3">
                  <p:embed/>
                  <p:pic>
                    <p:nvPicPr>
                      <p:cNvPr id="0" name="Object 18"/>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777875" y="5876925"/>
                        <a:ext cx="1289050" cy="6178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aphicFrame>
        <p:nvGraphicFramePr>
          <p:cNvPr id="45066" name="Object 10"/>
          <p:cNvGraphicFramePr>
            <a:graphicFrameLocks noChangeAspect="1"/>
          </p:cNvGraphicFramePr>
          <p:nvPr/>
        </p:nvGraphicFramePr>
        <p:xfrm>
          <a:off x="899637" y="1772762"/>
          <a:ext cx="6450330" cy="756920"/>
        </p:xfrm>
        <a:graphic>
          <a:graphicData uri="http://schemas.openxmlformats.org/presentationml/2006/ole">
            <mc:AlternateContent xmlns:mc="http://schemas.openxmlformats.org/markup-compatibility/2006">
              <mc:Choice xmlns:v="urn:schemas-microsoft-com:vml" Requires="v">
                <p:oleObj spid="_x0000_s8" name="公式" r:id="rId13" imgW="3352800" imgH="393700" progId="Equation.3">
                  <p:embed/>
                </p:oleObj>
              </mc:Choice>
              <mc:Fallback>
                <p:oleObj name="公式" r:id="rId13" imgW="3352800" imgH="393700" progId="Equation.3">
                  <p:embed/>
                  <p:pic>
                    <p:nvPicPr>
                      <p:cNvPr id="0" name="Object 10"/>
                      <p:cNvPicPr>
                        <a:picLocks noChangeAspect="1" noChangeArrowheads="1"/>
                      </p:cNvPicPr>
                      <p:nvPr/>
                    </p:nvPicPr>
                    <p:blipFill>
                      <a:blip r:embed="rId14">
                        <a:duotone>
                          <a:schemeClr val="accent1">
                            <a:shade val="45000"/>
                            <a:satMod val="135000"/>
                          </a:schemeClr>
                          <a:prstClr val="white"/>
                        </a:duotone>
                      </a:blip>
                      <a:srcRect/>
                      <a:stretch>
                        <a:fillRect/>
                      </a:stretch>
                    </p:blipFill>
                    <p:spPr bwMode="auto">
                      <a:xfrm>
                        <a:off x="899637" y="1772762"/>
                        <a:ext cx="6450330" cy="756920"/>
                      </a:xfrm>
                      <a:prstGeom prst="rect">
                        <a:avLst/>
                      </a:prstGeom>
                      <a:noFill/>
                      <a:ln>
                        <a:solidFill>
                          <a:srgbClr val="FF0000"/>
                        </a:solid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aphicFrame>
        <p:nvGraphicFramePr>
          <p:cNvPr id="9" name="Object 9"/>
          <p:cNvGraphicFramePr>
            <a:graphicFrameLocks noChangeAspect="1"/>
          </p:cNvGraphicFramePr>
          <p:nvPr/>
        </p:nvGraphicFramePr>
        <p:xfrm>
          <a:off x="2268538" y="2924175"/>
          <a:ext cx="3368675" cy="796925"/>
        </p:xfrm>
        <a:graphic>
          <a:graphicData uri="http://schemas.openxmlformats.org/presentationml/2006/ole">
            <mc:AlternateContent xmlns:mc="http://schemas.openxmlformats.org/markup-compatibility/2006">
              <mc:Choice xmlns:v="urn:schemas-microsoft-com:vml" Requires="v">
                <p:oleObj spid="_x0000_s10" name="公式" r:id="rId15" imgW="1663700" imgH="393700" progId="Equation.3">
                  <p:embed/>
                </p:oleObj>
              </mc:Choice>
              <mc:Fallback>
                <p:oleObj name="公式" r:id="rId15" imgW="1663700" imgH="393700" progId="Equation.3">
                  <p:embed/>
                  <p:pic>
                    <p:nvPicPr>
                      <p:cNvPr id="0" name="Object 9"/>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2268538" y="2924175"/>
                        <a:ext cx="3368675" cy="796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aphicFrame>
        <p:nvGraphicFramePr>
          <p:cNvPr id="11" name="Object 10"/>
          <p:cNvGraphicFramePr>
            <a:graphicFrameLocks noChangeAspect="1"/>
          </p:cNvGraphicFramePr>
          <p:nvPr/>
        </p:nvGraphicFramePr>
        <p:xfrm>
          <a:off x="2268538" y="3933825"/>
          <a:ext cx="3416300" cy="679450"/>
        </p:xfrm>
        <a:graphic>
          <a:graphicData uri="http://schemas.openxmlformats.org/presentationml/2006/ole">
            <mc:AlternateContent xmlns:mc="http://schemas.openxmlformats.org/markup-compatibility/2006">
              <mc:Choice xmlns:v="urn:schemas-microsoft-com:vml" Requires="v">
                <p:oleObj spid="_x0000_s12" name="公式" r:id="rId17" imgW="1981200" imgH="393700" progId="Equation.3">
                  <p:embed/>
                </p:oleObj>
              </mc:Choice>
              <mc:Fallback>
                <p:oleObj name="公式" r:id="rId17" imgW="1981200" imgH="393700" progId="Equation.3">
                  <p:embed/>
                  <p:pic>
                    <p:nvPicPr>
                      <p:cNvPr id="0" name="Object 10"/>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2268538" y="3933825"/>
                        <a:ext cx="3416300" cy="679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aphicFrame>
        <p:nvGraphicFramePr>
          <p:cNvPr id="45069" name="Object 13"/>
          <p:cNvGraphicFramePr>
            <a:graphicFrameLocks noChangeAspect="1"/>
          </p:cNvGraphicFramePr>
          <p:nvPr/>
        </p:nvGraphicFramePr>
        <p:xfrm>
          <a:off x="2184400" y="4724400"/>
          <a:ext cx="4848225" cy="739775"/>
        </p:xfrm>
        <a:graphic>
          <a:graphicData uri="http://schemas.openxmlformats.org/presentationml/2006/ole">
            <mc:AlternateContent xmlns:mc="http://schemas.openxmlformats.org/markup-compatibility/2006">
              <mc:Choice xmlns:v="urn:schemas-microsoft-com:vml" Requires="v">
                <p:oleObj spid="_x0000_s13" name="公式" r:id="rId19" imgW="2743200" imgH="419100" progId="Equation.3">
                  <p:embed/>
                </p:oleObj>
              </mc:Choice>
              <mc:Fallback>
                <p:oleObj name="公式" r:id="rId19" imgW="2743200" imgH="419100" progId="Equation.3">
                  <p:embed/>
                  <p:pic>
                    <p:nvPicPr>
                      <p:cNvPr id="0" name="Object 13"/>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2184400" y="4724400"/>
                        <a:ext cx="4848225" cy="739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aphicFrame>
        <p:nvGraphicFramePr>
          <p:cNvPr id="14" name="Object 12"/>
          <p:cNvGraphicFramePr>
            <a:graphicFrameLocks noChangeAspect="1"/>
          </p:cNvGraphicFramePr>
          <p:nvPr/>
        </p:nvGraphicFramePr>
        <p:xfrm>
          <a:off x="2339975" y="5734050"/>
          <a:ext cx="3744913" cy="898525"/>
        </p:xfrm>
        <a:graphic>
          <a:graphicData uri="http://schemas.openxmlformats.org/presentationml/2006/ole">
            <mc:AlternateContent xmlns:mc="http://schemas.openxmlformats.org/markup-compatibility/2006">
              <mc:Choice xmlns:v="urn:schemas-microsoft-com:vml" Requires="v">
                <p:oleObj spid="_x0000_s15" name="公式" r:id="rId21" imgW="1905000" imgH="457200" progId="Equation.3">
                  <p:embed/>
                </p:oleObj>
              </mc:Choice>
              <mc:Fallback>
                <p:oleObj name="公式" r:id="rId21" imgW="1905000" imgH="457200" progId="Equation.3">
                  <p:embed/>
                  <p:pic>
                    <p:nvPicPr>
                      <p:cNvPr id="0" name="Object 12"/>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2339975" y="5734050"/>
                        <a:ext cx="3744913" cy="898525"/>
                      </a:xfrm>
                      <a:prstGeom prst="rect">
                        <a:avLst/>
                      </a:prstGeom>
                      <a:solidFill>
                        <a:schemeClr val="tx1"/>
                      </a:solidFill>
                      <a:ln>
                        <a:noFill/>
                      </a:ln>
                      <a:effectLst>
                        <a:outerShdw dist="35921" dir="2700000" algn="ctr" rotWithShape="0">
                          <a:schemeClr val="bg2">
                            <a:alpha val="74997"/>
                          </a:schemeClr>
                        </a:outerShdw>
                      </a:effectLst>
                      <a:extLst>
                        <a:ext uri="{91240B29-F687-4F45-9708-019B960494DF}">
                          <a14:hiddenLine xmlns:a14="http://schemas.microsoft.com/office/drawing/2010/main" w="28575">
                            <a:solidFill>
                              <a:srgbClr val="FF0000"/>
                            </a:solidFill>
                            <a:miter lim="800000"/>
                            <a:headEnd/>
                            <a:tailEnd/>
                          </a14:hiddenLine>
                        </a:ext>
                      </a:extLst>
                    </p:spPr>
                  </p:pic>
                </p:oleObj>
              </mc:Fallback>
            </mc:AlternateContent>
          </a:graphicData>
        </a:graphic>
      </p:graphicFrame>
      <p:sp>
        <p:nvSpPr>
          <p:cNvPr id="16" name="墨迹 4"/>
          <p:cNvSpPr/>
          <p:nvPr/>
        </p:nvSpPr>
        <p:spPr bwMode="auto">
          <a:xfrm>
            <a:off x="1548045" y="1661025"/>
            <a:ext cx="6980400" cy="3898080"/>
          </a:xfrm>
        </p:spPr>
      </p:sp>
    </p:spTree>
    <p:custDataLst>
      <p:tags r:id="rId23"/>
    </p:custDataLst>
  </p:cSld>
  <p:clrMapOvr>
    <a:masterClrMapping/>
  </p:clrMapOvr>
  <mc:AlternateContent xmlns:mc="http://schemas.openxmlformats.org/markup-compatibility/2006">
    <mc:Choice xmlns:p14="http://schemas.microsoft.com/office/powerpoint/2010/main" Requires="p14">
      <p:transition spd="slow" p14:dur="2000" advTm="127853"/>
    </mc:Choice>
    <mc:Fallback>
      <p:transition spd="slow" advTm="127853"/>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5" presetClass="entr" presetSubtype="0" fill="hold" nodeType="clickEffect">
                                  <p:stCondLst>
                                    <p:cond delay="0"/>
                                  </p:stCondLst>
                                  <p:childTnLst>
                                    <p:set>
                                      <p:cBhvr>
                                        <p:cTn id="6" dur="1" fill="hold">
                                          <p:stCondLst>
                                            <p:cond delay="0"/>
                                          </p:stCondLst>
                                        </p:cTn>
                                        <p:tgtEl>
                                          <p:spTgt spid="358403"/>
                                        </p:tgtEl>
                                        <p:attrNameLst>
                                          <p:attrName>style.visibility</p:attrName>
                                        </p:attrNameLst>
                                      </p:cBhvr>
                                      <p:to>
                                        <p:strVal val="visible"/>
                                      </p:to>
                                    </p:set>
                                    <p:anim calcmode="lin" valueType="num">
                                      <p:cBhvr>
                                        <p:cTn id="7" dur="1000" fill="hold"/>
                                        <p:tgtEl>
                                          <p:spTgt spid="358403"/>
                                        </p:tgtEl>
                                        <p:attrNameLst>
                                          <p:attrName>ppt_w</p:attrName>
                                        </p:attrNameLst>
                                      </p:cBhvr>
                                      <p:tavLst>
                                        <p:tav tm="0">
                                          <p:val>
                                            <p:strVal val="#ppt_w*0.70"/>
                                          </p:val>
                                        </p:tav>
                                        <p:tav tm="100000">
                                          <p:val>
                                            <p:strVal val="#ppt_w"/>
                                          </p:val>
                                        </p:tav>
                                      </p:tavLst>
                                    </p:anim>
                                    <p:anim calcmode="lin" valueType="num">
                                      <p:cBhvr>
                                        <p:cTn id="8" dur="1000" fill="hold"/>
                                        <p:tgtEl>
                                          <p:spTgt spid="358403"/>
                                        </p:tgtEl>
                                        <p:attrNameLst>
                                          <p:attrName>ppt_h</p:attrName>
                                        </p:attrNameLst>
                                      </p:cBhvr>
                                      <p:tavLst>
                                        <p:tav tm="0">
                                          <p:val>
                                            <p:strVal val="#ppt_h"/>
                                          </p:val>
                                        </p:tav>
                                        <p:tav tm="100000">
                                          <p:val>
                                            <p:strVal val="#ppt_h"/>
                                          </p:val>
                                        </p:tav>
                                      </p:tavLst>
                                    </p:anim>
                                    <p:animEffect transition="in" filter="fade">
                                      <p:cBhvr>
                                        <p:cTn id="9" dur="1000"/>
                                        <p:tgtEl>
                                          <p:spTgt spid="358403"/>
                                        </p:tgtEl>
                                      </p:cBhvr>
                                    </p:animEffect>
                                  </p:childTnLst>
                                </p:cTn>
                              </p:par>
                            </p:childTnLst>
                          </p:cTn>
                        </p:par>
                        <p:par>
                          <p:cTn id="10" fill="hold">
                            <p:stCondLst>
                              <p:cond delay="1000"/>
                            </p:stCondLst>
                            <p:childTnLst>
                              <p:par>
                                <p:cTn id="11" presetID="55" presetClass="entr" presetSubtype="0" fill="hold" nodeType="afterEffect">
                                  <p:stCondLst>
                                    <p:cond delay="0"/>
                                  </p:stCondLst>
                                  <p:childTnLst>
                                    <p:set>
                                      <p:cBhvr>
                                        <p:cTn id="12" dur="1" fill="hold">
                                          <p:stCondLst>
                                            <p:cond delay="0"/>
                                          </p:stCondLst>
                                        </p:cTn>
                                        <p:tgtEl>
                                          <p:spTgt spid="45066"/>
                                        </p:tgtEl>
                                        <p:attrNameLst>
                                          <p:attrName>style.visibility</p:attrName>
                                        </p:attrNameLst>
                                      </p:cBhvr>
                                      <p:to>
                                        <p:strVal val="visible"/>
                                      </p:to>
                                    </p:set>
                                    <p:anim calcmode="lin" valueType="num">
                                      <p:cBhvr>
                                        <p:cTn id="13" dur="1000" fill="hold"/>
                                        <p:tgtEl>
                                          <p:spTgt spid="45066"/>
                                        </p:tgtEl>
                                        <p:attrNameLst>
                                          <p:attrName>ppt_w</p:attrName>
                                        </p:attrNameLst>
                                      </p:cBhvr>
                                      <p:tavLst>
                                        <p:tav tm="0">
                                          <p:val>
                                            <p:strVal val="#ppt_w*0.70"/>
                                          </p:val>
                                        </p:tav>
                                        <p:tav tm="100000">
                                          <p:val>
                                            <p:strVal val="#ppt_w"/>
                                          </p:val>
                                        </p:tav>
                                      </p:tavLst>
                                    </p:anim>
                                    <p:anim calcmode="lin" valueType="num">
                                      <p:cBhvr>
                                        <p:cTn id="14" dur="1000" fill="hold"/>
                                        <p:tgtEl>
                                          <p:spTgt spid="45066"/>
                                        </p:tgtEl>
                                        <p:attrNameLst>
                                          <p:attrName>ppt_h</p:attrName>
                                        </p:attrNameLst>
                                      </p:cBhvr>
                                      <p:tavLst>
                                        <p:tav tm="0">
                                          <p:val>
                                            <p:strVal val="#ppt_h"/>
                                          </p:val>
                                        </p:tav>
                                        <p:tav tm="100000">
                                          <p:val>
                                            <p:strVal val="#ppt_h"/>
                                          </p:val>
                                        </p:tav>
                                      </p:tavLst>
                                    </p:anim>
                                    <p:animEffect transition="in" filter="fade">
                                      <p:cBhvr>
                                        <p:cTn id="15" dur="1000"/>
                                        <p:tgtEl>
                                          <p:spTgt spid="45066"/>
                                        </p:tgtEl>
                                      </p:cBhvr>
                                    </p:animEffect>
                                  </p:childTnLst>
                                </p:cTn>
                              </p:par>
                            </p:childTnLst>
                          </p:cTn>
                        </p:par>
                      </p:childTnLst>
                    </p:cTn>
                  </p:par>
                  <p:par>
                    <p:cTn id="16" fill="hold">
                      <p:stCondLst>
                        <p:cond delay="indefinite"/>
                      </p:stCondLst>
                      <p:childTnLst>
                        <p:par>
                          <p:cTn id="17" fill="hold">
                            <p:stCondLst>
                              <p:cond delay="0"/>
                            </p:stCondLst>
                            <p:childTnLst>
                              <p:par>
                                <p:cTn id="18" presetID="55" presetClass="entr" presetSubtype="0" fill="hold" nodeType="clickEffect">
                                  <p:stCondLst>
                                    <p:cond delay="0"/>
                                  </p:stCondLst>
                                  <p:childTnLst>
                                    <p:set>
                                      <p:cBhvr>
                                        <p:cTn id="19" dur="1" fill="hold">
                                          <p:stCondLst>
                                            <p:cond delay="0"/>
                                          </p:stCondLst>
                                        </p:cTn>
                                        <p:tgtEl>
                                          <p:spTgt spid="358414"/>
                                        </p:tgtEl>
                                        <p:attrNameLst>
                                          <p:attrName>style.visibility</p:attrName>
                                        </p:attrNameLst>
                                      </p:cBhvr>
                                      <p:to>
                                        <p:strVal val="visible"/>
                                      </p:to>
                                    </p:set>
                                    <p:anim calcmode="lin" valueType="num">
                                      <p:cBhvr>
                                        <p:cTn id="20" dur="1000" fill="hold"/>
                                        <p:tgtEl>
                                          <p:spTgt spid="358414"/>
                                        </p:tgtEl>
                                        <p:attrNameLst>
                                          <p:attrName>ppt_w</p:attrName>
                                        </p:attrNameLst>
                                      </p:cBhvr>
                                      <p:tavLst>
                                        <p:tav tm="0">
                                          <p:val>
                                            <p:strVal val="#ppt_w*0.70"/>
                                          </p:val>
                                        </p:tav>
                                        <p:tav tm="100000">
                                          <p:val>
                                            <p:strVal val="#ppt_w"/>
                                          </p:val>
                                        </p:tav>
                                      </p:tavLst>
                                    </p:anim>
                                    <p:anim calcmode="lin" valueType="num">
                                      <p:cBhvr>
                                        <p:cTn id="21" dur="1000" fill="hold"/>
                                        <p:tgtEl>
                                          <p:spTgt spid="358414"/>
                                        </p:tgtEl>
                                        <p:attrNameLst>
                                          <p:attrName>ppt_h</p:attrName>
                                        </p:attrNameLst>
                                      </p:cBhvr>
                                      <p:tavLst>
                                        <p:tav tm="0">
                                          <p:val>
                                            <p:strVal val="#ppt_h"/>
                                          </p:val>
                                        </p:tav>
                                        <p:tav tm="100000">
                                          <p:val>
                                            <p:strVal val="#ppt_h"/>
                                          </p:val>
                                        </p:tav>
                                      </p:tavLst>
                                    </p:anim>
                                    <p:animEffect transition="in" filter="fade">
                                      <p:cBhvr>
                                        <p:cTn id="22" dur="1000"/>
                                        <p:tgtEl>
                                          <p:spTgt spid="358414"/>
                                        </p:tgtEl>
                                      </p:cBhvr>
                                    </p:animEffec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9"/>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55" presetClass="entr" presetSubtype="0" fill="hold" nodeType="clickEffect">
                                  <p:stCondLst>
                                    <p:cond delay="0"/>
                                  </p:stCondLst>
                                  <p:childTnLst>
                                    <p:set>
                                      <p:cBhvr>
                                        <p:cTn id="30" dur="1" fill="hold">
                                          <p:stCondLst>
                                            <p:cond delay="0"/>
                                          </p:stCondLst>
                                        </p:cTn>
                                        <p:tgtEl>
                                          <p:spTgt spid="358415"/>
                                        </p:tgtEl>
                                        <p:attrNameLst>
                                          <p:attrName>style.visibility</p:attrName>
                                        </p:attrNameLst>
                                      </p:cBhvr>
                                      <p:to>
                                        <p:strVal val="visible"/>
                                      </p:to>
                                    </p:set>
                                    <p:anim calcmode="lin" valueType="num">
                                      <p:cBhvr>
                                        <p:cTn id="31" dur="1000" fill="hold"/>
                                        <p:tgtEl>
                                          <p:spTgt spid="358415"/>
                                        </p:tgtEl>
                                        <p:attrNameLst>
                                          <p:attrName>ppt_w</p:attrName>
                                        </p:attrNameLst>
                                      </p:cBhvr>
                                      <p:tavLst>
                                        <p:tav tm="0">
                                          <p:val>
                                            <p:strVal val="#ppt_w*0.70"/>
                                          </p:val>
                                        </p:tav>
                                        <p:tav tm="100000">
                                          <p:val>
                                            <p:strVal val="#ppt_w"/>
                                          </p:val>
                                        </p:tav>
                                      </p:tavLst>
                                    </p:anim>
                                    <p:anim calcmode="lin" valueType="num">
                                      <p:cBhvr>
                                        <p:cTn id="32" dur="1000" fill="hold"/>
                                        <p:tgtEl>
                                          <p:spTgt spid="358415"/>
                                        </p:tgtEl>
                                        <p:attrNameLst>
                                          <p:attrName>ppt_h</p:attrName>
                                        </p:attrNameLst>
                                      </p:cBhvr>
                                      <p:tavLst>
                                        <p:tav tm="0">
                                          <p:val>
                                            <p:strVal val="#ppt_h"/>
                                          </p:val>
                                        </p:tav>
                                        <p:tav tm="100000">
                                          <p:val>
                                            <p:strVal val="#ppt_h"/>
                                          </p:val>
                                        </p:tav>
                                      </p:tavLst>
                                    </p:anim>
                                    <p:animEffect transition="in" filter="fade">
                                      <p:cBhvr>
                                        <p:cTn id="33" dur="1000"/>
                                        <p:tgtEl>
                                          <p:spTgt spid="358415"/>
                                        </p:tgtEl>
                                      </p:cBhvr>
                                    </p:animEffect>
                                  </p:childTnLst>
                                </p:cTn>
                              </p:par>
                            </p:childTnLst>
                          </p:cTn>
                        </p:par>
                      </p:childTnLst>
                    </p:cTn>
                  </p:par>
                  <p:par>
                    <p:cTn id="34" fill="hold">
                      <p:stCondLst>
                        <p:cond delay="indefinite"/>
                      </p:stCondLst>
                      <p:childTnLst>
                        <p:par>
                          <p:cTn id="35" fill="hold">
                            <p:stCondLst>
                              <p:cond delay="0"/>
                            </p:stCondLst>
                            <p:childTnLst>
                              <p:par>
                                <p:cTn id="36" presetID="1" presetClass="entr" presetSubtype="0" fill="hold" nodeType="clickEffect">
                                  <p:stCondLst>
                                    <p:cond delay="0"/>
                                  </p:stCondLst>
                                  <p:childTnLst>
                                    <p:set>
                                      <p:cBhvr>
                                        <p:cTn id="37" dur="1" fill="hold">
                                          <p:stCondLst>
                                            <p:cond delay="0"/>
                                          </p:stCondLst>
                                        </p:cTn>
                                        <p:tgtEl>
                                          <p:spTgt spid="11"/>
                                        </p:tgtEl>
                                        <p:attrNameLst>
                                          <p:attrName>style.visibility</p:attrName>
                                        </p:attrNameLst>
                                      </p:cBhvr>
                                      <p:to>
                                        <p:strVal val="visible"/>
                                      </p:to>
                                    </p:set>
                                  </p:childTnLst>
                                </p:cTn>
                              </p:par>
                            </p:childTnLst>
                          </p:cTn>
                        </p:par>
                      </p:childTnLst>
                    </p:cTn>
                  </p:par>
                  <p:par>
                    <p:cTn id="38" fill="hold">
                      <p:stCondLst>
                        <p:cond delay="indefinite"/>
                      </p:stCondLst>
                      <p:childTnLst>
                        <p:par>
                          <p:cTn id="39" fill="hold">
                            <p:stCondLst>
                              <p:cond delay="0"/>
                            </p:stCondLst>
                            <p:childTnLst>
                              <p:par>
                                <p:cTn id="40" presetID="55" presetClass="entr" presetSubtype="0" fill="hold" nodeType="clickEffect">
                                  <p:stCondLst>
                                    <p:cond delay="0"/>
                                  </p:stCondLst>
                                  <p:childTnLst>
                                    <p:set>
                                      <p:cBhvr>
                                        <p:cTn id="41" dur="1" fill="hold">
                                          <p:stCondLst>
                                            <p:cond delay="0"/>
                                          </p:stCondLst>
                                        </p:cTn>
                                        <p:tgtEl>
                                          <p:spTgt spid="358417"/>
                                        </p:tgtEl>
                                        <p:attrNameLst>
                                          <p:attrName>style.visibility</p:attrName>
                                        </p:attrNameLst>
                                      </p:cBhvr>
                                      <p:to>
                                        <p:strVal val="visible"/>
                                      </p:to>
                                    </p:set>
                                    <p:anim calcmode="lin" valueType="num">
                                      <p:cBhvr>
                                        <p:cTn id="42" dur="1000" fill="hold"/>
                                        <p:tgtEl>
                                          <p:spTgt spid="358417"/>
                                        </p:tgtEl>
                                        <p:attrNameLst>
                                          <p:attrName>ppt_w</p:attrName>
                                        </p:attrNameLst>
                                      </p:cBhvr>
                                      <p:tavLst>
                                        <p:tav tm="0">
                                          <p:val>
                                            <p:strVal val="#ppt_w*0.70"/>
                                          </p:val>
                                        </p:tav>
                                        <p:tav tm="100000">
                                          <p:val>
                                            <p:strVal val="#ppt_w"/>
                                          </p:val>
                                        </p:tav>
                                      </p:tavLst>
                                    </p:anim>
                                    <p:anim calcmode="lin" valueType="num">
                                      <p:cBhvr>
                                        <p:cTn id="43" dur="1000" fill="hold"/>
                                        <p:tgtEl>
                                          <p:spTgt spid="358417"/>
                                        </p:tgtEl>
                                        <p:attrNameLst>
                                          <p:attrName>ppt_h</p:attrName>
                                        </p:attrNameLst>
                                      </p:cBhvr>
                                      <p:tavLst>
                                        <p:tav tm="0">
                                          <p:val>
                                            <p:strVal val="#ppt_h"/>
                                          </p:val>
                                        </p:tav>
                                        <p:tav tm="100000">
                                          <p:val>
                                            <p:strVal val="#ppt_h"/>
                                          </p:val>
                                        </p:tav>
                                      </p:tavLst>
                                    </p:anim>
                                    <p:animEffect transition="in" filter="fade">
                                      <p:cBhvr>
                                        <p:cTn id="44" dur="1000"/>
                                        <p:tgtEl>
                                          <p:spTgt spid="358417"/>
                                        </p:tgtEl>
                                      </p:cBhvr>
                                    </p:animEffect>
                                  </p:childTnLst>
                                </p:cTn>
                              </p:par>
                            </p:childTnLst>
                          </p:cTn>
                        </p:par>
                      </p:childTnLst>
                    </p:cTn>
                  </p:par>
                  <p:par>
                    <p:cTn id="45" fill="hold">
                      <p:stCondLst>
                        <p:cond delay="indefinite"/>
                      </p:stCondLst>
                      <p:childTnLst>
                        <p:par>
                          <p:cTn id="46" fill="hold">
                            <p:stCondLst>
                              <p:cond delay="0"/>
                            </p:stCondLst>
                            <p:childTnLst>
                              <p:par>
                                <p:cTn id="47" presetID="55" presetClass="entr" presetSubtype="0" fill="hold" nodeType="clickEffect">
                                  <p:stCondLst>
                                    <p:cond delay="0"/>
                                  </p:stCondLst>
                                  <p:childTnLst>
                                    <p:set>
                                      <p:cBhvr>
                                        <p:cTn id="48" dur="1" fill="hold">
                                          <p:stCondLst>
                                            <p:cond delay="0"/>
                                          </p:stCondLst>
                                        </p:cTn>
                                        <p:tgtEl>
                                          <p:spTgt spid="45069"/>
                                        </p:tgtEl>
                                        <p:attrNameLst>
                                          <p:attrName>style.visibility</p:attrName>
                                        </p:attrNameLst>
                                      </p:cBhvr>
                                      <p:to>
                                        <p:strVal val="visible"/>
                                      </p:to>
                                    </p:set>
                                    <p:anim calcmode="lin" valueType="num">
                                      <p:cBhvr>
                                        <p:cTn id="49" dur="1000" fill="hold"/>
                                        <p:tgtEl>
                                          <p:spTgt spid="45069"/>
                                        </p:tgtEl>
                                        <p:attrNameLst>
                                          <p:attrName>ppt_w</p:attrName>
                                        </p:attrNameLst>
                                      </p:cBhvr>
                                      <p:tavLst>
                                        <p:tav tm="0">
                                          <p:val>
                                            <p:strVal val="#ppt_w*0.70"/>
                                          </p:val>
                                        </p:tav>
                                        <p:tav tm="100000">
                                          <p:val>
                                            <p:strVal val="#ppt_w"/>
                                          </p:val>
                                        </p:tav>
                                      </p:tavLst>
                                    </p:anim>
                                    <p:anim calcmode="lin" valueType="num">
                                      <p:cBhvr>
                                        <p:cTn id="50" dur="1000" fill="hold"/>
                                        <p:tgtEl>
                                          <p:spTgt spid="45069"/>
                                        </p:tgtEl>
                                        <p:attrNameLst>
                                          <p:attrName>ppt_h</p:attrName>
                                        </p:attrNameLst>
                                      </p:cBhvr>
                                      <p:tavLst>
                                        <p:tav tm="0">
                                          <p:val>
                                            <p:strVal val="#ppt_h"/>
                                          </p:val>
                                        </p:tav>
                                        <p:tav tm="100000">
                                          <p:val>
                                            <p:strVal val="#ppt_h"/>
                                          </p:val>
                                        </p:tav>
                                      </p:tavLst>
                                    </p:anim>
                                    <p:animEffect transition="in" filter="fade">
                                      <p:cBhvr>
                                        <p:cTn id="51" dur="1000"/>
                                        <p:tgtEl>
                                          <p:spTgt spid="45069"/>
                                        </p:tgtEl>
                                      </p:cBhvr>
                                    </p:animEffect>
                                  </p:childTnLst>
                                </p:cTn>
                              </p:par>
                            </p:childTnLst>
                          </p:cTn>
                        </p:par>
                      </p:childTnLst>
                    </p:cTn>
                  </p:par>
                  <p:par>
                    <p:cTn id="52" fill="hold">
                      <p:stCondLst>
                        <p:cond delay="indefinite"/>
                      </p:stCondLst>
                      <p:childTnLst>
                        <p:par>
                          <p:cTn id="53" fill="hold">
                            <p:stCondLst>
                              <p:cond delay="0"/>
                            </p:stCondLst>
                            <p:childTnLst>
                              <p:par>
                                <p:cTn id="54" presetID="55" presetClass="entr" presetSubtype="0" fill="hold" nodeType="clickEffect">
                                  <p:stCondLst>
                                    <p:cond delay="0"/>
                                  </p:stCondLst>
                                  <p:childTnLst>
                                    <p:set>
                                      <p:cBhvr>
                                        <p:cTn id="55" dur="1" fill="hold">
                                          <p:stCondLst>
                                            <p:cond delay="0"/>
                                          </p:stCondLst>
                                        </p:cTn>
                                        <p:tgtEl>
                                          <p:spTgt spid="358418"/>
                                        </p:tgtEl>
                                        <p:attrNameLst>
                                          <p:attrName>style.visibility</p:attrName>
                                        </p:attrNameLst>
                                      </p:cBhvr>
                                      <p:to>
                                        <p:strVal val="visible"/>
                                      </p:to>
                                    </p:set>
                                    <p:anim calcmode="lin" valueType="num">
                                      <p:cBhvr>
                                        <p:cTn id="56" dur="1000" fill="hold"/>
                                        <p:tgtEl>
                                          <p:spTgt spid="358418"/>
                                        </p:tgtEl>
                                        <p:attrNameLst>
                                          <p:attrName>ppt_w</p:attrName>
                                        </p:attrNameLst>
                                      </p:cBhvr>
                                      <p:tavLst>
                                        <p:tav tm="0">
                                          <p:val>
                                            <p:strVal val="#ppt_w*0.70"/>
                                          </p:val>
                                        </p:tav>
                                        <p:tav tm="100000">
                                          <p:val>
                                            <p:strVal val="#ppt_w"/>
                                          </p:val>
                                        </p:tav>
                                      </p:tavLst>
                                    </p:anim>
                                    <p:anim calcmode="lin" valueType="num">
                                      <p:cBhvr>
                                        <p:cTn id="57" dur="1000" fill="hold"/>
                                        <p:tgtEl>
                                          <p:spTgt spid="358418"/>
                                        </p:tgtEl>
                                        <p:attrNameLst>
                                          <p:attrName>ppt_h</p:attrName>
                                        </p:attrNameLst>
                                      </p:cBhvr>
                                      <p:tavLst>
                                        <p:tav tm="0">
                                          <p:val>
                                            <p:strVal val="#ppt_h"/>
                                          </p:val>
                                        </p:tav>
                                        <p:tav tm="100000">
                                          <p:val>
                                            <p:strVal val="#ppt_h"/>
                                          </p:val>
                                        </p:tav>
                                      </p:tavLst>
                                    </p:anim>
                                    <p:animEffect transition="in" filter="fade">
                                      <p:cBhvr>
                                        <p:cTn id="58" dur="1000"/>
                                        <p:tgtEl>
                                          <p:spTgt spid="358418"/>
                                        </p:tgtEl>
                                      </p:cBhvr>
                                    </p:animEffect>
                                  </p:childTnLst>
                                </p:cTn>
                              </p:par>
                            </p:childTnLst>
                          </p:cTn>
                        </p:par>
                      </p:childTnLst>
                    </p:cTn>
                  </p:par>
                  <p:par>
                    <p:cTn id="59" fill="hold">
                      <p:stCondLst>
                        <p:cond delay="indefinite"/>
                      </p:stCondLst>
                      <p:childTnLst>
                        <p:par>
                          <p:cTn id="60" fill="hold">
                            <p:stCondLst>
                              <p:cond delay="0"/>
                            </p:stCondLst>
                            <p:childTnLst>
                              <p:par>
                                <p:cTn id="61" presetID="2" presetClass="entr" presetSubtype="4" fill="hold" nodeType="clickEffect">
                                  <p:stCondLst>
                                    <p:cond delay="0"/>
                                  </p:stCondLst>
                                  <p:childTnLst>
                                    <p:set>
                                      <p:cBhvr>
                                        <p:cTn id="62" dur="1" fill="hold">
                                          <p:stCondLst>
                                            <p:cond delay="0"/>
                                          </p:stCondLst>
                                        </p:cTn>
                                        <p:tgtEl>
                                          <p:spTgt spid="14"/>
                                        </p:tgtEl>
                                        <p:attrNameLst>
                                          <p:attrName>style.visibility</p:attrName>
                                        </p:attrNameLst>
                                      </p:cBhvr>
                                      <p:to>
                                        <p:strVal val="visible"/>
                                      </p:to>
                                    </p:set>
                                    <p:anim calcmode="lin" valueType="num">
                                      <p:cBhvr additive="base">
                                        <p:cTn id="63" dur="500" fill="hold"/>
                                        <p:tgtEl>
                                          <p:spTgt spid="14"/>
                                        </p:tgtEl>
                                        <p:attrNameLst>
                                          <p:attrName>ppt_x</p:attrName>
                                        </p:attrNameLst>
                                      </p:cBhvr>
                                      <p:tavLst>
                                        <p:tav tm="0">
                                          <p:val>
                                            <p:strVal val="#ppt_x"/>
                                          </p:val>
                                        </p:tav>
                                        <p:tav tm="100000">
                                          <p:val>
                                            <p:strVal val="#ppt_x"/>
                                          </p:val>
                                        </p:tav>
                                      </p:tavLst>
                                    </p:anim>
                                    <p:anim calcmode="lin" valueType="num">
                                      <p:cBhvr additive="base">
                                        <p:cTn id="64"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4"/>
          <p:cNvSpPr>
            <a:spLocks noGrp="1" noChangeArrowheads="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a:spcBef>
                <a:spcPct val="0"/>
              </a:spcBef>
              <a:buFontTx/>
              <a:buNone/>
            </a:pPr>
            <a:fld id="{7689EDAA-4E9A-4D39-A1B2-4B22619CB9C0}" type="datetime1">
              <a:rPr kumimoji="0" lang="zh-CN" altLang="en-US" sz="1200" smtClean="0">
                <a:solidFill>
                  <a:srgbClr val="000000"/>
                </a:solidFill>
                <a:ea typeface="宋体" panose="02010600030101010101" pitchFamily="2" charset="-122"/>
              </a:rPr>
            </a:fld>
            <a:endParaRPr kumimoji="0" lang="en-US" altLang="zh-CN" sz="1200">
              <a:solidFill>
                <a:srgbClr val="000000"/>
              </a:solidFill>
              <a:ea typeface="宋体" panose="02010600030101010101" pitchFamily="2" charset="-122"/>
            </a:endParaRPr>
          </a:p>
        </p:txBody>
      </p:sp>
      <p:graphicFrame>
        <p:nvGraphicFramePr>
          <p:cNvPr id="60419" name="Object 3"/>
          <p:cNvGraphicFramePr>
            <a:graphicFrameLocks noGrp="1" noChangeAspect="1"/>
          </p:cNvGraphicFramePr>
          <p:nvPr>
            <p:ph sz="half" idx="2"/>
          </p:nvPr>
        </p:nvGraphicFramePr>
        <p:xfrm>
          <a:off x="755333" y="-53975"/>
          <a:ext cx="4248150" cy="839788"/>
        </p:xfrm>
        <a:graphic>
          <a:graphicData uri="http://schemas.openxmlformats.org/presentationml/2006/ole">
            <mc:AlternateContent xmlns:mc="http://schemas.openxmlformats.org/markup-compatibility/2006">
              <mc:Choice xmlns:v="urn:schemas-microsoft-com:vml" Requires="v">
                <p:oleObj spid="_x0000_s2" name="公式" r:id="rId1" imgW="2120900" imgH="419100" progId="Equation.3">
                  <p:embed/>
                </p:oleObj>
              </mc:Choice>
              <mc:Fallback>
                <p:oleObj name="公式" r:id="rId1" imgW="2120900" imgH="419100" progId="Equation.3">
                  <p:embed/>
                  <p:pic>
                    <p:nvPicPr>
                      <p:cNvPr id="0" name="Object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5333" y="-53975"/>
                        <a:ext cx="4248150" cy="8397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46084" name="Object 3"/>
          <p:cNvGraphicFramePr>
            <a:graphicFrameLocks noChangeAspect="1"/>
          </p:cNvGraphicFramePr>
          <p:nvPr/>
        </p:nvGraphicFramePr>
        <p:xfrm>
          <a:off x="641668" y="5518785"/>
          <a:ext cx="1230312" cy="458788"/>
        </p:xfrm>
        <a:graphic>
          <a:graphicData uri="http://schemas.openxmlformats.org/presentationml/2006/ole">
            <mc:AlternateContent xmlns:mc="http://schemas.openxmlformats.org/markup-compatibility/2006">
              <mc:Choice xmlns:v="urn:schemas-microsoft-com:vml" Requires="v">
                <p:oleObj spid="_x0000_s3" name="公式" r:id="rId3" imgW="545465" imgH="203200" progId="Equation.3">
                  <p:embed/>
                </p:oleObj>
              </mc:Choice>
              <mc:Fallback>
                <p:oleObj name="公式" r:id="rId3" imgW="545465" imgH="203200" progId="Equation.3">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41668" y="5518785"/>
                        <a:ext cx="1230312" cy="458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6085" name="Object 5"/>
          <p:cNvGraphicFramePr>
            <a:graphicFrameLocks noChangeAspect="1"/>
          </p:cNvGraphicFramePr>
          <p:nvPr/>
        </p:nvGraphicFramePr>
        <p:xfrm>
          <a:off x="941864" y="4476592"/>
          <a:ext cx="923290" cy="381000"/>
        </p:xfrm>
        <a:graphic>
          <a:graphicData uri="http://schemas.openxmlformats.org/presentationml/2006/ole">
            <mc:AlternateContent xmlns:mc="http://schemas.openxmlformats.org/markup-compatibility/2006">
              <mc:Choice xmlns:v="urn:schemas-microsoft-com:vml" Requires="v">
                <p:oleObj spid="_x0000_s4" name="公式" r:id="rId5" imgW="520700" imgH="215900" progId="Equation.3">
                  <p:embed/>
                </p:oleObj>
              </mc:Choice>
              <mc:Fallback>
                <p:oleObj name="公式" r:id="rId5" imgW="520700" imgH="215900" progId="Equation.3">
                  <p:embed/>
                  <p:pic>
                    <p:nvPicPr>
                      <p:cNvPr id="0" name="Object 5"/>
                      <p:cNvPicPr>
                        <a:picLocks noChangeAspect="1" noChangeArrowheads="1"/>
                      </p:cNvPicPr>
                      <p:nvPr/>
                    </p:nvPicPr>
                    <p:blipFill>
                      <a:blip r:embed="rId6"/>
                      <a:srcRect/>
                      <a:stretch>
                        <a:fillRect/>
                      </a:stretch>
                    </p:blipFill>
                    <p:spPr bwMode="auto">
                      <a:xfrm>
                        <a:off x="941864" y="4476592"/>
                        <a:ext cx="92329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aphicFrame>
        <p:nvGraphicFramePr>
          <p:cNvPr id="46086" name="Object 6"/>
          <p:cNvGraphicFramePr>
            <a:graphicFrameLocks noChangeAspect="1"/>
          </p:cNvGraphicFramePr>
          <p:nvPr/>
        </p:nvGraphicFramePr>
        <p:xfrm>
          <a:off x="994728" y="3604260"/>
          <a:ext cx="890587" cy="398463"/>
        </p:xfrm>
        <a:graphic>
          <a:graphicData uri="http://schemas.openxmlformats.org/presentationml/2006/ole">
            <mc:AlternateContent xmlns:mc="http://schemas.openxmlformats.org/markup-compatibility/2006">
              <mc:Choice xmlns:v="urn:schemas-microsoft-com:vml" Requires="v">
                <p:oleObj spid="_x0000_s5" name="公式" r:id="rId7" imgW="475615" imgH="210185" progId="Equation.3">
                  <p:embed/>
                </p:oleObj>
              </mc:Choice>
              <mc:Fallback>
                <p:oleObj name="公式" r:id="rId7" imgW="475615" imgH="210185" progId="Equation.3">
                  <p:embed/>
                  <p:pic>
                    <p:nvPicPr>
                      <p:cNvPr id="0" name="Object 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994728" y="3604260"/>
                        <a:ext cx="890587" cy="3984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aphicFrame>
        <p:nvGraphicFramePr>
          <p:cNvPr id="46087" name="Object 7"/>
          <p:cNvGraphicFramePr>
            <a:graphicFrameLocks noChangeAspect="1"/>
          </p:cNvGraphicFramePr>
          <p:nvPr/>
        </p:nvGraphicFramePr>
        <p:xfrm>
          <a:off x="991553" y="2596198"/>
          <a:ext cx="1112837" cy="449262"/>
        </p:xfrm>
        <a:graphic>
          <a:graphicData uri="http://schemas.openxmlformats.org/presentationml/2006/ole">
            <mc:AlternateContent xmlns:mc="http://schemas.openxmlformats.org/markup-compatibility/2006">
              <mc:Choice xmlns:v="urn:schemas-microsoft-com:vml" Requires="v">
                <p:oleObj spid="_x0000_s6" name="公式" r:id="rId9" imgW="530225" imgH="210185" progId="Equation.3">
                  <p:embed/>
                </p:oleObj>
              </mc:Choice>
              <mc:Fallback>
                <p:oleObj name="公式" r:id="rId9" imgW="530225" imgH="210185" progId="Equation.3">
                  <p:embed/>
                  <p:pic>
                    <p:nvPicPr>
                      <p:cNvPr id="0" name="Object 7"/>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991553" y="2596198"/>
                        <a:ext cx="1112837" cy="4492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aphicFrame>
        <p:nvGraphicFramePr>
          <p:cNvPr id="46088" name="Object 8"/>
          <p:cNvGraphicFramePr>
            <a:graphicFrameLocks noChangeAspect="1"/>
          </p:cNvGraphicFramePr>
          <p:nvPr/>
        </p:nvGraphicFramePr>
        <p:xfrm>
          <a:off x="2628265" y="2489200"/>
          <a:ext cx="4416425" cy="774700"/>
        </p:xfrm>
        <a:graphic>
          <a:graphicData uri="http://schemas.openxmlformats.org/presentationml/2006/ole">
            <mc:AlternateContent xmlns:mc="http://schemas.openxmlformats.org/markup-compatibility/2006">
              <mc:Choice xmlns:v="urn:schemas-microsoft-com:vml" Requires="v">
                <p:oleObj spid="_x0000_s7" name="公式" r:id="rId11" imgW="2387600" imgH="419100" progId="Equation.3">
                  <p:embed/>
                </p:oleObj>
              </mc:Choice>
              <mc:Fallback>
                <p:oleObj name="公式" r:id="rId11" imgW="2387600" imgH="419100" progId="Equation.3">
                  <p:embed/>
                  <p:pic>
                    <p:nvPicPr>
                      <p:cNvPr id="0" name="Object 8"/>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628265" y="2489200"/>
                        <a:ext cx="4416425" cy="774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aphicFrame>
        <p:nvGraphicFramePr>
          <p:cNvPr id="46089" name="Object 9"/>
          <p:cNvGraphicFramePr>
            <a:graphicFrameLocks noChangeAspect="1"/>
          </p:cNvGraphicFramePr>
          <p:nvPr/>
        </p:nvGraphicFramePr>
        <p:xfrm>
          <a:off x="1980248" y="3441383"/>
          <a:ext cx="4948237" cy="773112"/>
        </p:xfrm>
        <a:graphic>
          <a:graphicData uri="http://schemas.openxmlformats.org/presentationml/2006/ole">
            <mc:AlternateContent xmlns:mc="http://schemas.openxmlformats.org/markup-compatibility/2006">
              <mc:Choice xmlns:v="urn:schemas-microsoft-com:vml" Requires="v">
                <p:oleObj spid="_x0000_s8" name="公式" r:id="rId13" imgW="64312800" imgH="10058400" progId="Equation.3">
                  <p:embed/>
                </p:oleObj>
              </mc:Choice>
              <mc:Fallback>
                <p:oleObj name="公式" r:id="rId13" imgW="64312800" imgH="10058400" progId="Equation.3">
                  <p:embed/>
                  <p:pic>
                    <p:nvPicPr>
                      <p:cNvPr id="0" name="Object 9"/>
                      <p:cNvPicPr>
                        <a:picLocks noChangeAspect="1" noChangeArrowheads="1"/>
                      </p:cNvPicPr>
                      <p:nvPr/>
                    </p:nvPicPr>
                    <p:blipFill>
                      <a:blip r:embed="rId14"/>
                      <a:srcRect/>
                      <a:stretch>
                        <a:fillRect/>
                      </a:stretch>
                    </p:blipFill>
                    <p:spPr bwMode="auto">
                      <a:xfrm>
                        <a:off x="1980248" y="3441383"/>
                        <a:ext cx="4948237" cy="773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aphicFrame>
        <p:nvGraphicFramePr>
          <p:cNvPr id="46090" name="Object 10"/>
          <p:cNvGraphicFramePr>
            <a:graphicFrameLocks noChangeAspect="1"/>
          </p:cNvGraphicFramePr>
          <p:nvPr/>
        </p:nvGraphicFramePr>
        <p:xfrm>
          <a:off x="2125028" y="4323398"/>
          <a:ext cx="4319587" cy="796925"/>
        </p:xfrm>
        <a:graphic>
          <a:graphicData uri="http://schemas.openxmlformats.org/presentationml/2006/ole">
            <mc:AlternateContent xmlns:mc="http://schemas.openxmlformats.org/markup-compatibility/2006">
              <mc:Choice xmlns:v="urn:schemas-microsoft-com:vml" Requires="v">
                <p:oleObj spid="_x0000_s9" name="公式" r:id="rId15" imgW="2273300" imgH="419100" progId="Equation.3">
                  <p:embed/>
                </p:oleObj>
              </mc:Choice>
              <mc:Fallback>
                <p:oleObj name="公式" r:id="rId15" imgW="2273300" imgH="419100" progId="Equation.3">
                  <p:embed/>
                  <p:pic>
                    <p:nvPicPr>
                      <p:cNvPr id="0" name="Object 10"/>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2125028" y="4323398"/>
                        <a:ext cx="4319587" cy="796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aphicFrame>
        <p:nvGraphicFramePr>
          <p:cNvPr id="46092" name="Object 12"/>
          <p:cNvGraphicFramePr>
            <a:graphicFrameLocks noChangeAspect="1"/>
          </p:cNvGraphicFramePr>
          <p:nvPr/>
        </p:nvGraphicFramePr>
        <p:xfrm>
          <a:off x="828040" y="692785"/>
          <a:ext cx="3455988" cy="596900"/>
        </p:xfrm>
        <a:graphic>
          <a:graphicData uri="http://schemas.openxmlformats.org/presentationml/2006/ole">
            <mc:AlternateContent xmlns:mc="http://schemas.openxmlformats.org/markup-compatibility/2006">
              <mc:Choice xmlns:v="urn:schemas-microsoft-com:vml" Requires="v">
                <p:oleObj spid="_x0000_s11" name="公式" r:id="rId17" imgW="1397000" imgH="241300" progId="Equation.3">
                  <p:embed/>
                </p:oleObj>
              </mc:Choice>
              <mc:Fallback>
                <p:oleObj name="公式" r:id="rId17" imgW="1397000" imgH="241300" progId="Equation.3">
                  <p:embed/>
                  <p:pic>
                    <p:nvPicPr>
                      <p:cNvPr id="0" name="Object 12"/>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828040" y="692785"/>
                        <a:ext cx="3455988" cy="596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aphicFrame>
        <p:nvGraphicFramePr>
          <p:cNvPr id="46093" name="Object 13"/>
          <p:cNvGraphicFramePr>
            <a:graphicFrameLocks noChangeAspect="1"/>
          </p:cNvGraphicFramePr>
          <p:nvPr/>
        </p:nvGraphicFramePr>
        <p:xfrm>
          <a:off x="1188403" y="1484948"/>
          <a:ext cx="5472112" cy="757237"/>
        </p:xfrm>
        <a:graphic>
          <a:graphicData uri="http://schemas.openxmlformats.org/presentationml/2006/ole">
            <mc:AlternateContent xmlns:mc="http://schemas.openxmlformats.org/markup-compatibility/2006">
              <mc:Choice xmlns:v="urn:schemas-microsoft-com:vml" Requires="v">
                <p:oleObj spid="_x0000_s12" name="公式" r:id="rId19" imgW="2844800" imgH="393700" progId="Equation.3">
                  <p:embed/>
                </p:oleObj>
              </mc:Choice>
              <mc:Fallback>
                <p:oleObj name="公式" r:id="rId19" imgW="2844800" imgH="393700" progId="Equation.3">
                  <p:embed/>
                  <p:pic>
                    <p:nvPicPr>
                      <p:cNvPr id="0" name="Object 13"/>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1188403" y="1484948"/>
                        <a:ext cx="5472112" cy="757237"/>
                      </a:xfrm>
                      <a:prstGeom prst="rect">
                        <a:avLst/>
                      </a:prstGeom>
                      <a:solidFill>
                        <a:schemeClr val="tx1"/>
                      </a:solidFill>
                      <a:ln w="9525">
                        <a:solidFill>
                          <a:schemeClr val="bg1"/>
                        </a:solidFill>
                        <a:miter lim="800000"/>
                        <a:headEnd/>
                        <a:tailEnd/>
                      </a:ln>
                      <a:effectLst>
                        <a:outerShdw dist="35921" dir="2700000" algn="ctr" rotWithShape="0">
                          <a:schemeClr val="bg2">
                            <a:alpha val="74997"/>
                          </a:schemeClr>
                        </a:outerShdw>
                      </a:effectLst>
                    </p:spPr>
                  </p:pic>
                </p:oleObj>
              </mc:Fallback>
            </mc:AlternateContent>
          </a:graphicData>
        </a:graphic>
      </p:graphicFrame>
      <p:sp>
        <p:nvSpPr>
          <p:cNvPr id="13" name="墨迹 1"/>
          <p:cNvSpPr/>
          <p:nvPr/>
        </p:nvSpPr>
        <p:spPr bwMode="auto">
          <a:xfrm>
            <a:off x="1004760" y="3511800"/>
            <a:ext cx="4732200" cy="3188520"/>
          </a:xfrm>
        </p:spPr>
      </p:sp>
      <p:graphicFrame>
        <p:nvGraphicFramePr>
          <p:cNvPr id="14" name="Object 3"/>
          <p:cNvGraphicFramePr>
            <a:graphicFrameLocks noChangeAspect="1"/>
          </p:cNvGraphicFramePr>
          <p:nvPr/>
        </p:nvGraphicFramePr>
        <p:xfrm>
          <a:off x="2162810" y="5229860"/>
          <a:ext cx="6852920" cy="1582420"/>
        </p:xfrm>
        <a:graphic>
          <a:graphicData uri="http://schemas.openxmlformats.org/presentationml/2006/ole">
            <mc:AlternateContent xmlns:mc="http://schemas.openxmlformats.org/markup-compatibility/2006">
              <mc:Choice xmlns:v="urn:schemas-microsoft-com:vml" Requires="v">
                <p:oleObj spid="_x0000_s15" name="公式" r:id="rId21" imgW="3352800" imgH="914400" progId="Equation.3">
                  <p:embed/>
                </p:oleObj>
              </mc:Choice>
              <mc:Fallback>
                <p:oleObj name="公式" r:id="rId21" imgW="3352800" imgH="914400" progId="Equation.3">
                  <p:embed/>
                  <p:pic>
                    <p:nvPicPr>
                      <p:cNvPr id="0" name="Object 3"/>
                      <p:cNvPicPr>
                        <a:picLocks noChangeAspect="1" noChangeArrowheads="1"/>
                      </p:cNvPicPr>
                      <p:nvPr/>
                    </p:nvPicPr>
                    <p:blipFill>
                      <a:blip r:embed="rId22"/>
                      <a:srcRect/>
                      <a:stretch>
                        <a:fillRect/>
                      </a:stretch>
                    </p:blipFill>
                    <p:spPr bwMode="auto">
                      <a:xfrm>
                        <a:off x="2162810" y="5229860"/>
                        <a:ext cx="6852920" cy="1582420"/>
                      </a:xfrm>
                      <a:prstGeom prst="rect">
                        <a:avLst/>
                      </a:prstGeom>
                      <a:solidFill>
                        <a:schemeClr val="tx1"/>
                      </a:solidFill>
                      <a:ln w="12700">
                        <a:solidFill>
                          <a:srgbClr val="C0C0C0"/>
                        </a:solidFill>
                        <a:miter lim="800000"/>
                        <a:headEnd/>
                        <a:tailEnd/>
                      </a:ln>
                      <a:effectLst>
                        <a:outerShdw dist="35921" dir="2700000" algn="ctr" rotWithShape="0">
                          <a:srgbClr val="808080">
                            <a:alpha val="74997"/>
                          </a:srgbClr>
                        </a:outerShdw>
                      </a:effectLst>
                    </p:spPr>
                  </p:pic>
                </p:oleObj>
              </mc:Fallback>
            </mc:AlternateContent>
          </a:graphicData>
        </a:graphic>
      </p:graphicFrame>
    </p:spTree>
    <p:custDataLst>
      <p:tags r:id="rId23"/>
    </p:custDataLst>
  </p:cSld>
  <p:clrMapOvr>
    <a:masterClrMapping/>
  </p:clrMapOvr>
  <mc:AlternateContent xmlns:mc="http://schemas.openxmlformats.org/markup-compatibility/2006">
    <mc:Choice xmlns:p14="http://schemas.microsoft.com/office/powerpoint/2010/main" Requires="p14">
      <p:transition spd="slow" p14:dur="2000" advTm="91627"/>
    </mc:Choice>
    <mc:Fallback>
      <p:transition spd="slow" advTm="91627"/>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5" presetClass="entr" presetSubtype="0" fill="hold" nodeType="clickEffect">
                                  <p:stCondLst>
                                    <p:cond delay="0"/>
                                  </p:stCondLst>
                                  <p:childTnLst>
                                    <p:set>
                                      <p:cBhvr>
                                        <p:cTn id="6" dur="1" fill="hold">
                                          <p:stCondLst>
                                            <p:cond delay="0"/>
                                          </p:stCondLst>
                                        </p:cTn>
                                        <p:tgtEl>
                                          <p:spTgt spid="46092"/>
                                        </p:tgtEl>
                                        <p:attrNameLst>
                                          <p:attrName>style.visibility</p:attrName>
                                        </p:attrNameLst>
                                      </p:cBhvr>
                                      <p:to>
                                        <p:strVal val="visible"/>
                                      </p:to>
                                    </p:set>
                                    <p:anim calcmode="lin" valueType="num">
                                      <p:cBhvr>
                                        <p:cTn id="7" dur="1000" fill="hold"/>
                                        <p:tgtEl>
                                          <p:spTgt spid="46092"/>
                                        </p:tgtEl>
                                        <p:attrNameLst>
                                          <p:attrName>ppt_w</p:attrName>
                                        </p:attrNameLst>
                                      </p:cBhvr>
                                      <p:tavLst>
                                        <p:tav tm="0">
                                          <p:val>
                                            <p:strVal val="#ppt_w*0.70"/>
                                          </p:val>
                                        </p:tav>
                                        <p:tav tm="100000">
                                          <p:val>
                                            <p:strVal val="#ppt_w"/>
                                          </p:val>
                                        </p:tav>
                                      </p:tavLst>
                                    </p:anim>
                                    <p:anim calcmode="lin" valueType="num">
                                      <p:cBhvr>
                                        <p:cTn id="8" dur="1000" fill="hold"/>
                                        <p:tgtEl>
                                          <p:spTgt spid="46092"/>
                                        </p:tgtEl>
                                        <p:attrNameLst>
                                          <p:attrName>ppt_h</p:attrName>
                                        </p:attrNameLst>
                                      </p:cBhvr>
                                      <p:tavLst>
                                        <p:tav tm="0">
                                          <p:val>
                                            <p:strVal val="#ppt_h"/>
                                          </p:val>
                                        </p:tav>
                                        <p:tav tm="100000">
                                          <p:val>
                                            <p:strVal val="#ppt_h"/>
                                          </p:val>
                                        </p:tav>
                                      </p:tavLst>
                                    </p:anim>
                                    <p:animEffect transition="in" filter="fade">
                                      <p:cBhvr>
                                        <p:cTn id="9" dur="1000"/>
                                        <p:tgtEl>
                                          <p:spTgt spid="46092"/>
                                        </p:tgtEl>
                                      </p:cBhvr>
                                    </p:animEffect>
                                  </p:childTnLst>
                                </p:cTn>
                              </p:par>
                            </p:childTnLst>
                          </p:cTn>
                        </p:par>
                        <p:par>
                          <p:cTn id="10" fill="hold">
                            <p:stCondLst>
                              <p:cond delay="1000"/>
                            </p:stCondLst>
                            <p:childTnLst>
                              <p:par>
                                <p:cTn id="11" presetID="55" presetClass="entr" presetSubtype="0" fill="hold" nodeType="afterEffect">
                                  <p:stCondLst>
                                    <p:cond delay="0"/>
                                  </p:stCondLst>
                                  <p:childTnLst>
                                    <p:set>
                                      <p:cBhvr>
                                        <p:cTn id="12" dur="1" fill="hold">
                                          <p:stCondLst>
                                            <p:cond delay="0"/>
                                          </p:stCondLst>
                                        </p:cTn>
                                        <p:tgtEl>
                                          <p:spTgt spid="46093"/>
                                        </p:tgtEl>
                                        <p:attrNameLst>
                                          <p:attrName>style.visibility</p:attrName>
                                        </p:attrNameLst>
                                      </p:cBhvr>
                                      <p:to>
                                        <p:strVal val="visible"/>
                                      </p:to>
                                    </p:set>
                                    <p:anim calcmode="lin" valueType="num">
                                      <p:cBhvr>
                                        <p:cTn id="13" dur="1000" fill="hold"/>
                                        <p:tgtEl>
                                          <p:spTgt spid="46093"/>
                                        </p:tgtEl>
                                        <p:attrNameLst>
                                          <p:attrName>ppt_w</p:attrName>
                                        </p:attrNameLst>
                                      </p:cBhvr>
                                      <p:tavLst>
                                        <p:tav tm="0">
                                          <p:val>
                                            <p:strVal val="#ppt_w*0.70"/>
                                          </p:val>
                                        </p:tav>
                                        <p:tav tm="100000">
                                          <p:val>
                                            <p:strVal val="#ppt_w"/>
                                          </p:val>
                                        </p:tav>
                                      </p:tavLst>
                                    </p:anim>
                                    <p:anim calcmode="lin" valueType="num">
                                      <p:cBhvr>
                                        <p:cTn id="14" dur="1000" fill="hold"/>
                                        <p:tgtEl>
                                          <p:spTgt spid="46093"/>
                                        </p:tgtEl>
                                        <p:attrNameLst>
                                          <p:attrName>ppt_h</p:attrName>
                                        </p:attrNameLst>
                                      </p:cBhvr>
                                      <p:tavLst>
                                        <p:tav tm="0">
                                          <p:val>
                                            <p:strVal val="#ppt_h"/>
                                          </p:val>
                                        </p:tav>
                                        <p:tav tm="100000">
                                          <p:val>
                                            <p:strVal val="#ppt_h"/>
                                          </p:val>
                                        </p:tav>
                                      </p:tavLst>
                                    </p:anim>
                                    <p:animEffect transition="in" filter="fade">
                                      <p:cBhvr>
                                        <p:cTn id="15" dur="1000"/>
                                        <p:tgtEl>
                                          <p:spTgt spid="46093"/>
                                        </p:tgtEl>
                                      </p:cBhvr>
                                    </p:animEffect>
                                  </p:childTnLst>
                                </p:cTn>
                              </p:par>
                              <p:par>
                                <p:cTn id="16" presetID="55" presetClass="entr" presetSubtype="0" fill="hold" nodeType="withEffect">
                                  <p:stCondLst>
                                    <p:cond delay="0"/>
                                  </p:stCondLst>
                                  <p:childTnLst>
                                    <p:set>
                                      <p:cBhvr>
                                        <p:cTn id="17" dur="1" fill="hold">
                                          <p:stCondLst>
                                            <p:cond delay="0"/>
                                          </p:stCondLst>
                                        </p:cTn>
                                        <p:tgtEl>
                                          <p:spTgt spid="46087"/>
                                        </p:tgtEl>
                                        <p:attrNameLst>
                                          <p:attrName>style.visibility</p:attrName>
                                        </p:attrNameLst>
                                      </p:cBhvr>
                                      <p:to>
                                        <p:strVal val="visible"/>
                                      </p:to>
                                    </p:set>
                                    <p:anim calcmode="lin" valueType="num">
                                      <p:cBhvr>
                                        <p:cTn id="18" dur="1000" fill="hold"/>
                                        <p:tgtEl>
                                          <p:spTgt spid="46087"/>
                                        </p:tgtEl>
                                        <p:attrNameLst>
                                          <p:attrName>ppt_w</p:attrName>
                                        </p:attrNameLst>
                                      </p:cBhvr>
                                      <p:tavLst>
                                        <p:tav tm="0">
                                          <p:val>
                                            <p:strVal val="#ppt_w*0.70"/>
                                          </p:val>
                                        </p:tav>
                                        <p:tav tm="100000">
                                          <p:val>
                                            <p:strVal val="#ppt_w"/>
                                          </p:val>
                                        </p:tav>
                                      </p:tavLst>
                                    </p:anim>
                                    <p:anim calcmode="lin" valueType="num">
                                      <p:cBhvr>
                                        <p:cTn id="19" dur="1000" fill="hold"/>
                                        <p:tgtEl>
                                          <p:spTgt spid="46087"/>
                                        </p:tgtEl>
                                        <p:attrNameLst>
                                          <p:attrName>ppt_h</p:attrName>
                                        </p:attrNameLst>
                                      </p:cBhvr>
                                      <p:tavLst>
                                        <p:tav tm="0">
                                          <p:val>
                                            <p:strVal val="#ppt_h"/>
                                          </p:val>
                                        </p:tav>
                                        <p:tav tm="100000">
                                          <p:val>
                                            <p:strVal val="#ppt_h"/>
                                          </p:val>
                                        </p:tav>
                                      </p:tavLst>
                                    </p:anim>
                                    <p:animEffect transition="in" filter="fade">
                                      <p:cBhvr>
                                        <p:cTn id="20" dur="1000"/>
                                        <p:tgtEl>
                                          <p:spTgt spid="46087"/>
                                        </p:tgtEl>
                                      </p:cBhvr>
                                    </p:animEffect>
                                  </p:childTnLst>
                                </p:cTn>
                              </p:par>
                            </p:childTnLst>
                          </p:cTn>
                        </p:par>
                      </p:childTnLst>
                    </p:cTn>
                  </p:par>
                  <p:par>
                    <p:cTn id="21" fill="hold">
                      <p:stCondLst>
                        <p:cond delay="indefinite"/>
                      </p:stCondLst>
                      <p:childTnLst>
                        <p:par>
                          <p:cTn id="22" fill="hold">
                            <p:stCondLst>
                              <p:cond delay="0"/>
                            </p:stCondLst>
                            <p:childTnLst>
                              <p:par>
                                <p:cTn id="23" presetID="55" presetClass="entr" presetSubtype="0" fill="hold" nodeType="clickEffect">
                                  <p:stCondLst>
                                    <p:cond delay="0"/>
                                  </p:stCondLst>
                                  <p:childTnLst>
                                    <p:set>
                                      <p:cBhvr>
                                        <p:cTn id="24" dur="1" fill="hold">
                                          <p:stCondLst>
                                            <p:cond delay="0"/>
                                          </p:stCondLst>
                                        </p:cTn>
                                        <p:tgtEl>
                                          <p:spTgt spid="46088"/>
                                        </p:tgtEl>
                                        <p:attrNameLst>
                                          <p:attrName>style.visibility</p:attrName>
                                        </p:attrNameLst>
                                      </p:cBhvr>
                                      <p:to>
                                        <p:strVal val="visible"/>
                                      </p:to>
                                    </p:set>
                                    <p:anim calcmode="lin" valueType="num">
                                      <p:cBhvr>
                                        <p:cTn id="25" dur="1000" fill="hold"/>
                                        <p:tgtEl>
                                          <p:spTgt spid="46088"/>
                                        </p:tgtEl>
                                        <p:attrNameLst>
                                          <p:attrName>ppt_w</p:attrName>
                                        </p:attrNameLst>
                                      </p:cBhvr>
                                      <p:tavLst>
                                        <p:tav tm="0">
                                          <p:val>
                                            <p:strVal val="#ppt_w*0.70"/>
                                          </p:val>
                                        </p:tav>
                                        <p:tav tm="100000">
                                          <p:val>
                                            <p:strVal val="#ppt_w"/>
                                          </p:val>
                                        </p:tav>
                                      </p:tavLst>
                                    </p:anim>
                                    <p:anim calcmode="lin" valueType="num">
                                      <p:cBhvr>
                                        <p:cTn id="26" dur="1000" fill="hold"/>
                                        <p:tgtEl>
                                          <p:spTgt spid="46088"/>
                                        </p:tgtEl>
                                        <p:attrNameLst>
                                          <p:attrName>ppt_h</p:attrName>
                                        </p:attrNameLst>
                                      </p:cBhvr>
                                      <p:tavLst>
                                        <p:tav tm="0">
                                          <p:val>
                                            <p:strVal val="#ppt_h"/>
                                          </p:val>
                                        </p:tav>
                                        <p:tav tm="100000">
                                          <p:val>
                                            <p:strVal val="#ppt_h"/>
                                          </p:val>
                                        </p:tav>
                                      </p:tavLst>
                                    </p:anim>
                                    <p:animEffect transition="in" filter="fade">
                                      <p:cBhvr>
                                        <p:cTn id="27" dur="1000"/>
                                        <p:tgtEl>
                                          <p:spTgt spid="46088"/>
                                        </p:tgtEl>
                                      </p:cBhvr>
                                    </p:animEffect>
                                  </p:childTnLst>
                                </p:cTn>
                              </p:par>
                            </p:childTnLst>
                          </p:cTn>
                        </p:par>
                      </p:childTnLst>
                    </p:cTn>
                  </p:par>
                  <p:par>
                    <p:cTn id="28" fill="hold">
                      <p:stCondLst>
                        <p:cond delay="indefinite"/>
                      </p:stCondLst>
                      <p:childTnLst>
                        <p:par>
                          <p:cTn id="29" fill="hold">
                            <p:stCondLst>
                              <p:cond delay="0"/>
                            </p:stCondLst>
                            <p:childTnLst>
                              <p:par>
                                <p:cTn id="30" presetID="55" presetClass="entr" presetSubtype="0" fill="hold" nodeType="clickEffect">
                                  <p:stCondLst>
                                    <p:cond delay="0"/>
                                  </p:stCondLst>
                                  <p:childTnLst>
                                    <p:set>
                                      <p:cBhvr>
                                        <p:cTn id="31" dur="1" fill="hold">
                                          <p:stCondLst>
                                            <p:cond delay="0"/>
                                          </p:stCondLst>
                                        </p:cTn>
                                        <p:tgtEl>
                                          <p:spTgt spid="46086"/>
                                        </p:tgtEl>
                                        <p:attrNameLst>
                                          <p:attrName>style.visibility</p:attrName>
                                        </p:attrNameLst>
                                      </p:cBhvr>
                                      <p:to>
                                        <p:strVal val="visible"/>
                                      </p:to>
                                    </p:set>
                                    <p:anim calcmode="lin" valueType="num">
                                      <p:cBhvr>
                                        <p:cTn id="32" dur="1000" fill="hold"/>
                                        <p:tgtEl>
                                          <p:spTgt spid="46086"/>
                                        </p:tgtEl>
                                        <p:attrNameLst>
                                          <p:attrName>ppt_w</p:attrName>
                                        </p:attrNameLst>
                                      </p:cBhvr>
                                      <p:tavLst>
                                        <p:tav tm="0">
                                          <p:val>
                                            <p:strVal val="#ppt_w*0.70"/>
                                          </p:val>
                                        </p:tav>
                                        <p:tav tm="100000">
                                          <p:val>
                                            <p:strVal val="#ppt_w"/>
                                          </p:val>
                                        </p:tav>
                                      </p:tavLst>
                                    </p:anim>
                                    <p:anim calcmode="lin" valueType="num">
                                      <p:cBhvr>
                                        <p:cTn id="33" dur="1000" fill="hold"/>
                                        <p:tgtEl>
                                          <p:spTgt spid="46086"/>
                                        </p:tgtEl>
                                        <p:attrNameLst>
                                          <p:attrName>ppt_h</p:attrName>
                                        </p:attrNameLst>
                                      </p:cBhvr>
                                      <p:tavLst>
                                        <p:tav tm="0">
                                          <p:val>
                                            <p:strVal val="#ppt_h"/>
                                          </p:val>
                                        </p:tav>
                                        <p:tav tm="100000">
                                          <p:val>
                                            <p:strVal val="#ppt_h"/>
                                          </p:val>
                                        </p:tav>
                                      </p:tavLst>
                                    </p:anim>
                                    <p:animEffect transition="in" filter="fade">
                                      <p:cBhvr>
                                        <p:cTn id="34" dur="1000"/>
                                        <p:tgtEl>
                                          <p:spTgt spid="46086"/>
                                        </p:tgtEl>
                                      </p:cBhvr>
                                    </p:animEffect>
                                  </p:childTnLst>
                                </p:cTn>
                              </p:par>
                            </p:childTnLst>
                          </p:cTn>
                        </p:par>
                      </p:childTnLst>
                    </p:cTn>
                  </p:par>
                  <p:par>
                    <p:cTn id="35" fill="hold">
                      <p:stCondLst>
                        <p:cond delay="indefinite"/>
                      </p:stCondLst>
                      <p:childTnLst>
                        <p:par>
                          <p:cTn id="36" fill="hold">
                            <p:stCondLst>
                              <p:cond delay="0"/>
                            </p:stCondLst>
                            <p:childTnLst>
                              <p:par>
                                <p:cTn id="37" presetID="55" presetClass="entr" presetSubtype="0" fill="hold" nodeType="clickEffect">
                                  <p:stCondLst>
                                    <p:cond delay="0"/>
                                  </p:stCondLst>
                                  <p:childTnLst>
                                    <p:set>
                                      <p:cBhvr>
                                        <p:cTn id="38" dur="1" fill="hold">
                                          <p:stCondLst>
                                            <p:cond delay="0"/>
                                          </p:stCondLst>
                                        </p:cTn>
                                        <p:tgtEl>
                                          <p:spTgt spid="46089"/>
                                        </p:tgtEl>
                                        <p:attrNameLst>
                                          <p:attrName>style.visibility</p:attrName>
                                        </p:attrNameLst>
                                      </p:cBhvr>
                                      <p:to>
                                        <p:strVal val="visible"/>
                                      </p:to>
                                    </p:set>
                                    <p:anim calcmode="lin" valueType="num">
                                      <p:cBhvr>
                                        <p:cTn id="39" dur="1000" fill="hold"/>
                                        <p:tgtEl>
                                          <p:spTgt spid="46089"/>
                                        </p:tgtEl>
                                        <p:attrNameLst>
                                          <p:attrName>ppt_w</p:attrName>
                                        </p:attrNameLst>
                                      </p:cBhvr>
                                      <p:tavLst>
                                        <p:tav tm="0">
                                          <p:val>
                                            <p:strVal val="#ppt_w*0.70"/>
                                          </p:val>
                                        </p:tav>
                                        <p:tav tm="100000">
                                          <p:val>
                                            <p:strVal val="#ppt_w"/>
                                          </p:val>
                                        </p:tav>
                                      </p:tavLst>
                                    </p:anim>
                                    <p:anim calcmode="lin" valueType="num">
                                      <p:cBhvr>
                                        <p:cTn id="40" dur="1000" fill="hold"/>
                                        <p:tgtEl>
                                          <p:spTgt spid="46089"/>
                                        </p:tgtEl>
                                        <p:attrNameLst>
                                          <p:attrName>ppt_h</p:attrName>
                                        </p:attrNameLst>
                                      </p:cBhvr>
                                      <p:tavLst>
                                        <p:tav tm="0">
                                          <p:val>
                                            <p:strVal val="#ppt_h"/>
                                          </p:val>
                                        </p:tav>
                                        <p:tav tm="100000">
                                          <p:val>
                                            <p:strVal val="#ppt_h"/>
                                          </p:val>
                                        </p:tav>
                                      </p:tavLst>
                                    </p:anim>
                                    <p:animEffect transition="in" filter="fade">
                                      <p:cBhvr>
                                        <p:cTn id="41" dur="1000"/>
                                        <p:tgtEl>
                                          <p:spTgt spid="46089"/>
                                        </p:tgtEl>
                                      </p:cBhvr>
                                    </p:animEffect>
                                  </p:childTnLst>
                                </p:cTn>
                              </p:par>
                            </p:childTnLst>
                          </p:cTn>
                        </p:par>
                      </p:childTnLst>
                    </p:cTn>
                  </p:par>
                  <p:par>
                    <p:cTn id="42" fill="hold">
                      <p:stCondLst>
                        <p:cond delay="indefinite"/>
                      </p:stCondLst>
                      <p:childTnLst>
                        <p:par>
                          <p:cTn id="43" fill="hold">
                            <p:stCondLst>
                              <p:cond delay="0"/>
                            </p:stCondLst>
                            <p:childTnLst>
                              <p:par>
                                <p:cTn id="44" presetID="55" presetClass="entr" presetSubtype="0" fill="hold" nodeType="clickEffect">
                                  <p:stCondLst>
                                    <p:cond delay="0"/>
                                  </p:stCondLst>
                                  <p:childTnLst>
                                    <p:set>
                                      <p:cBhvr>
                                        <p:cTn id="45" dur="1" fill="hold">
                                          <p:stCondLst>
                                            <p:cond delay="0"/>
                                          </p:stCondLst>
                                        </p:cTn>
                                        <p:tgtEl>
                                          <p:spTgt spid="46085"/>
                                        </p:tgtEl>
                                        <p:attrNameLst>
                                          <p:attrName>style.visibility</p:attrName>
                                        </p:attrNameLst>
                                      </p:cBhvr>
                                      <p:to>
                                        <p:strVal val="visible"/>
                                      </p:to>
                                    </p:set>
                                    <p:anim calcmode="lin" valueType="num">
                                      <p:cBhvr>
                                        <p:cTn id="46" dur="1000" fill="hold"/>
                                        <p:tgtEl>
                                          <p:spTgt spid="46085"/>
                                        </p:tgtEl>
                                        <p:attrNameLst>
                                          <p:attrName>ppt_w</p:attrName>
                                        </p:attrNameLst>
                                      </p:cBhvr>
                                      <p:tavLst>
                                        <p:tav tm="0">
                                          <p:val>
                                            <p:strVal val="#ppt_w*0.70"/>
                                          </p:val>
                                        </p:tav>
                                        <p:tav tm="100000">
                                          <p:val>
                                            <p:strVal val="#ppt_w"/>
                                          </p:val>
                                        </p:tav>
                                      </p:tavLst>
                                    </p:anim>
                                    <p:anim calcmode="lin" valueType="num">
                                      <p:cBhvr>
                                        <p:cTn id="47" dur="1000" fill="hold"/>
                                        <p:tgtEl>
                                          <p:spTgt spid="46085"/>
                                        </p:tgtEl>
                                        <p:attrNameLst>
                                          <p:attrName>ppt_h</p:attrName>
                                        </p:attrNameLst>
                                      </p:cBhvr>
                                      <p:tavLst>
                                        <p:tav tm="0">
                                          <p:val>
                                            <p:strVal val="#ppt_h"/>
                                          </p:val>
                                        </p:tav>
                                        <p:tav tm="100000">
                                          <p:val>
                                            <p:strVal val="#ppt_h"/>
                                          </p:val>
                                        </p:tav>
                                      </p:tavLst>
                                    </p:anim>
                                    <p:animEffect transition="in" filter="fade">
                                      <p:cBhvr>
                                        <p:cTn id="48" dur="1000"/>
                                        <p:tgtEl>
                                          <p:spTgt spid="46085"/>
                                        </p:tgtEl>
                                      </p:cBhvr>
                                    </p:animEffect>
                                  </p:childTnLst>
                                </p:cTn>
                              </p:par>
                            </p:childTnLst>
                          </p:cTn>
                        </p:par>
                      </p:childTnLst>
                    </p:cTn>
                  </p:par>
                  <p:par>
                    <p:cTn id="49" fill="hold">
                      <p:stCondLst>
                        <p:cond delay="indefinite"/>
                      </p:stCondLst>
                      <p:childTnLst>
                        <p:par>
                          <p:cTn id="50" fill="hold">
                            <p:stCondLst>
                              <p:cond delay="0"/>
                            </p:stCondLst>
                            <p:childTnLst>
                              <p:par>
                                <p:cTn id="51" presetID="55" presetClass="entr" presetSubtype="0" fill="hold" nodeType="clickEffect">
                                  <p:stCondLst>
                                    <p:cond delay="0"/>
                                  </p:stCondLst>
                                  <p:childTnLst>
                                    <p:set>
                                      <p:cBhvr>
                                        <p:cTn id="52" dur="1" fill="hold">
                                          <p:stCondLst>
                                            <p:cond delay="0"/>
                                          </p:stCondLst>
                                        </p:cTn>
                                        <p:tgtEl>
                                          <p:spTgt spid="46090"/>
                                        </p:tgtEl>
                                        <p:attrNameLst>
                                          <p:attrName>style.visibility</p:attrName>
                                        </p:attrNameLst>
                                      </p:cBhvr>
                                      <p:to>
                                        <p:strVal val="visible"/>
                                      </p:to>
                                    </p:set>
                                    <p:anim calcmode="lin" valueType="num">
                                      <p:cBhvr>
                                        <p:cTn id="53" dur="1000" fill="hold"/>
                                        <p:tgtEl>
                                          <p:spTgt spid="46090"/>
                                        </p:tgtEl>
                                        <p:attrNameLst>
                                          <p:attrName>ppt_w</p:attrName>
                                        </p:attrNameLst>
                                      </p:cBhvr>
                                      <p:tavLst>
                                        <p:tav tm="0">
                                          <p:val>
                                            <p:strVal val="#ppt_w*0.70"/>
                                          </p:val>
                                        </p:tav>
                                        <p:tav tm="100000">
                                          <p:val>
                                            <p:strVal val="#ppt_w"/>
                                          </p:val>
                                        </p:tav>
                                      </p:tavLst>
                                    </p:anim>
                                    <p:anim calcmode="lin" valueType="num">
                                      <p:cBhvr>
                                        <p:cTn id="54" dur="1000" fill="hold"/>
                                        <p:tgtEl>
                                          <p:spTgt spid="46090"/>
                                        </p:tgtEl>
                                        <p:attrNameLst>
                                          <p:attrName>ppt_h</p:attrName>
                                        </p:attrNameLst>
                                      </p:cBhvr>
                                      <p:tavLst>
                                        <p:tav tm="0">
                                          <p:val>
                                            <p:strVal val="#ppt_h"/>
                                          </p:val>
                                        </p:tav>
                                        <p:tav tm="100000">
                                          <p:val>
                                            <p:strVal val="#ppt_h"/>
                                          </p:val>
                                        </p:tav>
                                      </p:tavLst>
                                    </p:anim>
                                    <p:animEffect transition="in" filter="fade">
                                      <p:cBhvr>
                                        <p:cTn id="55" dur="1000"/>
                                        <p:tgtEl>
                                          <p:spTgt spid="46090"/>
                                        </p:tgtEl>
                                      </p:cBhvr>
                                    </p:animEffect>
                                  </p:childTnLst>
                                </p:cTn>
                              </p:par>
                            </p:childTnLst>
                          </p:cTn>
                        </p:par>
                        <p:par>
                          <p:cTn id="56" fill="hold">
                            <p:stCondLst>
                              <p:cond delay="1000"/>
                            </p:stCondLst>
                            <p:childTnLst>
                              <p:par>
                                <p:cTn id="57" presetID="55" presetClass="entr" presetSubtype="0" fill="hold" nodeType="afterEffect">
                                  <p:stCondLst>
                                    <p:cond delay="0"/>
                                  </p:stCondLst>
                                  <p:childTnLst>
                                    <p:set>
                                      <p:cBhvr>
                                        <p:cTn id="58" dur="1" fill="hold">
                                          <p:stCondLst>
                                            <p:cond delay="0"/>
                                          </p:stCondLst>
                                        </p:cTn>
                                        <p:tgtEl>
                                          <p:spTgt spid="46084"/>
                                        </p:tgtEl>
                                        <p:attrNameLst>
                                          <p:attrName>style.visibility</p:attrName>
                                        </p:attrNameLst>
                                      </p:cBhvr>
                                      <p:to>
                                        <p:strVal val="visible"/>
                                      </p:to>
                                    </p:set>
                                    <p:anim calcmode="lin" valueType="num">
                                      <p:cBhvr>
                                        <p:cTn id="59" dur="1000" fill="hold"/>
                                        <p:tgtEl>
                                          <p:spTgt spid="46084"/>
                                        </p:tgtEl>
                                        <p:attrNameLst>
                                          <p:attrName>ppt_w</p:attrName>
                                        </p:attrNameLst>
                                      </p:cBhvr>
                                      <p:tavLst>
                                        <p:tav tm="0">
                                          <p:val>
                                            <p:strVal val="#ppt_w*0.70"/>
                                          </p:val>
                                        </p:tav>
                                        <p:tav tm="100000">
                                          <p:val>
                                            <p:strVal val="#ppt_w"/>
                                          </p:val>
                                        </p:tav>
                                      </p:tavLst>
                                    </p:anim>
                                    <p:anim calcmode="lin" valueType="num">
                                      <p:cBhvr>
                                        <p:cTn id="60" dur="1000" fill="hold"/>
                                        <p:tgtEl>
                                          <p:spTgt spid="46084"/>
                                        </p:tgtEl>
                                        <p:attrNameLst>
                                          <p:attrName>ppt_h</p:attrName>
                                        </p:attrNameLst>
                                      </p:cBhvr>
                                      <p:tavLst>
                                        <p:tav tm="0">
                                          <p:val>
                                            <p:strVal val="#ppt_h"/>
                                          </p:val>
                                        </p:tav>
                                        <p:tav tm="100000">
                                          <p:val>
                                            <p:strVal val="#ppt_h"/>
                                          </p:val>
                                        </p:tav>
                                      </p:tavLst>
                                    </p:anim>
                                    <p:animEffect transition="in" filter="fade">
                                      <p:cBhvr>
                                        <p:cTn id="61" dur="1000"/>
                                        <p:tgtEl>
                                          <p:spTgt spid="46084"/>
                                        </p:tgtEl>
                                      </p:cBhvr>
                                    </p:animEffect>
                                  </p:childTnLst>
                                </p:cTn>
                              </p:par>
                            </p:childTnLst>
                          </p:cTn>
                        </p:par>
                      </p:childTnLst>
                    </p:cTn>
                  </p:par>
                  <p:par>
                    <p:cTn id="62" fill="hold">
                      <p:stCondLst>
                        <p:cond delay="indefinite"/>
                      </p:stCondLst>
                      <p:childTnLst>
                        <p:par>
                          <p:cTn id="63" fill="hold">
                            <p:stCondLst>
                              <p:cond delay="0"/>
                            </p:stCondLst>
                            <p:childTnLst>
                              <p:par>
                                <p:cTn id="64" presetID="55" presetClass="entr" presetSubtype="0" fill="hold" nodeType="clickEffect">
                                  <p:stCondLst>
                                    <p:cond delay="0"/>
                                  </p:stCondLst>
                                  <p:childTnLst>
                                    <p:set>
                                      <p:cBhvr>
                                        <p:cTn id="65" dur="1" fill="hold">
                                          <p:stCondLst>
                                            <p:cond delay="0"/>
                                          </p:stCondLst>
                                        </p:cTn>
                                        <p:tgtEl>
                                          <p:spTgt spid="14"/>
                                        </p:tgtEl>
                                        <p:attrNameLst>
                                          <p:attrName>style.visibility</p:attrName>
                                        </p:attrNameLst>
                                      </p:cBhvr>
                                      <p:to>
                                        <p:strVal val="visible"/>
                                      </p:to>
                                    </p:set>
                                    <p:anim calcmode="lin" valueType="num">
                                      <p:cBhvr>
                                        <p:cTn id="66" dur="1000" fill="hold"/>
                                        <p:tgtEl>
                                          <p:spTgt spid="14"/>
                                        </p:tgtEl>
                                        <p:attrNameLst>
                                          <p:attrName>ppt_w</p:attrName>
                                        </p:attrNameLst>
                                      </p:cBhvr>
                                      <p:tavLst>
                                        <p:tav tm="0">
                                          <p:val>
                                            <p:strVal val="#ppt_w*0.70"/>
                                          </p:val>
                                        </p:tav>
                                        <p:tav tm="100000">
                                          <p:val>
                                            <p:strVal val="#ppt_w"/>
                                          </p:val>
                                        </p:tav>
                                      </p:tavLst>
                                    </p:anim>
                                    <p:anim calcmode="lin" valueType="num">
                                      <p:cBhvr>
                                        <p:cTn id="67" dur="1000" fill="hold"/>
                                        <p:tgtEl>
                                          <p:spTgt spid="14"/>
                                        </p:tgtEl>
                                        <p:attrNameLst>
                                          <p:attrName>ppt_h</p:attrName>
                                        </p:attrNameLst>
                                      </p:cBhvr>
                                      <p:tavLst>
                                        <p:tav tm="0">
                                          <p:val>
                                            <p:strVal val="#ppt_h"/>
                                          </p:val>
                                        </p:tav>
                                        <p:tav tm="100000">
                                          <p:val>
                                            <p:strVal val="#ppt_h"/>
                                          </p:val>
                                        </p:tav>
                                      </p:tavLst>
                                    </p:anim>
                                    <p:animEffect transition="in" filter="fade">
                                      <p:cBhvr>
                                        <p:cTn id="68" dur="10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4"/>
          <p:cNvSpPr>
            <a:spLocks noGrp="1" noChangeArrowheads="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a:spcBef>
                <a:spcPct val="0"/>
              </a:spcBef>
              <a:buFontTx/>
              <a:buNone/>
            </a:pPr>
            <a:fld id="{93D73DFA-A696-4075-AF7B-6EB7937666FF}" type="datetime1">
              <a:rPr kumimoji="0" lang="zh-CN" altLang="en-US" sz="1200" smtClean="0">
                <a:solidFill>
                  <a:srgbClr val="000000"/>
                </a:solidFill>
                <a:ea typeface="宋体" panose="02010600030101010101" pitchFamily="2" charset="-122"/>
              </a:rPr>
            </a:fld>
            <a:endParaRPr kumimoji="0" lang="en-US" altLang="zh-CN" sz="1200">
              <a:solidFill>
                <a:srgbClr val="000000"/>
              </a:solidFill>
              <a:ea typeface="宋体" panose="02010600030101010101" pitchFamily="2" charset="-122"/>
            </a:endParaRPr>
          </a:p>
        </p:txBody>
      </p:sp>
      <p:graphicFrame>
        <p:nvGraphicFramePr>
          <p:cNvPr id="61443" name="Object 10"/>
          <p:cNvGraphicFramePr>
            <a:graphicFrameLocks noChangeAspect="1"/>
          </p:cNvGraphicFramePr>
          <p:nvPr/>
        </p:nvGraphicFramePr>
        <p:xfrm>
          <a:off x="755333" y="-100012"/>
          <a:ext cx="4824412" cy="842962"/>
        </p:xfrm>
        <a:graphic>
          <a:graphicData uri="http://schemas.openxmlformats.org/presentationml/2006/ole">
            <mc:AlternateContent xmlns:mc="http://schemas.openxmlformats.org/markup-compatibility/2006">
              <mc:Choice xmlns:v="urn:schemas-microsoft-com:vml" Requires="v">
                <p:oleObj spid="_x0000_s2" name="公式" r:id="rId1" imgW="2540000" imgH="444500" progId="Equation.3">
                  <p:embed/>
                </p:oleObj>
              </mc:Choice>
              <mc:Fallback>
                <p:oleObj name="公式" r:id="rId1" imgW="2540000" imgH="444500" progId="Equation.3">
                  <p:embed/>
                  <p:pic>
                    <p:nvPicPr>
                      <p:cNvPr id="0" name="Object 1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5333" y="-100012"/>
                        <a:ext cx="4824412" cy="842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aphicFrame>
        <p:nvGraphicFramePr>
          <p:cNvPr id="61444" name="Object 11"/>
          <p:cNvGraphicFramePr>
            <a:graphicFrameLocks noChangeAspect="1"/>
          </p:cNvGraphicFramePr>
          <p:nvPr/>
        </p:nvGraphicFramePr>
        <p:xfrm>
          <a:off x="611823" y="765175"/>
          <a:ext cx="3600450" cy="417513"/>
        </p:xfrm>
        <a:graphic>
          <a:graphicData uri="http://schemas.openxmlformats.org/presentationml/2006/ole">
            <mc:AlternateContent xmlns:mc="http://schemas.openxmlformats.org/markup-compatibility/2006">
              <mc:Choice xmlns:v="urn:schemas-microsoft-com:vml" Requires="v">
                <p:oleObj spid="_x0000_s3" name="公式" r:id="rId3" imgW="2044065" imgH="215900" progId="Equation.3">
                  <p:embed/>
                </p:oleObj>
              </mc:Choice>
              <mc:Fallback>
                <p:oleObj name="公式" r:id="rId3" imgW="2044065" imgH="215900" progId="Equation.3">
                  <p:embed/>
                  <p:pic>
                    <p:nvPicPr>
                      <p:cNvPr id="0" name="Object 1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11823" y="765175"/>
                        <a:ext cx="3600450" cy="4175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aphicFrame>
        <p:nvGraphicFramePr>
          <p:cNvPr id="47116" name="Object 12"/>
          <p:cNvGraphicFramePr>
            <a:graphicFrameLocks noChangeAspect="1"/>
          </p:cNvGraphicFramePr>
          <p:nvPr/>
        </p:nvGraphicFramePr>
        <p:xfrm>
          <a:off x="1013778" y="1377950"/>
          <a:ext cx="1390650" cy="482600"/>
        </p:xfrm>
        <a:graphic>
          <a:graphicData uri="http://schemas.openxmlformats.org/presentationml/2006/ole">
            <mc:AlternateContent xmlns:mc="http://schemas.openxmlformats.org/markup-compatibility/2006">
              <mc:Choice xmlns:v="urn:schemas-microsoft-com:vml" Requires="v">
                <p:oleObj spid="_x0000_s4" name="公式" r:id="rId5" imgW="622300" imgH="215900" progId="Equation.3">
                  <p:embed/>
                </p:oleObj>
              </mc:Choice>
              <mc:Fallback>
                <p:oleObj name="公式" r:id="rId5" imgW="622300" imgH="215900" progId="Equation.3">
                  <p:embed/>
                  <p:pic>
                    <p:nvPicPr>
                      <p:cNvPr id="0" name="Object 1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13778" y="1377950"/>
                        <a:ext cx="1390650" cy="482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aphicFrame>
        <p:nvGraphicFramePr>
          <p:cNvPr id="47117" name="Object 13"/>
          <p:cNvGraphicFramePr>
            <a:graphicFrameLocks noChangeAspect="1"/>
          </p:cNvGraphicFramePr>
          <p:nvPr/>
        </p:nvGraphicFramePr>
        <p:xfrm>
          <a:off x="5095716" y="1279843"/>
          <a:ext cx="2997835" cy="819150"/>
        </p:xfrm>
        <a:graphic>
          <a:graphicData uri="http://schemas.openxmlformats.org/presentationml/2006/ole">
            <mc:AlternateContent xmlns:mc="http://schemas.openxmlformats.org/markup-compatibility/2006">
              <mc:Choice xmlns:v="urn:schemas-microsoft-com:vml" Requires="v">
                <p:oleObj spid="_x0000_s5" name="公式" r:id="rId7" imgW="1625600" imgH="444500" progId="Equation.3">
                  <p:embed/>
                </p:oleObj>
              </mc:Choice>
              <mc:Fallback>
                <p:oleObj name="公式" r:id="rId7" imgW="1625600" imgH="444500" progId="Equation.3">
                  <p:embed/>
                  <p:pic>
                    <p:nvPicPr>
                      <p:cNvPr id="0" name="Object 13"/>
                      <p:cNvPicPr>
                        <a:picLocks noChangeAspect="1" noChangeArrowheads="1"/>
                      </p:cNvPicPr>
                      <p:nvPr/>
                    </p:nvPicPr>
                    <p:blipFill>
                      <a:blip r:embed="rId8"/>
                      <a:srcRect/>
                      <a:stretch>
                        <a:fillRect/>
                      </a:stretch>
                    </p:blipFill>
                    <p:spPr bwMode="auto">
                      <a:xfrm>
                        <a:off x="5095716" y="1279843"/>
                        <a:ext cx="2997835" cy="819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aphicFrame>
        <p:nvGraphicFramePr>
          <p:cNvPr id="47118" name="Object 14"/>
          <p:cNvGraphicFramePr>
            <a:graphicFrameLocks noChangeAspect="1"/>
          </p:cNvGraphicFramePr>
          <p:nvPr/>
        </p:nvGraphicFramePr>
        <p:xfrm>
          <a:off x="2214245" y="2170113"/>
          <a:ext cx="2710815" cy="790575"/>
        </p:xfrm>
        <a:graphic>
          <a:graphicData uri="http://schemas.openxmlformats.org/presentationml/2006/ole">
            <mc:AlternateContent xmlns:mc="http://schemas.openxmlformats.org/markup-compatibility/2006">
              <mc:Choice xmlns:v="urn:schemas-microsoft-com:vml" Requires="v">
                <p:oleObj spid="_x0000_s6" name="公式" r:id="rId9" imgW="1524000" imgH="444500" progId="Equation.3">
                  <p:embed/>
                </p:oleObj>
              </mc:Choice>
              <mc:Fallback>
                <p:oleObj name="公式" r:id="rId9" imgW="1524000" imgH="444500" progId="Equation.3">
                  <p:embed/>
                  <p:pic>
                    <p:nvPicPr>
                      <p:cNvPr id="0" name="Object 14"/>
                      <p:cNvPicPr>
                        <a:picLocks noChangeAspect="1" noChangeArrowheads="1"/>
                      </p:cNvPicPr>
                      <p:nvPr/>
                    </p:nvPicPr>
                    <p:blipFill>
                      <a:blip r:embed="rId10">
                        <a:duotone>
                          <a:schemeClr val="accent1">
                            <a:shade val="45000"/>
                            <a:satMod val="135000"/>
                          </a:schemeClr>
                          <a:prstClr val="white"/>
                        </a:duotone>
                      </a:blip>
                      <a:srcRect/>
                      <a:stretch>
                        <a:fillRect/>
                      </a:stretch>
                    </p:blipFill>
                    <p:spPr bwMode="auto">
                      <a:xfrm>
                        <a:off x="2214245" y="2170113"/>
                        <a:ext cx="2710815" cy="790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aphicFrame>
        <p:nvGraphicFramePr>
          <p:cNvPr id="47119" name="Object 15"/>
          <p:cNvGraphicFramePr>
            <a:graphicFrameLocks noChangeAspect="1"/>
          </p:cNvGraphicFramePr>
          <p:nvPr/>
        </p:nvGraphicFramePr>
        <p:xfrm>
          <a:off x="1004888" y="3315970"/>
          <a:ext cx="1441450" cy="512763"/>
        </p:xfrm>
        <a:graphic>
          <a:graphicData uri="http://schemas.openxmlformats.org/presentationml/2006/ole">
            <mc:AlternateContent xmlns:mc="http://schemas.openxmlformats.org/markup-compatibility/2006">
              <mc:Choice xmlns:v="urn:schemas-microsoft-com:vml" Requires="v">
                <p:oleObj spid="_x0000_s7" name="公式" r:id="rId11" imgW="634365" imgH="215900" progId="Equation.3">
                  <p:embed/>
                </p:oleObj>
              </mc:Choice>
              <mc:Fallback>
                <p:oleObj name="公式" r:id="rId11" imgW="634365" imgH="215900" progId="Equation.3">
                  <p:embed/>
                  <p:pic>
                    <p:nvPicPr>
                      <p:cNvPr id="0" name="Object 15"/>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004888" y="3315970"/>
                        <a:ext cx="1441450" cy="5127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aphicFrame>
        <p:nvGraphicFramePr>
          <p:cNvPr id="47120" name="Object 16"/>
          <p:cNvGraphicFramePr>
            <a:graphicFrameLocks noChangeAspect="1"/>
          </p:cNvGraphicFramePr>
          <p:nvPr/>
        </p:nvGraphicFramePr>
        <p:xfrm>
          <a:off x="5087303" y="3249613"/>
          <a:ext cx="2925445" cy="800100"/>
        </p:xfrm>
        <a:graphic>
          <a:graphicData uri="http://schemas.openxmlformats.org/presentationml/2006/ole">
            <mc:AlternateContent xmlns:mc="http://schemas.openxmlformats.org/markup-compatibility/2006">
              <mc:Choice xmlns:v="urn:schemas-microsoft-com:vml" Requires="v">
                <p:oleObj spid="_x0000_s8" name="公式" r:id="rId13" imgW="1625600" imgH="444500" progId="Equation.3">
                  <p:embed/>
                </p:oleObj>
              </mc:Choice>
              <mc:Fallback>
                <p:oleObj name="公式" r:id="rId13" imgW="1625600" imgH="444500" progId="Equation.3">
                  <p:embed/>
                  <p:pic>
                    <p:nvPicPr>
                      <p:cNvPr id="0" name="Object 16"/>
                      <p:cNvPicPr>
                        <a:picLocks noChangeAspect="1" noChangeArrowheads="1"/>
                      </p:cNvPicPr>
                      <p:nvPr/>
                    </p:nvPicPr>
                    <p:blipFill>
                      <a:blip r:embed="rId14"/>
                      <a:srcRect/>
                      <a:stretch>
                        <a:fillRect/>
                      </a:stretch>
                    </p:blipFill>
                    <p:spPr bwMode="auto">
                      <a:xfrm>
                        <a:off x="5087303" y="3249613"/>
                        <a:ext cx="2925445" cy="800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aphicFrame>
        <p:nvGraphicFramePr>
          <p:cNvPr id="47121" name="Object 17"/>
          <p:cNvGraphicFramePr>
            <a:graphicFrameLocks noChangeAspect="1"/>
          </p:cNvGraphicFramePr>
          <p:nvPr/>
        </p:nvGraphicFramePr>
        <p:xfrm>
          <a:off x="4643755" y="621030"/>
          <a:ext cx="4262755" cy="589915"/>
        </p:xfrm>
        <a:graphic>
          <a:graphicData uri="http://schemas.openxmlformats.org/presentationml/2006/ole">
            <mc:AlternateContent xmlns:mc="http://schemas.openxmlformats.org/markup-compatibility/2006">
              <mc:Choice xmlns:v="urn:schemas-microsoft-com:vml" Requires="v">
                <p:oleObj spid="_x0000_s9" name="公式" r:id="rId15" imgW="2844800" imgH="393700" progId="Equation.3">
                  <p:embed/>
                </p:oleObj>
              </mc:Choice>
              <mc:Fallback>
                <p:oleObj name="公式" r:id="rId15" imgW="2844800" imgH="393700" progId="Equation.3">
                  <p:embed/>
                  <p:pic>
                    <p:nvPicPr>
                      <p:cNvPr id="0" name="Object 17"/>
                      <p:cNvPicPr>
                        <a:picLocks noChangeAspect="1" noChangeArrowheads="1"/>
                      </p:cNvPicPr>
                      <p:nvPr/>
                    </p:nvPicPr>
                    <p:blipFill>
                      <a:blip r:embed="rId16">
                        <a:duotone>
                          <a:schemeClr val="accent3">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4643755" y="621030"/>
                        <a:ext cx="4262755" cy="589915"/>
                      </a:xfrm>
                      <a:prstGeom prst="rect">
                        <a:avLst/>
                      </a:prstGeom>
                      <a:solidFill>
                        <a:schemeClr val="tx1"/>
                      </a:solidFill>
                      <a:ln w="9525">
                        <a:solidFill>
                          <a:srgbClr val="FF0000"/>
                        </a:solidFill>
                        <a:miter lim="800000"/>
                        <a:headEnd/>
                        <a:tailEnd/>
                      </a:ln>
                      <a:effectLst>
                        <a:outerShdw dist="35921" dir="2700000" algn="ctr" rotWithShape="0">
                          <a:schemeClr val="bg2">
                            <a:alpha val="74997"/>
                          </a:schemeClr>
                        </a:outerShdw>
                      </a:effectLst>
                    </p:spPr>
                  </p:pic>
                </p:oleObj>
              </mc:Fallback>
            </mc:AlternateContent>
          </a:graphicData>
        </a:graphic>
      </p:graphicFrame>
      <p:graphicFrame>
        <p:nvGraphicFramePr>
          <p:cNvPr id="47122" name="Object 18"/>
          <p:cNvGraphicFramePr>
            <a:graphicFrameLocks noChangeAspect="1"/>
          </p:cNvGraphicFramePr>
          <p:nvPr/>
        </p:nvGraphicFramePr>
        <p:xfrm>
          <a:off x="898843" y="5085398"/>
          <a:ext cx="5759450" cy="820737"/>
        </p:xfrm>
        <a:graphic>
          <a:graphicData uri="http://schemas.openxmlformats.org/presentationml/2006/ole">
            <mc:AlternateContent xmlns:mc="http://schemas.openxmlformats.org/markup-compatibility/2006">
              <mc:Choice xmlns:v="urn:schemas-microsoft-com:vml" Requires="v">
                <p:oleObj spid="_x0000_s10" name="公式" r:id="rId17" imgW="3187700" imgH="393700" progId="Equation.3">
                  <p:embed/>
                </p:oleObj>
              </mc:Choice>
              <mc:Fallback>
                <p:oleObj name="公式" r:id="rId17" imgW="3187700" imgH="393700" progId="Equation.3">
                  <p:embed/>
                  <p:pic>
                    <p:nvPicPr>
                      <p:cNvPr id="0" name="Object 18"/>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898843" y="5085398"/>
                        <a:ext cx="5759450" cy="820737"/>
                      </a:xfrm>
                      <a:prstGeom prst="rect">
                        <a:avLst/>
                      </a:prstGeom>
                      <a:noFill/>
                      <a:ln>
                        <a:solidFill>
                          <a:schemeClr val="tx1"/>
                        </a:solid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aphicFrame>
        <p:nvGraphicFramePr>
          <p:cNvPr id="47123" name="Object 19"/>
          <p:cNvGraphicFramePr>
            <a:graphicFrameLocks noChangeAspect="1"/>
          </p:cNvGraphicFramePr>
          <p:nvPr/>
        </p:nvGraphicFramePr>
        <p:xfrm>
          <a:off x="2555241" y="1377792"/>
          <a:ext cx="2613025" cy="624205"/>
        </p:xfrm>
        <a:graphic>
          <a:graphicData uri="http://schemas.openxmlformats.org/presentationml/2006/ole">
            <mc:AlternateContent xmlns:mc="http://schemas.openxmlformats.org/markup-compatibility/2006">
              <mc:Choice xmlns:v="urn:schemas-microsoft-com:vml" Requires="v">
                <p:oleObj spid="_x0000_s11" name="公式" r:id="rId19" imgW="1168400" imgH="279400" progId="Equation.3">
                  <p:embed/>
                </p:oleObj>
              </mc:Choice>
              <mc:Fallback>
                <p:oleObj name="公式" r:id="rId19" imgW="1168400" imgH="279400" progId="Equation.3">
                  <p:embed/>
                  <p:pic>
                    <p:nvPicPr>
                      <p:cNvPr id="0" name="Object 19"/>
                      <p:cNvPicPr>
                        <a:picLocks noChangeAspect="1" noChangeArrowheads="1"/>
                      </p:cNvPicPr>
                      <p:nvPr/>
                    </p:nvPicPr>
                    <p:blipFill>
                      <a:blip r:embed="rId20"/>
                      <a:srcRect/>
                      <a:stretch>
                        <a:fillRect/>
                      </a:stretch>
                    </p:blipFill>
                    <p:spPr bwMode="auto">
                      <a:xfrm>
                        <a:off x="2555241" y="1377792"/>
                        <a:ext cx="2613025" cy="6242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aphicFrame>
        <p:nvGraphicFramePr>
          <p:cNvPr id="47124" name="Object 20"/>
          <p:cNvGraphicFramePr>
            <a:graphicFrameLocks noChangeAspect="1"/>
          </p:cNvGraphicFramePr>
          <p:nvPr/>
        </p:nvGraphicFramePr>
        <p:xfrm>
          <a:off x="2554605" y="3322320"/>
          <a:ext cx="2447925" cy="592138"/>
        </p:xfrm>
        <a:graphic>
          <a:graphicData uri="http://schemas.openxmlformats.org/presentationml/2006/ole">
            <mc:AlternateContent xmlns:mc="http://schemas.openxmlformats.org/markup-compatibility/2006">
              <mc:Choice xmlns:v="urn:schemas-microsoft-com:vml" Requires="v">
                <p:oleObj spid="_x0000_s12" name="公式" r:id="rId21" imgW="1155700" imgH="279400" progId="Equation.3">
                  <p:embed/>
                </p:oleObj>
              </mc:Choice>
              <mc:Fallback>
                <p:oleObj name="公式" r:id="rId21" imgW="1155700" imgH="279400" progId="Equation.3">
                  <p:embed/>
                  <p:pic>
                    <p:nvPicPr>
                      <p:cNvPr id="0" name="Object 20"/>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2554605" y="3322320"/>
                        <a:ext cx="2447925" cy="592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sp>
        <p:nvSpPr>
          <p:cNvPr id="13" name="墨迹 1"/>
          <p:cNvSpPr/>
          <p:nvPr/>
        </p:nvSpPr>
        <p:spPr bwMode="auto">
          <a:xfrm>
            <a:off x="1278000" y="2274480"/>
            <a:ext cx="6828480" cy="4143960"/>
          </a:xfrm>
        </p:spPr>
      </p:sp>
      <p:graphicFrame>
        <p:nvGraphicFramePr>
          <p:cNvPr id="14" name="Object 14"/>
          <p:cNvGraphicFramePr>
            <a:graphicFrameLocks noChangeAspect="1"/>
          </p:cNvGraphicFramePr>
          <p:nvPr/>
        </p:nvGraphicFramePr>
        <p:xfrm>
          <a:off x="2228850" y="4149408"/>
          <a:ext cx="2891155" cy="790575"/>
        </p:xfrm>
        <a:graphic>
          <a:graphicData uri="http://schemas.openxmlformats.org/presentationml/2006/ole">
            <mc:AlternateContent xmlns:mc="http://schemas.openxmlformats.org/markup-compatibility/2006">
              <mc:Choice xmlns:v="urn:schemas-microsoft-com:vml" Requires="v">
                <p:oleObj spid="_x0000_s15" name="公式" r:id="rId23" imgW="1625600" imgH="444500" progId="Equation.3">
                  <p:embed/>
                </p:oleObj>
              </mc:Choice>
              <mc:Fallback>
                <p:oleObj name="公式" r:id="rId23" imgW="1625600" imgH="444500" progId="Equation.3">
                  <p:embed/>
                  <p:pic>
                    <p:nvPicPr>
                      <p:cNvPr id="0" name="Object 14"/>
                      <p:cNvPicPr>
                        <a:picLocks noChangeAspect="1" noChangeArrowheads="1"/>
                      </p:cNvPicPr>
                      <p:nvPr/>
                    </p:nvPicPr>
                    <p:blipFill>
                      <a:blip r:embed="rId24">
                        <a:duotone>
                          <a:schemeClr val="accent1">
                            <a:shade val="45000"/>
                            <a:satMod val="135000"/>
                          </a:schemeClr>
                          <a:prstClr val="white"/>
                        </a:duotone>
                      </a:blip>
                      <a:srcRect/>
                      <a:stretch>
                        <a:fillRect/>
                      </a:stretch>
                    </p:blipFill>
                    <p:spPr bwMode="auto">
                      <a:xfrm>
                        <a:off x="2228850" y="4149408"/>
                        <a:ext cx="2891155" cy="790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spTree>
    <p:custDataLst>
      <p:tags r:id="rId25"/>
    </p:custDataLst>
  </p:cSld>
  <p:clrMapOvr>
    <a:masterClrMapping/>
  </p:clrMapOvr>
  <mc:AlternateContent xmlns:mc="http://schemas.openxmlformats.org/markup-compatibility/2006">
    <mc:Choice xmlns:p14="http://schemas.microsoft.com/office/powerpoint/2010/main" Requires="p14">
      <p:transition spd="slow" p14:dur="2000" advTm="107797"/>
    </mc:Choice>
    <mc:Fallback>
      <p:transition spd="slow" advTm="107797"/>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5" presetClass="entr" presetSubtype="0" fill="hold" nodeType="afterEffect">
                                  <p:stCondLst>
                                    <p:cond delay="0"/>
                                  </p:stCondLst>
                                  <p:childTnLst>
                                    <p:set>
                                      <p:cBhvr>
                                        <p:cTn id="6" dur="1" fill="hold">
                                          <p:stCondLst>
                                            <p:cond delay="0"/>
                                          </p:stCondLst>
                                        </p:cTn>
                                        <p:tgtEl>
                                          <p:spTgt spid="47121"/>
                                        </p:tgtEl>
                                        <p:attrNameLst>
                                          <p:attrName>style.visibility</p:attrName>
                                        </p:attrNameLst>
                                      </p:cBhvr>
                                      <p:to>
                                        <p:strVal val="visible"/>
                                      </p:to>
                                    </p:set>
                                    <p:anim calcmode="lin" valueType="num">
                                      <p:cBhvr>
                                        <p:cTn id="7" dur="1000" fill="hold"/>
                                        <p:tgtEl>
                                          <p:spTgt spid="47121"/>
                                        </p:tgtEl>
                                        <p:attrNameLst>
                                          <p:attrName>ppt_w</p:attrName>
                                        </p:attrNameLst>
                                      </p:cBhvr>
                                      <p:tavLst>
                                        <p:tav tm="0">
                                          <p:val>
                                            <p:strVal val="#ppt_w*0.70"/>
                                          </p:val>
                                        </p:tav>
                                        <p:tav tm="100000">
                                          <p:val>
                                            <p:strVal val="#ppt_w"/>
                                          </p:val>
                                        </p:tav>
                                      </p:tavLst>
                                    </p:anim>
                                    <p:anim calcmode="lin" valueType="num">
                                      <p:cBhvr>
                                        <p:cTn id="8" dur="1000" fill="hold"/>
                                        <p:tgtEl>
                                          <p:spTgt spid="47121"/>
                                        </p:tgtEl>
                                        <p:attrNameLst>
                                          <p:attrName>ppt_h</p:attrName>
                                        </p:attrNameLst>
                                      </p:cBhvr>
                                      <p:tavLst>
                                        <p:tav tm="0">
                                          <p:val>
                                            <p:strVal val="#ppt_h"/>
                                          </p:val>
                                        </p:tav>
                                        <p:tav tm="100000">
                                          <p:val>
                                            <p:strVal val="#ppt_h"/>
                                          </p:val>
                                        </p:tav>
                                      </p:tavLst>
                                    </p:anim>
                                    <p:animEffect transition="in" filter="fade">
                                      <p:cBhvr>
                                        <p:cTn id="9" dur="1000"/>
                                        <p:tgtEl>
                                          <p:spTgt spid="47121"/>
                                        </p:tgtEl>
                                      </p:cBhvr>
                                    </p:animEffect>
                                  </p:childTnLst>
                                </p:cTn>
                              </p:par>
                            </p:childTnLst>
                          </p:cTn>
                        </p:par>
                      </p:childTnLst>
                    </p:cTn>
                  </p:par>
                  <p:par>
                    <p:cTn id="10" fill="hold">
                      <p:stCondLst>
                        <p:cond delay="indefinite"/>
                      </p:stCondLst>
                      <p:childTnLst>
                        <p:par>
                          <p:cTn id="11" fill="hold">
                            <p:stCondLst>
                              <p:cond delay="0"/>
                            </p:stCondLst>
                            <p:childTnLst>
                              <p:par>
                                <p:cTn id="12" presetID="55" presetClass="entr" presetSubtype="0" fill="hold" nodeType="clickEffect">
                                  <p:stCondLst>
                                    <p:cond delay="0"/>
                                  </p:stCondLst>
                                  <p:childTnLst>
                                    <p:set>
                                      <p:cBhvr>
                                        <p:cTn id="13" dur="1" fill="hold">
                                          <p:stCondLst>
                                            <p:cond delay="0"/>
                                          </p:stCondLst>
                                        </p:cTn>
                                        <p:tgtEl>
                                          <p:spTgt spid="47116"/>
                                        </p:tgtEl>
                                        <p:attrNameLst>
                                          <p:attrName>style.visibility</p:attrName>
                                        </p:attrNameLst>
                                      </p:cBhvr>
                                      <p:to>
                                        <p:strVal val="visible"/>
                                      </p:to>
                                    </p:set>
                                    <p:anim calcmode="lin" valueType="num">
                                      <p:cBhvr>
                                        <p:cTn id="14" dur="1000" fill="hold"/>
                                        <p:tgtEl>
                                          <p:spTgt spid="47116"/>
                                        </p:tgtEl>
                                        <p:attrNameLst>
                                          <p:attrName>ppt_w</p:attrName>
                                        </p:attrNameLst>
                                      </p:cBhvr>
                                      <p:tavLst>
                                        <p:tav tm="0">
                                          <p:val>
                                            <p:strVal val="#ppt_w*0.70"/>
                                          </p:val>
                                        </p:tav>
                                        <p:tav tm="100000">
                                          <p:val>
                                            <p:strVal val="#ppt_w"/>
                                          </p:val>
                                        </p:tav>
                                      </p:tavLst>
                                    </p:anim>
                                    <p:anim calcmode="lin" valueType="num">
                                      <p:cBhvr>
                                        <p:cTn id="15" dur="1000" fill="hold"/>
                                        <p:tgtEl>
                                          <p:spTgt spid="47116"/>
                                        </p:tgtEl>
                                        <p:attrNameLst>
                                          <p:attrName>ppt_h</p:attrName>
                                        </p:attrNameLst>
                                      </p:cBhvr>
                                      <p:tavLst>
                                        <p:tav tm="0">
                                          <p:val>
                                            <p:strVal val="#ppt_h"/>
                                          </p:val>
                                        </p:tav>
                                        <p:tav tm="100000">
                                          <p:val>
                                            <p:strVal val="#ppt_h"/>
                                          </p:val>
                                        </p:tav>
                                      </p:tavLst>
                                    </p:anim>
                                    <p:animEffect transition="in" filter="fade">
                                      <p:cBhvr>
                                        <p:cTn id="16" dur="1000"/>
                                        <p:tgtEl>
                                          <p:spTgt spid="47116"/>
                                        </p:tgtEl>
                                      </p:cBhvr>
                                    </p:animEffect>
                                  </p:childTnLst>
                                </p:cTn>
                              </p:par>
                            </p:childTnLst>
                          </p:cTn>
                        </p:par>
                      </p:childTnLst>
                    </p:cTn>
                  </p:par>
                  <p:par>
                    <p:cTn id="17" fill="hold">
                      <p:stCondLst>
                        <p:cond delay="indefinite"/>
                      </p:stCondLst>
                      <p:childTnLst>
                        <p:par>
                          <p:cTn id="18" fill="hold">
                            <p:stCondLst>
                              <p:cond delay="0"/>
                            </p:stCondLst>
                            <p:childTnLst>
                              <p:par>
                                <p:cTn id="19" presetID="55" presetClass="entr" presetSubtype="0" fill="hold" nodeType="clickEffect">
                                  <p:stCondLst>
                                    <p:cond delay="0"/>
                                  </p:stCondLst>
                                  <p:childTnLst>
                                    <p:set>
                                      <p:cBhvr>
                                        <p:cTn id="20" dur="1" fill="hold">
                                          <p:stCondLst>
                                            <p:cond delay="0"/>
                                          </p:stCondLst>
                                        </p:cTn>
                                        <p:tgtEl>
                                          <p:spTgt spid="47123"/>
                                        </p:tgtEl>
                                        <p:attrNameLst>
                                          <p:attrName>style.visibility</p:attrName>
                                        </p:attrNameLst>
                                      </p:cBhvr>
                                      <p:to>
                                        <p:strVal val="visible"/>
                                      </p:to>
                                    </p:set>
                                    <p:anim calcmode="lin" valueType="num">
                                      <p:cBhvr>
                                        <p:cTn id="21" dur="1000" fill="hold"/>
                                        <p:tgtEl>
                                          <p:spTgt spid="47123"/>
                                        </p:tgtEl>
                                        <p:attrNameLst>
                                          <p:attrName>ppt_w</p:attrName>
                                        </p:attrNameLst>
                                      </p:cBhvr>
                                      <p:tavLst>
                                        <p:tav tm="0">
                                          <p:val>
                                            <p:strVal val="#ppt_w*0.70"/>
                                          </p:val>
                                        </p:tav>
                                        <p:tav tm="100000">
                                          <p:val>
                                            <p:strVal val="#ppt_w"/>
                                          </p:val>
                                        </p:tav>
                                      </p:tavLst>
                                    </p:anim>
                                    <p:anim calcmode="lin" valueType="num">
                                      <p:cBhvr>
                                        <p:cTn id="22" dur="1000" fill="hold"/>
                                        <p:tgtEl>
                                          <p:spTgt spid="47123"/>
                                        </p:tgtEl>
                                        <p:attrNameLst>
                                          <p:attrName>ppt_h</p:attrName>
                                        </p:attrNameLst>
                                      </p:cBhvr>
                                      <p:tavLst>
                                        <p:tav tm="0">
                                          <p:val>
                                            <p:strVal val="#ppt_h"/>
                                          </p:val>
                                        </p:tav>
                                        <p:tav tm="100000">
                                          <p:val>
                                            <p:strVal val="#ppt_h"/>
                                          </p:val>
                                        </p:tav>
                                      </p:tavLst>
                                    </p:anim>
                                    <p:animEffect transition="in" filter="fade">
                                      <p:cBhvr>
                                        <p:cTn id="23" dur="1000"/>
                                        <p:tgtEl>
                                          <p:spTgt spid="47123"/>
                                        </p:tgtEl>
                                      </p:cBhvr>
                                    </p:animEffect>
                                  </p:childTnLst>
                                </p:cTn>
                              </p:par>
                            </p:childTnLst>
                          </p:cTn>
                        </p:par>
                      </p:childTnLst>
                    </p:cTn>
                  </p:par>
                  <p:par>
                    <p:cTn id="24" fill="hold">
                      <p:stCondLst>
                        <p:cond delay="indefinite"/>
                      </p:stCondLst>
                      <p:childTnLst>
                        <p:par>
                          <p:cTn id="25" fill="hold">
                            <p:stCondLst>
                              <p:cond delay="0"/>
                            </p:stCondLst>
                            <p:childTnLst>
                              <p:par>
                                <p:cTn id="26" presetID="55" presetClass="entr" presetSubtype="0" fill="hold" nodeType="clickEffect">
                                  <p:stCondLst>
                                    <p:cond delay="0"/>
                                  </p:stCondLst>
                                  <p:childTnLst>
                                    <p:set>
                                      <p:cBhvr>
                                        <p:cTn id="27" dur="1" fill="hold">
                                          <p:stCondLst>
                                            <p:cond delay="0"/>
                                          </p:stCondLst>
                                        </p:cTn>
                                        <p:tgtEl>
                                          <p:spTgt spid="47117"/>
                                        </p:tgtEl>
                                        <p:attrNameLst>
                                          <p:attrName>style.visibility</p:attrName>
                                        </p:attrNameLst>
                                      </p:cBhvr>
                                      <p:to>
                                        <p:strVal val="visible"/>
                                      </p:to>
                                    </p:set>
                                    <p:anim calcmode="lin" valueType="num">
                                      <p:cBhvr>
                                        <p:cTn id="28" dur="1000" fill="hold"/>
                                        <p:tgtEl>
                                          <p:spTgt spid="47117"/>
                                        </p:tgtEl>
                                        <p:attrNameLst>
                                          <p:attrName>ppt_w</p:attrName>
                                        </p:attrNameLst>
                                      </p:cBhvr>
                                      <p:tavLst>
                                        <p:tav tm="0">
                                          <p:val>
                                            <p:strVal val="#ppt_w*0.70"/>
                                          </p:val>
                                        </p:tav>
                                        <p:tav tm="100000">
                                          <p:val>
                                            <p:strVal val="#ppt_w"/>
                                          </p:val>
                                        </p:tav>
                                      </p:tavLst>
                                    </p:anim>
                                    <p:anim calcmode="lin" valueType="num">
                                      <p:cBhvr>
                                        <p:cTn id="29" dur="1000" fill="hold"/>
                                        <p:tgtEl>
                                          <p:spTgt spid="47117"/>
                                        </p:tgtEl>
                                        <p:attrNameLst>
                                          <p:attrName>ppt_h</p:attrName>
                                        </p:attrNameLst>
                                      </p:cBhvr>
                                      <p:tavLst>
                                        <p:tav tm="0">
                                          <p:val>
                                            <p:strVal val="#ppt_h"/>
                                          </p:val>
                                        </p:tav>
                                        <p:tav tm="100000">
                                          <p:val>
                                            <p:strVal val="#ppt_h"/>
                                          </p:val>
                                        </p:tav>
                                      </p:tavLst>
                                    </p:anim>
                                    <p:animEffect transition="in" filter="fade">
                                      <p:cBhvr>
                                        <p:cTn id="30" dur="1000"/>
                                        <p:tgtEl>
                                          <p:spTgt spid="47117"/>
                                        </p:tgtEl>
                                      </p:cBhvr>
                                    </p:animEffect>
                                  </p:childTnLst>
                                </p:cTn>
                              </p:par>
                            </p:childTnLst>
                          </p:cTn>
                        </p:par>
                      </p:childTnLst>
                    </p:cTn>
                  </p:par>
                  <p:par>
                    <p:cTn id="31" fill="hold">
                      <p:stCondLst>
                        <p:cond delay="indefinite"/>
                      </p:stCondLst>
                      <p:childTnLst>
                        <p:par>
                          <p:cTn id="32" fill="hold">
                            <p:stCondLst>
                              <p:cond delay="0"/>
                            </p:stCondLst>
                            <p:childTnLst>
                              <p:par>
                                <p:cTn id="33" presetID="55" presetClass="entr" presetSubtype="0" fill="hold" nodeType="clickEffect">
                                  <p:stCondLst>
                                    <p:cond delay="0"/>
                                  </p:stCondLst>
                                  <p:childTnLst>
                                    <p:set>
                                      <p:cBhvr>
                                        <p:cTn id="34" dur="1" fill="hold">
                                          <p:stCondLst>
                                            <p:cond delay="0"/>
                                          </p:stCondLst>
                                        </p:cTn>
                                        <p:tgtEl>
                                          <p:spTgt spid="47118"/>
                                        </p:tgtEl>
                                        <p:attrNameLst>
                                          <p:attrName>style.visibility</p:attrName>
                                        </p:attrNameLst>
                                      </p:cBhvr>
                                      <p:to>
                                        <p:strVal val="visible"/>
                                      </p:to>
                                    </p:set>
                                    <p:anim calcmode="lin" valueType="num">
                                      <p:cBhvr>
                                        <p:cTn id="35" dur="1000" fill="hold"/>
                                        <p:tgtEl>
                                          <p:spTgt spid="47118"/>
                                        </p:tgtEl>
                                        <p:attrNameLst>
                                          <p:attrName>ppt_w</p:attrName>
                                        </p:attrNameLst>
                                      </p:cBhvr>
                                      <p:tavLst>
                                        <p:tav tm="0">
                                          <p:val>
                                            <p:strVal val="#ppt_w*0.70"/>
                                          </p:val>
                                        </p:tav>
                                        <p:tav tm="100000">
                                          <p:val>
                                            <p:strVal val="#ppt_w"/>
                                          </p:val>
                                        </p:tav>
                                      </p:tavLst>
                                    </p:anim>
                                    <p:anim calcmode="lin" valueType="num">
                                      <p:cBhvr>
                                        <p:cTn id="36" dur="1000" fill="hold"/>
                                        <p:tgtEl>
                                          <p:spTgt spid="47118"/>
                                        </p:tgtEl>
                                        <p:attrNameLst>
                                          <p:attrName>ppt_h</p:attrName>
                                        </p:attrNameLst>
                                      </p:cBhvr>
                                      <p:tavLst>
                                        <p:tav tm="0">
                                          <p:val>
                                            <p:strVal val="#ppt_h"/>
                                          </p:val>
                                        </p:tav>
                                        <p:tav tm="100000">
                                          <p:val>
                                            <p:strVal val="#ppt_h"/>
                                          </p:val>
                                        </p:tav>
                                      </p:tavLst>
                                    </p:anim>
                                    <p:animEffect transition="in" filter="fade">
                                      <p:cBhvr>
                                        <p:cTn id="37" dur="1000"/>
                                        <p:tgtEl>
                                          <p:spTgt spid="47118"/>
                                        </p:tgtEl>
                                      </p:cBhvr>
                                    </p:animEffect>
                                  </p:childTnLst>
                                </p:cTn>
                              </p:par>
                            </p:childTnLst>
                          </p:cTn>
                        </p:par>
                      </p:childTnLst>
                    </p:cTn>
                  </p:par>
                  <p:par>
                    <p:cTn id="38" fill="hold">
                      <p:stCondLst>
                        <p:cond delay="indefinite"/>
                      </p:stCondLst>
                      <p:childTnLst>
                        <p:par>
                          <p:cTn id="39" fill="hold">
                            <p:stCondLst>
                              <p:cond delay="0"/>
                            </p:stCondLst>
                            <p:childTnLst>
                              <p:par>
                                <p:cTn id="40" presetID="55" presetClass="entr" presetSubtype="0" fill="hold" nodeType="clickEffect">
                                  <p:stCondLst>
                                    <p:cond delay="0"/>
                                  </p:stCondLst>
                                  <p:childTnLst>
                                    <p:set>
                                      <p:cBhvr>
                                        <p:cTn id="41" dur="1" fill="hold">
                                          <p:stCondLst>
                                            <p:cond delay="0"/>
                                          </p:stCondLst>
                                        </p:cTn>
                                        <p:tgtEl>
                                          <p:spTgt spid="47119"/>
                                        </p:tgtEl>
                                        <p:attrNameLst>
                                          <p:attrName>style.visibility</p:attrName>
                                        </p:attrNameLst>
                                      </p:cBhvr>
                                      <p:to>
                                        <p:strVal val="visible"/>
                                      </p:to>
                                    </p:set>
                                    <p:anim calcmode="lin" valueType="num">
                                      <p:cBhvr>
                                        <p:cTn id="42" dur="1000" fill="hold"/>
                                        <p:tgtEl>
                                          <p:spTgt spid="47119"/>
                                        </p:tgtEl>
                                        <p:attrNameLst>
                                          <p:attrName>ppt_w</p:attrName>
                                        </p:attrNameLst>
                                      </p:cBhvr>
                                      <p:tavLst>
                                        <p:tav tm="0">
                                          <p:val>
                                            <p:strVal val="#ppt_w*0.70"/>
                                          </p:val>
                                        </p:tav>
                                        <p:tav tm="100000">
                                          <p:val>
                                            <p:strVal val="#ppt_w"/>
                                          </p:val>
                                        </p:tav>
                                      </p:tavLst>
                                    </p:anim>
                                    <p:anim calcmode="lin" valueType="num">
                                      <p:cBhvr>
                                        <p:cTn id="43" dur="1000" fill="hold"/>
                                        <p:tgtEl>
                                          <p:spTgt spid="47119"/>
                                        </p:tgtEl>
                                        <p:attrNameLst>
                                          <p:attrName>ppt_h</p:attrName>
                                        </p:attrNameLst>
                                      </p:cBhvr>
                                      <p:tavLst>
                                        <p:tav tm="0">
                                          <p:val>
                                            <p:strVal val="#ppt_h"/>
                                          </p:val>
                                        </p:tav>
                                        <p:tav tm="100000">
                                          <p:val>
                                            <p:strVal val="#ppt_h"/>
                                          </p:val>
                                        </p:tav>
                                      </p:tavLst>
                                    </p:anim>
                                    <p:animEffect transition="in" filter="fade">
                                      <p:cBhvr>
                                        <p:cTn id="44" dur="1000"/>
                                        <p:tgtEl>
                                          <p:spTgt spid="47119"/>
                                        </p:tgtEl>
                                      </p:cBhvr>
                                    </p:animEffect>
                                  </p:childTnLst>
                                </p:cTn>
                              </p:par>
                            </p:childTnLst>
                          </p:cTn>
                        </p:par>
                      </p:childTnLst>
                    </p:cTn>
                  </p:par>
                  <p:par>
                    <p:cTn id="45" fill="hold">
                      <p:stCondLst>
                        <p:cond delay="indefinite"/>
                      </p:stCondLst>
                      <p:childTnLst>
                        <p:par>
                          <p:cTn id="46" fill="hold">
                            <p:stCondLst>
                              <p:cond delay="0"/>
                            </p:stCondLst>
                            <p:childTnLst>
                              <p:par>
                                <p:cTn id="47" presetID="55" presetClass="entr" presetSubtype="0" fill="hold" nodeType="clickEffect">
                                  <p:stCondLst>
                                    <p:cond delay="0"/>
                                  </p:stCondLst>
                                  <p:childTnLst>
                                    <p:set>
                                      <p:cBhvr>
                                        <p:cTn id="48" dur="1" fill="hold">
                                          <p:stCondLst>
                                            <p:cond delay="0"/>
                                          </p:stCondLst>
                                        </p:cTn>
                                        <p:tgtEl>
                                          <p:spTgt spid="47124"/>
                                        </p:tgtEl>
                                        <p:attrNameLst>
                                          <p:attrName>style.visibility</p:attrName>
                                        </p:attrNameLst>
                                      </p:cBhvr>
                                      <p:to>
                                        <p:strVal val="visible"/>
                                      </p:to>
                                    </p:set>
                                    <p:anim calcmode="lin" valueType="num">
                                      <p:cBhvr>
                                        <p:cTn id="49" dur="1000" fill="hold"/>
                                        <p:tgtEl>
                                          <p:spTgt spid="47124"/>
                                        </p:tgtEl>
                                        <p:attrNameLst>
                                          <p:attrName>ppt_w</p:attrName>
                                        </p:attrNameLst>
                                      </p:cBhvr>
                                      <p:tavLst>
                                        <p:tav tm="0">
                                          <p:val>
                                            <p:strVal val="#ppt_w*0.70"/>
                                          </p:val>
                                        </p:tav>
                                        <p:tav tm="100000">
                                          <p:val>
                                            <p:strVal val="#ppt_w"/>
                                          </p:val>
                                        </p:tav>
                                      </p:tavLst>
                                    </p:anim>
                                    <p:anim calcmode="lin" valueType="num">
                                      <p:cBhvr>
                                        <p:cTn id="50" dur="1000" fill="hold"/>
                                        <p:tgtEl>
                                          <p:spTgt spid="47124"/>
                                        </p:tgtEl>
                                        <p:attrNameLst>
                                          <p:attrName>ppt_h</p:attrName>
                                        </p:attrNameLst>
                                      </p:cBhvr>
                                      <p:tavLst>
                                        <p:tav tm="0">
                                          <p:val>
                                            <p:strVal val="#ppt_h"/>
                                          </p:val>
                                        </p:tav>
                                        <p:tav tm="100000">
                                          <p:val>
                                            <p:strVal val="#ppt_h"/>
                                          </p:val>
                                        </p:tav>
                                      </p:tavLst>
                                    </p:anim>
                                    <p:animEffect transition="in" filter="fade">
                                      <p:cBhvr>
                                        <p:cTn id="51" dur="1000"/>
                                        <p:tgtEl>
                                          <p:spTgt spid="47124"/>
                                        </p:tgtEl>
                                      </p:cBhvr>
                                    </p:animEffect>
                                  </p:childTnLst>
                                </p:cTn>
                              </p:par>
                            </p:childTnLst>
                          </p:cTn>
                        </p:par>
                      </p:childTnLst>
                    </p:cTn>
                  </p:par>
                  <p:par>
                    <p:cTn id="52" fill="hold">
                      <p:stCondLst>
                        <p:cond delay="indefinite"/>
                      </p:stCondLst>
                      <p:childTnLst>
                        <p:par>
                          <p:cTn id="53" fill="hold">
                            <p:stCondLst>
                              <p:cond delay="0"/>
                            </p:stCondLst>
                            <p:childTnLst>
                              <p:par>
                                <p:cTn id="54" presetID="55" presetClass="entr" presetSubtype="0" fill="hold" nodeType="clickEffect">
                                  <p:stCondLst>
                                    <p:cond delay="0"/>
                                  </p:stCondLst>
                                  <p:childTnLst>
                                    <p:set>
                                      <p:cBhvr>
                                        <p:cTn id="55" dur="1" fill="hold">
                                          <p:stCondLst>
                                            <p:cond delay="0"/>
                                          </p:stCondLst>
                                        </p:cTn>
                                        <p:tgtEl>
                                          <p:spTgt spid="47120"/>
                                        </p:tgtEl>
                                        <p:attrNameLst>
                                          <p:attrName>style.visibility</p:attrName>
                                        </p:attrNameLst>
                                      </p:cBhvr>
                                      <p:to>
                                        <p:strVal val="visible"/>
                                      </p:to>
                                    </p:set>
                                    <p:anim calcmode="lin" valueType="num">
                                      <p:cBhvr>
                                        <p:cTn id="56" dur="1000" fill="hold"/>
                                        <p:tgtEl>
                                          <p:spTgt spid="47120"/>
                                        </p:tgtEl>
                                        <p:attrNameLst>
                                          <p:attrName>ppt_w</p:attrName>
                                        </p:attrNameLst>
                                      </p:cBhvr>
                                      <p:tavLst>
                                        <p:tav tm="0">
                                          <p:val>
                                            <p:strVal val="#ppt_w*0.70"/>
                                          </p:val>
                                        </p:tav>
                                        <p:tav tm="100000">
                                          <p:val>
                                            <p:strVal val="#ppt_w"/>
                                          </p:val>
                                        </p:tav>
                                      </p:tavLst>
                                    </p:anim>
                                    <p:anim calcmode="lin" valueType="num">
                                      <p:cBhvr>
                                        <p:cTn id="57" dur="1000" fill="hold"/>
                                        <p:tgtEl>
                                          <p:spTgt spid="47120"/>
                                        </p:tgtEl>
                                        <p:attrNameLst>
                                          <p:attrName>ppt_h</p:attrName>
                                        </p:attrNameLst>
                                      </p:cBhvr>
                                      <p:tavLst>
                                        <p:tav tm="0">
                                          <p:val>
                                            <p:strVal val="#ppt_h"/>
                                          </p:val>
                                        </p:tav>
                                        <p:tav tm="100000">
                                          <p:val>
                                            <p:strVal val="#ppt_h"/>
                                          </p:val>
                                        </p:tav>
                                      </p:tavLst>
                                    </p:anim>
                                    <p:animEffect transition="in" filter="fade">
                                      <p:cBhvr>
                                        <p:cTn id="58" dur="1000"/>
                                        <p:tgtEl>
                                          <p:spTgt spid="47120"/>
                                        </p:tgtEl>
                                      </p:cBhvr>
                                    </p:animEffect>
                                  </p:childTnLst>
                                </p:cTn>
                              </p:par>
                            </p:childTnLst>
                          </p:cTn>
                        </p:par>
                      </p:childTnLst>
                    </p:cTn>
                  </p:par>
                  <p:par>
                    <p:cTn id="59" fill="hold">
                      <p:stCondLst>
                        <p:cond delay="indefinite"/>
                      </p:stCondLst>
                      <p:childTnLst>
                        <p:par>
                          <p:cTn id="60" fill="hold">
                            <p:stCondLst>
                              <p:cond delay="0"/>
                            </p:stCondLst>
                            <p:childTnLst>
                              <p:par>
                                <p:cTn id="61" presetID="55" presetClass="entr" presetSubtype="0" fill="hold" nodeType="clickEffect">
                                  <p:stCondLst>
                                    <p:cond delay="0"/>
                                  </p:stCondLst>
                                  <p:childTnLst>
                                    <p:set>
                                      <p:cBhvr>
                                        <p:cTn id="62" dur="1" fill="hold">
                                          <p:stCondLst>
                                            <p:cond delay="0"/>
                                          </p:stCondLst>
                                        </p:cTn>
                                        <p:tgtEl>
                                          <p:spTgt spid="14"/>
                                        </p:tgtEl>
                                        <p:attrNameLst>
                                          <p:attrName>style.visibility</p:attrName>
                                        </p:attrNameLst>
                                      </p:cBhvr>
                                      <p:to>
                                        <p:strVal val="visible"/>
                                      </p:to>
                                    </p:set>
                                    <p:anim calcmode="lin" valueType="num">
                                      <p:cBhvr>
                                        <p:cTn id="63" dur="1000" fill="hold"/>
                                        <p:tgtEl>
                                          <p:spTgt spid="14"/>
                                        </p:tgtEl>
                                        <p:attrNameLst>
                                          <p:attrName>ppt_w</p:attrName>
                                        </p:attrNameLst>
                                      </p:cBhvr>
                                      <p:tavLst>
                                        <p:tav tm="0">
                                          <p:val>
                                            <p:strVal val="#ppt_w*0.70"/>
                                          </p:val>
                                        </p:tav>
                                        <p:tav tm="100000">
                                          <p:val>
                                            <p:strVal val="#ppt_w"/>
                                          </p:val>
                                        </p:tav>
                                      </p:tavLst>
                                    </p:anim>
                                    <p:anim calcmode="lin" valueType="num">
                                      <p:cBhvr>
                                        <p:cTn id="64" dur="1000" fill="hold"/>
                                        <p:tgtEl>
                                          <p:spTgt spid="14"/>
                                        </p:tgtEl>
                                        <p:attrNameLst>
                                          <p:attrName>ppt_h</p:attrName>
                                        </p:attrNameLst>
                                      </p:cBhvr>
                                      <p:tavLst>
                                        <p:tav tm="0">
                                          <p:val>
                                            <p:strVal val="#ppt_h"/>
                                          </p:val>
                                        </p:tav>
                                        <p:tav tm="100000">
                                          <p:val>
                                            <p:strVal val="#ppt_h"/>
                                          </p:val>
                                        </p:tav>
                                      </p:tavLst>
                                    </p:anim>
                                    <p:animEffect transition="in" filter="fade">
                                      <p:cBhvr>
                                        <p:cTn id="65" dur="1000"/>
                                        <p:tgtEl>
                                          <p:spTgt spid="14"/>
                                        </p:tgtEl>
                                      </p:cBhvr>
                                    </p:animEffect>
                                  </p:childTnLst>
                                </p:cTn>
                              </p:par>
                            </p:childTnLst>
                          </p:cTn>
                        </p:par>
                      </p:childTnLst>
                    </p:cTn>
                  </p:par>
                  <p:par>
                    <p:cTn id="66" fill="hold">
                      <p:stCondLst>
                        <p:cond delay="indefinite"/>
                      </p:stCondLst>
                      <p:childTnLst>
                        <p:par>
                          <p:cTn id="67" fill="hold">
                            <p:stCondLst>
                              <p:cond delay="0"/>
                            </p:stCondLst>
                            <p:childTnLst>
                              <p:par>
                                <p:cTn id="68" presetID="55" presetClass="entr" presetSubtype="0" fill="hold" nodeType="clickEffect">
                                  <p:stCondLst>
                                    <p:cond delay="0"/>
                                  </p:stCondLst>
                                  <p:childTnLst>
                                    <p:set>
                                      <p:cBhvr>
                                        <p:cTn id="69" dur="1" fill="hold">
                                          <p:stCondLst>
                                            <p:cond delay="0"/>
                                          </p:stCondLst>
                                        </p:cTn>
                                        <p:tgtEl>
                                          <p:spTgt spid="47122"/>
                                        </p:tgtEl>
                                        <p:attrNameLst>
                                          <p:attrName>style.visibility</p:attrName>
                                        </p:attrNameLst>
                                      </p:cBhvr>
                                      <p:to>
                                        <p:strVal val="visible"/>
                                      </p:to>
                                    </p:set>
                                    <p:anim calcmode="lin" valueType="num">
                                      <p:cBhvr>
                                        <p:cTn id="70" dur="1000" fill="hold"/>
                                        <p:tgtEl>
                                          <p:spTgt spid="47122"/>
                                        </p:tgtEl>
                                        <p:attrNameLst>
                                          <p:attrName>ppt_w</p:attrName>
                                        </p:attrNameLst>
                                      </p:cBhvr>
                                      <p:tavLst>
                                        <p:tav tm="0">
                                          <p:val>
                                            <p:strVal val="#ppt_w*0.70"/>
                                          </p:val>
                                        </p:tav>
                                        <p:tav tm="100000">
                                          <p:val>
                                            <p:strVal val="#ppt_w"/>
                                          </p:val>
                                        </p:tav>
                                      </p:tavLst>
                                    </p:anim>
                                    <p:anim calcmode="lin" valueType="num">
                                      <p:cBhvr>
                                        <p:cTn id="71" dur="1000" fill="hold"/>
                                        <p:tgtEl>
                                          <p:spTgt spid="47122"/>
                                        </p:tgtEl>
                                        <p:attrNameLst>
                                          <p:attrName>ppt_h</p:attrName>
                                        </p:attrNameLst>
                                      </p:cBhvr>
                                      <p:tavLst>
                                        <p:tav tm="0">
                                          <p:val>
                                            <p:strVal val="#ppt_h"/>
                                          </p:val>
                                        </p:tav>
                                        <p:tav tm="100000">
                                          <p:val>
                                            <p:strVal val="#ppt_h"/>
                                          </p:val>
                                        </p:tav>
                                      </p:tavLst>
                                    </p:anim>
                                    <p:animEffect transition="in" filter="fade">
                                      <p:cBhvr>
                                        <p:cTn id="72" dur="1000"/>
                                        <p:tgtEl>
                                          <p:spTgt spid="471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a:defRPr/>
            </a:pPr>
            <a:fld id="{34CBB6B8-AFDC-43FC-8278-B1EE6218A432}" type="datetime1">
              <a:rPr lang="zh-CN" altLang="en-US" smtClean="0"/>
            </a:fld>
            <a:endParaRPr lang="en-US" altLang="zh-CN"/>
          </a:p>
        </p:txBody>
      </p:sp>
      <p:sp>
        <p:nvSpPr>
          <p:cNvPr id="3" name="Rectangle 2"/>
          <p:cNvSpPr>
            <a:spLocks noChangeArrowheads="1"/>
          </p:cNvSpPr>
          <p:nvPr/>
        </p:nvSpPr>
        <p:spPr bwMode="auto">
          <a:xfrm>
            <a:off x="646732" y="-9946"/>
            <a:ext cx="7237635" cy="490537"/>
          </a:xfrm>
          <a:prstGeom prst="rect">
            <a:avLst/>
          </a:prstGeom>
          <a:solidFill>
            <a:schemeClr val="bg1"/>
          </a:solidFill>
          <a:ln>
            <a:noFill/>
          </a:ln>
          <a:effectLst>
            <a:outerShdw blurRad="63500" dist="38099" dir="2700000" algn="ctr" rotWithShape="0">
              <a:schemeClr val="bg2">
                <a:alpha val="74998"/>
              </a:schemeClr>
            </a:outerShdw>
          </a:effectLst>
        </p:spPr>
        <p:txBody>
          <a:bodyPr anchor="ctr"/>
          <a:lstStyle/>
          <a:p>
            <a:pPr eaLnBrk="1" hangingPunct="1">
              <a:defRPr/>
            </a:pPr>
            <a:r>
              <a:rPr lang="zh-CN" altLang="en-US" sz="2800" dirty="0">
                <a:effectLst>
                  <a:outerShdw blurRad="38100" dist="38100" dir="2700000" algn="tl">
                    <a:srgbClr val="000000"/>
                  </a:outerShdw>
                </a:effectLst>
                <a:ea typeface="黑体" panose="02010609060101010101" charset="-122"/>
              </a:rPr>
              <a:t>回顾</a:t>
            </a:r>
            <a:r>
              <a:rPr lang="en-US" altLang="zh-CN" sz="2800" dirty="0">
                <a:effectLst>
                  <a:outerShdw blurRad="38100" dist="38100" dir="2700000" algn="tl">
                    <a:srgbClr val="000000"/>
                  </a:outerShdw>
                </a:effectLst>
                <a:ea typeface="黑体" panose="02010609060101010101" charset="-122"/>
              </a:rPr>
              <a:t>1</a:t>
            </a:r>
            <a:r>
              <a:rPr lang="zh-CN" altLang="en-US" sz="2800" dirty="0">
                <a:effectLst>
                  <a:outerShdw blurRad="38100" dist="38100" dir="2700000" algn="tl">
                    <a:srgbClr val="000000"/>
                  </a:outerShdw>
                </a:effectLst>
                <a:ea typeface="黑体" panose="02010609060101010101" charset="-122"/>
              </a:rPr>
              <a:t>    拉普拉斯反变换</a:t>
            </a:r>
            <a:endParaRPr lang="zh-CN" altLang="en-US" sz="2800" dirty="0">
              <a:effectLst>
                <a:outerShdw blurRad="38100" dist="38100" dir="2700000" algn="tl">
                  <a:srgbClr val="000000"/>
                </a:outerShdw>
              </a:effectLst>
              <a:ea typeface="黑体" panose="02010609060101010101" charset="-122"/>
            </a:endParaRPr>
          </a:p>
        </p:txBody>
      </p:sp>
      <p:sp>
        <p:nvSpPr>
          <p:cNvPr id="4" name="矩形 3"/>
          <p:cNvSpPr/>
          <p:nvPr/>
        </p:nvSpPr>
        <p:spPr>
          <a:xfrm>
            <a:off x="611951" y="692696"/>
            <a:ext cx="8064896" cy="2062103"/>
          </a:xfrm>
          <a:prstGeom prst="rect">
            <a:avLst/>
          </a:prstGeom>
        </p:spPr>
        <p:txBody>
          <a:bodyPr wrap="square">
            <a:spAutoFit/>
          </a:bodyPr>
          <a:lstStyle/>
          <a:p>
            <a:pPr lvl="1" eaLnBrk="1" hangingPunct="1">
              <a:spcBef>
                <a:spcPct val="50000"/>
              </a:spcBef>
              <a:buFontTx/>
              <a:buNone/>
            </a:pPr>
            <a:r>
              <a:rPr lang="en-US" altLang="zh-CN" sz="3200" dirty="0">
                <a:solidFill>
                  <a:srgbClr val="000000"/>
                </a:solidFill>
                <a:latin typeface="楷体_GB2312" pitchFamily="49" charset="-122"/>
                <a:ea typeface="楷体_GB2312" pitchFamily="49" charset="-122"/>
              </a:rPr>
              <a:t>1</a:t>
            </a:r>
            <a:r>
              <a:rPr lang="zh-CN" altLang="en-US" sz="3200" dirty="0">
                <a:solidFill>
                  <a:srgbClr val="000000"/>
                </a:solidFill>
                <a:latin typeface="楷体_GB2312" pitchFamily="49" charset="-122"/>
                <a:ea typeface="楷体_GB2312" pitchFamily="49" charset="-122"/>
              </a:rPr>
              <a:t>）查表并利用拉普拉斯变换的性质</a:t>
            </a:r>
            <a:endParaRPr lang="zh-CN" altLang="en-US" sz="3200" dirty="0">
              <a:solidFill>
                <a:srgbClr val="000000"/>
              </a:solidFill>
              <a:latin typeface="楷体_GB2312" pitchFamily="49" charset="-122"/>
              <a:ea typeface="楷体_GB2312" pitchFamily="49" charset="-122"/>
            </a:endParaRPr>
          </a:p>
          <a:p>
            <a:pPr lvl="1" eaLnBrk="1" hangingPunct="1">
              <a:spcBef>
                <a:spcPct val="50000"/>
              </a:spcBef>
              <a:buFontTx/>
              <a:buNone/>
            </a:pPr>
            <a:r>
              <a:rPr lang="en-US" altLang="zh-CN" sz="3200" dirty="0">
                <a:solidFill>
                  <a:srgbClr val="000000"/>
                </a:solidFill>
                <a:latin typeface="楷体_GB2312" pitchFamily="49" charset="-122"/>
                <a:ea typeface="楷体_GB2312" pitchFamily="49" charset="-122"/>
              </a:rPr>
              <a:t>2</a:t>
            </a:r>
            <a:r>
              <a:rPr lang="zh-CN" altLang="en-US" sz="3200" dirty="0">
                <a:solidFill>
                  <a:srgbClr val="000000"/>
                </a:solidFill>
                <a:latin typeface="楷体_GB2312" pitchFamily="49" charset="-122"/>
                <a:ea typeface="楷体_GB2312" pitchFamily="49" charset="-122"/>
              </a:rPr>
              <a:t>）部分分式展开法</a:t>
            </a:r>
            <a:endParaRPr lang="zh-CN" altLang="en-US" sz="3200" dirty="0">
              <a:solidFill>
                <a:srgbClr val="000000"/>
              </a:solidFill>
              <a:latin typeface="楷体_GB2312" pitchFamily="49" charset="-122"/>
              <a:ea typeface="楷体_GB2312" pitchFamily="49" charset="-122"/>
            </a:endParaRPr>
          </a:p>
          <a:p>
            <a:pPr lvl="1" eaLnBrk="1" hangingPunct="1">
              <a:spcBef>
                <a:spcPct val="50000"/>
              </a:spcBef>
              <a:buFontTx/>
              <a:buNone/>
            </a:pPr>
            <a:r>
              <a:rPr lang="en-US" altLang="zh-CN" sz="3200" dirty="0">
                <a:solidFill>
                  <a:srgbClr val="000000"/>
                </a:solidFill>
                <a:latin typeface="楷体_GB2312" pitchFamily="49" charset="-122"/>
                <a:ea typeface="楷体_GB2312" pitchFamily="49" charset="-122"/>
              </a:rPr>
              <a:t>3</a:t>
            </a:r>
            <a:r>
              <a:rPr lang="zh-CN" altLang="en-US" sz="3200" dirty="0">
                <a:solidFill>
                  <a:srgbClr val="000000"/>
                </a:solidFill>
                <a:latin typeface="楷体_GB2312" pitchFamily="49" charset="-122"/>
                <a:ea typeface="楷体_GB2312" pitchFamily="49" charset="-122"/>
              </a:rPr>
              <a:t>）留数法    </a:t>
            </a:r>
            <a:endParaRPr lang="zh-CN" altLang="en-US" sz="3200" dirty="0">
              <a:solidFill>
                <a:srgbClr val="000000"/>
              </a:solidFill>
              <a:latin typeface="楷体_GB2312" pitchFamily="49" charset="-122"/>
              <a:ea typeface="楷体_GB2312" pitchFamily="49" charset="-122"/>
            </a:endParaRPr>
          </a:p>
        </p:txBody>
      </p:sp>
      <p:sp>
        <p:nvSpPr>
          <p:cNvPr id="9" name="Rectangle 3"/>
          <p:cNvSpPr>
            <a:spLocks noChangeArrowheads="1"/>
          </p:cNvSpPr>
          <p:nvPr/>
        </p:nvSpPr>
        <p:spPr bwMode="auto">
          <a:xfrm>
            <a:off x="1119019" y="3500834"/>
            <a:ext cx="7386637" cy="2160588"/>
          </a:xfrm>
          <a:prstGeom prst="rect">
            <a:avLst/>
          </a:prstGeom>
          <a:solidFill>
            <a:schemeClr val="tx1"/>
          </a:solidFill>
          <a:ln w="9525">
            <a:solidFill>
              <a:schemeClr val="bg1"/>
            </a:solidFill>
            <a:miter lim="800000"/>
          </a:ln>
          <a:effectLst>
            <a:outerShdw blurRad="63500" dist="38099" dir="2700000" algn="ctr" rotWithShape="0">
              <a:srgbClr val="000000">
                <a:alpha val="74998"/>
              </a:srgbClr>
            </a:outerShdw>
          </a:effectLst>
        </p:spPr>
        <p:txBody>
          <a:bodyPr/>
          <a:lstStyle/>
          <a:p>
            <a:pPr marL="609600" indent="-609600" eaLnBrk="1" hangingPunct="1">
              <a:spcBef>
                <a:spcPct val="20000"/>
              </a:spcBef>
              <a:buFont typeface="Wingdings" panose="05000000000000000000" pitchFamily="2" charset="2"/>
              <a:buChar char="l"/>
              <a:defRPr/>
            </a:pPr>
            <a:r>
              <a:rPr kumimoji="1" lang="zh-CN" altLang="en-US" sz="2400" dirty="0">
                <a:solidFill>
                  <a:srgbClr val="000000"/>
                </a:solidFill>
                <a:ea typeface="华文中宋" panose="02010600040101010101" charset="-122"/>
              </a:rPr>
              <a:t>有理假分式</a:t>
            </a:r>
            <a:r>
              <a:rPr kumimoji="1" lang="zh-CN" altLang="en-US" sz="2400" dirty="0">
                <a:solidFill>
                  <a:srgbClr val="000000"/>
                </a:solidFill>
                <a:ea typeface="华文中宋" panose="02010600040101010101" charset="-122"/>
                <a:sym typeface="Symbol" panose="05050102010706020507" pitchFamily="18" charset="2"/>
              </a:rPr>
              <a:t></a:t>
            </a:r>
            <a:r>
              <a:rPr kumimoji="1" lang="zh-CN" altLang="en-US" sz="2400" dirty="0">
                <a:solidFill>
                  <a:srgbClr val="000000"/>
                </a:solidFill>
                <a:ea typeface="华文中宋" panose="02010600040101010101" charset="-122"/>
              </a:rPr>
              <a:t>有理真分式</a:t>
            </a:r>
            <a:r>
              <a:rPr kumimoji="1" lang="zh-CN" altLang="en-US" sz="2400" dirty="0">
                <a:solidFill>
                  <a:srgbClr val="000000"/>
                </a:solidFill>
                <a:ea typeface="华文中宋" panose="02010600040101010101" charset="-122"/>
                <a:sym typeface="Symbol" panose="05050102010706020507" pitchFamily="18" charset="2"/>
              </a:rPr>
              <a:t></a:t>
            </a:r>
            <a:r>
              <a:rPr kumimoji="1" lang="zh-CN" altLang="en-US" sz="2400" dirty="0">
                <a:solidFill>
                  <a:srgbClr val="000000"/>
                </a:solidFill>
                <a:ea typeface="华文中宋" panose="02010600040101010101" charset="-122"/>
              </a:rPr>
              <a:t>最简分式之和</a:t>
            </a:r>
            <a:r>
              <a:rPr kumimoji="1" lang="zh-CN" altLang="en-US" sz="2400" dirty="0">
                <a:solidFill>
                  <a:srgbClr val="000000"/>
                </a:solidFill>
                <a:ea typeface="华文中宋" panose="02010600040101010101" charset="-122"/>
                <a:sym typeface="Symbol" panose="05050102010706020507" pitchFamily="18" charset="2"/>
              </a:rPr>
              <a:t></a:t>
            </a:r>
            <a:r>
              <a:rPr kumimoji="1" lang="en-US" altLang="zh-CN" sz="2400" i="1" dirty="0">
                <a:solidFill>
                  <a:srgbClr val="000000"/>
                </a:solidFill>
                <a:latin typeface="Times New Roman" panose="02020603050405020304" pitchFamily="18" charset="0"/>
                <a:ea typeface="华文中宋" panose="02010600040101010101" charset="-122"/>
              </a:rPr>
              <a:t>f</a:t>
            </a:r>
            <a:r>
              <a:rPr kumimoji="1" lang="en-US" altLang="zh-CN" sz="2400" dirty="0">
                <a:solidFill>
                  <a:srgbClr val="000000"/>
                </a:solidFill>
                <a:ea typeface="华文中宋" panose="02010600040101010101" charset="-122"/>
              </a:rPr>
              <a:t>(</a:t>
            </a:r>
            <a:r>
              <a:rPr kumimoji="1" lang="en-US" altLang="zh-CN" sz="2400" i="1" dirty="0">
                <a:solidFill>
                  <a:srgbClr val="000000"/>
                </a:solidFill>
                <a:latin typeface="Times New Roman" panose="02020603050405020304" pitchFamily="18" charset="0"/>
                <a:ea typeface="华文中宋" panose="02010600040101010101" charset="-122"/>
              </a:rPr>
              <a:t>t</a:t>
            </a:r>
            <a:r>
              <a:rPr kumimoji="1" lang="en-US" altLang="zh-CN" sz="2400" dirty="0">
                <a:solidFill>
                  <a:srgbClr val="000000"/>
                </a:solidFill>
                <a:ea typeface="华文中宋" panose="02010600040101010101" charset="-122"/>
              </a:rPr>
              <a:t>)</a:t>
            </a:r>
            <a:endParaRPr kumimoji="1" lang="en-US" altLang="zh-CN" sz="2400" dirty="0">
              <a:solidFill>
                <a:srgbClr val="000000"/>
              </a:solidFill>
              <a:ea typeface="华文中宋" panose="02010600040101010101" charset="-122"/>
            </a:endParaRPr>
          </a:p>
          <a:p>
            <a:pPr marL="609600" indent="-609600" eaLnBrk="1" hangingPunct="1">
              <a:lnSpc>
                <a:spcPct val="120000"/>
              </a:lnSpc>
              <a:spcBef>
                <a:spcPct val="20000"/>
              </a:spcBef>
              <a:buFont typeface="Wingdings" panose="05000000000000000000" pitchFamily="2" charset="2"/>
              <a:buChar char="l"/>
              <a:defRPr/>
            </a:pPr>
            <a:r>
              <a:rPr kumimoji="1" lang="zh-CN" altLang="en-US" sz="2400" dirty="0">
                <a:solidFill>
                  <a:srgbClr val="000000"/>
                </a:solidFill>
                <a:ea typeface="华文中宋" panose="02010600040101010101" charset="-122"/>
              </a:rPr>
              <a:t>部分分式展开的方法同传输算子展开法，将</a:t>
            </a:r>
            <a:r>
              <a:rPr kumimoji="1" lang="en-US" altLang="zh-CN" sz="2400" i="1" dirty="0" err="1">
                <a:solidFill>
                  <a:srgbClr val="000000"/>
                </a:solidFill>
                <a:latin typeface="Times New Roman" panose="02020603050405020304" pitchFamily="18" charset="0"/>
                <a:ea typeface="华文中宋" panose="02010600040101010101" charset="-122"/>
              </a:rPr>
              <a:t>p</a:t>
            </a:r>
            <a:r>
              <a:rPr kumimoji="1" lang="en-US" altLang="zh-CN" sz="2400" dirty="0" err="1">
                <a:solidFill>
                  <a:srgbClr val="000000"/>
                </a:solidFill>
                <a:ea typeface="华文中宋" panose="02010600040101010101" charset="-122"/>
              </a:rPr>
              <a:t>→</a:t>
            </a:r>
            <a:r>
              <a:rPr kumimoji="1" lang="en-US" altLang="zh-CN" sz="2400" i="1" dirty="0" err="1">
                <a:solidFill>
                  <a:srgbClr val="000000"/>
                </a:solidFill>
                <a:latin typeface="Times New Roman" panose="02020603050405020304" pitchFamily="18" charset="0"/>
                <a:ea typeface="华文中宋" panose="02010600040101010101" charset="-122"/>
              </a:rPr>
              <a:t>s</a:t>
            </a:r>
            <a:r>
              <a:rPr kumimoji="1" lang="en-US" altLang="zh-CN" sz="2400" dirty="0">
                <a:solidFill>
                  <a:srgbClr val="000000"/>
                </a:solidFill>
                <a:latin typeface="Times New Roman" panose="02020603050405020304" pitchFamily="18" charset="0"/>
                <a:ea typeface="华文中宋" panose="02010600040101010101" charset="-122"/>
              </a:rPr>
              <a:t> </a:t>
            </a:r>
            <a:endParaRPr kumimoji="1" lang="en-US" altLang="zh-CN" sz="2400" dirty="0">
              <a:solidFill>
                <a:srgbClr val="000000"/>
              </a:solidFill>
              <a:latin typeface="Times New Roman" panose="02020603050405020304" pitchFamily="18" charset="0"/>
              <a:ea typeface="华文中宋" panose="02010600040101010101" charset="-122"/>
            </a:endParaRPr>
          </a:p>
          <a:p>
            <a:pPr marL="609600" indent="-609600" eaLnBrk="1" hangingPunct="1">
              <a:lnSpc>
                <a:spcPct val="120000"/>
              </a:lnSpc>
              <a:spcBef>
                <a:spcPct val="20000"/>
              </a:spcBef>
              <a:buFont typeface="Wingdings" panose="05000000000000000000" pitchFamily="2" charset="2"/>
              <a:buChar char="l"/>
              <a:defRPr/>
            </a:pPr>
            <a:r>
              <a:rPr lang="zh-CN" altLang="en-US" sz="2400" dirty="0">
                <a:solidFill>
                  <a:srgbClr val="000000"/>
                </a:solidFill>
                <a:effectLst>
                  <a:outerShdw blurRad="38100" dist="38100" dir="2700000" algn="tl">
                    <a:srgbClr val="C0C0C0"/>
                  </a:outerShdw>
                </a:effectLst>
                <a:ea typeface="华文中宋" panose="02010600040101010101" charset="-122"/>
              </a:rPr>
              <a:t>按</a:t>
            </a:r>
            <a:r>
              <a:rPr lang="en-US" altLang="zh-CN" sz="2400" i="1" dirty="0">
                <a:solidFill>
                  <a:srgbClr val="000000"/>
                </a:solidFill>
                <a:effectLst>
                  <a:outerShdw blurRad="38100" dist="38100" dir="2700000" algn="tl">
                    <a:srgbClr val="C0C0C0"/>
                  </a:outerShdw>
                </a:effectLst>
                <a:latin typeface="Times New Roman" panose="02020603050405020304" pitchFamily="18" charset="0"/>
                <a:ea typeface="华文中宋" panose="02010600040101010101" charset="-122"/>
              </a:rPr>
              <a:t>D</a:t>
            </a:r>
            <a:r>
              <a:rPr lang="en-US" altLang="zh-CN" sz="2400" dirty="0">
                <a:solidFill>
                  <a:srgbClr val="000000"/>
                </a:solidFill>
                <a:effectLst>
                  <a:outerShdw blurRad="38100" dist="38100" dir="2700000" algn="tl">
                    <a:srgbClr val="C0C0C0"/>
                  </a:outerShdw>
                </a:effectLst>
                <a:ea typeface="华文中宋" panose="02010600040101010101" charset="-122"/>
              </a:rPr>
              <a:t>(</a:t>
            </a:r>
            <a:r>
              <a:rPr lang="en-US" altLang="zh-CN" sz="2400" i="1" dirty="0">
                <a:solidFill>
                  <a:srgbClr val="000000"/>
                </a:solidFill>
                <a:latin typeface="Times New Roman" panose="02020603050405020304" pitchFamily="18" charset="0"/>
                <a:ea typeface="华文中宋" panose="02010600040101010101" charset="-122"/>
              </a:rPr>
              <a:t>s</a:t>
            </a:r>
            <a:r>
              <a:rPr lang="en-US" altLang="zh-CN" sz="2400" dirty="0">
                <a:solidFill>
                  <a:srgbClr val="000000"/>
                </a:solidFill>
                <a:effectLst>
                  <a:outerShdw blurRad="38100" dist="38100" dir="2700000" algn="tl">
                    <a:srgbClr val="C0C0C0"/>
                  </a:outerShdw>
                </a:effectLst>
                <a:ea typeface="华文中宋" panose="02010600040101010101" charset="-122"/>
              </a:rPr>
              <a:t>) = 0</a:t>
            </a:r>
            <a:r>
              <a:rPr lang="zh-CN" altLang="en-US" sz="2400" dirty="0">
                <a:solidFill>
                  <a:srgbClr val="000000"/>
                </a:solidFill>
                <a:effectLst>
                  <a:outerShdw blurRad="38100" dist="38100" dir="2700000" algn="tl">
                    <a:srgbClr val="C0C0C0"/>
                  </a:outerShdw>
                </a:effectLst>
                <a:ea typeface="华文中宋" panose="02010600040101010101" charset="-122"/>
              </a:rPr>
              <a:t>的根</a:t>
            </a:r>
            <a:r>
              <a:rPr lang="en-US" altLang="zh-CN" sz="2400" dirty="0">
                <a:solidFill>
                  <a:srgbClr val="000000"/>
                </a:solidFill>
                <a:effectLst>
                  <a:outerShdw blurRad="38100" dist="38100" dir="2700000" algn="tl">
                    <a:srgbClr val="C0C0C0"/>
                  </a:outerShdw>
                </a:effectLst>
                <a:ea typeface="华文中宋" panose="02010600040101010101" charset="-122"/>
              </a:rPr>
              <a:t>(</a:t>
            </a:r>
            <a:r>
              <a:rPr lang="zh-CN" altLang="en-US" sz="2400" dirty="0">
                <a:solidFill>
                  <a:srgbClr val="000000"/>
                </a:solidFill>
                <a:effectLst>
                  <a:outerShdw blurRad="38100" dist="38100" dir="2700000" algn="tl">
                    <a:srgbClr val="C0C0C0"/>
                  </a:outerShdw>
                </a:effectLst>
                <a:ea typeface="华文中宋" panose="02010600040101010101" charset="-122"/>
              </a:rPr>
              <a:t>称为</a:t>
            </a:r>
            <a:r>
              <a:rPr lang="en-US" altLang="zh-CN" sz="2400" i="1" dirty="0">
                <a:solidFill>
                  <a:srgbClr val="000000"/>
                </a:solidFill>
                <a:latin typeface="Times New Roman" panose="02020603050405020304" pitchFamily="18" charset="0"/>
                <a:ea typeface="华文中宋" panose="02010600040101010101" charset="-122"/>
              </a:rPr>
              <a:t>F</a:t>
            </a:r>
            <a:r>
              <a:rPr lang="en-US" altLang="zh-CN" sz="2400" dirty="0">
                <a:solidFill>
                  <a:srgbClr val="000000"/>
                </a:solidFill>
                <a:ea typeface="华文中宋" panose="02010600040101010101" charset="-122"/>
              </a:rPr>
              <a:t>(</a:t>
            </a:r>
            <a:r>
              <a:rPr lang="en-US" altLang="zh-CN" sz="2400" i="1" dirty="0">
                <a:solidFill>
                  <a:srgbClr val="000000"/>
                </a:solidFill>
                <a:latin typeface="Times New Roman" panose="02020603050405020304" pitchFamily="18" charset="0"/>
                <a:ea typeface="华文中宋" panose="02010600040101010101" charset="-122"/>
              </a:rPr>
              <a:t>s</a:t>
            </a:r>
            <a:r>
              <a:rPr lang="en-US" altLang="zh-CN" sz="2400" dirty="0">
                <a:solidFill>
                  <a:srgbClr val="000000"/>
                </a:solidFill>
                <a:ea typeface="华文中宋" panose="02010600040101010101" charset="-122"/>
              </a:rPr>
              <a:t>)</a:t>
            </a:r>
            <a:r>
              <a:rPr lang="zh-CN" altLang="en-US" sz="2400" dirty="0">
                <a:solidFill>
                  <a:srgbClr val="000000"/>
                </a:solidFill>
                <a:effectLst>
                  <a:outerShdw blurRad="38100" dist="38100" dir="2700000" algn="tl">
                    <a:srgbClr val="C0C0C0"/>
                  </a:outerShdw>
                </a:effectLst>
                <a:ea typeface="华文中宋" panose="02010600040101010101" charset="-122"/>
              </a:rPr>
              <a:t>的</a:t>
            </a:r>
            <a:r>
              <a:rPr lang="zh-CN" altLang="en-US" sz="2400" dirty="0">
                <a:solidFill>
                  <a:srgbClr val="FF0000"/>
                </a:solidFill>
                <a:effectLst>
                  <a:outerShdw blurRad="38100" dist="38100" dir="2700000" algn="tl">
                    <a:srgbClr val="C0C0C0"/>
                  </a:outerShdw>
                </a:effectLst>
                <a:ea typeface="华文中宋" panose="02010600040101010101" charset="-122"/>
              </a:rPr>
              <a:t>极点</a:t>
            </a:r>
            <a:r>
              <a:rPr lang="en-US" altLang="zh-CN" sz="2400" dirty="0">
                <a:solidFill>
                  <a:srgbClr val="000000"/>
                </a:solidFill>
                <a:effectLst>
                  <a:outerShdw blurRad="38100" dist="38100" dir="2700000" algn="tl">
                    <a:srgbClr val="C0C0C0"/>
                  </a:outerShdw>
                </a:effectLst>
                <a:ea typeface="华文中宋" panose="02010600040101010101" charset="-122"/>
              </a:rPr>
              <a:t>)</a:t>
            </a:r>
            <a:r>
              <a:rPr lang="zh-CN" altLang="en-US" sz="2400" dirty="0">
                <a:solidFill>
                  <a:srgbClr val="FF0000"/>
                </a:solidFill>
                <a:effectLst>
                  <a:outerShdw blurRad="38100" dist="38100" dir="2700000" algn="tl">
                    <a:srgbClr val="C0C0C0"/>
                  </a:outerShdw>
                </a:effectLst>
                <a:ea typeface="华文中宋" panose="02010600040101010101" charset="-122"/>
              </a:rPr>
              <a:t>有无重根</a:t>
            </a:r>
            <a:r>
              <a:rPr lang="zh-CN" altLang="en-US" sz="2400" dirty="0">
                <a:solidFill>
                  <a:srgbClr val="000000"/>
                </a:solidFill>
                <a:effectLst>
                  <a:outerShdw blurRad="38100" dist="38100" dir="2700000" algn="tl">
                    <a:srgbClr val="C0C0C0"/>
                  </a:outerShdw>
                </a:effectLst>
                <a:ea typeface="华文中宋" panose="02010600040101010101" charset="-122"/>
              </a:rPr>
              <a:t>等分别讨论如下：</a:t>
            </a:r>
            <a:endParaRPr lang="en-US" altLang="zh-CN" sz="2400" dirty="0">
              <a:solidFill>
                <a:srgbClr val="000000"/>
              </a:solidFill>
              <a:effectLst>
                <a:outerShdw blurRad="38100" dist="38100" dir="2700000" algn="tl">
                  <a:srgbClr val="C0C0C0"/>
                </a:outerShdw>
              </a:effectLst>
              <a:ea typeface="华文中宋" panose="02010600040101010101" charset="-122"/>
            </a:endParaRPr>
          </a:p>
        </p:txBody>
      </p:sp>
      <p:sp>
        <p:nvSpPr>
          <p:cNvPr id="10" name="矩形 9"/>
          <p:cNvSpPr/>
          <p:nvPr/>
        </p:nvSpPr>
        <p:spPr>
          <a:xfrm>
            <a:off x="323528" y="2800215"/>
            <a:ext cx="5713424" cy="584775"/>
          </a:xfrm>
          <a:prstGeom prst="rect">
            <a:avLst/>
          </a:prstGeom>
        </p:spPr>
        <p:txBody>
          <a:bodyPr wrap="none">
            <a:spAutoFit/>
          </a:bodyPr>
          <a:lstStyle/>
          <a:p>
            <a:pPr lvl="1" eaLnBrk="1" hangingPunct="1">
              <a:spcBef>
                <a:spcPct val="50000"/>
              </a:spcBef>
              <a:buFontTx/>
              <a:buNone/>
            </a:pPr>
            <a:r>
              <a:rPr lang="en-US" altLang="zh-CN" sz="3200" dirty="0">
                <a:solidFill>
                  <a:srgbClr val="FF0000"/>
                </a:solidFill>
                <a:latin typeface="楷体_GB2312" pitchFamily="49" charset="-122"/>
                <a:ea typeface="楷体_GB2312" pitchFamily="49" charset="-122"/>
              </a:rPr>
              <a:t>1) </a:t>
            </a:r>
            <a:r>
              <a:rPr lang="zh-CN" altLang="en-US" sz="3200" dirty="0">
                <a:solidFill>
                  <a:srgbClr val="FF0000"/>
                </a:solidFill>
                <a:latin typeface="楷体_GB2312" pitchFamily="49" charset="-122"/>
                <a:ea typeface="楷体_GB2312" pitchFamily="49" charset="-122"/>
              </a:rPr>
              <a:t>部分分式展开法总体思路</a:t>
            </a:r>
            <a:endParaRPr lang="zh-CN" altLang="en-US" sz="3200" dirty="0">
              <a:solidFill>
                <a:srgbClr val="FF0000"/>
              </a:solidFill>
              <a:latin typeface="楷体_GB2312" pitchFamily="49" charset="-122"/>
              <a:ea typeface="楷体_GB2312" pitchFamily="49" charset="-122"/>
            </a:endParaRPr>
          </a:p>
        </p:txBody>
      </p:sp>
      <p:sp>
        <p:nvSpPr>
          <p:cNvPr id="5" name="墨迹 4"/>
          <p:cNvSpPr/>
          <p:nvPr/>
        </p:nvSpPr>
        <p:spPr bwMode="auto">
          <a:xfrm>
            <a:off x="1811520" y="1190520"/>
            <a:ext cx="6433200" cy="2864520"/>
          </a:xfrm>
        </p:spPr>
      </p:sp>
    </p:spTree>
    <p:custDataLst>
      <p:tags r:id="rId1"/>
    </p:custDataLst>
  </p:cSld>
  <p:clrMapOvr>
    <a:masterClrMapping/>
  </p:clrMapOvr>
  <mc:AlternateContent xmlns:mc="http://schemas.openxmlformats.org/markup-compatibility/2006">
    <mc:Choice xmlns:p14="http://schemas.microsoft.com/office/powerpoint/2010/main" Requires="p14">
      <p:transition spd="slow" p14:dur="2000" advTm="65328"/>
    </mc:Choice>
    <mc:Fallback>
      <p:transition spd="slow" advTm="65328"/>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nodeType="withEffect">
                                  <p:stCondLst>
                                    <p:cond delay="0"/>
                                  </p:stCondLst>
                                  <p:childTnLst>
                                    <p:set>
                                      <p:cBhvr>
                                        <p:cTn id="6" dur="1" fill="hold">
                                          <p:stCondLst>
                                            <p:cond delay="0"/>
                                          </p:stCondLst>
                                        </p:cTn>
                                        <p:tgtEl>
                                          <p:spTgt spid="5"/>
                                        </p:tgtEl>
                                        <p:attrNameLst>
                                          <p:attrName>style.visibility</p:attrName>
                                        </p:attrNameLst>
                                      </p:cBhvr>
                                      <p:to>
                                        <p:strVal val="visible"/>
                                      </p:to>
                                    </p:set>
                                    <p:cmd type="call" cmd="playFrom(0.0)">
                                      <p:cBhvr>
                                        <p:cTn id="7" dur="1" fill="hold"/>
                                        <p:tgtEl>
                                          <p:spTgt spid="5"/>
                                        </p:tgtEl>
                                      </p:cBhvr>
                                    </p:cmd>
                                  </p:childTnLst>
                                </p:cTn>
                              </p:par>
                            </p:childTnLst>
                          </p:cTn>
                        </p:par>
                      </p:childTnLst>
                    </p:cTn>
                  </p:par>
                  <p:par>
                    <p:cTn id="8" fill="hold">
                      <p:stCondLst>
                        <p:cond delay="indefinite"/>
                      </p:stCondLst>
                      <p:childTnLst>
                        <p:par>
                          <p:cTn id="9" fill="hold">
                            <p:stCondLst>
                              <p:cond delay="0"/>
                            </p:stCondLst>
                            <p:childTnLst>
                              <p:par>
                                <p:cTn id="10" presetID="55" presetClass="entr" presetSubtype="0" fill="hold" grpId="0" nodeType="clickEffect">
                                  <p:stCondLst>
                                    <p:cond delay="0"/>
                                  </p:stCondLst>
                                  <p:childTnLst>
                                    <p:set>
                                      <p:cBhvr>
                                        <p:cTn id="11" dur="1" fill="hold">
                                          <p:stCondLst>
                                            <p:cond delay="0"/>
                                          </p:stCondLst>
                                        </p:cTn>
                                        <p:tgtEl>
                                          <p:spTgt spid="9">
                                            <p:bg/>
                                          </p:spTgt>
                                        </p:tgtEl>
                                        <p:attrNameLst>
                                          <p:attrName>style.visibility</p:attrName>
                                        </p:attrNameLst>
                                      </p:cBhvr>
                                      <p:to>
                                        <p:strVal val="visible"/>
                                      </p:to>
                                    </p:set>
                                    <p:anim calcmode="lin" valueType="num">
                                      <p:cBhvr>
                                        <p:cTn id="12" dur="1000" fill="hold"/>
                                        <p:tgtEl>
                                          <p:spTgt spid="9">
                                            <p:bg/>
                                          </p:spTgt>
                                        </p:tgtEl>
                                        <p:attrNameLst>
                                          <p:attrName>ppt_w</p:attrName>
                                        </p:attrNameLst>
                                      </p:cBhvr>
                                      <p:tavLst>
                                        <p:tav tm="0">
                                          <p:val>
                                            <p:strVal val="#ppt_w*0.70"/>
                                          </p:val>
                                        </p:tav>
                                        <p:tav tm="100000">
                                          <p:val>
                                            <p:strVal val="#ppt_w"/>
                                          </p:val>
                                        </p:tav>
                                      </p:tavLst>
                                    </p:anim>
                                    <p:anim calcmode="lin" valueType="num">
                                      <p:cBhvr>
                                        <p:cTn id="13" dur="1000" fill="hold"/>
                                        <p:tgtEl>
                                          <p:spTgt spid="9">
                                            <p:bg/>
                                          </p:spTgt>
                                        </p:tgtEl>
                                        <p:attrNameLst>
                                          <p:attrName>ppt_h</p:attrName>
                                        </p:attrNameLst>
                                      </p:cBhvr>
                                      <p:tavLst>
                                        <p:tav tm="0">
                                          <p:val>
                                            <p:strVal val="#ppt_h"/>
                                          </p:val>
                                        </p:tav>
                                        <p:tav tm="100000">
                                          <p:val>
                                            <p:strVal val="#ppt_h"/>
                                          </p:val>
                                        </p:tav>
                                      </p:tavLst>
                                    </p:anim>
                                    <p:animEffect transition="in" filter="fade">
                                      <p:cBhvr>
                                        <p:cTn id="14" dur="1000"/>
                                        <p:tgtEl>
                                          <p:spTgt spid="9">
                                            <p:bg/>
                                          </p:spTgt>
                                        </p:tgtEl>
                                      </p:cBhvr>
                                    </p:animEffect>
                                  </p:childTnLst>
                                </p:cTn>
                              </p:par>
                              <p:par>
                                <p:cTn id="15" presetID="55" presetClass="entr" presetSubtype="0" fill="hold" grpId="0" nodeType="withEffect">
                                  <p:stCondLst>
                                    <p:cond delay="0"/>
                                  </p:stCondLst>
                                  <p:childTnLst>
                                    <p:set>
                                      <p:cBhvr>
                                        <p:cTn id="16" dur="1" fill="hold">
                                          <p:stCondLst>
                                            <p:cond delay="0"/>
                                          </p:stCondLst>
                                        </p:cTn>
                                        <p:tgtEl>
                                          <p:spTgt spid="9">
                                            <p:txEl>
                                              <p:pRg st="0" end="0"/>
                                            </p:txEl>
                                          </p:spTgt>
                                        </p:tgtEl>
                                        <p:attrNameLst>
                                          <p:attrName>style.visibility</p:attrName>
                                        </p:attrNameLst>
                                      </p:cBhvr>
                                      <p:to>
                                        <p:strVal val="visible"/>
                                      </p:to>
                                    </p:set>
                                    <p:anim calcmode="lin" valueType="num">
                                      <p:cBhvr>
                                        <p:cTn id="17" dur="1000" fill="hold"/>
                                        <p:tgtEl>
                                          <p:spTgt spid="9">
                                            <p:txEl>
                                              <p:pRg st="0" end="0"/>
                                            </p:txEl>
                                          </p:spTgt>
                                        </p:tgtEl>
                                        <p:attrNameLst>
                                          <p:attrName>ppt_w</p:attrName>
                                        </p:attrNameLst>
                                      </p:cBhvr>
                                      <p:tavLst>
                                        <p:tav tm="0">
                                          <p:val>
                                            <p:strVal val="#ppt_w*0.70"/>
                                          </p:val>
                                        </p:tav>
                                        <p:tav tm="100000">
                                          <p:val>
                                            <p:strVal val="#ppt_w"/>
                                          </p:val>
                                        </p:tav>
                                      </p:tavLst>
                                    </p:anim>
                                    <p:anim calcmode="lin" valueType="num">
                                      <p:cBhvr>
                                        <p:cTn id="18" dur="1000" fill="hold"/>
                                        <p:tgtEl>
                                          <p:spTgt spid="9">
                                            <p:txEl>
                                              <p:pRg st="0" end="0"/>
                                            </p:txEl>
                                          </p:spTgt>
                                        </p:tgtEl>
                                        <p:attrNameLst>
                                          <p:attrName>ppt_h</p:attrName>
                                        </p:attrNameLst>
                                      </p:cBhvr>
                                      <p:tavLst>
                                        <p:tav tm="0">
                                          <p:val>
                                            <p:strVal val="#ppt_h"/>
                                          </p:val>
                                        </p:tav>
                                        <p:tav tm="100000">
                                          <p:val>
                                            <p:strVal val="#ppt_h"/>
                                          </p:val>
                                        </p:tav>
                                      </p:tavLst>
                                    </p:anim>
                                    <p:animEffect transition="in" filter="fade">
                                      <p:cBhvr>
                                        <p:cTn id="19" dur="1000"/>
                                        <p:tgtEl>
                                          <p:spTgt spid="9">
                                            <p:txEl>
                                              <p:pRg st="0" end="0"/>
                                            </p:txEl>
                                          </p:spTgt>
                                        </p:tgtEl>
                                      </p:cBhvr>
                                    </p:animEffect>
                                  </p:childTnLst>
                                </p:cTn>
                              </p:par>
                            </p:childTnLst>
                          </p:cTn>
                        </p:par>
                        <p:par>
                          <p:cTn id="20" fill="hold">
                            <p:stCondLst>
                              <p:cond delay="1000"/>
                            </p:stCondLst>
                            <p:childTnLst>
                              <p:par>
                                <p:cTn id="21" presetID="55" presetClass="entr" presetSubtype="0" fill="hold" grpId="0" nodeType="afterEffect">
                                  <p:stCondLst>
                                    <p:cond delay="0"/>
                                  </p:stCondLst>
                                  <p:childTnLst>
                                    <p:set>
                                      <p:cBhvr>
                                        <p:cTn id="22" dur="1" fill="hold">
                                          <p:stCondLst>
                                            <p:cond delay="0"/>
                                          </p:stCondLst>
                                        </p:cTn>
                                        <p:tgtEl>
                                          <p:spTgt spid="9">
                                            <p:txEl>
                                              <p:pRg st="1" end="1"/>
                                            </p:txEl>
                                          </p:spTgt>
                                        </p:tgtEl>
                                        <p:attrNameLst>
                                          <p:attrName>style.visibility</p:attrName>
                                        </p:attrNameLst>
                                      </p:cBhvr>
                                      <p:to>
                                        <p:strVal val="visible"/>
                                      </p:to>
                                    </p:set>
                                    <p:anim calcmode="lin" valueType="num">
                                      <p:cBhvr>
                                        <p:cTn id="23" dur="1000" fill="hold"/>
                                        <p:tgtEl>
                                          <p:spTgt spid="9">
                                            <p:txEl>
                                              <p:pRg st="1" end="1"/>
                                            </p:txEl>
                                          </p:spTgt>
                                        </p:tgtEl>
                                        <p:attrNameLst>
                                          <p:attrName>ppt_w</p:attrName>
                                        </p:attrNameLst>
                                      </p:cBhvr>
                                      <p:tavLst>
                                        <p:tav tm="0">
                                          <p:val>
                                            <p:strVal val="#ppt_w*0.70"/>
                                          </p:val>
                                        </p:tav>
                                        <p:tav tm="100000">
                                          <p:val>
                                            <p:strVal val="#ppt_w"/>
                                          </p:val>
                                        </p:tav>
                                      </p:tavLst>
                                    </p:anim>
                                    <p:anim calcmode="lin" valueType="num">
                                      <p:cBhvr>
                                        <p:cTn id="24" dur="1000" fill="hold"/>
                                        <p:tgtEl>
                                          <p:spTgt spid="9">
                                            <p:txEl>
                                              <p:pRg st="1" end="1"/>
                                            </p:txEl>
                                          </p:spTgt>
                                        </p:tgtEl>
                                        <p:attrNameLst>
                                          <p:attrName>ppt_h</p:attrName>
                                        </p:attrNameLst>
                                      </p:cBhvr>
                                      <p:tavLst>
                                        <p:tav tm="0">
                                          <p:val>
                                            <p:strVal val="#ppt_h"/>
                                          </p:val>
                                        </p:tav>
                                        <p:tav tm="100000">
                                          <p:val>
                                            <p:strVal val="#ppt_h"/>
                                          </p:val>
                                        </p:tav>
                                      </p:tavLst>
                                    </p:anim>
                                    <p:animEffect transition="in" filter="fade">
                                      <p:cBhvr>
                                        <p:cTn id="25" dur="1000"/>
                                        <p:tgtEl>
                                          <p:spTgt spid="9">
                                            <p:txEl>
                                              <p:pRg st="1" end="1"/>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55" presetClass="entr" presetSubtype="0" fill="hold" grpId="0" nodeType="clickEffect">
                                  <p:stCondLst>
                                    <p:cond delay="0"/>
                                  </p:stCondLst>
                                  <p:childTnLst>
                                    <p:set>
                                      <p:cBhvr>
                                        <p:cTn id="29" dur="1" fill="hold">
                                          <p:stCondLst>
                                            <p:cond delay="0"/>
                                          </p:stCondLst>
                                        </p:cTn>
                                        <p:tgtEl>
                                          <p:spTgt spid="9">
                                            <p:txEl>
                                              <p:pRg st="2" end="2"/>
                                            </p:txEl>
                                          </p:spTgt>
                                        </p:tgtEl>
                                        <p:attrNameLst>
                                          <p:attrName>style.visibility</p:attrName>
                                        </p:attrNameLst>
                                      </p:cBhvr>
                                      <p:to>
                                        <p:strVal val="visible"/>
                                      </p:to>
                                    </p:set>
                                    <p:anim calcmode="lin" valueType="num">
                                      <p:cBhvr>
                                        <p:cTn id="30" dur="1000" fill="hold"/>
                                        <p:tgtEl>
                                          <p:spTgt spid="9">
                                            <p:txEl>
                                              <p:pRg st="2" end="2"/>
                                            </p:txEl>
                                          </p:spTgt>
                                        </p:tgtEl>
                                        <p:attrNameLst>
                                          <p:attrName>ppt_w</p:attrName>
                                        </p:attrNameLst>
                                      </p:cBhvr>
                                      <p:tavLst>
                                        <p:tav tm="0">
                                          <p:val>
                                            <p:strVal val="#ppt_w*0.70"/>
                                          </p:val>
                                        </p:tav>
                                        <p:tav tm="100000">
                                          <p:val>
                                            <p:strVal val="#ppt_w"/>
                                          </p:val>
                                        </p:tav>
                                      </p:tavLst>
                                    </p:anim>
                                    <p:anim calcmode="lin" valueType="num">
                                      <p:cBhvr>
                                        <p:cTn id="31" dur="1000" fill="hold"/>
                                        <p:tgtEl>
                                          <p:spTgt spid="9">
                                            <p:txEl>
                                              <p:pRg st="2" end="2"/>
                                            </p:txEl>
                                          </p:spTgt>
                                        </p:tgtEl>
                                        <p:attrNameLst>
                                          <p:attrName>ppt_h</p:attrName>
                                        </p:attrNameLst>
                                      </p:cBhvr>
                                      <p:tavLst>
                                        <p:tav tm="0">
                                          <p:val>
                                            <p:strVal val="#ppt_h"/>
                                          </p:val>
                                        </p:tav>
                                        <p:tav tm="100000">
                                          <p:val>
                                            <p:strVal val="#ppt_h"/>
                                          </p:val>
                                        </p:tav>
                                      </p:tavLst>
                                    </p:anim>
                                    <p:animEffect transition="in" filter="fade">
                                      <p:cBhvr>
                                        <p:cTn id="32" dur="1000"/>
                                        <p:tgtEl>
                                          <p:spTgt spid="9">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build="allAtOnce"/>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a:defRPr/>
            </a:pPr>
            <a:fld id="{34CBB6B8-AFDC-43FC-8278-B1EE6218A432}" type="datetime1">
              <a:rPr lang="zh-CN" altLang="en-US" smtClean="0"/>
            </a:fld>
            <a:endParaRPr lang="en-US" altLang="zh-CN"/>
          </a:p>
        </p:txBody>
      </p:sp>
      <mc:AlternateContent xmlns:mc="http://schemas.openxmlformats.org/markup-compatibility/2006">
        <mc:Choice xmlns:a14="http://schemas.microsoft.com/office/drawing/2010/main" Requires="a14">
          <p:sp>
            <p:nvSpPr>
              <p:cNvPr id="8" name="矩形 7"/>
              <p:cNvSpPr/>
              <p:nvPr/>
            </p:nvSpPr>
            <p:spPr>
              <a:xfrm>
                <a:off x="646430" y="553720"/>
                <a:ext cx="7199630" cy="999490"/>
              </a:xfrm>
              <a:prstGeom prst="rect">
                <a:avLst/>
              </a:prstGeom>
            </p:spPr>
            <p:txBody>
              <a:bodyPr wrap="square">
                <a:spAutoFit/>
              </a:bodyPr>
              <a:lstStyle/>
              <a:p>
                <a:pPr>
                  <a:lnSpc>
                    <a:spcPct val="150000"/>
                  </a:lnSpc>
                </a:pPr>
                <a14:m>
                  <m:oMathPara xmlns:m="http://schemas.openxmlformats.org/officeDocument/2006/math">
                    <m:oMathParaPr>
                      <m:jc m:val="left"/>
                    </m:oMathParaPr>
                    <m:oMath xmlns:m="http://schemas.openxmlformats.org/officeDocument/2006/math">
                      <m:r>
                        <m:rPr>
                          <m:nor/>
                        </m:rPr>
                        <a:rPr lang="en-US" altLang="zh-CN" sz="2000" smtClean="0">
                          <a:solidFill>
                            <a:srgbClr val="000000"/>
                          </a:solidFill>
                          <a:latin typeface="Cambria Math" panose="02040503050406030204" pitchFamily="18" charset="0"/>
                        </a:rPr>
                        <m:t>F</m:t>
                      </m:r>
                      <m:d>
                        <m:dPr>
                          <m:begChr m:val="（"/>
                          <m:endChr m:val="）"/>
                          <m:ctrlPr>
                            <a:rPr lang="zh-CN" altLang="en-US" sz="2000" i="1">
                              <a:solidFill>
                                <a:srgbClr val="000000"/>
                              </a:solidFill>
                              <a:latin typeface="Cambria Math" panose="02040503050406030204" pitchFamily="18" charset="0"/>
                            </a:rPr>
                          </m:ctrlPr>
                        </m:dPr>
                        <m:e>
                          <m:r>
                            <m:rPr>
                              <m:sty m:val="p"/>
                            </m:rPr>
                            <a:rPr lang="en-US" altLang="zh-CN" sz="2000" i="1">
                              <a:solidFill>
                                <a:srgbClr val="000000"/>
                              </a:solidFill>
                              <a:latin typeface="Cambria Math" panose="02040503050406030204" pitchFamily="18" charset="0"/>
                            </a:rPr>
                            <m:t>s</m:t>
                          </m:r>
                        </m:e>
                      </m:d>
                      <m:r>
                        <a:rPr lang="en-US" altLang="zh-CN" sz="2000" i="1">
                          <a:solidFill>
                            <a:srgbClr val="000000"/>
                          </a:solidFill>
                          <a:latin typeface="Cambria Math" panose="02040503050406030204" pitchFamily="18" charset="0"/>
                        </a:rPr>
                        <m:t>=</m:t>
                      </m:r>
                      <m:d>
                        <m:dPr>
                          <m:begChr m:val="["/>
                          <m:endChr m:val="]"/>
                          <m:ctrlPr>
                            <a:rPr lang="zh-CN" altLang="en-US" sz="2000" i="1">
                              <a:solidFill>
                                <a:srgbClr val="000000"/>
                              </a:solidFill>
                              <a:latin typeface="Cambria Math" panose="02040503050406030204" pitchFamily="18" charset="0"/>
                            </a:rPr>
                          </m:ctrlPr>
                        </m:dPr>
                        <m:e>
                          <m:sSub>
                            <m:sSubPr>
                              <m:ctrlPr>
                                <a:rPr lang="zh-CN" altLang="en-US" sz="2000" i="1">
                                  <a:solidFill>
                                    <a:srgbClr val="000000"/>
                                  </a:solidFill>
                                  <a:latin typeface="Cambria Math" panose="02040503050406030204" pitchFamily="18" charset="0"/>
                                </a:rPr>
                              </m:ctrlPr>
                            </m:sSubPr>
                            <m:e>
                              <m:r>
                                <m:rPr>
                                  <m:sty m:val="p"/>
                                </m:rPr>
                                <a:rPr lang="zh-CN" altLang="en-US" sz="2000">
                                  <a:solidFill>
                                    <a:srgbClr val="000000"/>
                                  </a:solidFill>
                                  <a:latin typeface="Cambria Math" panose="02040503050406030204" pitchFamily="18" charset="0"/>
                                </a:rPr>
                                <m:t>d</m:t>
                              </m:r>
                            </m:e>
                            <m:sub>
                              <m:r>
                                <m:rPr>
                                  <m:nor/>
                                </m:rPr>
                                <a:rPr lang="zh-CN" altLang="en-US" sz="2000">
                                  <a:solidFill>
                                    <a:srgbClr val="000000"/>
                                  </a:solidFill>
                                  <a:latin typeface="Cambria Math" panose="02040503050406030204" pitchFamily="18" charset="0"/>
                                </a:rPr>
                                <m:t>m</m:t>
                              </m:r>
                              <m:r>
                                <m:rPr>
                                  <m:nor/>
                                </m:rPr>
                                <a:rPr lang="zh-CN" altLang="en-US" sz="2000">
                                  <a:solidFill>
                                    <a:srgbClr val="000000"/>
                                  </a:solidFill>
                                  <a:latin typeface="Cambria Math" panose="02040503050406030204" pitchFamily="18" charset="0"/>
                                </a:rPr>
                                <m:t>−</m:t>
                              </m:r>
                              <m:r>
                                <m:rPr>
                                  <m:nor/>
                                </m:rPr>
                                <a:rPr lang="zh-CN" altLang="en-US" sz="2000">
                                  <a:solidFill>
                                    <a:srgbClr val="000000"/>
                                  </a:solidFill>
                                  <a:latin typeface="Cambria Math" panose="02040503050406030204" pitchFamily="18" charset="0"/>
                                </a:rPr>
                                <m:t>n</m:t>
                              </m:r>
                            </m:sub>
                          </m:sSub>
                          <m:sSup>
                            <m:sSupPr>
                              <m:ctrlPr>
                                <a:rPr lang="zh-CN" altLang="en-US" sz="2000" i="1">
                                  <a:solidFill>
                                    <a:srgbClr val="000000"/>
                                  </a:solidFill>
                                  <a:latin typeface="Cambria Math" panose="02040503050406030204" pitchFamily="18" charset="0"/>
                                </a:rPr>
                              </m:ctrlPr>
                            </m:sSupPr>
                            <m:e>
                              <m:r>
                                <m:rPr>
                                  <m:sty m:val="p"/>
                                </m:rPr>
                                <a:rPr lang="en-US" altLang="zh-CN" sz="2000" i="1">
                                  <a:solidFill>
                                    <a:srgbClr val="000000"/>
                                  </a:solidFill>
                                  <a:latin typeface="Cambria Math" panose="02040503050406030204" pitchFamily="18" charset="0"/>
                                </a:rPr>
                                <m:t>s</m:t>
                              </m:r>
                            </m:e>
                            <m:sup>
                              <m:r>
                                <a:rPr lang="zh-CN" altLang="en-US" sz="2000" i="1">
                                  <a:solidFill>
                                    <a:srgbClr val="000000"/>
                                  </a:solidFill>
                                  <a:latin typeface="Cambria Math" panose="02040503050406030204" pitchFamily="18" charset="0"/>
                                </a:rPr>
                                <m:t>𝑚</m:t>
                              </m:r>
                              <m:r>
                                <a:rPr lang="zh-CN" altLang="en-US" sz="2000" i="1">
                                  <a:solidFill>
                                    <a:srgbClr val="000000"/>
                                  </a:solidFill>
                                  <a:latin typeface="Cambria Math" panose="02040503050406030204" pitchFamily="18" charset="0"/>
                                </a:rPr>
                                <m:t>−</m:t>
                              </m:r>
                              <m:r>
                                <a:rPr lang="zh-CN" altLang="en-US" sz="2000" i="1">
                                  <a:solidFill>
                                    <a:srgbClr val="000000"/>
                                  </a:solidFill>
                                  <a:latin typeface="Cambria Math" panose="02040503050406030204" pitchFamily="18" charset="0"/>
                                </a:rPr>
                                <m:t>𝑛</m:t>
                              </m:r>
                            </m:sup>
                          </m:sSup>
                          <m:r>
                            <a:rPr lang="zh-CN" altLang="en-US" sz="2000" i="1">
                              <a:solidFill>
                                <a:srgbClr val="000000"/>
                              </a:solidFill>
                              <a:latin typeface="Cambria Math" panose="02040503050406030204" pitchFamily="18" charset="0"/>
                            </a:rPr>
                            <m:t>+......</m:t>
                          </m:r>
                          <m:sSub>
                            <m:sSubPr>
                              <m:ctrlPr>
                                <a:rPr lang="zh-CN" altLang="en-US" sz="2000" i="1">
                                  <a:solidFill>
                                    <a:srgbClr val="000000"/>
                                  </a:solidFill>
                                  <a:latin typeface="Cambria Math" panose="02040503050406030204" pitchFamily="18" charset="0"/>
                                </a:rPr>
                              </m:ctrlPr>
                            </m:sSubPr>
                            <m:e>
                              <m:r>
                                <a:rPr lang="zh-CN" altLang="en-US" sz="2000" i="1">
                                  <a:solidFill>
                                    <a:srgbClr val="000000"/>
                                  </a:solidFill>
                                  <a:latin typeface="Cambria Math" panose="02040503050406030204" pitchFamily="18" charset="0"/>
                                </a:rPr>
                                <m:t>𝑑</m:t>
                              </m:r>
                            </m:e>
                            <m:sub>
                              <m:r>
                                <a:rPr lang="zh-CN" altLang="en-US" sz="2000" i="1">
                                  <a:solidFill>
                                    <a:srgbClr val="000000"/>
                                  </a:solidFill>
                                  <a:latin typeface="Cambria Math" panose="02040503050406030204" pitchFamily="18" charset="0"/>
                                </a:rPr>
                                <m:t>1</m:t>
                              </m:r>
                            </m:sub>
                          </m:sSub>
                          <m:r>
                            <a:rPr lang="en-US" altLang="zh-CN" sz="2000" b="1" i="1" smtClean="0">
                              <a:solidFill>
                                <a:srgbClr val="000000"/>
                              </a:solidFill>
                              <a:latin typeface="Cambria Math" panose="02040503050406030204" pitchFamily="18" charset="0"/>
                            </a:rPr>
                            <m:t>𝒔</m:t>
                          </m:r>
                          <m:r>
                            <a:rPr lang="zh-CN" altLang="en-US" sz="2000" i="1">
                              <a:solidFill>
                                <a:srgbClr val="000000"/>
                              </a:solidFill>
                              <a:latin typeface="Cambria Math" panose="02040503050406030204" pitchFamily="18" charset="0"/>
                            </a:rPr>
                            <m:t>+</m:t>
                          </m:r>
                          <m:sSub>
                            <m:sSubPr>
                              <m:ctrlPr>
                                <a:rPr lang="zh-CN" altLang="en-US" sz="2000" i="1">
                                  <a:solidFill>
                                    <a:srgbClr val="000000"/>
                                  </a:solidFill>
                                  <a:latin typeface="Cambria Math" panose="02040503050406030204" pitchFamily="18" charset="0"/>
                                </a:rPr>
                              </m:ctrlPr>
                            </m:sSubPr>
                            <m:e>
                              <m:r>
                                <a:rPr lang="zh-CN" altLang="en-US" sz="2000" i="1">
                                  <a:solidFill>
                                    <a:srgbClr val="000000"/>
                                  </a:solidFill>
                                  <a:latin typeface="Cambria Math" panose="02040503050406030204" pitchFamily="18" charset="0"/>
                                </a:rPr>
                                <m:t>𝑑</m:t>
                              </m:r>
                            </m:e>
                            <m:sub>
                              <m:r>
                                <a:rPr lang="zh-CN" altLang="en-US" sz="2000" i="1">
                                  <a:solidFill>
                                    <a:srgbClr val="000000"/>
                                  </a:solidFill>
                                  <a:latin typeface="Cambria Math" panose="02040503050406030204" pitchFamily="18" charset="0"/>
                                </a:rPr>
                                <m:t>0</m:t>
                              </m:r>
                            </m:sub>
                          </m:sSub>
                        </m:e>
                      </m:d>
                      <m:r>
                        <a:rPr lang="zh-CN" altLang="en-US" sz="2000" i="1">
                          <a:solidFill>
                            <a:srgbClr val="000000"/>
                          </a:solidFill>
                          <a:latin typeface="Cambria Math" panose="02040503050406030204" pitchFamily="18" charset="0"/>
                        </a:rPr>
                        <m:t>+</m:t>
                      </m:r>
                      <m:r>
                        <a:rPr lang="en-US" altLang="zh-CN" sz="2000" b="1" i="1" smtClean="0">
                          <a:solidFill>
                            <a:srgbClr val="000000"/>
                          </a:solidFill>
                          <a:latin typeface="Cambria Math" panose="02040503050406030204" pitchFamily="18" charset="0"/>
                        </a:rPr>
                        <m:t>𝑭</m:t>
                      </m:r>
                      <m:r>
                        <a:rPr lang="en-US" altLang="zh-CN" sz="2000" b="1" i="1" baseline="-25000" smtClean="0">
                          <a:solidFill>
                            <a:srgbClr val="000000"/>
                          </a:solidFill>
                          <a:latin typeface="Cambria Math" panose="02040503050406030204" pitchFamily="18" charset="0"/>
                        </a:rPr>
                        <m:t>𝟏</m:t>
                      </m:r>
                      <m:d>
                        <m:dPr>
                          <m:ctrlPr>
                            <a:rPr lang="en-US" altLang="zh-CN" sz="2000" b="1" i="1" smtClean="0">
                              <a:solidFill>
                                <a:srgbClr val="000000"/>
                              </a:solidFill>
                              <a:latin typeface="Cambria Math" panose="02040503050406030204" pitchFamily="18" charset="0"/>
                            </a:rPr>
                          </m:ctrlPr>
                        </m:dPr>
                        <m:e>
                          <m:r>
                            <a:rPr lang="en-US" altLang="zh-CN" sz="2000" b="1" i="1" smtClean="0">
                              <a:solidFill>
                                <a:srgbClr val="000000"/>
                              </a:solidFill>
                              <a:latin typeface="Cambria Math" panose="02040503050406030204" pitchFamily="18" charset="0"/>
                            </a:rPr>
                            <m:t>𝒔</m:t>
                          </m:r>
                        </m:e>
                      </m:d>
                      <m:r>
                        <a:rPr lang="en-US" altLang="zh-CN" sz="2000" b="1" i="1" smtClean="0">
                          <a:solidFill>
                            <a:srgbClr val="000000"/>
                          </a:solidFill>
                          <a:latin typeface="Cambria Math" panose="02040503050406030204" pitchFamily="18" charset="0"/>
                        </a:rPr>
                        <m:t>     </m:t>
                      </m:r>
                      <m:r>
                        <a:rPr lang="zh-CN" altLang="en-US" sz="2000" i="1" smtClean="0">
                          <a:solidFill>
                            <a:srgbClr val="FF0000"/>
                          </a:solidFill>
                          <a:latin typeface="Cambria Math" panose="02040503050406030204" pitchFamily="18" charset="0"/>
                        </a:rPr>
                        <m:t>真分式</m:t>
                      </m:r>
                      <m:r>
                        <a:rPr lang="en-US" altLang="zh-CN" sz="2000" b="1" i="1" smtClean="0">
                          <a:solidFill>
                            <a:srgbClr val="FF0000"/>
                          </a:solidFill>
                          <a:latin typeface="Cambria Math" panose="02040503050406030204" pitchFamily="18" charset="0"/>
                        </a:rPr>
                        <m:t>𝟏</m:t>
                      </m:r>
                    </m:oMath>
                  </m:oMathPara>
                </a14:m>
                <a:br>
                  <a:rPr lang="zh-CN" altLang="en-US" sz="2000" i="1" dirty="0">
                    <a:solidFill>
                      <a:srgbClr val="000000"/>
                    </a:solidFill>
                    <a:latin typeface="Cambria Math" panose="02040503050406030204" pitchFamily="18" charset="0"/>
                  </a:rPr>
                </a:br>
                <a:endParaRPr lang="zh-CN" altLang="en-US" sz="2000" dirty="0"/>
              </a:p>
            </p:txBody>
          </p:sp>
        </mc:Choice>
        <mc:Fallback>
          <p:sp>
            <p:nvSpPr>
              <p:cNvPr id="8" name="矩形 7"/>
              <p:cNvSpPr>
                <a:spLocks noRot="1" noChangeAspect="1" noMove="1" noResize="1" noEditPoints="1" noAdjustHandles="1" noChangeArrowheads="1" noChangeShapeType="1" noTextEdit="1"/>
              </p:cNvSpPr>
              <p:nvPr/>
            </p:nvSpPr>
            <p:spPr>
              <a:xfrm>
                <a:off x="646430" y="553720"/>
                <a:ext cx="7199630" cy="999490"/>
              </a:xfrm>
              <a:prstGeom prst="rect">
                <a:avLst/>
              </a:prstGeom>
              <a:blipFill rotWithShape="1">
                <a:blip r:embed="rId1"/>
                <a:stretch>
                  <a:fillRect/>
                </a:stretch>
              </a:blipFill>
            </p:spPr>
            <p:txBody>
              <a:bodyPr/>
              <a:lstStyle/>
              <a:p>
                <a:r>
                  <a:rPr lang="zh-CN" altLang="en-US">
                    <a:noFill/>
                  </a:rPr>
                  <a:t> </a:t>
                </a:r>
              </a:p>
            </p:txBody>
          </p:sp>
        </mc:Fallback>
      </mc:AlternateContent>
      <p:graphicFrame>
        <p:nvGraphicFramePr>
          <p:cNvPr id="10" name="对象 9"/>
          <p:cNvGraphicFramePr>
            <a:graphicFrameLocks noChangeAspect="1"/>
          </p:cNvGraphicFramePr>
          <p:nvPr/>
        </p:nvGraphicFramePr>
        <p:xfrm>
          <a:off x="971550" y="1125220"/>
          <a:ext cx="6378575" cy="1902460"/>
        </p:xfrm>
        <a:graphic>
          <a:graphicData uri="http://schemas.openxmlformats.org/presentationml/2006/ole">
            <mc:AlternateContent xmlns:mc="http://schemas.openxmlformats.org/markup-compatibility/2006">
              <mc:Choice xmlns:v="urn:schemas-microsoft-com:vml" Requires="v">
                <p:oleObj spid="_x0000_s3" name="公式" r:id="rId2" imgW="2540000" imgH="1041400" progId="Equation.KSEE3">
                  <p:embed/>
                </p:oleObj>
              </mc:Choice>
              <mc:Fallback>
                <p:oleObj name="公式" r:id="rId2" imgW="2540000" imgH="1041400" progId="Equation.KSEE3">
                  <p:embed/>
                  <p:pic>
                    <p:nvPicPr>
                      <p:cNvPr id="0" name="对象 9"/>
                      <p:cNvPicPr/>
                      <p:nvPr/>
                    </p:nvPicPr>
                    <p:blipFill>
                      <a:blip r:embed="rId3"/>
                      <a:stretch>
                        <a:fillRect/>
                      </a:stretch>
                    </p:blipFill>
                    <p:spPr>
                      <a:xfrm>
                        <a:off x="971550" y="1125220"/>
                        <a:ext cx="6378575" cy="1902460"/>
                      </a:xfrm>
                      <a:prstGeom prst="rect">
                        <a:avLst/>
                      </a:prstGeom>
                      <a:solidFill>
                        <a:schemeClr val="tx1"/>
                      </a:solidFill>
                    </p:spPr>
                  </p:pic>
                </p:oleObj>
              </mc:Fallback>
            </mc:AlternateContent>
          </a:graphicData>
        </a:graphic>
      </p:graphicFrame>
      <mc:AlternateContent xmlns:mc="http://schemas.openxmlformats.org/markup-compatibility/2006">
        <mc:Choice xmlns:a14="http://schemas.microsoft.com/office/drawing/2010/main" Requires="a14">
          <p:sp>
            <p:nvSpPr>
              <p:cNvPr id="11" name="矩形 10"/>
              <p:cNvSpPr/>
              <p:nvPr/>
            </p:nvSpPr>
            <p:spPr>
              <a:xfrm>
                <a:off x="827238" y="2997373"/>
                <a:ext cx="6696744" cy="2694007"/>
              </a:xfrm>
              <a:prstGeom prst="rect">
                <a:avLst/>
              </a:prstGeom>
              <a:solidFill>
                <a:schemeClr val="tx1"/>
              </a:solidFill>
            </p:spPr>
            <p:txBody>
              <a:bodyPr wrap="square">
                <a:spAutoFit/>
              </a:bodyPr>
              <a:lstStyle/>
              <a:p>
                <a:pPr>
                  <a:lnSpc>
                    <a:spcPct val="120000"/>
                  </a:lnSpc>
                </a:pPr>
                <a14:m>
                  <m:oMathPara xmlns:m="http://schemas.openxmlformats.org/officeDocument/2006/math">
                    <m:oMathParaPr>
                      <m:jc m:val="centerGroup"/>
                    </m:oMathParaPr>
                    <m:oMath xmlns:m="http://schemas.openxmlformats.org/officeDocument/2006/math">
                      <m:r>
                        <a:rPr lang="zh-CN" altLang="en-US" sz="2000" i="1" smtClean="0">
                          <a:solidFill>
                            <a:srgbClr val="000000"/>
                          </a:solidFill>
                          <a:latin typeface="Cambria Math" panose="02040503050406030204" pitchFamily="18" charset="0"/>
                        </a:rPr>
                        <m:t>=</m:t>
                      </m:r>
                      <m:d>
                        <m:dPr>
                          <m:begChr m:val="["/>
                          <m:endChr m:val="]"/>
                          <m:ctrlPr>
                            <a:rPr lang="zh-CN" altLang="en-US" sz="2000" i="1">
                              <a:solidFill>
                                <a:srgbClr val="000000"/>
                              </a:solidFill>
                              <a:latin typeface="Cambria Math" panose="02040503050406030204" pitchFamily="18" charset="0"/>
                            </a:rPr>
                          </m:ctrlPr>
                        </m:dPr>
                        <m:e>
                          <m:f>
                            <m:fPr>
                              <m:ctrlPr>
                                <a:rPr lang="zh-CN" altLang="en-US" sz="2000" i="1">
                                  <a:solidFill>
                                    <a:srgbClr val="000000"/>
                                  </a:solidFill>
                                  <a:latin typeface="Cambria Math" panose="02040503050406030204" pitchFamily="18" charset="0"/>
                                </a:rPr>
                              </m:ctrlPr>
                            </m:fPr>
                            <m:num>
                              <m:sSub>
                                <m:sSubPr>
                                  <m:ctrlPr>
                                    <a:rPr lang="zh-CN" altLang="en-US" sz="2000" i="1">
                                      <a:solidFill>
                                        <a:srgbClr val="000000"/>
                                      </a:solidFill>
                                      <a:latin typeface="Cambria Math" panose="02040503050406030204" pitchFamily="18" charset="0"/>
                                    </a:rPr>
                                  </m:ctrlPr>
                                </m:sSubPr>
                                <m:e>
                                  <m:r>
                                    <a:rPr lang="zh-CN" altLang="en-US" sz="2000" i="1">
                                      <a:solidFill>
                                        <a:srgbClr val="000000"/>
                                      </a:solidFill>
                                      <a:latin typeface="Cambria Math" panose="02040503050406030204" pitchFamily="18" charset="0"/>
                                    </a:rPr>
                                    <m:t>𝑘</m:t>
                                  </m:r>
                                </m:e>
                                <m:sub>
                                  <m:r>
                                    <a:rPr lang="zh-CN" altLang="en-US" sz="2000" i="1">
                                      <a:solidFill>
                                        <a:srgbClr val="000000"/>
                                      </a:solidFill>
                                      <a:latin typeface="Cambria Math" panose="02040503050406030204" pitchFamily="18" charset="0"/>
                                    </a:rPr>
                                    <m:t>11</m:t>
                                  </m:r>
                                </m:sub>
                              </m:sSub>
                            </m:num>
                            <m:den>
                              <m:r>
                                <m:rPr>
                                  <m:sty m:val="p"/>
                                </m:rPr>
                                <a:rPr lang="en-US" altLang="zh-CN" sz="2000" i="1">
                                  <a:solidFill>
                                    <a:srgbClr val="000000"/>
                                  </a:solidFill>
                                  <a:latin typeface="Cambria Math" panose="02040503050406030204" pitchFamily="18" charset="0"/>
                                </a:rPr>
                                <m:t>s</m:t>
                              </m:r>
                              <m:r>
                                <a:rPr lang="zh-CN" altLang="en-US" sz="2000" i="1">
                                  <a:solidFill>
                                    <a:srgbClr val="000000"/>
                                  </a:solidFill>
                                  <a:latin typeface="Cambria Math" panose="02040503050406030204" pitchFamily="18" charset="0"/>
                                </a:rPr>
                                <m:t>−</m:t>
                              </m:r>
                              <m:sSub>
                                <m:sSubPr>
                                  <m:ctrlPr>
                                    <a:rPr lang="zh-CN" altLang="en-US" sz="2000" i="1" smtClean="0">
                                      <a:solidFill>
                                        <a:srgbClr val="000000"/>
                                      </a:solidFill>
                                      <a:latin typeface="Cambria Math" panose="02040503050406030204" pitchFamily="18" charset="0"/>
                                    </a:rPr>
                                  </m:ctrlPr>
                                </m:sSubPr>
                                <m:e>
                                  <m:r>
                                    <a:rPr lang="en-US" altLang="zh-CN" sz="2000" b="1" i="1" smtClean="0">
                                      <a:solidFill>
                                        <a:srgbClr val="000000"/>
                                      </a:solidFill>
                                      <a:latin typeface="Cambria Math" panose="02040503050406030204" pitchFamily="18" charset="0"/>
                                    </a:rPr>
                                    <m:t>𝒔</m:t>
                                  </m:r>
                                </m:e>
                                <m:sub>
                                  <m:r>
                                    <a:rPr lang="zh-CN" altLang="en-US" sz="2000" i="1">
                                      <a:solidFill>
                                        <a:srgbClr val="000000"/>
                                      </a:solidFill>
                                      <a:latin typeface="Cambria Math" panose="02040503050406030204" pitchFamily="18" charset="0"/>
                                    </a:rPr>
                                    <m:t>1</m:t>
                                  </m:r>
                                </m:sub>
                              </m:sSub>
                            </m:den>
                          </m:f>
                          <m:r>
                            <a:rPr lang="zh-CN" altLang="en-US" sz="2000" i="1">
                              <a:solidFill>
                                <a:srgbClr val="000000"/>
                              </a:solidFill>
                              <a:latin typeface="Cambria Math" panose="02040503050406030204" pitchFamily="18" charset="0"/>
                            </a:rPr>
                            <m:t>+</m:t>
                          </m:r>
                          <m:f>
                            <m:fPr>
                              <m:ctrlPr>
                                <a:rPr lang="zh-CN" altLang="en-US" sz="2000" i="1">
                                  <a:solidFill>
                                    <a:srgbClr val="000000"/>
                                  </a:solidFill>
                                  <a:latin typeface="Cambria Math" panose="02040503050406030204" pitchFamily="18" charset="0"/>
                                </a:rPr>
                              </m:ctrlPr>
                            </m:fPr>
                            <m:num>
                              <m:sSub>
                                <m:sSubPr>
                                  <m:ctrlPr>
                                    <a:rPr lang="zh-CN" altLang="en-US" sz="2000" i="1">
                                      <a:solidFill>
                                        <a:srgbClr val="000000"/>
                                      </a:solidFill>
                                      <a:latin typeface="Cambria Math" panose="02040503050406030204" pitchFamily="18" charset="0"/>
                                    </a:rPr>
                                  </m:ctrlPr>
                                </m:sSubPr>
                                <m:e>
                                  <m:r>
                                    <a:rPr lang="zh-CN" altLang="en-US" sz="2000" i="1">
                                      <a:solidFill>
                                        <a:srgbClr val="000000"/>
                                      </a:solidFill>
                                      <a:latin typeface="Cambria Math" panose="02040503050406030204" pitchFamily="18" charset="0"/>
                                    </a:rPr>
                                    <m:t>𝑘</m:t>
                                  </m:r>
                                </m:e>
                                <m:sub>
                                  <m:r>
                                    <a:rPr lang="zh-CN" altLang="en-US" sz="2000" i="1">
                                      <a:solidFill>
                                        <a:srgbClr val="000000"/>
                                      </a:solidFill>
                                      <a:latin typeface="Cambria Math" panose="02040503050406030204" pitchFamily="18" charset="0"/>
                                    </a:rPr>
                                    <m:t>12</m:t>
                                  </m:r>
                                </m:sub>
                              </m:sSub>
                            </m:num>
                            <m:den>
                              <m:r>
                                <a:rPr lang="zh-CN" altLang="en-US" sz="2000" i="1">
                                  <a:solidFill>
                                    <a:srgbClr val="000000"/>
                                  </a:solidFill>
                                  <a:latin typeface="Cambria Math" panose="02040503050406030204" pitchFamily="18" charset="0"/>
                                </a:rPr>
                                <m:t>(</m:t>
                              </m:r>
                              <m:r>
                                <a:rPr lang="en-US" altLang="zh-CN" sz="2000" b="1" i="1" smtClean="0">
                                  <a:solidFill>
                                    <a:srgbClr val="000000"/>
                                  </a:solidFill>
                                  <a:latin typeface="Cambria Math" panose="02040503050406030204" pitchFamily="18" charset="0"/>
                                </a:rPr>
                                <m:t>𝒔</m:t>
                              </m:r>
                              <m:r>
                                <a:rPr lang="zh-CN" altLang="en-US" sz="2000" i="1">
                                  <a:solidFill>
                                    <a:srgbClr val="000000"/>
                                  </a:solidFill>
                                  <a:latin typeface="Cambria Math" panose="02040503050406030204" pitchFamily="18" charset="0"/>
                                </a:rPr>
                                <m:t>−</m:t>
                              </m:r>
                              <m:sSub>
                                <m:sSubPr>
                                  <m:ctrlPr>
                                    <a:rPr lang="zh-CN" altLang="en-US" sz="2000" i="1">
                                      <a:solidFill>
                                        <a:srgbClr val="000000"/>
                                      </a:solidFill>
                                      <a:latin typeface="Cambria Math" panose="02040503050406030204" pitchFamily="18" charset="0"/>
                                    </a:rPr>
                                  </m:ctrlPr>
                                </m:sSubPr>
                                <m:e>
                                  <m:r>
                                    <a:rPr lang="en-US" altLang="zh-CN" sz="2000" i="1">
                                      <a:solidFill>
                                        <a:srgbClr val="000000"/>
                                      </a:solidFill>
                                      <a:latin typeface="Cambria Math" panose="02040503050406030204" pitchFamily="18" charset="0"/>
                                    </a:rPr>
                                    <m:t>𝒔</m:t>
                                  </m:r>
                                </m:e>
                                <m:sub>
                                  <m:r>
                                    <a:rPr lang="zh-CN" altLang="en-US" sz="2000" i="1">
                                      <a:solidFill>
                                        <a:srgbClr val="000000"/>
                                      </a:solidFill>
                                      <a:latin typeface="Cambria Math" panose="02040503050406030204" pitchFamily="18" charset="0"/>
                                    </a:rPr>
                                    <m:t>1</m:t>
                                  </m:r>
                                </m:sub>
                              </m:sSub>
                              <m:sSup>
                                <m:sSupPr>
                                  <m:ctrlPr>
                                    <a:rPr lang="zh-CN" altLang="en-US" sz="2000" i="1">
                                      <a:solidFill>
                                        <a:srgbClr val="000000"/>
                                      </a:solidFill>
                                      <a:latin typeface="Cambria Math" panose="02040503050406030204" pitchFamily="18" charset="0"/>
                                    </a:rPr>
                                  </m:ctrlPr>
                                </m:sSupPr>
                                <m:e>
                                  <m:r>
                                    <a:rPr lang="zh-CN" altLang="en-US" sz="2000" i="1">
                                      <a:solidFill>
                                        <a:srgbClr val="000000"/>
                                      </a:solidFill>
                                      <a:latin typeface="Cambria Math" panose="02040503050406030204" pitchFamily="18" charset="0"/>
                                    </a:rPr>
                                    <m:t>)</m:t>
                                  </m:r>
                                </m:e>
                                <m:sup>
                                  <m:r>
                                    <a:rPr lang="zh-CN" altLang="en-US" sz="2000" i="1">
                                      <a:solidFill>
                                        <a:srgbClr val="000000"/>
                                      </a:solidFill>
                                      <a:latin typeface="Cambria Math" panose="02040503050406030204" pitchFamily="18" charset="0"/>
                                    </a:rPr>
                                    <m:t>2</m:t>
                                  </m:r>
                                </m:sup>
                              </m:sSup>
                            </m:den>
                          </m:f>
                          <m:r>
                            <a:rPr lang="zh-CN" altLang="en-US" sz="2000" i="1">
                              <a:solidFill>
                                <a:srgbClr val="000000"/>
                              </a:solidFill>
                              <a:latin typeface="Cambria Math" panose="02040503050406030204" pitchFamily="18" charset="0"/>
                            </a:rPr>
                            <m:t>+...+</m:t>
                          </m:r>
                          <m:f>
                            <m:fPr>
                              <m:ctrlPr>
                                <a:rPr lang="zh-CN" altLang="en-US" sz="2000" i="1">
                                  <a:solidFill>
                                    <a:srgbClr val="000000"/>
                                  </a:solidFill>
                                  <a:latin typeface="Cambria Math" panose="02040503050406030204" pitchFamily="18" charset="0"/>
                                </a:rPr>
                              </m:ctrlPr>
                            </m:fPr>
                            <m:num>
                              <m:sSub>
                                <m:sSubPr>
                                  <m:ctrlPr>
                                    <a:rPr lang="zh-CN" altLang="en-US" sz="2000" i="1">
                                      <a:solidFill>
                                        <a:srgbClr val="000000"/>
                                      </a:solidFill>
                                      <a:latin typeface="Cambria Math" panose="02040503050406030204" pitchFamily="18" charset="0"/>
                                    </a:rPr>
                                  </m:ctrlPr>
                                </m:sSubPr>
                                <m:e>
                                  <m:r>
                                    <a:rPr lang="zh-CN" altLang="en-US" sz="2000" i="1">
                                      <a:solidFill>
                                        <a:srgbClr val="000000"/>
                                      </a:solidFill>
                                      <a:latin typeface="Cambria Math" panose="02040503050406030204" pitchFamily="18" charset="0"/>
                                    </a:rPr>
                                    <m:t>𝑘</m:t>
                                  </m:r>
                                </m:e>
                                <m:sub>
                                  <m:r>
                                    <a:rPr lang="zh-CN" altLang="en-US" sz="2000" i="1">
                                      <a:solidFill>
                                        <a:srgbClr val="000000"/>
                                      </a:solidFill>
                                      <a:latin typeface="Cambria Math" panose="02040503050406030204" pitchFamily="18" charset="0"/>
                                    </a:rPr>
                                    <m:t>1</m:t>
                                  </m:r>
                                  <m:sSub>
                                    <m:sSubPr>
                                      <m:ctrlPr>
                                        <a:rPr lang="zh-CN" altLang="en-US" sz="2000" i="1">
                                          <a:solidFill>
                                            <a:srgbClr val="000000"/>
                                          </a:solidFill>
                                          <a:latin typeface="Cambria Math" panose="02040503050406030204" pitchFamily="18" charset="0"/>
                                        </a:rPr>
                                      </m:ctrlPr>
                                    </m:sSubPr>
                                    <m:e>
                                      <m:r>
                                        <a:rPr lang="zh-CN" altLang="en-US" sz="2000" i="1">
                                          <a:solidFill>
                                            <a:srgbClr val="000000"/>
                                          </a:solidFill>
                                          <a:latin typeface="Cambria Math" panose="02040503050406030204" pitchFamily="18" charset="0"/>
                                        </a:rPr>
                                        <m:t>𝑙</m:t>
                                      </m:r>
                                    </m:e>
                                    <m:sub>
                                      <m:r>
                                        <a:rPr lang="zh-CN" altLang="en-US" sz="2000" i="1">
                                          <a:solidFill>
                                            <a:srgbClr val="000000"/>
                                          </a:solidFill>
                                          <a:latin typeface="Cambria Math" panose="02040503050406030204" pitchFamily="18" charset="0"/>
                                        </a:rPr>
                                        <m:t>1</m:t>
                                      </m:r>
                                    </m:sub>
                                  </m:sSub>
                                </m:sub>
                              </m:sSub>
                            </m:num>
                            <m:den>
                              <m:r>
                                <a:rPr lang="zh-CN" altLang="en-US" sz="2000" i="1">
                                  <a:solidFill>
                                    <a:srgbClr val="000000"/>
                                  </a:solidFill>
                                  <a:latin typeface="Cambria Math" panose="02040503050406030204" pitchFamily="18" charset="0"/>
                                </a:rPr>
                                <m:t>(</m:t>
                              </m:r>
                              <m:r>
                                <a:rPr lang="en-US" altLang="zh-CN" sz="2000" b="1" i="1" smtClean="0">
                                  <a:solidFill>
                                    <a:srgbClr val="000000"/>
                                  </a:solidFill>
                                  <a:latin typeface="Cambria Math" panose="02040503050406030204" pitchFamily="18" charset="0"/>
                                </a:rPr>
                                <m:t>𝒔</m:t>
                              </m:r>
                              <m:r>
                                <a:rPr lang="zh-CN" altLang="en-US" sz="2000" i="1">
                                  <a:solidFill>
                                    <a:srgbClr val="000000"/>
                                  </a:solidFill>
                                  <a:latin typeface="Cambria Math" panose="02040503050406030204" pitchFamily="18" charset="0"/>
                                </a:rPr>
                                <m:t>−</m:t>
                              </m:r>
                              <m:sSub>
                                <m:sSubPr>
                                  <m:ctrlPr>
                                    <a:rPr lang="zh-CN" altLang="en-US" sz="2000" i="1">
                                      <a:solidFill>
                                        <a:srgbClr val="000000"/>
                                      </a:solidFill>
                                      <a:latin typeface="Cambria Math" panose="02040503050406030204" pitchFamily="18" charset="0"/>
                                    </a:rPr>
                                  </m:ctrlPr>
                                </m:sSubPr>
                                <m:e>
                                  <m:r>
                                    <a:rPr lang="en-US" altLang="zh-CN" sz="2000" b="1" i="1" smtClean="0">
                                      <a:solidFill>
                                        <a:srgbClr val="000000"/>
                                      </a:solidFill>
                                      <a:latin typeface="Cambria Math" panose="02040503050406030204" pitchFamily="18" charset="0"/>
                                    </a:rPr>
                                    <m:t>𝒔</m:t>
                                  </m:r>
                                </m:e>
                                <m:sub>
                                  <m:r>
                                    <a:rPr lang="zh-CN" altLang="en-US" sz="2000">
                                      <a:solidFill>
                                        <a:srgbClr val="000000"/>
                                      </a:solidFill>
                                      <a:latin typeface="Cambria Math" panose="02040503050406030204" pitchFamily="18" charset="0"/>
                                    </a:rPr>
                                    <m:t>1</m:t>
                                  </m:r>
                                </m:sub>
                              </m:sSub>
                              <m:sSup>
                                <m:sSupPr>
                                  <m:ctrlPr>
                                    <a:rPr lang="zh-CN" altLang="en-US" sz="2000" i="1">
                                      <a:solidFill>
                                        <a:srgbClr val="000000"/>
                                      </a:solidFill>
                                      <a:latin typeface="Cambria Math" panose="02040503050406030204" pitchFamily="18" charset="0"/>
                                    </a:rPr>
                                  </m:ctrlPr>
                                </m:sSupPr>
                                <m:e>
                                  <m:r>
                                    <a:rPr lang="zh-CN" altLang="en-US" sz="2000" i="1">
                                      <a:solidFill>
                                        <a:srgbClr val="000000"/>
                                      </a:solidFill>
                                      <a:latin typeface="Cambria Math" panose="02040503050406030204" pitchFamily="18" charset="0"/>
                                    </a:rPr>
                                    <m:t>)</m:t>
                                  </m:r>
                                </m:e>
                                <m:sup>
                                  <m:sSub>
                                    <m:sSubPr>
                                      <m:ctrlPr>
                                        <a:rPr lang="zh-CN" altLang="en-US" sz="2000" i="1">
                                          <a:solidFill>
                                            <a:srgbClr val="000000"/>
                                          </a:solidFill>
                                          <a:latin typeface="Cambria Math" panose="02040503050406030204" pitchFamily="18" charset="0"/>
                                        </a:rPr>
                                      </m:ctrlPr>
                                    </m:sSubPr>
                                    <m:e>
                                      <m:r>
                                        <a:rPr lang="zh-CN" altLang="en-US" sz="2000" i="1">
                                          <a:solidFill>
                                            <a:srgbClr val="000000"/>
                                          </a:solidFill>
                                          <a:latin typeface="Cambria Math" panose="02040503050406030204" pitchFamily="18" charset="0"/>
                                        </a:rPr>
                                        <m:t>𝑙</m:t>
                                      </m:r>
                                    </m:e>
                                    <m:sub>
                                      <m:r>
                                        <a:rPr lang="zh-CN" altLang="en-US" sz="2000" i="1">
                                          <a:solidFill>
                                            <a:srgbClr val="000000"/>
                                          </a:solidFill>
                                          <a:latin typeface="Cambria Math" panose="02040503050406030204" pitchFamily="18" charset="0"/>
                                        </a:rPr>
                                        <m:t>1</m:t>
                                      </m:r>
                                    </m:sub>
                                  </m:sSub>
                                </m:sup>
                              </m:sSup>
                            </m:den>
                          </m:f>
                        </m:e>
                      </m:d>
                      <m:m>
                        <m:mPr>
                          <m:mcs>
                            <m:mc>
                              <m:mcPr>
                                <m:count m:val="2"/>
                                <m:mcJc m:val="center"/>
                              </m:mcPr>
                            </m:mc>
                          </m:mcs>
                          <m:plcHide m:val="on"/>
                          <m:ctrlPr>
                            <a:rPr lang="zh-CN" altLang="en-US" sz="2000" i="1">
                              <a:solidFill>
                                <a:srgbClr val="000000"/>
                              </a:solidFill>
                              <a:latin typeface="Cambria Math" panose="02040503050406030204" pitchFamily="18" charset="0"/>
                            </a:rPr>
                          </m:ctrlPr>
                        </m:mPr>
                        <m:mr>
                          <m:e/>
                          <m:e/>
                        </m:mr>
                      </m:m>
                      <m:r>
                        <a:rPr lang="en-US" altLang="zh-CN" sz="2000" b="1" i="1" smtClean="0">
                          <a:solidFill>
                            <a:srgbClr val="000000"/>
                          </a:solidFill>
                          <a:latin typeface="Cambria Math" panose="02040503050406030204" pitchFamily="18" charset="0"/>
                        </a:rPr>
                        <m:t>        </m:t>
                      </m:r>
                      <m:r>
                        <a:rPr lang="zh-CN" altLang="en-US" sz="2000" i="1">
                          <a:solidFill>
                            <a:srgbClr val="000000"/>
                          </a:solidFill>
                          <a:latin typeface="Cambria Math" panose="02040503050406030204" pitchFamily="18" charset="0"/>
                        </a:rPr>
                        <m:t>+</m:t>
                      </m:r>
                      <m:d>
                        <m:dPr>
                          <m:begChr m:val="["/>
                          <m:endChr m:val="]"/>
                          <m:ctrlPr>
                            <a:rPr lang="zh-CN" altLang="en-US" sz="2000" i="1" smtClean="0">
                              <a:solidFill>
                                <a:srgbClr val="000000"/>
                              </a:solidFill>
                              <a:latin typeface="Cambria Math" panose="02040503050406030204" pitchFamily="18" charset="0"/>
                            </a:rPr>
                          </m:ctrlPr>
                        </m:dPr>
                        <m:e>
                          <m:f>
                            <m:fPr>
                              <m:ctrlPr>
                                <a:rPr lang="zh-CN" altLang="en-US" sz="2000" i="1">
                                  <a:solidFill>
                                    <a:srgbClr val="000000"/>
                                  </a:solidFill>
                                  <a:latin typeface="Cambria Math" panose="02040503050406030204" pitchFamily="18" charset="0"/>
                                </a:rPr>
                              </m:ctrlPr>
                            </m:fPr>
                            <m:num>
                              <m:sSub>
                                <m:sSubPr>
                                  <m:ctrlPr>
                                    <a:rPr lang="zh-CN" altLang="en-US" sz="2000" i="1">
                                      <a:solidFill>
                                        <a:srgbClr val="000000"/>
                                      </a:solidFill>
                                      <a:latin typeface="Cambria Math" panose="02040503050406030204" pitchFamily="18" charset="0"/>
                                    </a:rPr>
                                  </m:ctrlPr>
                                </m:sSubPr>
                                <m:e>
                                  <m:r>
                                    <a:rPr lang="zh-CN" altLang="en-US" sz="2000" i="1">
                                      <a:solidFill>
                                        <a:srgbClr val="000000"/>
                                      </a:solidFill>
                                      <a:latin typeface="Cambria Math" panose="02040503050406030204" pitchFamily="18" charset="0"/>
                                    </a:rPr>
                                    <m:t>𝑘</m:t>
                                  </m:r>
                                </m:e>
                                <m:sub>
                                  <m:r>
                                    <a:rPr lang="zh-CN" altLang="en-US" sz="2000">
                                      <a:solidFill>
                                        <a:srgbClr val="000000"/>
                                      </a:solidFill>
                                      <a:latin typeface="Cambria Math" panose="02040503050406030204" pitchFamily="18" charset="0"/>
                                    </a:rPr>
                                    <m:t>2</m:t>
                                  </m:r>
                                  <m:r>
                                    <a:rPr lang="zh-CN" altLang="en-US" sz="2000" i="1">
                                      <a:solidFill>
                                        <a:srgbClr val="000000"/>
                                      </a:solidFill>
                                      <a:latin typeface="Cambria Math" panose="02040503050406030204" pitchFamily="18" charset="0"/>
                                    </a:rPr>
                                    <m:t>1</m:t>
                                  </m:r>
                                </m:sub>
                              </m:sSub>
                            </m:num>
                            <m:den>
                              <m:r>
                                <a:rPr lang="en-US" altLang="zh-CN" sz="2000" b="1" i="1" smtClean="0">
                                  <a:solidFill>
                                    <a:srgbClr val="000000"/>
                                  </a:solidFill>
                                  <a:latin typeface="Cambria Math" panose="02040503050406030204" pitchFamily="18" charset="0"/>
                                </a:rPr>
                                <m:t>𝒔</m:t>
                              </m:r>
                              <m:r>
                                <a:rPr lang="zh-CN" altLang="en-US" sz="2000" i="1">
                                  <a:solidFill>
                                    <a:srgbClr val="000000"/>
                                  </a:solidFill>
                                  <a:latin typeface="Cambria Math" panose="02040503050406030204" pitchFamily="18" charset="0"/>
                                </a:rPr>
                                <m:t>−</m:t>
                              </m:r>
                              <m:sSub>
                                <m:sSubPr>
                                  <m:ctrlPr>
                                    <a:rPr lang="zh-CN" altLang="en-US" sz="2000" i="1" smtClean="0">
                                      <a:solidFill>
                                        <a:srgbClr val="000000"/>
                                      </a:solidFill>
                                      <a:latin typeface="Cambria Math" panose="02040503050406030204" pitchFamily="18" charset="0"/>
                                    </a:rPr>
                                  </m:ctrlPr>
                                </m:sSubPr>
                                <m:e>
                                  <m:r>
                                    <a:rPr lang="en-US" altLang="zh-CN" sz="2000" b="1" i="1" smtClean="0">
                                      <a:solidFill>
                                        <a:srgbClr val="000000"/>
                                      </a:solidFill>
                                      <a:latin typeface="Cambria Math" panose="02040503050406030204" pitchFamily="18" charset="0"/>
                                    </a:rPr>
                                    <m:t>𝒔</m:t>
                                  </m:r>
                                </m:e>
                                <m:sub>
                                  <m:r>
                                    <a:rPr lang="zh-CN" altLang="en-US" sz="2000">
                                      <a:solidFill>
                                        <a:srgbClr val="000000"/>
                                      </a:solidFill>
                                      <a:latin typeface="Cambria Math" panose="02040503050406030204" pitchFamily="18" charset="0"/>
                                    </a:rPr>
                                    <m:t>2</m:t>
                                  </m:r>
                                </m:sub>
                              </m:sSub>
                            </m:den>
                          </m:f>
                          <m:r>
                            <a:rPr lang="zh-CN" altLang="en-US" sz="2000" i="1">
                              <a:solidFill>
                                <a:srgbClr val="000000"/>
                              </a:solidFill>
                              <a:latin typeface="Cambria Math" panose="02040503050406030204" pitchFamily="18" charset="0"/>
                            </a:rPr>
                            <m:t>+</m:t>
                          </m:r>
                          <m:f>
                            <m:fPr>
                              <m:ctrlPr>
                                <a:rPr lang="zh-CN" altLang="en-US" sz="2000" i="1">
                                  <a:solidFill>
                                    <a:srgbClr val="000000"/>
                                  </a:solidFill>
                                  <a:latin typeface="Cambria Math" panose="02040503050406030204" pitchFamily="18" charset="0"/>
                                </a:rPr>
                              </m:ctrlPr>
                            </m:fPr>
                            <m:num>
                              <m:sSub>
                                <m:sSubPr>
                                  <m:ctrlPr>
                                    <a:rPr lang="zh-CN" altLang="en-US" sz="2000" i="1">
                                      <a:solidFill>
                                        <a:srgbClr val="000000"/>
                                      </a:solidFill>
                                      <a:latin typeface="Cambria Math" panose="02040503050406030204" pitchFamily="18" charset="0"/>
                                    </a:rPr>
                                  </m:ctrlPr>
                                </m:sSubPr>
                                <m:e>
                                  <m:r>
                                    <a:rPr lang="zh-CN" altLang="en-US" sz="2000" i="1">
                                      <a:solidFill>
                                        <a:srgbClr val="000000"/>
                                      </a:solidFill>
                                      <a:latin typeface="Cambria Math" panose="02040503050406030204" pitchFamily="18" charset="0"/>
                                    </a:rPr>
                                    <m:t>𝑘</m:t>
                                  </m:r>
                                </m:e>
                                <m:sub>
                                  <m:r>
                                    <a:rPr lang="zh-CN" altLang="en-US" sz="2000">
                                      <a:solidFill>
                                        <a:srgbClr val="000000"/>
                                      </a:solidFill>
                                      <a:latin typeface="Cambria Math" panose="02040503050406030204" pitchFamily="18" charset="0"/>
                                    </a:rPr>
                                    <m:t>2</m:t>
                                  </m:r>
                                  <m:r>
                                    <a:rPr lang="zh-CN" altLang="en-US" sz="2000" i="1">
                                      <a:solidFill>
                                        <a:srgbClr val="000000"/>
                                      </a:solidFill>
                                      <a:latin typeface="Cambria Math" panose="02040503050406030204" pitchFamily="18" charset="0"/>
                                    </a:rPr>
                                    <m:t>2</m:t>
                                  </m:r>
                                </m:sub>
                              </m:sSub>
                            </m:num>
                            <m:den>
                              <m:r>
                                <a:rPr lang="zh-CN" altLang="en-US" sz="2000" i="1">
                                  <a:solidFill>
                                    <a:srgbClr val="000000"/>
                                  </a:solidFill>
                                  <a:latin typeface="Cambria Math" panose="02040503050406030204" pitchFamily="18" charset="0"/>
                                </a:rPr>
                                <m:t>(</m:t>
                              </m:r>
                              <m:r>
                                <a:rPr lang="en-US" altLang="zh-CN" sz="2000" b="1" i="1" smtClean="0">
                                  <a:solidFill>
                                    <a:srgbClr val="000000"/>
                                  </a:solidFill>
                                  <a:latin typeface="Cambria Math" panose="02040503050406030204" pitchFamily="18" charset="0"/>
                                </a:rPr>
                                <m:t>𝒔</m:t>
                              </m:r>
                              <m:r>
                                <a:rPr lang="zh-CN" altLang="en-US" sz="2000" i="1">
                                  <a:solidFill>
                                    <a:srgbClr val="000000"/>
                                  </a:solidFill>
                                  <a:latin typeface="Cambria Math" panose="02040503050406030204" pitchFamily="18" charset="0"/>
                                </a:rPr>
                                <m:t>−</m:t>
                              </m:r>
                              <m:sSub>
                                <m:sSubPr>
                                  <m:ctrlPr>
                                    <a:rPr lang="zh-CN" altLang="en-US" sz="2000" i="1">
                                      <a:solidFill>
                                        <a:srgbClr val="000000"/>
                                      </a:solidFill>
                                      <a:latin typeface="Cambria Math" panose="02040503050406030204" pitchFamily="18" charset="0"/>
                                    </a:rPr>
                                  </m:ctrlPr>
                                </m:sSubPr>
                                <m:e>
                                  <m:r>
                                    <a:rPr lang="en-US" altLang="zh-CN" sz="2000" b="1" i="1" smtClean="0">
                                      <a:solidFill>
                                        <a:srgbClr val="000000"/>
                                      </a:solidFill>
                                      <a:latin typeface="Cambria Math" panose="02040503050406030204" pitchFamily="18" charset="0"/>
                                    </a:rPr>
                                    <m:t>𝒔</m:t>
                                  </m:r>
                                </m:e>
                                <m:sub>
                                  <m:r>
                                    <a:rPr lang="zh-CN" altLang="en-US" sz="2000">
                                      <a:solidFill>
                                        <a:srgbClr val="000000"/>
                                      </a:solidFill>
                                      <a:latin typeface="Cambria Math" panose="02040503050406030204" pitchFamily="18" charset="0"/>
                                    </a:rPr>
                                    <m:t>2</m:t>
                                  </m:r>
                                </m:sub>
                              </m:sSub>
                              <m:sSup>
                                <m:sSupPr>
                                  <m:ctrlPr>
                                    <a:rPr lang="zh-CN" altLang="en-US" sz="2000" i="1">
                                      <a:solidFill>
                                        <a:srgbClr val="000000"/>
                                      </a:solidFill>
                                      <a:latin typeface="Cambria Math" panose="02040503050406030204" pitchFamily="18" charset="0"/>
                                    </a:rPr>
                                  </m:ctrlPr>
                                </m:sSupPr>
                                <m:e>
                                  <m:r>
                                    <a:rPr lang="zh-CN" altLang="en-US" sz="2000" i="1">
                                      <a:solidFill>
                                        <a:srgbClr val="000000"/>
                                      </a:solidFill>
                                      <a:latin typeface="Cambria Math" panose="02040503050406030204" pitchFamily="18" charset="0"/>
                                    </a:rPr>
                                    <m:t>)</m:t>
                                  </m:r>
                                </m:e>
                                <m:sup>
                                  <m:r>
                                    <a:rPr lang="zh-CN" altLang="en-US" sz="2000" i="1">
                                      <a:solidFill>
                                        <a:srgbClr val="000000"/>
                                      </a:solidFill>
                                      <a:latin typeface="Cambria Math" panose="02040503050406030204" pitchFamily="18" charset="0"/>
                                    </a:rPr>
                                    <m:t>2</m:t>
                                  </m:r>
                                </m:sup>
                              </m:sSup>
                            </m:den>
                          </m:f>
                          <m:r>
                            <a:rPr lang="zh-CN" altLang="en-US" sz="2000" i="1">
                              <a:solidFill>
                                <a:srgbClr val="000000"/>
                              </a:solidFill>
                              <a:latin typeface="Cambria Math" panose="02040503050406030204" pitchFamily="18" charset="0"/>
                            </a:rPr>
                            <m:t>+...+</m:t>
                          </m:r>
                          <m:f>
                            <m:fPr>
                              <m:ctrlPr>
                                <a:rPr lang="zh-CN" altLang="en-US" sz="2000" i="1">
                                  <a:solidFill>
                                    <a:srgbClr val="000000"/>
                                  </a:solidFill>
                                  <a:latin typeface="Cambria Math" panose="02040503050406030204" pitchFamily="18" charset="0"/>
                                </a:rPr>
                              </m:ctrlPr>
                            </m:fPr>
                            <m:num>
                              <m:sSub>
                                <m:sSubPr>
                                  <m:ctrlPr>
                                    <a:rPr lang="zh-CN" altLang="en-US" sz="2000" i="1">
                                      <a:solidFill>
                                        <a:srgbClr val="000000"/>
                                      </a:solidFill>
                                      <a:latin typeface="Cambria Math" panose="02040503050406030204" pitchFamily="18" charset="0"/>
                                    </a:rPr>
                                  </m:ctrlPr>
                                </m:sSubPr>
                                <m:e>
                                  <m:r>
                                    <a:rPr lang="zh-CN" altLang="en-US" sz="2000" i="1">
                                      <a:solidFill>
                                        <a:srgbClr val="000000"/>
                                      </a:solidFill>
                                      <a:latin typeface="Cambria Math" panose="02040503050406030204" pitchFamily="18" charset="0"/>
                                    </a:rPr>
                                    <m:t>𝑘</m:t>
                                  </m:r>
                                </m:e>
                                <m:sub>
                                  <m:r>
                                    <a:rPr lang="zh-CN" altLang="en-US" sz="2000">
                                      <a:solidFill>
                                        <a:srgbClr val="000000"/>
                                      </a:solidFill>
                                      <a:latin typeface="Cambria Math" panose="02040503050406030204" pitchFamily="18" charset="0"/>
                                    </a:rPr>
                                    <m:t>2</m:t>
                                  </m:r>
                                  <m:sSub>
                                    <m:sSubPr>
                                      <m:ctrlPr>
                                        <a:rPr lang="zh-CN" altLang="en-US" sz="2000" i="1">
                                          <a:solidFill>
                                            <a:srgbClr val="000000"/>
                                          </a:solidFill>
                                          <a:latin typeface="Cambria Math" panose="02040503050406030204" pitchFamily="18" charset="0"/>
                                        </a:rPr>
                                      </m:ctrlPr>
                                    </m:sSubPr>
                                    <m:e>
                                      <m:r>
                                        <a:rPr lang="zh-CN" altLang="en-US" sz="2000" i="1">
                                          <a:solidFill>
                                            <a:srgbClr val="000000"/>
                                          </a:solidFill>
                                          <a:latin typeface="Cambria Math" panose="02040503050406030204" pitchFamily="18" charset="0"/>
                                        </a:rPr>
                                        <m:t>𝑙</m:t>
                                      </m:r>
                                    </m:e>
                                    <m:sub>
                                      <m:r>
                                        <a:rPr lang="zh-CN" altLang="en-US" sz="2000">
                                          <a:solidFill>
                                            <a:srgbClr val="000000"/>
                                          </a:solidFill>
                                          <a:latin typeface="Cambria Math" panose="02040503050406030204" pitchFamily="18" charset="0"/>
                                        </a:rPr>
                                        <m:t>2</m:t>
                                      </m:r>
                                    </m:sub>
                                  </m:sSub>
                                </m:sub>
                              </m:sSub>
                            </m:num>
                            <m:den>
                              <m:r>
                                <a:rPr lang="zh-CN" altLang="en-US" sz="2000" i="1">
                                  <a:solidFill>
                                    <a:srgbClr val="000000"/>
                                  </a:solidFill>
                                  <a:latin typeface="Cambria Math" panose="02040503050406030204" pitchFamily="18" charset="0"/>
                                </a:rPr>
                                <m:t>(</m:t>
                              </m:r>
                              <m:r>
                                <a:rPr lang="en-US" altLang="zh-CN" sz="2000" b="1" i="1" smtClean="0">
                                  <a:solidFill>
                                    <a:srgbClr val="000000"/>
                                  </a:solidFill>
                                  <a:latin typeface="Cambria Math" panose="02040503050406030204" pitchFamily="18" charset="0"/>
                                </a:rPr>
                                <m:t>𝒔</m:t>
                              </m:r>
                              <m:r>
                                <a:rPr lang="zh-CN" altLang="en-US" sz="2000" i="1">
                                  <a:solidFill>
                                    <a:srgbClr val="000000"/>
                                  </a:solidFill>
                                  <a:latin typeface="Cambria Math" panose="02040503050406030204" pitchFamily="18" charset="0"/>
                                </a:rPr>
                                <m:t>−</m:t>
                              </m:r>
                              <m:sSub>
                                <m:sSubPr>
                                  <m:ctrlPr>
                                    <a:rPr lang="zh-CN" altLang="en-US" sz="2000" i="1" smtClean="0">
                                      <a:solidFill>
                                        <a:srgbClr val="000000"/>
                                      </a:solidFill>
                                      <a:latin typeface="Cambria Math" panose="02040503050406030204" pitchFamily="18" charset="0"/>
                                    </a:rPr>
                                  </m:ctrlPr>
                                </m:sSubPr>
                                <m:e>
                                  <m:r>
                                    <a:rPr lang="en-US" altLang="zh-CN" sz="2000" b="1" i="1" smtClean="0">
                                      <a:solidFill>
                                        <a:srgbClr val="000000"/>
                                      </a:solidFill>
                                      <a:latin typeface="Cambria Math" panose="02040503050406030204" pitchFamily="18" charset="0"/>
                                    </a:rPr>
                                    <m:t>𝒔</m:t>
                                  </m:r>
                                </m:e>
                                <m:sub>
                                  <m:r>
                                    <a:rPr lang="zh-CN" altLang="en-US" sz="2000">
                                      <a:solidFill>
                                        <a:srgbClr val="000000"/>
                                      </a:solidFill>
                                      <a:latin typeface="Cambria Math" panose="02040503050406030204" pitchFamily="18" charset="0"/>
                                    </a:rPr>
                                    <m:t>2</m:t>
                                  </m:r>
                                </m:sub>
                              </m:sSub>
                              <m:sSup>
                                <m:sSupPr>
                                  <m:ctrlPr>
                                    <a:rPr lang="zh-CN" altLang="en-US" sz="2000" i="1">
                                      <a:solidFill>
                                        <a:srgbClr val="000000"/>
                                      </a:solidFill>
                                      <a:latin typeface="Cambria Math" panose="02040503050406030204" pitchFamily="18" charset="0"/>
                                    </a:rPr>
                                  </m:ctrlPr>
                                </m:sSupPr>
                                <m:e>
                                  <m:r>
                                    <a:rPr lang="zh-CN" altLang="en-US" sz="2000" i="1">
                                      <a:solidFill>
                                        <a:srgbClr val="000000"/>
                                      </a:solidFill>
                                      <a:latin typeface="Cambria Math" panose="02040503050406030204" pitchFamily="18" charset="0"/>
                                    </a:rPr>
                                    <m:t>)</m:t>
                                  </m:r>
                                </m:e>
                                <m:sup>
                                  <m:sSub>
                                    <m:sSubPr>
                                      <m:ctrlPr>
                                        <a:rPr lang="zh-CN" altLang="en-US" sz="2000" i="1">
                                          <a:solidFill>
                                            <a:srgbClr val="000000"/>
                                          </a:solidFill>
                                          <a:latin typeface="Cambria Math" panose="02040503050406030204" pitchFamily="18" charset="0"/>
                                        </a:rPr>
                                      </m:ctrlPr>
                                    </m:sSubPr>
                                    <m:e>
                                      <m:r>
                                        <a:rPr lang="zh-CN" altLang="en-US" sz="2000" i="1">
                                          <a:solidFill>
                                            <a:srgbClr val="000000"/>
                                          </a:solidFill>
                                          <a:latin typeface="Cambria Math" panose="02040503050406030204" pitchFamily="18" charset="0"/>
                                        </a:rPr>
                                        <m:t>𝑙</m:t>
                                      </m:r>
                                    </m:e>
                                    <m:sub>
                                      <m:r>
                                        <a:rPr lang="zh-CN" altLang="en-US" sz="2000">
                                          <a:solidFill>
                                            <a:srgbClr val="000000"/>
                                          </a:solidFill>
                                          <a:latin typeface="Cambria Math" panose="02040503050406030204" pitchFamily="18" charset="0"/>
                                        </a:rPr>
                                        <m:t>2</m:t>
                                      </m:r>
                                    </m:sub>
                                  </m:sSub>
                                </m:sup>
                              </m:sSup>
                            </m:den>
                          </m:f>
                        </m:e>
                      </m:d>
                    </m:oMath>
                    <m:oMath xmlns:m="http://schemas.openxmlformats.org/officeDocument/2006/math">
                      <m:m>
                        <m:mPr>
                          <m:mcs>
                            <m:mc>
                              <m:mcPr>
                                <m:count m:val="2"/>
                                <m:mcJc m:val="center"/>
                              </m:mcPr>
                            </m:mc>
                          </m:mcs>
                          <m:plcHide m:val="on"/>
                          <m:ctrlPr>
                            <a:rPr lang="zh-CN" altLang="en-US" sz="2000" i="1">
                              <a:solidFill>
                                <a:srgbClr val="000000"/>
                              </a:solidFill>
                              <a:latin typeface="Cambria Math" panose="02040503050406030204" pitchFamily="18" charset="0"/>
                            </a:rPr>
                          </m:ctrlPr>
                        </m:mPr>
                        <m:mr>
                          <m:e/>
                          <m:e/>
                        </m:mr>
                      </m:m>
                      <m:r>
                        <a:rPr lang="zh-CN" altLang="en-US" sz="2000" i="1">
                          <a:solidFill>
                            <a:srgbClr val="000000"/>
                          </a:solidFill>
                          <a:latin typeface="Cambria Math" panose="02040503050406030204" pitchFamily="18" charset="0"/>
                        </a:rPr>
                        <m:t>+⋅⋅⋅+</m:t>
                      </m:r>
                      <m:d>
                        <m:dPr>
                          <m:begChr m:val="["/>
                          <m:endChr m:val="]"/>
                          <m:ctrlPr>
                            <a:rPr lang="zh-CN" altLang="en-US" sz="2000" i="1">
                              <a:solidFill>
                                <a:srgbClr val="000000"/>
                              </a:solidFill>
                              <a:latin typeface="Cambria Math" panose="02040503050406030204" pitchFamily="18" charset="0"/>
                            </a:rPr>
                          </m:ctrlPr>
                        </m:dPr>
                        <m:e>
                          <m:f>
                            <m:fPr>
                              <m:ctrlPr>
                                <a:rPr lang="zh-CN" altLang="en-US" sz="2000" i="1">
                                  <a:solidFill>
                                    <a:srgbClr val="000000"/>
                                  </a:solidFill>
                                  <a:latin typeface="Cambria Math" panose="02040503050406030204" pitchFamily="18" charset="0"/>
                                </a:rPr>
                              </m:ctrlPr>
                            </m:fPr>
                            <m:num>
                              <m:sSub>
                                <m:sSubPr>
                                  <m:ctrlPr>
                                    <a:rPr lang="zh-CN" altLang="en-US" sz="2000" i="1">
                                      <a:solidFill>
                                        <a:srgbClr val="000000"/>
                                      </a:solidFill>
                                      <a:latin typeface="Cambria Math" panose="02040503050406030204" pitchFamily="18" charset="0"/>
                                    </a:rPr>
                                  </m:ctrlPr>
                                </m:sSubPr>
                                <m:e>
                                  <m:r>
                                    <a:rPr lang="zh-CN" altLang="en-US" sz="2000" i="1">
                                      <a:solidFill>
                                        <a:srgbClr val="000000"/>
                                      </a:solidFill>
                                      <a:latin typeface="Cambria Math" panose="02040503050406030204" pitchFamily="18" charset="0"/>
                                    </a:rPr>
                                    <m:t>𝑘</m:t>
                                  </m:r>
                                </m:e>
                                <m:sub>
                                  <m:r>
                                    <m:rPr>
                                      <m:sty m:val="p"/>
                                    </m:rPr>
                                    <a:rPr lang="zh-CN" altLang="en-US" sz="2000">
                                      <a:solidFill>
                                        <a:srgbClr val="000000"/>
                                      </a:solidFill>
                                      <a:latin typeface="Cambria Math" panose="02040503050406030204" pitchFamily="18" charset="0"/>
                                    </a:rPr>
                                    <m:t>q</m:t>
                                  </m:r>
                                  <m:r>
                                    <a:rPr lang="zh-CN" altLang="en-US" sz="2000" i="1">
                                      <a:solidFill>
                                        <a:srgbClr val="000000"/>
                                      </a:solidFill>
                                      <a:latin typeface="Cambria Math" panose="02040503050406030204" pitchFamily="18" charset="0"/>
                                    </a:rPr>
                                    <m:t>1</m:t>
                                  </m:r>
                                </m:sub>
                              </m:sSub>
                            </m:num>
                            <m:den>
                              <m:r>
                                <a:rPr lang="en-US" altLang="zh-CN" sz="2000" b="1" i="1" smtClean="0">
                                  <a:solidFill>
                                    <a:srgbClr val="000000"/>
                                  </a:solidFill>
                                  <a:latin typeface="Cambria Math" panose="02040503050406030204" pitchFamily="18" charset="0"/>
                                </a:rPr>
                                <m:t>𝒔</m:t>
                              </m:r>
                              <m:r>
                                <a:rPr lang="zh-CN" altLang="en-US" sz="2000" i="1">
                                  <a:solidFill>
                                    <a:srgbClr val="000000"/>
                                  </a:solidFill>
                                  <a:latin typeface="Cambria Math" panose="02040503050406030204" pitchFamily="18" charset="0"/>
                                </a:rPr>
                                <m:t>−</m:t>
                              </m:r>
                              <m:sSub>
                                <m:sSubPr>
                                  <m:ctrlPr>
                                    <a:rPr lang="zh-CN" altLang="en-US" sz="2000" i="1">
                                      <a:solidFill>
                                        <a:srgbClr val="000000"/>
                                      </a:solidFill>
                                      <a:latin typeface="Cambria Math" panose="02040503050406030204" pitchFamily="18" charset="0"/>
                                    </a:rPr>
                                  </m:ctrlPr>
                                </m:sSubPr>
                                <m:e>
                                  <m:r>
                                    <a:rPr lang="en-US" altLang="zh-CN" sz="2000" b="1" i="1" smtClean="0">
                                      <a:solidFill>
                                        <a:srgbClr val="000000"/>
                                      </a:solidFill>
                                      <a:latin typeface="Cambria Math" panose="02040503050406030204" pitchFamily="18" charset="0"/>
                                    </a:rPr>
                                    <m:t>𝒔</m:t>
                                  </m:r>
                                </m:e>
                                <m:sub>
                                  <m:r>
                                    <m:rPr>
                                      <m:sty m:val="p"/>
                                    </m:rPr>
                                    <a:rPr lang="zh-CN" altLang="en-US" sz="2000">
                                      <a:solidFill>
                                        <a:srgbClr val="000000"/>
                                      </a:solidFill>
                                      <a:latin typeface="Cambria Math" panose="02040503050406030204" pitchFamily="18" charset="0"/>
                                    </a:rPr>
                                    <m:t>q</m:t>
                                  </m:r>
                                </m:sub>
                              </m:sSub>
                            </m:den>
                          </m:f>
                          <m:r>
                            <a:rPr lang="zh-CN" altLang="en-US" sz="2000" i="1">
                              <a:solidFill>
                                <a:srgbClr val="000000"/>
                              </a:solidFill>
                              <a:latin typeface="Cambria Math" panose="02040503050406030204" pitchFamily="18" charset="0"/>
                            </a:rPr>
                            <m:t>+</m:t>
                          </m:r>
                          <m:f>
                            <m:fPr>
                              <m:ctrlPr>
                                <a:rPr lang="zh-CN" altLang="en-US" sz="2000" i="1">
                                  <a:solidFill>
                                    <a:srgbClr val="000000"/>
                                  </a:solidFill>
                                  <a:latin typeface="Cambria Math" panose="02040503050406030204" pitchFamily="18" charset="0"/>
                                </a:rPr>
                              </m:ctrlPr>
                            </m:fPr>
                            <m:num>
                              <m:sSub>
                                <m:sSubPr>
                                  <m:ctrlPr>
                                    <a:rPr lang="zh-CN" altLang="en-US" sz="2000" i="1">
                                      <a:solidFill>
                                        <a:srgbClr val="000000"/>
                                      </a:solidFill>
                                      <a:latin typeface="Cambria Math" panose="02040503050406030204" pitchFamily="18" charset="0"/>
                                    </a:rPr>
                                  </m:ctrlPr>
                                </m:sSubPr>
                                <m:e>
                                  <m:r>
                                    <a:rPr lang="zh-CN" altLang="en-US" sz="2000" i="1">
                                      <a:solidFill>
                                        <a:srgbClr val="000000"/>
                                      </a:solidFill>
                                      <a:latin typeface="Cambria Math" panose="02040503050406030204" pitchFamily="18" charset="0"/>
                                    </a:rPr>
                                    <m:t>𝑘</m:t>
                                  </m:r>
                                </m:e>
                                <m:sub>
                                  <m:r>
                                    <m:rPr>
                                      <m:sty m:val="p"/>
                                    </m:rPr>
                                    <a:rPr lang="zh-CN" altLang="en-US" sz="2000">
                                      <a:solidFill>
                                        <a:srgbClr val="000000"/>
                                      </a:solidFill>
                                      <a:latin typeface="Cambria Math" panose="02040503050406030204" pitchFamily="18" charset="0"/>
                                    </a:rPr>
                                    <m:t>q</m:t>
                                  </m:r>
                                  <m:r>
                                    <a:rPr lang="zh-CN" altLang="en-US" sz="2000" i="1">
                                      <a:solidFill>
                                        <a:srgbClr val="000000"/>
                                      </a:solidFill>
                                      <a:latin typeface="Cambria Math" panose="02040503050406030204" pitchFamily="18" charset="0"/>
                                    </a:rPr>
                                    <m:t>2</m:t>
                                  </m:r>
                                </m:sub>
                              </m:sSub>
                            </m:num>
                            <m:den>
                              <m:r>
                                <a:rPr lang="zh-CN" altLang="en-US" sz="2000" i="1">
                                  <a:solidFill>
                                    <a:srgbClr val="000000"/>
                                  </a:solidFill>
                                  <a:latin typeface="Cambria Math" panose="02040503050406030204" pitchFamily="18" charset="0"/>
                                </a:rPr>
                                <m:t>(</m:t>
                              </m:r>
                              <m:r>
                                <a:rPr lang="en-US" altLang="zh-CN" sz="2000" b="1" i="1" smtClean="0">
                                  <a:solidFill>
                                    <a:srgbClr val="000000"/>
                                  </a:solidFill>
                                  <a:latin typeface="Cambria Math" panose="02040503050406030204" pitchFamily="18" charset="0"/>
                                </a:rPr>
                                <m:t>𝒔</m:t>
                              </m:r>
                              <m:r>
                                <a:rPr lang="zh-CN" altLang="en-US" sz="2000" i="1">
                                  <a:solidFill>
                                    <a:srgbClr val="000000"/>
                                  </a:solidFill>
                                  <a:latin typeface="Cambria Math" panose="02040503050406030204" pitchFamily="18" charset="0"/>
                                </a:rPr>
                                <m:t>−</m:t>
                              </m:r>
                              <m:sSub>
                                <m:sSubPr>
                                  <m:ctrlPr>
                                    <a:rPr lang="zh-CN" altLang="en-US" sz="2000" i="1" smtClean="0">
                                      <a:solidFill>
                                        <a:srgbClr val="000000"/>
                                      </a:solidFill>
                                      <a:latin typeface="Cambria Math" panose="02040503050406030204" pitchFamily="18" charset="0"/>
                                    </a:rPr>
                                  </m:ctrlPr>
                                </m:sSubPr>
                                <m:e>
                                  <m:r>
                                    <a:rPr lang="en-US" altLang="zh-CN" sz="2000" b="1" i="1" smtClean="0">
                                      <a:solidFill>
                                        <a:srgbClr val="000000"/>
                                      </a:solidFill>
                                      <a:latin typeface="Cambria Math" panose="02040503050406030204" pitchFamily="18" charset="0"/>
                                    </a:rPr>
                                    <m:t>𝒔</m:t>
                                  </m:r>
                                </m:e>
                                <m:sub>
                                  <m:r>
                                    <m:rPr>
                                      <m:sty m:val="p"/>
                                    </m:rPr>
                                    <a:rPr lang="zh-CN" altLang="en-US" sz="2000">
                                      <a:solidFill>
                                        <a:srgbClr val="000000"/>
                                      </a:solidFill>
                                      <a:latin typeface="Cambria Math" panose="02040503050406030204" pitchFamily="18" charset="0"/>
                                    </a:rPr>
                                    <m:t>q</m:t>
                                  </m:r>
                                </m:sub>
                              </m:sSub>
                              <m:sSup>
                                <m:sSupPr>
                                  <m:ctrlPr>
                                    <a:rPr lang="zh-CN" altLang="en-US" sz="2000" i="1">
                                      <a:solidFill>
                                        <a:srgbClr val="000000"/>
                                      </a:solidFill>
                                      <a:latin typeface="Cambria Math" panose="02040503050406030204" pitchFamily="18" charset="0"/>
                                    </a:rPr>
                                  </m:ctrlPr>
                                </m:sSupPr>
                                <m:e>
                                  <m:r>
                                    <a:rPr lang="zh-CN" altLang="en-US" sz="2000" i="1">
                                      <a:solidFill>
                                        <a:srgbClr val="000000"/>
                                      </a:solidFill>
                                      <a:latin typeface="Cambria Math" panose="02040503050406030204" pitchFamily="18" charset="0"/>
                                    </a:rPr>
                                    <m:t>)</m:t>
                                  </m:r>
                                </m:e>
                                <m:sup>
                                  <m:r>
                                    <a:rPr lang="zh-CN" altLang="en-US" sz="2000" i="1">
                                      <a:solidFill>
                                        <a:srgbClr val="000000"/>
                                      </a:solidFill>
                                      <a:latin typeface="Cambria Math" panose="02040503050406030204" pitchFamily="18" charset="0"/>
                                    </a:rPr>
                                    <m:t>2</m:t>
                                  </m:r>
                                </m:sup>
                              </m:sSup>
                            </m:den>
                          </m:f>
                          <m:r>
                            <a:rPr lang="zh-CN" altLang="en-US" sz="2000" i="1">
                              <a:solidFill>
                                <a:srgbClr val="000000"/>
                              </a:solidFill>
                              <a:latin typeface="Cambria Math" panose="02040503050406030204" pitchFamily="18" charset="0"/>
                            </a:rPr>
                            <m:t>+...+</m:t>
                          </m:r>
                          <m:f>
                            <m:fPr>
                              <m:ctrlPr>
                                <a:rPr lang="zh-CN" altLang="en-US" sz="2000" i="1">
                                  <a:solidFill>
                                    <a:srgbClr val="000000"/>
                                  </a:solidFill>
                                  <a:latin typeface="Cambria Math" panose="02040503050406030204" pitchFamily="18" charset="0"/>
                                </a:rPr>
                              </m:ctrlPr>
                            </m:fPr>
                            <m:num>
                              <m:sSub>
                                <m:sSubPr>
                                  <m:ctrlPr>
                                    <a:rPr lang="zh-CN" altLang="en-US" sz="2000" i="1">
                                      <a:solidFill>
                                        <a:srgbClr val="000000"/>
                                      </a:solidFill>
                                      <a:latin typeface="Cambria Math" panose="02040503050406030204" pitchFamily="18" charset="0"/>
                                    </a:rPr>
                                  </m:ctrlPr>
                                </m:sSubPr>
                                <m:e>
                                  <m:r>
                                    <a:rPr lang="zh-CN" altLang="en-US" sz="2000" i="1">
                                      <a:solidFill>
                                        <a:srgbClr val="000000"/>
                                      </a:solidFill>
                                      <a:latin typeface="Cambria Math" panose="02040503050406030204" pitchFamily="18" charset="0"/>
                                    </a:rPr>
                                    <m:t>𝑘</m:t>
                                  </m:r>
                                </m:e>
                                <m:sub>
                                  <m:r>
                                    <m:rPr>
                                      <m:sty m:val="p"/>
                                    </m:rPr>
                                    <a:rPr lang="zh-CN" altLang="en-US" sz="2000">
                                      <a:solidFill>
                                        <a:srgbClr val="000000"/>
                                      </a:solidFill>
                                      <a:latin typeface="Cambria Math" panose="02040503050406030204" pitchFamily="18" charset="0"/>
                                    </a:rPr>
                                    <m:t>q</m:t>
                                  </m:r>
                                  <m:sSub>
                                    <m:sSubPr>
                                      <m:ctrlPr>
                                        <a:rPr lang="zh-CN" altLang="en-US" sz="2000" i="1">
                                          <a:solidFill>
                                            <a:srgbClr val="000000"/>
                                          </a:solidFill>
                                          <a:latin typeface="Cambria Math" panose="02040503050406030204" pitchFamily="18" charset="0"/>
                                        </a:rPr>
                                      </m:ctrlPr>
                                    </m:sSubPr>
                                    <m:e>
                                      <m:r>
                                        <a:rPr lang="zh-CN" altLang="en-US" sz="2000" i="1">
                                          <a:solidFill>
                                            <a:srgbClr val="000000"/>
                                          </a:solidFill>
                                          <a:latin typeface="Cambria Math" panose="02040503050406030204" pitchFamily="18" charset="0"/>
                                        </a:rPr>
                                        <m:t>𝑙</m:t>
                                      </m:r>
                                    </m:e>
                                    <m:sub>
                                      <m:r>
                                        <m:rPr>
                                          <m:sty m:val="p"/>
                                        </m:rPr>
                                        <a:rPr lang="zh-CN" altLang="en-US" sz="2000">
                                          <a:solidFill>
                                            <a:srgbClr val="000000"/>
                                          </a:solidFill>
                                          <a:latin typeface="Cambria Math" panose="02040503050406030204" pitchFamily="18" charset="0"/>
                                        </a:rPr>
                                        <m:t>q</m:t>
                                      </m:r>
                                    </m:sub>
                                  </m:sSub>
                                </m:sub>
                              </m:sSub>
                            </m:num>
                            <m:den>
                              <m:r>
                                <a:rPr lang="zh-CN" altLang="en-US" sz="2000" i="1">
                                  <a:solidFill>
                                    <a:srgbClr val="000000"/>
                                  </a:solidFill>
                                  <a:latin typeface="Cambria Math" panose="02040503050406030204" pitchFamily="18" charset="0"/>
                                </a:rPr>
                                <m:t>(</m:t>
                              </m:r>
                              <m:r>
                                <a:rPr lang="en-US" altLang="zh-CN" sz="2000" b="1" i="1" smtClean="0">
                                  <a:solidFill>
                                    <a:srgbClr val="000000"/>
                                  </a:solidFill>
                                  <a:latin typeface="Cambria Math" panose="02040503050406030204" pitchFamily="18" charset="0"/>
                                </a:rPr>
                                <m:t>𝒔</m:t>
                              </m:r>
                              <m:r>
                                <a:rPr lang="zh-CN" altLang="en-US" sz="2000" i="1">
                                  <a:solidFill>
                                    <a:srgbClr val="000000"/>
                                  </a:solidFill>
                                  <a:latin typeface="Cambria Math" panose="02040503050406030204" pitchFamily="18" charset="0"/>
                                </a:rPr>
                                <m:t>−</m:t>
                              </m:r>
                              <m:sSub>
                                <m:sSubPr>
                                  <m:ctrlPr>
                                    <a:rPr lang="zh-CN" altLang="en-US" sz="2000" i="1">
                                      <a:solidFill>
                                        <a:srgbClr val="000000"/>
                                      </a:solidFill>
                                      <a:latin typeface="Cambria Math" panose="02040503050406030204" pitchFamily="18" charset="0"/>
                                    </a:rPr>
                                  </m:ctrlPr>
                                </m:sSubPr>
                                <m:e>
                                  <m:r>
                                    <a:rPr lang="en-US" altLang="zh-CN" sz="2000" b="1" i="1" smtClean="0">
                                      <a:solidFill>
                                        <a:srgbClr val="000000"/>
                                      </a:solidFill>
                                      <a:latin typeface="Cambria Math" panose="02040503050406030204" pitchFamily="18" charset="0"/>
                                    </a:rPr>
                                    <m:t>𝒔</m:t>
                                  </m:r>
                                </m:e>
                                <m:sub>
                                  <m:r>
                                    <m:rPr>
                                      <m:sty m:val="p"/>
                                    </m:rPr>
                                    <a:rPr lang="zh-CN" altLang="en-US" sz="2000">
                                      <a:solidFill>
                                        <a:srgbClr val="000000"/>
                                      </a:solidFill>
                                      <a:latin typeface="Cambria Math" panose="02040503050406030204" pitchFamily="18" charset="0"/>
                                    </a:rPr>
                                    <m:t>q</m:t>
                                  </m:r>
                                </m:sub>
                              </m:sSub>
                              <m:sSup>
                                <m:sSupPr>
                                  <m:ctrlPr>
                                    <a:rPr lang="zh-CN" altLang="en-US" sz="2000" i="1">
                                      <a:solidFill>
                                        <a:srgbClr val="000000"/>
                                      </a:solidFill>
                                      <a:latin typeface="Cambria Math" panose="02040503050406030204" pitchFamily="18" charset="0"/>
                                    </a:rPr>
                                  </m:ctrlPr>
                                </m:sSupPr>
                                <m:e>
                                  <m:r>
                                    <a:rPr lang="zh-CN" altLang="en-US" sz="2000" i="1">
                                      <a:solidFill>
                                        <a:srgbClr val="000000"/>
                                      </a:solidFill>
                                      <a:latin typeface="Cambria Math" panose="02040503050406030204" pitchFamily="18" charset="0"/>
                                    </a:rPr>
                                    <m:t>)</m:t>
                                  </m:r>
                                </m:e>
                                <m:sup>
                                  <m:sSub>
                                    <m:sSubPr>
                                      <m:ctrlPr>
                                        <a:rPr lang="zh-CN" altLang="en-US" sz="2000" i="1">
                                          <a:solidFill>
                                            <a:srgbClr val="000000"/>
                                          </a:solidFill>
                                          <a:latin typeface="Cambria Math" panose="02040503050406030204" pitchFamily="18" charset="0"/>
                                        </a:rPr>
                                      </m:ctrlPr>
                                    </m:sSubPr>
                                    <m:e>
                                      <m:r>
                                        <a:rPr lang="zh-CN" altLang="en-US" sz="2000" i="1">
                                          <a:solidFill>
                                            <a:srgbClr val="000000"/>
                                          </a:solidFill>
                                          <a:latin typeface="Cambria Math" panose="02040503050406030204" pitchFamily="18" charset="0"/>
                                        </a:rPr>
                                        <m:t>𝑙</m:t>
                                      </m:r>
                                    </m:e>
                                    <m:sub>
                                      <m:r>
                                        <m:rPr>
                                          <m:sty m:val="p"/>
                                        </m:rPr>
                                        <a:rPr lang="zh-CN" altLang="en-US" sz="2000">
                                          <a:solidFill>
                                            <a:srgbClr val="000000"/>
                                          </a:solidFill>
                                          <a:latin typeface="Cambria Math" panose="02040503050406030204" pitchFamily="18" charset="0"/>
                                        </a:rPr>
                                        <m:t>q</m:t>
                                      </m:r>
                                    </m:sub>
                                  </m:sSub>
                                </m:sup>
                              </m:sSup>
                            </m:den>
                          </m:f>
                        </m:e>
                      </m:d>
                    </m:oMath>
                  </m:oMathPara>
                </a14:m>
                <a:endParaRPr lang="zh-CN" altLang="en-US" sz="2000" dirty="0"/>
              </a:p>
            </p:txBody>
          </p:sp>
        </mc:Choice>
        <mc:Fallback>
          <p:sp>
            <p:nvSpPr>
              <p:cNvPr id="11" name="矩形 10"/>
              <p:cNvSpPr>
                <a:spLocks noRot="1" noChangeAspect="1" noMove="1" noResize="1" noEditPoints="1" noAdjustHandles="1" noChangeArrowheads="1" noChangeShapeType="1" noTextEdit="1"/>
              </p:cNvSpPr>
              <p:nvPr/>
            </p:nvSpPr>
            <p:spPr>
              <a:xfrm>
                <a:off x="827238" y="2997373"/>
                <a:ext cx="6696744" cy="2694007"/>
              </a:xfrm>
              <a:prstGeom prst="rect">
                <a:avLst/>
              </a:prstGeom>
              <a:blipFill rotWithShape="1">
                <a:blip r:embed="rId4"/>
                <a:stretch>
                  <a:fillRect l="-7" t="-6" r="7" b="19"/>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3" name="Object 2"/>
              <p:cNvSpPr txBox="1"/>
              <p:nvPr/>
            </p:nvSpPr>
            <p:spPr bwMode="auto">
              <a:xfrm>
                <a:off x="611505" y="5589270"/>
                <a:ext cx="8435340" cy="1184275"/>
              </a:xfrm>
              <a:prstGeom prst="rect">
                <a:avLst/>
              </a:prstGeom>
              <a:solidFill>
                <a:srgbClr val="FFFF00"/>
              </a:solidFill>
              <a:ln>
                <a:noFill/>
              </a:ln>
            </p:spPr>
            <p:txBody>
              <a:bodyPr>
                <a:noAutofit/>
              </a:bodyPr>
              <a:lstStyle/>
              <a:p>
                <a14:m>
                  <m:oMathPara xmlns:m="http://schemas.openxmlformats.org/officeDocument/2006/math">
                    <m:oMathParaPr>
                      <m:jc m:val="left"/>
                    </m:oMathParaPr>
                    <m:oMath xmlns:m="http://schemas.openxmlformats.org/officeDocument/2006/math">
                      <m:r>
                        <m:rPr>
                          <m:sty m:val="p"/>
                        </m:rPr>
                        <a:rPr lang="en-US" altLang="zh-CN" sz="2400" i="1" smtClean="0">
                          <a:solidFill>
                            <a:srgbClr val="000000"/>
                          </a:solidFill>
                          <a:latin typeface="Cambria Math" panose="02040503050406030204" pitchFamily="18" charset="0"/>
                        </a:rPr>
                        <m:t>f</m:t>
                      </m:r>
                      <m:r>
                        <a:rPr lang="en-US" altLang="zh-CN" sz="2400" i="1" baseline="-25000">
                          <a:solidFill>
                            <a:srgbClr val="000000"/>
                          </a:solidFill>
                          <a:latin typeface="Cambria Math" panose="02040503050406030204" pitchFamily="18" charset="0"/>
                        </a:rPr>
                        <m:t>1</m:t>
                      </m:r>
                      <m:r>
                        <a:rPr lang="zh-CN" altLang="en-US" sz="2400" i="1">
                          <a:solidFill>
                            <a:srgbClr val="000000"/>
                          </a:solidFill>
                          <a:latin typeface="Cambria Math" panose="02040503050406030204" pitchFamily="18" charset="0"/>
                        </a:rPr>
                        <m:t>(</m:t>
                      </m:r>
                      <m:r>
                        <a:rPr lang="zh-CN" altLang="en-US" sz="2400" i="1">
                          <a:solidFill>
                            <a:srgbClr val="000000"/>
                          </a:solidFill>
                          <a:latin typeface="Cambria Math" panose="02040503050406030204" pitchFamily="18" charset="0"/>
                        </a:rPr>
                        <m:t>𝑡</m:t>
                      </m:r>
                      <m:r>
                        <a:rPr lang="zh-CN" altLang="en-US" sz="2400" i="1">
                          <a:solidFill>
                            <a:srgbClr val="000000"/>
                          </a:solidFill>
                          <a:latin typeface="Cambria Math" panose="02040503050406030204" pitchFamily="18" charset="0"/>
                        </a:rPr>
                        <m:t>)=</m:t>
                      </m:r>
                      <m:nary>
                        <m:naryPr>
                          <m:chr m:val="∑"/>
                          <m:ctrlPr>
                            <a:rPr lang="zh-CN" altLang="en-US" sz="2400" i="1">
                              <a:solidFill>
                                <a:srgbClr val="000000"/>
                              </a:solidFill>
                              <a:latin typeface="Cambria Math" panose="02040503050406030204" pitchFamily="18" charset="0"/>
                            </a:rPr>
                          </m:ctrlPr>
                        </m:naryPr>
                        <m:sub>
                          <m:r>
                            <m:rPr>
                              <m:sty m:val="p"/>
                            </m:rPr>
                            <a:rPr lang="zh-CN" altLang="en-US" sz="2400" i="0">
                              <a:solidFill>
                                <a:srgbClr val="000000"/>
                              </a:solidFill>
                              <a:latin typeface="Cambria Math" panose="02040503050406030204" pitchFamily="18" charset="0"/>
                            </a:rPr>
                            <m:t>i</m:t>
                          </m:r>
                          <m:r>
                            <a:rPr lang="zh-CN" altLang="en-US" sz="2400" i="1">
                              <a:solidFill>
                                <a:srgbClr val="000000"/>
                              </a:solidFill>
                              <a:latin typeface="Cambria Math" panose="02040503050406030204" pitchFamily="18" charset="0"/>
                            </a:rPr>
                            <m:t>=</m:t>
                          </m:r>
                          <m:r>
                            <a:rPr lang="zh-CN" altLang="en-US" sz="2400" i="0">
                              <a:solidFill>
                                <a:srgbClr val="000000"/>
                              </a:solidFill>
                              <a:latin typeface="Cambria Math" panose="02040503050406030204" pitchFamily="18" charset="0"/>
                            </a:rPr>
                            <m:t>1</m:t>
                          </m:r>
                        </m:sub>
                        <m:sup>
                          <m:r>
                            <a:rPr lang="zh-CN" altLang="en-US" sz="2400" i="1">
                              <a:solidFill>
                                <a:srgbClr val="000000"/>
                              </a:solidFill>
                              <a:latin typeface="Cambria Math" panose="02040503050406030204" pitchFamily="18" charset="0"/>
                            </a:rPr>
                            <m:t>𝑞</m:t>
                          </m:r>
                        </m:sup>
                        <m:e>
                          <m:nary>
                            <m:naryPr>
                              <m:chr m:val="∑"/>
                              <m:ctrlPr>
                                <a:rPr lang="zh-CN" altLang="en-US" sz="2400" i="1">
                                  <a:solidFill>
                                    <a:srgbClr val="000000"/>
                                  </a:solidFill>
                                  <a:latin typeface="Cambria Math" panose="02040503050406030204" pitchFamily="18" charset="0"/>
                                </a:rPr>
                              </m:ctrlPr>
                            </m:naryPr>
                            <m:sub>
                              <m:r>
                                <a:rPr lang="zh-CN" altLang="en-US" sz="2400" i="1">
                                  <a:solidFill>
                                    <a:srgbClr val="000000"/>
                                  </a:solidFill>
                                  <a:latin typeface="Cambria Math" panose="02040503050406030204" pitchFamily="18" charset="0"/>
                                </a:rPr>
                                <m:t>𝑗</m:t>
                              </m:r>
                              <m:r>
                                <a:rPr lang="zh-CN" altLang="en-US" sz="2400" i="1">
                                  <a:solidFill>
                                    <a:srgbClr val="000000"/>
                                  </a:solidFill>
                                  <a:latin typeface="Cambria Math" panose="02040503050406030204" pitchFamily="18" charset="0"/>
                                </a:rPr>
                                <m:t>=</m:t>
                              </m:r>
                              <m:r>
                                <a:rPr lang="zh-CN" altLang="en-US" sz="2400" i="1">
                                  <a:solidFill>
                                    <a:srgbClr val="000000"/>
                                  </a:solidFill>
                                  <a:latin typeface="Cambria Math" panose="02040503050406030204" pitchFamily="18" charset="0"/>
                                </a:rPr>
                                <m:t>1</m:t>
                              </m:r>
                            </m:sub>
                            <m:sup>
                              <m:sSub>
                                <m:sSubPr>
                                  <m:ctrlPr>
                                    <a:rPr lang="zh-CN" altLang="en-US" sz="2400" i="1">
                                      <a:solidFill>
                                        <a:srgbClr val="000000"/>
                                      </a:solidFill>
                                      <a:latin typeface="Cambria Math" panose="02040503050406030204" pitchFamily="18" charset="0"/>
                                    </a:rPr>
                                  </m:ctrlPr>
                                </m:sSubPr>
                                <m:e>
                                  <m:r>
                                    <a:rPr lang="zh-CN" altLang="en-US" sz="2400" i="1">
                                      <a:solidFill>
                                        <a:srgbClr val="000000"/>
                                      </a:solidFill>
                                      <a:latin typeface="Cambria Math" panose="02040503050406030204" pitchFamily="18" charset="0"/>
                                    </a:rPr>
                                    <m:t>𝑙</m:t>
                                  </m:r>
                                </m:e>
                                <m:sub>
                                  <m:r>
                                    <m:rPr>
                                      <m:sty m:val="p"/>
                                    </m:rPr>
                                    <a:rPr lang="zh-CN" altLang="en-US" sz="2400" i="0">
                                      <a:solidFill>
                                        <a:srgbClr val="000000"/>
                                      </a:solidFill>
                                      <a:latin typeface="Cambria Math" panose="02040503050406030204" pitchFamily="18" charset="0"/>
                                    </a:rPr>
                                    <m:t>i</m:t>
                                  </m:r>
                                </m:sub>
                              </m:sSub>
                            </m:sup>
                            <m:e>
                              <m:sSub>
                                <m:sSubPr>
                                  <m:ctrlPr>
                                    <a:rPr lang="zh-CN" altLang="en-US" sz="2400" i="1">
                                      <a:solidFill>
                                        <a:srgbClr val="000000"/>
                                      </a:solidFill>
                                      <a:latin typeface="Cambria Math" panose="02040503050406030204" pitchFamily="18" charset="0"/>
                                    </a:rPr>
                                  </m:ctrlPr>
                                </m:sSubPr>
                                <m:e>
                                  <m:r>
                                    <a:rPr lang="zh-CN" altLang="en-US" sz="2400" i="1">
                                      <a:solidFill>
                                        <a:srgbClr val="000000"/>
                                      </a:solidFill>
                                      <a:latin typeface="Cambria Math" panose="02040503050406030204" pitchFamily="18" charset="0"/>
                                    </a:rPr>
                                    <m:t>𝑘</m:t>
                                  </m:r>
                                </m:e>
                                <m:sub>
                                  <m:r>
                                    <a:rPr lang="zh-CN" altLang="en-US" sz="2400" i="1">
                                      <a:solidFill>
                                        <a:srgbClr val="000000"/>
                                      </a:solidFill>
                                      <a:latin typeface="Cambria Math" panose="02040503050406030204" pitchFamily="18" charset="0"/>
                                    </a:rPr>
                                    <m:t>𝑖𝑗</m:t>
                                  </m:r>
                                </m:sub>
                              </m:sSub>
                            </m:e>
                          </m:nary>
                          <m:sSup>
                            <m:sSupPr>
                              <m:ctrlPr>
                                <a:rPr lang="zh-CN" altLang="en-US" sz="2400" i="1">
                                  <a:solidFill>
                                    <a:srgbClr val="000000"/>
                                  </a:solidFill>
                                  <a:latin typeface="Cambria Math" panose="02040503050406030204" pitchFamily="18" charset="0"/>
                                </a:rPr>
                              </m:ctrlPr>
                            </m:sSupPr>
                            <m:e>
                              <m:r>
                                <m:rPr>
                                  <m:sty m:val="p"/>
                                </m:rPr>
                                <a:rPr lang="zh-CN" altLang="en-US" sz="2400" i="0">
                                  <a:solidFill>
                                    <a:srgbClr val="000000"/>
                                  </a:solidFill>
                                  <a:latin typeface="Cambria Math" panose="02040503050406030204" pitchFamily="18" charset="0"/>
                                </a:rPr>
                                <m:t>t</m:t>
                              </m:r>
                            </m:e>
                            <m:sup>
                              <m:r>
                                <m:rPr>
                                  <m:nor/>
                                </m:rPr>
                                <a:rPr lang="zh-CN" altLang="en-US" sz="2400" i="0" baseline="30000">
                                  <a:solidFill>
                                    <a:srgbClr val="000000"/>
                                  </a:solidFill>
                                  <a:latin typeface="Cambria Math" panose="02040503050406030204" pitchFamily="18" charset="0"/>
                                </a:rPr>
                                <m:t>j</m:t>
                              </m:r>
                              <m:r>
                                <m:rPr>
                                  <m:nor/>
                                </m:rPr>
                                <a:rPr lang="zh-CN" altLang="en-US" sz="2400" i="0" baseline="30000">
                                  <a:solidFill>
                                    <a:srgbClr val="000000"/>
                                  </a:solidFill>
                                  <a:latin typeface="Cambria Math" panose="02040503050406030204" pitchFamily="18" charset="0"/>
                                </a:rPr>
                                <m:t>−</m:t>
                              </m:r>
                              <m:r>
                                <m:rPr>
                                  <m:nor/>
                                </m:rPr>
                                <a:rPr lang="zh-CN" altLang="en-US" sz="2400" i="0" baseline="30000">
                                  <a:solidFill>
                                    <a:srgbClr val="000000"/>
                                  </a:solidFill>
                                  <a:latin typeface="Cambria Math" panose="02040503050406030204" pitchFamily="18" charset="0"/>
                                </a:rPr>
                                <m:t>1</m:t>
                              </m:r>
                            </m:sup>
                          </m:sSup>
                          <m:sSup>
                            <m:sSupPr>
                              <m:ctrlPr>
                                <a:rPr lang="zh-CN" altLang="en-US" sz="2400" i="1">
                                  <a:solidFill>
                                    <a:srgbClr val="000000"/>
                                  </a:solidFill>
                                  <a:latin typeface="Cambria Math" panose="02040503050406030204" pitchFamily="18" charset="0"/>
                                </a:rPr>
                              </m:ctrlPr>
                            </m:sSupPr>
                            <m:e>
                              <m:r>
                                <a:rPr lang="zh-CN" altLang="en-US" sz="2400" i="1">
                                  <a:solidFill>
                                    <a:srgbClr val="000000"/>
                                  </a:solidFill>
                                  <a:latin typeface="Cambria Math" panose="02040503050406030204" pitchFamily="18" charset="0"/>
                                </a:rPr>
                                <m:t>𝑒</m:t>
                              </m:r>
                            </m:e>
                            <m:sup>
                              <m:sSub>
                                <m:sSubPr>
                                  <m:ctrlPr>
                                    <a:rPr lang="zh-CN" altLang="en-US" sz="2400" i="1">
                                      <a:solidFill>
                                        <a:srgbClr val="000000"/>
                                      </a:solidFill>
                                      <a:latin typeface="Cambria Math" panose="02040503050406030204" pitchFamily="18" charset="0"/>
                                    </a:rPr>
                                  </m:ctrlPr>
                                </m:sSubPr>
                                <m:e>
                                  <m:r>
                                    <a:rPr lang="en-US" altLang="zh-CN" sz="2400" b="1" i="1" smtClean="0">
                                      <a:solidFill>
                                        <a:srgbClr val="000000"/>
                                      </a:solidFill>
                                      <a:latin typeface="Cambria Math" panose="02040503050406030204" pitchFamily="18" charset="0"/>
                                    </a:rPr>
                                    <m:t>𝒔</m:t>
                                  </m:r>
                                </m:e>
                                <m:sub>
                                  <m:r>
                                    <a:rPr lang="zh-CN" altLang="en-US" sz="2400" i="1">
                                      <a:solidFill>
                                        <a:srgbClr val="000000"/>
                                      </a:solidFill>
                                      <a:latin typeface="Cambria Math" panose="02040503050406030204" pitchFamily="18" charset="0"/>
                                    </a:rPr>
                                    <m:t>𝑖</m:t>
                                  </m:r>
                                </m:sub>
                              </m:sSub>
                              <m:r>
                                <a:rPr lang="zh-CN" altLang="en-US" sz="2400" i="1">
                                  <a:solidFill>
                                    <a:srgbClr val="000000"/>
                                  </a:solidFill>
                                  <a:latin typeface="Cambria Math" panose="02040503050406030204" pitchFamily="18" charset="0"/>
                                </a:rPr>
                                <m:t>𝑡</m:t>
                              </m:r>
                            </m:sup>
                          </m:sSup>
                        </m:e>
                      </m:nary>
                      <m:r>
                        <a:rPr lang="zh-CN" altLang="en-US" sz="2400" i="1">
                          <a:solidFill>
                            <a:srgbClr val="000000"/>
                          </a:solidFill>
                          <a:latin typeface="Cambria Math" panose="02040503050406030204" pitchFamily="18" charset="0"/>
                        </a:rPr>
                        <m:t>𝜀</m:t>
                      </m:r>
                      <m:r>
                        <a:rPr lang="zh-CN" altLang="en-US" sz="2400" i="1">
                          <a:solidFill>
                            <a:srgbClr val="000000"/>
                          </a:solidFill>
                          <a:latin typeface="Cambria Math" panose="02040503050406030204" pitchFamily="18" charset="0"/>
                        </a:rPr>
                        <m:t>(</m:t>
                      </m:r>
                      <m:r>
                        <a:rPr lang="zh-CN" altLang="en-US" sz="2400" i="1">
                          <a:solidFill>
                            <a:srgbClr val="000000"/>
                          </a:solidFill>
                          <a:latin typeface="Cambria Math" panose="02040503050406030204" pitchFamily="18" charset="0"/>
                        </a:rPr>
                        <m:t>𝑡</m:t>
                      </m:r>
                      <m:r>
                        <a:rPr lang="zh-CN" altLang="en-US" sz="2400" i="1">
                          <a:solidFill>
                            <a:srgbClr val="000000"/>
                          </a:solidFill>
                          <a:latin typeface="Cambria Math" panose="02040503050406030204" pitchFamily="18" charset="0"/>
                        </a:rPr>
                        <m:t>),</m:t>
                      </m:r>
                      <m:sSub>
                        <m:sSubPr>
                          <m:ctrlPr>
                            <a:rPr lang="zh-CN" altLang="en-US" sz="2400" i="1">
                              <a:solidFill>
                                <a:srgbClr val="000000"/>
                              </a:solidFill>
                              <a:latin typeface="Cambria Math" panose="02040503050406030204" pitchFamily="18" charset="0"/>
                            </a:rPr>
                          </m:ctrlPr>
                        </m:sSubPr>
                        <m:e>
                          <m:r>
                            <a:rPr lang="zh-CN" altLang="en-US" sz="2400" i="1">
                              <a:solidFill>
                                <a:srgbClr val="000000"/>
                              </a:solidFill>
                              <a:latin typeface="Cambria Math" panose="02040503050406030204" pitchFamily="18" charset="0"/>
                            </a:rPr>
                            <m:t>𝑘</m:t>
                          </m:r>
                        </m:e>
                        <m:sub>
                          <m:r>
                            <a:rPr lang="zh-CN" altLang="en-US" sz="2400" i="1">
                              <a:solidFill>
                                <a:srgbClr val="000000"/>
                              </a:solidFill>
                              <a:latin typeface="Cambria Math" panose="02040503050406030204" pitchFamily="18" charset="0"/>
                            </a:rPr>
                            <m:t>𝑖𝑗</m:t>
                          </m:r>
                        </m:sub>
                      </m:sSub>
                      <m:r>
                        <a:rPr lang="zh-CN" altLang="en-US" sz="2400" i="1">
                          <a:solidFill>
                            <a:srgbClr val="000000"/>
                          </a:solidFill>
                          <a:latin typeface="Cambria Math" panose="02040503050406030204" pitchFamily="18" charset="0"/>
                        </a:rPr>
                        <m:t>为部分分式分解系数</m:t>
                      </m:r>
                    </m:oMath>
                  </m:oMathPara>
                </a14:m>
                <a:endParaRPr lang="zh-CN" altLang="en-US" sz="2800" dirty="0"/>
              </a:p>
            </p:txBody>
          </p:sp>
        </mc:Choice>
        <mc:Fallback>
          <p:sp>
            <p:nvSpPr>
              <p:cNvPr id="13" name="Object 2"/>
              <p:cNvSpPr txBox="1">
                <a:spLocks noRot="1" noChangeAspect="1" noMove="1" noResize="1" noEditPoints="1" noAdjustHandles="1" noChangeArrowheads="1" noChangeShapeType="1" noTextEdit="1"/>
              </p:cNvSpPr>
              <p:nvPr/>
            </p:nvSpPr>
            <p:spPr bwMode="auto">
              <a:xfrm>
                <a:off x="611505" y="5589270"/>
                <a:ext cx="8435340" cy="1184275"/>
              </a:xfrm>
              <a:prstGeom prst="rect">
                <a:avLst/>
              </a:prstGeom>
              <a:blipFill rotWithShape="1">
                <a:blip r:embed="rId5"/>
                <a:stretch>
                  <a:fillRect t="-2574"/>
                </a:stretch>
              </a:blipFill>
              <a:ln>
                <a:noFill/>
              </a:ln>
            </p:spPr>
            <p:txBody>
              <a:bodyPr/>
              <a:lstStyle/>
              <a:p>
                <a:r>
                  <a:rPr lang="zh-CN" altLang="en-US">
                    <a:noFill/>
                  </a:rPr>
                  <a:t> </a:t>
                </a:r>
              </a:p>
            </p:txBody>
          </p:sp>
        </mc:Fallback>
      </mc:AlternateContent>
      <p:sp>
        <p:nvSpPr>
          <p:cNvPr id="14" name="Rectangle 2"/>
          <p:cNvSpPr>
            <a:spLocks noChangeArrowheads="1"/>
          </p:cNvSpPr>
          <p:nvPr/>
        </p:nvSpPr>
        <p:spPr bwMode="auto">
          <a:xfrm>
            <a:off x="646732" y="-9946"/>
            <a:ext cx="7237635" cy="490537"/>
          </a:xfrm>
          <a:prstGeom prst="rect">
            <a:avLst/>
          </a:prstGeom>
          <a:solidFill>
            <a:schemeClr val="bg1"/>
          </a:solidFill>
          <a:ln>
            <a:noFill/>
          </a:ln>
          <a:effectLst>
            <a:outerShdw blurRad="63500" dist="38099" dir="2700000" algn="ctr" rotWithShape="0">
              <a:schemeClr val="bg2">
                <a:alpha val="74998"/>
              </a:schemeClr>
            </a:outerShdw>
          </a:effectLst>
        </p:spPr>
        <p:txBody>
          <a:bodyPr anchor="ctr"/>
          <a:lstStyle/>
          <a:p>
            <a:pPr eaLnBrk="1" hangingPunct="1">
              <a:defRPr/>
            </a:pPr>
            <a:r>
              <a:rPr lang="zh-CN" altLang="en-US" sz="2800" dirty="0">
                <a:effectLst>
                  <a:outerShdw blurRad="38100" dist="38100" dir="2700000" algn="tl">
                    <a:srgbClr val="000000"/>
                  </a:outerShdw>
                </a:effectLst>
                <a:ea typeface="黑体" panose="02010609060101010101" charset="-122"/>
              </a:rPr>
              <a:t>回顾</a:t>
            </a:r>
            <a:r>
              <a:rPr lang="en-US" altLang="zh-CN" sz="2800" dirty="0">
                <a:effectLst>
                  <a:outerShdw blurRad="38100" dist="38100" dir="2700000" algn="tl">
                    <a:srgbClr val="000000"/>
                  </a:outerShdw>
                </a:effectLst>
                <a:ea typeface="黑体" panose="02010609060101010101" charset="-122"/>
              </a:rPr>
              <a:t>2</a:t>
            </a:r>
            <a:r>
              <a:rPr lang="zh-CN" altLang="en-US" sz="2800" dirty="0">
                <a:effectLst>
                  <a:outerShdw blurRad="38100" dist="38100" dir="2700000" algn="tl">
                    <a:srgbClr val="000000"/>
                  </a:outerShdw>
                </a:effectLst>
                <a:ea typeface="黑体" panose="02010609060101010101" charset="-122"/>
              </a:rPr>
              <a:t>    拉普拉斯反变换</a:t>
            </a:r>
            <a:r>
              <a:rPr lang="en-US" altLang="zh-CN" sz="2800" dirty="0">
                <a:effectLst>
                  <a:outerShdw blurRad="38100" dist="38100" dir="2700000" algn="tl">
                    <a:srgbClr val="000000"/>
                  </a:outerShdw>
                </a:effectLst>
                <a:ea typeface="黑体" panose="02010609060101010101" charset="-122"/>
              </a:rPr>
              <a:t>---</a:t>
            </a:r>
            <a:r>
              <a:rPr lang="zh-CN" altLang="en-US" sz="2800" dirty="0">
                <a:solidFill>
                  <a:srgbClr val="FF0000"/>
                </a:solidFill>
                <a:effectLst>
                  <a:outerShdw blurRad="38100" dist="38100" dir="2700000" algn="tl">
                    <a:srgbClr val="000000"/>
                  </a:outerShdw>
                </a:effectLst>
                <a:ea typeface="黑体" panose="02010609060101010101" charset="-122"/>
              </a:rPr>
              <a:t>部分分式分解</a:t>
            </a:r>
            <a:endParaRPr lang="zh-CN" altLang="en-US" sz="2800" dirty="0">
              <a:solidFill>
                <a:srgbClr val="FF0000"/>
              </a:solidFill>
              <a:effectLst>
                <a:outerShdw blurRad="38100" dist="38100" dir="2700000" algn="tl">
                  <a:srgbClr val="000000"/>
                </a:outerShdw>
              </a:effectLst>
              <a:ea typeface="黑体" panose="02010609060101010101" charset="-122"/>
            </a:endParaRPr>
          </a:p>
        </p:txBody>
      </p:sp>
      <p:sp>
        <p:nvSpPr>
          <p:cNvPr id="4" name="墨迹 2"/>
          <p:cNvSpPr/>
          <p:nvPr/>
        </p:nvSpPr>
        <p:spPr bwMode="auto">
          <a:xfrm>
            <a:off x="588960" y="618120"/>
            <a:ext cx="8415360" cy="6008760"/>
          </a:xfrm>
        </p:spPr>
      </p:sp>
    </p:spTree>
    <p:custDataLst>
      <p:tags r:id="rId6"/>
    </p:custDataLst>
  </p:cSld>
  <p:clrMapOvr>
    <a:masterClrMapping/>
  </p:clrMapOvr>
  <mc:AlternateContent xmlns:mc="http://schemas.openxmlformats.org/markup-compatibility/2006">
    <mc:Choice xmlns:p14="http://schemas.microsoft.com/office/powerpoint/2010/main" Requires="p14">
      <p:transition spd="slow" p14:dur="2000" advTm="163715"/>
    </mc:Choice>
    <mc:Fallback>
      <p:transition spd="slow" advTm="163715"/>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 presetClass="entr" presetSubtype="4" fill="hold" nodeType="clickEffect">
                                  <p:stCondLst>
                                    <p:cond delay="0"/>
                                  </p:stCondLst>
                                  <p:childTnLst>
                                    <p:set>
                                      <p:cBhvr>
                                        <p:cTn id="13" dur="1" fill="hold">
                                          <p:stCondLst>
                                            <p:cond delay="0"/>
                                          </p:stCondLst>
                                        </p:cTn>
                                        <p:tgtEl>
                                          <p:spTgt spid="10"/>
                                        </p:tgtEl>
                                        <p:attrNameLst>
                                          <p:attrName>style.visibility</p:attrName>
                                        </p:attrNameLst>
                                      </p:cBhvr>
                                      <p:to>
                                        <p:strVal val="visible"/>
                                      </p:to>
                                    </p:set>
                                    <p:anim calcmode="lin" valueType="num">
                                      <p:cBhvr additive="base">
                                        <p:cTn id="14" dur="500" fill="hold"/>
                                        <p:tgtEl>
                                          <p:spTgt spid="10"/>
                                        </p:tgtEl>
                                        <p:attrNameLst>
                                          <p:attrName>ppt_x</p:attrName>
                                        </p:attrNameLst>
                                      </p:cBhvr>
                                      <p:tavLst>
                                        <p:tav tm="0">
                                          <p:val>
                                            <p:strVal val="#ppt_x"/>
                                          </p:val>
                                        </p:tav>
                                        <p:tav tm="100000">
                                          <p:val>
                                            <p:strVal val="#ppt_x"/>
                                          </p:val>
                                        </p:tav>
                                      </p:tavLst>
                                    </p:anim>
                                    <p:anim calcmode="lin" valueType="num">
                                      <p:cBhvr additive="base">
                                        <p:cTn id="15"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nodeType="clickEffect">
                                  <p:stCondLst>
                                    <p:cond delay="0"/>
                                  </p:stCondLst>
                                  <p:childTnLst>
                                    <p:set>
                                      <p:cBhvr>
                                        <p:cTn id="19"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6" presetClass="entr" presetSubtype="21" fill="hold" grpId="0" nodeType="click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barn(inVertical)">
                                      <p:cBhvr>
                                        <p:cTn id="24" dur="500"/>
                                        <p:tgtEl>
                                          <p:spTgt spid="13"/>
                                        </p:tgtEl>
                                      </p:cBhvr>
                                    </p:animEffect>
                                  </p:childTnLst>
                                </p:cTn>
                              </p:par>
                            </p:childTnLst>
                          </p:cTn>
                        </p:par>
                        <p:par>
                          <p:cTn id="25" fill="hold">
                            <p:stCondLst>
                              <p:cond delay="500"/>
                            </p:stCondLst>
                            <p:childTnLst>
                              <p:par>
                                <p:cTn id="26" presetID="2" presetClass="entr" presetSubtype="4" fill="hold" nodeType="afterEffect">
                                  <p:stCondLst>
                                    <p:cond delay="0"/>
                                  </p:stCondLst>
                                  <p:childTnLst>
                                    <p:set>
                                      <p:cBhvr>
                                        <p:cTn id="27" dur="1" fill="hold">
                                          <p:stCondLst>
                                            <p:cond delay="0"/>
                                          </p:stCondLst>
                                        </p:cTn>
                                        <p:tgtEl>
                                          <p:spTgt spid="13">
                                            <p:txEl>
                                              <p:pRg st="0" end="0"/>
                                            </p:txEl>
                                          </p:spTgt>
                                        </p:tgtEl>
                                        <p:attrNameLst>
                                          <p:attrName>style.visibility</p:attrName>
                                        </p:attrNameLst>
                                      </p:cBhvr>
                                      <p:to>
                                        <p:strVal val="visible"/>
                                      </p:to>
                                    </p:set>
                                    <p:anim calcmode="lin" valueType="num">
                                      <p:cBhvr additive="base">
                                        <p:cTn id="28" dur="500" fill="hold"/>
                                        <p:tgtEl>
                                          <p:spTgt spid="13">
                                            <p:txEl>
                                              <p:pRg st="0" end="0"/>
                                            </p:txEl>
                                          </p:spTgt>
                                        </p:tgtEl>
                                        <p:attrNameLst>
                                          <p:attrName>ppt_x</p:attrName>
                                        </p:attrNameLst>
                                      </p:cBhvr>
                                      <p:tavLst>
                                        <p:tav tm="0">
                                          <p:val>
                                            <p:strVal val="#ppt_x"/>
                                          </p:val>
                                        </p:tav>
                                        <p:tav tm="100000">
                                          <p:val>
                                            <p:strVal val="#ppt_x"/>
                                          </p:val>
                                        </p:tav>
                                      </p:tavLst>
                                    </p:anim>
                                    <p:anim calcmode="lin" valueType="num">
                                      <p:cBhvr additive="base">
                                        <p:cTn id="29" dur="500" fill="hold"/>
                                        <p:tgtEl>
                                          <p:spTgt spid="1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3" grpId="0" bldLvl="0" animBg="1"/>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a:defRPr/>
            </a:pPr>
            <a:fld id="{34CBB6B8-AFDC-43FC-8278-B1EE6218A432}" type="datetime1">
              <a:rPr lang="zh-CN" altLang="en-US" smtClean="0"/>
            </a:fld>
            <a:endParaRPr lang="en-US" altLang="zh-CN"/>
          </a:p>
        </p:txBody>
      </p:sp>
      <p:graphicFrame>
        <p:nvGraphicFramePr>
          <p:cNvPr id="28" name="对象 27"/>
          <p:cNvGraphicFramePr>
            <a:graphicFrameLocks noChangeAspect="1"/>
          </p:cNvGraphicFramePr>
          <p:nvPr/>
        </p:nvGraphicFramePr>
        <p:xfrm>
          <a:off x="3190616" y="480591"/>
          <a:ext cx="5168338" cy="1874817"/>
        </p:xfrm>
        <a:graphic>
          <a:graphicData uri="http://schemas.openxmlformats.org/presentationml/2006/ole">
            <mc:AlternateContent xmlns:mc="http://schemas.openxmlformats.org/markup-compatibility/2006">
              <mc:Choice xmlns:v="urn:schemas-microsoft-com:vml" Requires="v">
                <p:oleObj spid="_x0000_s3" name="公式" r:id="rId1" imgW="53949600" imgH="23164800" progId="Equation.KSEE3">
                  <p:embed/>
                </p:oleObj>
              </mc:Choice>
              <mc:Fallback>
                <p:oleObj name="公式" r:id="rId1" imgW="53949600" imgH="23164800" progId="Equation.KSEE3">
                  <p:embed/>
                  <p:pic>
                    <p:nvPicPr>
                      <p:cNvPr id="0" name="对象 27"/>
                      <p:cNvPicPr/>
                      <p:nvPr/>
                    </p:nvPicPr>
                    <p:blipFill>
                      <a:blip r:embed="rId2"/>
                      <a:stretch>
                        <a:fillRect/>
                      </a:stretch>
                    </p:blipFill>
                    <p:spPr>
                      <a:xfrm>
                        <a:off x="3190616" y="480591"/>
                        <a:ext cx="5168338" cy="1874817"/>
                      </a:xfrm>
                      <a:prstGeom prst="rect">
                        <a:avLst/>
                      </a:prstGeom>
                      <a:solidFill>
                        <a:schemeClr val="tx1"/>
                      </a:solidFill>
                    </p:spPr>
                  </p:pic>
                </p:oleObj>
              </mc:Fallback>
            </mc:AlternateContent>
          </a:graphicData>
        </a:graphic>
      </p:graphicFrame>
      <p:sp>
        <p:nvSpPr>
          <p:cNvPr id="29" name="文本框 28"/>
          <p:cNvSpPr txBox="1"/>
          <p:nvPr/>
        </p:nvSpPr>
        <p:spPr>
          <a:xfrm>
            <a:off x="533413" y="692696"/>
            <a:ext cx="4464496" cy="461665"/>
          </a:xfrm>
          <a:prstGeom prst="rect">
            <a:avLst/>
          </a:prstGeom>
          <a:noFill/>
        </p:spPr>
        <p:txBody>
          <a:bodyPr wrap="square" rtlCol="0">
            <a:spAutoFit/>
          </a:bodyPr>
          <a:lstStyle/>
          <a:p>
            <a:r>
              <a:rPr lang="zh-CN" altLang="en-US" sz="2400" dirty="0">
                <a:solidFill>
                  <a:srgbClr val="FF0000"/>
                </a:solidFill>
              </a:rPr>
              <a:t>分解系数的求解</a:t>
            </a:r>
            <a:endParaRPr lang="zh-CN" altLang="en-US" sz="2400" dirty="0">
              <a:solidFill>
                <a:srgbClr val="FF0000"/>
              </a:solidFill>
            </a:endParaRPr>
          </a:p>
        </p:txBody>
      </p:sp>
      <mc:AlternateContent xmlns:mc="http://schemas.openxmlformats.org/markup-compatibility/2006">
        <mc:Choice xmlns:a14="http://schemas.microsoft.com/office/drawing/2010/main" Requires="a14">
          <p:sp>
            <p:nvSpPr>
              <p:cNvPr id="31" name="Object 2"/>
              <p:cNvSpPr txBox="1"/>
              <p:nvPr/>
            </p:nvSpPr>
            <p:spPr bwMode="auto">
              <a:xfrm>
                <a:off x="533400" y="2806700"/>
                <a:ext cx="8657590" cy="4082415"/>
              </a:xfrm>
              <a:prstGeom prst="rect">
                <a:avLst/>
              </a:prstGeom>
              <a:solidFill>
                <a:srgbClr val="CCFFFF"/>
              </a:solidFill>
              <a:ln>
                <a:noFill/>
              </a:ln>
            </p:spPr>
            <p:txBody>
              <a:bodyPr>
                <a:noAutofit/>
              </a:bodyPr>
              <a:lstStyle/>
              <a:p>
                <a14:m>
                  <m:oMathPara xmlns:m="http://schemas.openxmlformats.org/officeDocument/2006/math">
                    <m:oMathParaPr>
                      <m:jc m:val="left"/>
                    </m:oMathParaPr>
                    <m:oMath xmlns:m="http://schemas.openxmlformats.org/officeDocument/2006/math">
                      <m:r>
                        <a:rPr lang="zh-CN" altLang="en-US" sz="2000" i="1" smtClean="0">
                          <a:solidFill>
                            <a:srgbClr val="000000"/>
                          </a:solidFill>
                          <a:latin typeface="Cambria Math" panose="02040503050406030204" pitchFamily="18" charset="0"/>
                        </a:rPr>
                        <m:t>(</m:t>
                      </m:r>
                      <m:r>
                        <a:rPr lang="zh-CN" altLang="en-US" sz="2000" i="1" smtClean="0">
                          <a:solidFill>
                            <a:srgbClr val="000000"/>
                          </a:solidFill>
                          <a:latin typeface="Cambria Math" panose="02040503050406030204" pitchFamily="18" charset="0"/>
                        </a:rPr>
                        <m:t>1</m:t>
                      </m:r>
                      <m:r>
                        <a:rPr lang="zh-CN" altLang="en-US" sz="2000" i="1" smtClean="0">
                          <a:solidFill>
                            <a:srgbClr val="000000"/>
                          </a:solidFill>
                          <a:latin typeface="Cambria Math" panose="02040503050406030204" pitchFamily="18" charset="0"/>
                        </a:rPr>
                        <m:t>)</m:t>
                      </m:r>
                      <m:r>
                        <a:rPr lang="zh-CN" altLang="en-US" sz="2000" i="1" smtClean="0">
                          <a:solidFill>
                            <a:srgbClr val="000000"/>
                          </a:solidFill>
                          <a:latin typeface="Cambria Math" panose="02040503050406030204" pitchFamily="18" charset="0"/>
                        </a:rPr>
                        <m:t>𝑛</m:t>
                      </m:r>
                      <m:r>
                        <a:rPr lang="zh-CN" altLang="en-US" sz="2000" i="1" smtClean="0">
                          <a:solidFill>
                            <a:srgbClr val="000000"/>
                          </a:solidFill>
                          <a:latin typeface="Cambria Math" panose="02040503050406030204" pitchFamily="18" charset="0"/>
                        </a:rPr>
                        <m:t>&gt;</m:t>
                      </m:r>
                      <m:r>
                        <a:rPr lang="zh-CN" altLang="en-US" sz="2000" i="1" smtClean="0">
                          <a:solidFill>
                            <a:srgbClr val="000000"/>
                          </a:solidFill>
                          <a:latin typeface="Cambria Math" panose="02040503050406030204" pitchFamily="18" charset="0"/>
                        </a:rPr>
                        <m:t>𝑚</m:t>
                      </m:r>
                      <m:r>
                        <a:rPr lang="zh-CN" altLang="en-US" sz="2000" i="1" smtClean="0">
                          <a:solidFill>
                            <a:srgbClr val="000000"/>
                          </a:solidFill>
                          <a:latin typeface="Cambria Math" panose="02040503050406030204" pitchFamily="18" charset="0"/>
                        </a:rPr>
                        <m:t>时，</m:t>
                      </m:r>
                      <m:r>
                        <a:rPr lang="en-US" altLang="zh-CN" sz="2000" b="1" i="1" smtClean="0">
                          <a:solidFill>
                            <a:srgbClr val="000000"/>
                          </a:solidFill>
                          <a:latin typeface="Cambria Math" panose="02040503050406030204" pitchFamily="18" charset="0"/>
                        </a:rPr>
                        <m:t>𝒇</m:t>
                      </m:r>
                      <m:r>
                        <a:rPr lang="zh-CN" altLang="en-US" sz="2000" i="1">
                          <a:solidFill>
                            <a:srgbClr val="000000"/>
                          </a:solidFill>
                          <a:latin typeface="Cambria Math" panose="02040503050406030204" pitchFamily="18" charset="0"/>
                        </a:rPr>
                        <m:t>(</m:t>
                      </m:r>
                      <m:r>
                        <a:rPr lang="zh-CN" altLang="en-US" sz="2000" i="1">
                          <a:solidFill>
                            <a:srgbClr val="000000"/>
                          </a:solidFill>
                          <a:latin typeface="Cambria Math" panose="02040503050406030204" pitchFamily="18" charset="0"/>
                        </a:rPr>
                        <m:t>𝑡</m:t>
                      </m:r>
                      <m:r>
                        <a:rPr lang="zh-CN" altLang="en-US" sz="2000" i="1">
                          <a:solidFill>
                            <a:srgbClr val="000000"/>
                          </a:solidFill>
                          <a:latin typeface="Cambria Math" panose="02040503050406030204" pitchFamily="18" charset="0"/>
                        </a:rPr>
                        <m:t>)=</m:t>
                      </m:r>
                      <m:nary>
                        <m:naryPr>
                          <m:chr m:val="∑"/>
                          <m:ctrlPr>
                            <a:rPr lang="zh-CN" altLang="en-US" sz="2000" i="1">
                              <a:solidFill>
                                <a:srgbClr val="000000"/>
                              </a:solidFill>
                              <a:latin typeface="Cambria Math" panose="02040503050406030204" pitchFamily="18" charset="0"/>
                            </a:rPr>
                          </m:ctrlPr>
                        </m:naryPr>
                        <m:sub>
                          <m:r>
                            <m:rPr>
                              <m:sty m:val="p"/>
                            </m:rPr>
                            <a:rPr lang="zh-CN" altLang="en-US" sz="2000" i="0">
                              <a:solidFill>
                                <a:srgbClr val="000000"/>
                              </a:solidFill>
                              <a:latin typeface="Cambria Math" panose="02040503050406030204" pitchFamily="18" charset="0"/>
                            </a:rPr>
                            <m:t>i</m:t>
                          </m:r>
                          <m:r>
                            <a:rPr lang="zh-CN" altLang="en-US" sz="2000" i="1">
                              <a:solidFill>
                                <a:srgbClr val="000000"/>
                              </a:solidFill>
                              <a:latin typeface="Cambria Math" panose="02040503050406030204" pitchFamily="18" charset="0"/>
                            </a:rPr>
                            <m:t>=</m:t>
                          </m:r>
                          <m:r>
                            <a:rPr lang="zh-CN" altLang="en-US" sz="2000" i="0">
                              <a:solidFill>
                                <a:srgbClr val="000000"/>
                              </a:solidFill>
                              <a:latin typeface="Cambria Math" panose="02040503050406030204" pitchFamily="18" charset="0"/>
                            </a:rPr>
                            <m:t>1</m:t>
                          </m:r>
                        </m:sub>
                        <m:sup>
                          <m:r>
                            <a:rPr lang="zh-CN" altLang="en-US" sz="2000" i="1">
                              <a:solidFill>
                                <a:srgbClr val="000000"/>
                              </a:solidFill>
                              <a:latin typeface="Cambria Math" panose="02040503050406030204" pitchFamily="18" charset="0"/>
                            </a:rPr>
                            <m:t>𝑛</m:t>
                          </m:r>
                        </m:sup>
                        <m:e>
                          <m:sSub>
                            <m:sSubPr>
                              <m:ctrlPr>
                                <a:rPr lang="zh-CN" altLang="en-US" sz="2000" i="1">
                                  <a:solidFill>
                                    <a:srgbClr val="000000"/>
                                  </a:solidFill>
                                  <a:latin typeface="Cambria Math" panose="02040503050406030204" pitchFamily="18" charset="0"/>
                                </a:rPr>
                              </m:ctrlPr>
                            </m:sSubPr>
                            <m:e>
                              <m:r>
                                <a:rPr lang="zh-CN" altLang="en-US" sz="2000" i="1">
                                  <a:solidFill>
                                    <a:srgbClr val="000000"/>
                                  </a:solidFill>
                                  <a:latin typeface="Cambria Math" panose="02040503050406030204" pitchFamily="18" charset="0"/>
                                </a:rPr>
                                <m:t>𝑘</m:t>
                              </m:r>
                            </m:e>
                            <m:sub>
                              <m:r>
                                <a:rPr lang="zh-CN" altLang="en-US" sz="2000" i="1">
                                  <a:solidFill>
                                    <a:srgbClr val="000000"/>
                                  </a:solidFill>
                                  <a:latin typeface="Cambria Math" panose="02040503050406030204" pitchFamily="18" charset="0"/>
                                </a:rPr>
                                <m:t>𝑖</m:t>
                              </m:r>
                            </m:sub>
                          </m:sSub>
                          <m:sSup>
                            <m:sSupPr>
                              <m:ctrlPr>
                                <a:rPr lang="zh-CN" altLang="en-US" sz="2000" i="1">
                                  <a:solidFill>
                                    <a:srgbClr val="000000"/>
                                  </a:solidFill>
                                  <a:latin typeface="Cambria Math" panose="02040503050406030204" pitchFamily="18" charset="0"/>
                                </a:rPr>
                              </m:ctrlPr>
                            </m:sSupPr>
                            <m:e>
                              <m:r>
                                <a:rPr lang="zh-CN" altLang="en-US" sz="2000" i="1">
                                  <a:solidFill>
                                    <a:srgbClr val="000000"/>
                                  </a:solidFill>
                                  <a:latin typeface="Cambria Math" panose="02040503050406030204" pitchFamily="18" charset="0"/>
                                </a:rPr>
                                <m:t>𝑒</m:t>
                              </m:r>
                            </m:e>
                            <m:sup>
                              <m:sSub>
                                <m:sSubPr>
                                  <m:ctrlPr>
                                    <a:rPr lang="zh-CN" altLang="en-US" sz="2000" i="1">
                                      <a:solidFill>
                                        <a:srgbClr val="000000"/>
                                      </a:solidFill>
                                      <a:latin typeface="Cambria Math" panose="02040503050406030204" pitchFamily="18" charset="0"/>
                                    </a:rPr>
                                  </m:ctrlPr>
                                </m:sSubPr>
                                <m:e>
                                  <m:r>
                                    <a:rPr lang="en-US" altLang="zh-CN" sz="2000" b="1" i="1" smtClean="0">
                                      <a:solidFill>
                                        <a:srgbClr val="000000"/>
                                      </a:solidFill>
                                      <a:latin typeface="Cambria Math" panose="02040503050406030204" pitchFamily="18" charset="0"/>
                                    </a:rPr>
                                    <m:t>𝒔</m:t>
                                  </m:r>
                                </m:e>
                                <m:sub>
                                  <m:r>
                                    <a:rPr lang="zh-CN" altLang="en-US" sz="2000" i="1">
                                      <a:solidFill>
                                        <a:srgbClr val="000000"/>
                                      </a:solidFill>
                                      <a:latin typeface="Cambria Math" panose="02040503050406030204" pitchFamily="18" charset="0"/>
                                    </a:rPr>
                                    <m:t>𝑖</m:t>
                                  </m:r>
                                </m:sub>
                              </m:sSub>
                              <m:r>
                                <a:rPr lang="zh-CN" altLang="en-US" sz="2000" i="1">
                                  <a:solidFill>
                                    <a:srgbClr val="000000"/>
                                  </a:solidFill>
                                  <a:latin typeface="Cambria Math" panose="02040503050406030204" pitchFamily="18" charset="0"/>
                                </a:rPr>
                                <m:t>𝑡</m:t>
                              </m:r>
                            </m:sup>
                          </m:sSup>
                        </m:e>
                      </m:nary>
                      <m:r>
                        <a:rPr lang="zh-CN" altLang="en-US" sz="2000" i="1">
                          <a:solidFill>
                            <a:srgbClr val="000000"/>
                          </a:solidFill>
                          <a:latin typeface="Cambria Math" panose="02040503050406030204" pitchFamily="18" charset="0"/>
                        </a:rPr>
                        <m:t>𝜀</m:t>
                      </m:r>
                      <m:r>
                        <a:rPr lang="zh-CN" altLang="en-US" sz="2000" i="1">
                          <a:solidFill>
                            <a:srgbClr val="000000"/>
                          </a:solidFill>
                          <a:latin typeface="Cambria Math" panose="02040503050406030204" pitchFamily="18" charset="0"/>
                        </a:rPr>
                        <m:t>(</m:t>
                      </m:r>
                      <m:r>
                        <a:rPr lang="zh-CN" altLang="en-US" sz="2000" i="1">
                          <a:solidFill>
                            <a:srgbClr val="000000"/>
                          </a:solidFill>
                          <a:latin typeface="Cambria Math" panose="02040503050406030204" pitchFamily="18" charset="0"/>
                        </a:rPr>
                        <m:t>𝑡</m:t>
                      </m:r>
                      <m:r>
                        <a:rPr lang="zh-CN" altLang="en-US" sz="2000" i="1">
                          <a:solidFill>
                            <a:srgbClr val="000000"/>
                          </a:solidFill>
                          <a:latin typeface="Cambria Math" panose="02040503050406030204" pitchFamily="18" charset="0"/>
                        </a:rPr>
                        <m:t>)</m:t>
                      </m:r>
                    </m:oMath>
                    <m:oMath xmlns:m="http://schemas.openxmlformats.org/officeDocument/2006/math">
                      <m:r>
                        <a:rPr lang="zh-CN" altLang="en-US" sz="2000" i="1">
                          <a:solidFill>
                            <a:srgbClr val="000000"/>
                          </a:solidFill>
                          <a:latin typeface="Cambria Math" panose="02040503050406030204" pitchFamily="18" charset="0"/>
                        </a:rPr>
                        <m:t>(</m:t>
                      </m:r>
                      <m:r>
                        <a:rPr lang="zh-CN" altLang="en-US" sz="2000" i="1">
                          <a:solidFill>
                            <a:srgbClr val="000000"/>
                          </a:solidFill>
                          <a:latin typeface="Cambria Math" panose="02040503050406030204" pitchFamily="18" charset="0"/>
                        </a:rPr>
                        <m:t>2</m:t>
                      </m:r>
                      <m:r>
                        <a:rPr lang="zh-CN" altLang="en-US" sz="2000" i="1">
                          <a:solidFill>
                            <a:srgbClr val="000000"/>
                          </a:solidFill>
                          <a:latin typeface="Cambria Math" panose="02040503050406030204" pitchFamily="18" charset="0"/>
                        </a:rPr>
                        <m:t>)</m:t>
                      </m:r>
                      <m:r>
                        <a:rPr lang="zh-CN" altLang="en-US" sz="2000" i="1">
                          <a:solidFill>
                            <a:srgbClr val="000000"/>
                          </a:solidFill>
                          <a:latin typeface="Cambria Math" panose="02040503050406030204" pitchFamily="18" charset="0"/>
                        </a:rPr>
                        <m:t>𝑛</m:t>
                      </m:r>
                      <m:r>
                        <a:rPr lang="zh-CN" altLang="en-US" sz="2000" i="1">
                          <a:solidFill>
                            <a:srgbClr val="000000"/>
                          </a:solidFill>
                          <a:latin typeface="Cambria Math" panose="02040503050406030204" pitchFamily="18" charset="0"/>
                        </a:rPr>
                        <m:t>=</m:t>
                      </m:r>
                      <m:r>
                        <a:rPr lang="zh-CN" altLang="en-US" sz="2000" i="1">
                          <a:solidFill>
                            <a:srgbClr val="000000"/>
                          </a:solidFill>
                          <a:latin typeface="Cambria Math" panose="02040503050406030204" pitchFamily="18" charset="0"/>
                        </a:rPr>
                        <m:t>𝑚</m:t>
                      </m:r>
                      <m:r>
                        <a:rPr lang="zh-CN" altLang="en-US" sz="2000" i="1">
                          <a:solidFill>
                            <a:srgbClr val="000000"/>
                          </a:solidFill>
                          <a:latin typeface="Cambria Math" panose="02040503050406030204" pitchFamily="18" charset="0"/>
                        </a:rPr>
                        <m:t>时，</m:t>
                      </m:r>
                      <m:r>
                        <a:rPr lang="en-US" altLang="zh-CN" sz="2000" b="1" i="1" smtClean="0">
                          <a:solidFill>
                            <a:srgbClr val="000000"/>
                          </a:solidFill>
                          <a:latin typeface="Cambria Math" panose="02040503050406030204" pitchFamily="18" charset="0"/>
                        </a:rPr>
                        <m:t>𝒇</m:t>
                      </m:r>
                      <m:r>
                        <a:rPr lang="zh-CN" altLang="en-US" sz="2000" i="1">
                          <a:solidFill>
                            <a:srgbClr val="000000"/>
                          </a:solidFill>
                          <a:latin typeface="Cambria Math" panose="02040503050406030204" pitchFamily="18" charset="0"/>
                        </a:rPr>
                        <m:t>(</m:t>
                      </m:r>
                      <m:r>
                        <a:rPr lang="zh-CN" altLang="en-US" sz="2000" i="1">
                          <a:solidFill>
                            <a:srgbClr val="000000"/>
                          </a:solidFill>
                          <a:latin typeface="Cambria Math" panose="02040503050406030204" pitchFamily="18" charset="0"/>
                        </a:rPr>
                        <m:t>𝑡</m:t>
                      </m:r>
                      <m:r>
                        <a:rPr lang="zh-CN" altLang="en-US" sz="2000" i="1">
                          <a:solidFill>
                            <a:srgbClr val="000000"/>
                          </a:solidFill>
                          <a:latin typeface="Cambria Math" panose="02040503050406030204" pitchFamily="18" charset="0"/>
                        </a:rPr>
                        <m:t>)=</m:t>
                      </m:r>
                      <m:nary>
                        <m:naryPr>
                          <m:chr m:val="∑"/>
                          <m:ctrlPr>
                            <a:rPr lang="zh-CN" altLang="en-US" sz="2000" i="1">
                              <a:solidFill>
                                <a:srgbClr val="000000"/>
                              </a:solidFill>
                              <a:latin typeface="Cambria Math" panose="02040503050406030204" pitchFamily="18" charset="0"/>
                            </a:rPr>
                          </m:ctrlPr>
                        </m:naryPr>
                        <m:sub>
                          <m:r>
                            <m:rPr>
                              <m:sty m:val="p"/>
                            </m:rPr>
                            <a:rPr lang="zh-CN" altLang="en-US" sz="2000" i="0">
                              <a:solidFill>
                                <a:srgbClr val="000000"/>
                              </a:solidFill>
                              <a:latin typeface="Cambria Math" panose="02040503050406030204" pitchFamily="18" charset="0"/>
                            </a:rPr>
                            <m:t>i</m:t>
                          </m:r>
                          <m:r>
                            <a:rPr lang="zh-CN" altLang="en-US" sz="2000" i="1">
                              <a:solidFill>
                                <a:srgbClr val="000000"/>
                              </a:solidFill>
                              <a:latin typeface="Cambria Math" panose="02040503050406030204" pitchFamily="18" charset="0"/>
                            </a:rPr>
                            <m:t>=</m:t>
                          </m:r>
                          <m:r>
                            <a:rPr lang="zh-CN" altLang="en-US" sz="2000" i="0">
                              <a:solidFill>
                                <a:srgbClr val="000000"/>
                              </a:solidFill>
                              <a:latin typeface="Cambria Math" panose="02040503050406030204" pitchFamily="18" charset="0"/>
                            </a:rPr>
                            <m:t>1</m:t>
                          </m:r>
                        </m:sub>
                        <m:sup>
                          <m:r>
                            <a:rPr lang="zh-CN" altLang="en-US" sz="2000" i="1">
                              <a:solidFill>
                                <a:srgbClr val="000000"/>
                              </a:solidFill>
                              <a:latin typeface="Cambria Math" panose="02040503050406030204" pitchFamily="18" charset="0"/>
                            </a:rPr>
                            <m:t>𝑛</m:t>
                          </m:r>
                        </m:sup>
                        <m:e>
                          <m:sSub>
                            <m:sSubPr>
                              <m:ctrlPr>
                                <a:rPr lang="zh-CN" altLang="en-US" sz="2000" i="1">
                                  <a:solidFill>
                                    <a:srgbClr val="000000"/>
                                  </a:solidFill>
                                  <a:latin typeface="Cambria Math" panose="02040503050406030204" pitchFamily="18" charset="0"/>
                                </a:rPr>
                              </m:ctrlPr>
                            </m:sSubPr>
                            <m:e>
                              <m:r>
                                <a:rPr lang="zh-CN" altLang="en-US" sz="2000" i="1">
                                  <a:solidFill>
                                    <a:srgbClr val="000000"/>
                                  </a:solidFill>
                                  <a:latin typeface="Cambria Math" panose="02040503050406030204" pitchFamily="18" charset="0"/>
                                </a:rPr>
                                <m:t>𝑘</m:t>
                              </m:r>
                            </m:e>
                            <m:sub>
                              <m:r>
                                <a:rPr lang="zh-CN" altLang="en-US" sz="2000" i="1">
                                  <a:solidFill>
                                    <a:srgbClr val="000000"/>
                                  </a:solidFill>
                                  <a:latin typeface="Cambria Math" panose="02040503050406030204" pitchFamily="18" charset="0"/>
                                </a:rPr>
                                <m:t>𝑖</m:t>
                              </m:r>
                            </m:sub>
                          </m:sSub>
                          <m:sSup>
                            <m:sSupPr>
                              <m:ctrlPr>
                                <a:rPr lang="zh-CN" altLang="en-US" sz="2000" i="1">
                                  <a:solidFill>
                                    <a:srgbClr val="000000"/>
                                  </a:solidFill>
                                  <a:latin typeface="Cambria Math" panose="02040503050406030204" pitchFamily="18" charset="0"/>
                                </a:rPr>
                              </m:ctrlPr>
                            </m:sSupPr>
                            <m:e>
                              <m:r>
                                <a:rPr lang="zh-CN" altLang="en-US" sz="2000" i="1">
                                  <a:solidFill>
                                    <a:srgbClr val="000000"/>
                                  </a:solidFill>
                                  <a:latin typeface="Cambria Math" panose="02040503050406030204" pitchFamily="18" charset="0"/>
                                </a:rPr>
                                <m:t>𝑒</m:t>
                              </m:r>
                            </m:e>
                            <m:sup>
                              <m:sSub>
                                <m:sSubPr>
                                  <m:ctrlPr>
                                    <a:rPr lang="zh-CN" altLang="en-US" sz="2000" i="1">
                                      <a:solidFill>
                                        <a:srgbClr val="000000"/>
                                      </a:solidFill>
                                      <a:latin typeface="Cambria Math" panose="02040503050406030204" pitchFamily="18" charset="0"/>
                                    </a:rPr>
                                  </m:ctrlPr>
                                </m:sSubPr>
                                <m:e>
                                  <m:r>
                                    <a:rPr lang="en-US" altLang="zh-CN" sz="2000" b="1" i="1" smtClean="0">
                                      <a:solidFill>
                                        <a:srgbClr val="000000"/>
                                      </a:solidFill>
                                      <a:latin typeface="Cambria Math" panose="02040503050406030204" pitchFamily="18" charset="0"/>
                                    </a:rPr>
                                    <m:t>𝒔</m:t>
                                  </m:r>
                                </m:e>
                                <m:sub>
                                  <m:r>
                                    <a:rPr lang="zh-CN" altLang="en-US" sz="2000" i="1">
                                      <a:solidFill>
                                        <a:srgbClr val="000000"/>
                                      </a:solidFill>
                                      <a:latin typeface="Cambria Math" panose="02040503050406030204" pitchFamily="18" charset="0"/>
                                    </a:rPr>
                                    <m:t>𝑖</m:t>
                                  </m:r>
                                </m:sub>
                              </m:sSub>
                              <m:r>
                                <a:rPr lang="zh-CN" altLang="en-US" sz="2000" i="1">
                                  <a:solidFill>
                                    <a:srgbClr val="000000"/>
                                  </a:solidFill>
                                  <a:latin typeface="Cambria Math" panose="02040503050406030204" pitchFamily="18" charset="0"/>
                                </a:rPr>
                                <m:t>𝑡</m:t>
                              </m:r>
                            </m:sup>
                          </m:sSup>
                        </m:e>
                      </m:nary>
                      <m:r>
                        <a:rPr lang="zh-CN" altLang="en-US" sz="2000" i="1">
                          <a:solidFill>
                            <a:srgbClr val="000000"/>
                          </a:solidFill>
                          <a:latin typeface="Cambria Math" panose="02040503050406030204" pitchFamily="18" charset="0"/>
                        </a:rPr>
                        <m:t>𝜀</m:t>
                      </m:r>
                      <m:r>
                        <a:rPr lang="zh-CN" altLang="en-US" sz="2000" i="1">
                          <a:solidFill>
                            <a:srgbClr val="000000"/>
                          </a:solidFill>
                          <a:latin typeface="Cambria Math" panose="02040503050406030204" pitchFamily="18" charset="0"/>
                        </a:rPr>
                        <m:t>(</m:t>
                      </m:r>
                      <m:r>
                        <a:rPr lang="zh-CN" altLang="en-US" sz="2000" i="1">
                          <a:solidFill>
                            <a:srgbClr val="000000"/>
                          </a:solidFill>
                          <a:latin typeface="Cambria Math" panose="02040503050406030204" pitchFamily="18" charset="0"/>
                        </a:rPr>
                        <m:t>𝑡</m:t>
                      </m:r>
                      <m:r>
                        <a:rPr lang="zh-CN" altLang="en-US" sz="2000" i="1">
                          <a:solidFill>
                            <a:srgbClr val="000000"/>
                          </a:solidFill>
                          <a:latin typeface="Cambria Math" panose="02040503050406030204" pitchFamily="18" charset="0"/>
                        </a:rPr>
                        <m:t>)+</m:t>
                      </m:r>
                      <m:sSub>
                        <m:sSubPr>
                          <m:ctrlPr>
                            <a:rPr lang="zh-CN" altLang="en-US" sz="2000" i="1">
                              <a:solidFill>
                                <a:srgbClr val="000000"/>
                              </a:solidFill>
                              <a:latin typeface="Cambria Math" panose="02040503050406030204" pitchFamily="18" charset="0"/>
                            </a:rPr>
                          </m:ctrlPr>
                        </m:sSubPr>
                        <m:e>
                          <m:r>
                            <a:rPr lang="zh-CN" altLang="en-US" sz="2000" i="1">
                              <a:solidFill>
                                <a:srgbClr val="000000"/>
                              </a:solidFill>
                              <a:latin typeface="Cambria Math" panose="02040503050406030204" pitchFamily="18" charset="0"/>
                            </a:rPr>
                            <m:t>𝑏</m:t>
                          </m:r>
                        </m:e>
                        <m:sub>
                          <m:r>
                            <a:rPr lang="zh-CN" altLang="en-US" sz="2000" i="1">
                              <a:solidFill>
                                <a:srgbClr val="000000"/>
                              </a:solidFill>
                              <a:latin typeface="Cambria Math" panose="02040503050406030204" pitchFamily="18" charset="0"/>
                            </a:rPr>
                            <m:t>𝑚</m:t>
                          </m:r>
                        </m:sub>
                      </m:sSub>
                      <m:r>
                        <a:rPr lang="zh-CN" altLang="en-US" sz="2000" i="1">
                          <a:solidFill>
                            <a:srgbClr val="000000"/>
                          </a:solidFill>
                          <a:latin typeface="Cambria Math" panose="02040503050406030204" pitchFamily="18" charset="0"/>
                        </a:rPr>
                        <m:t>𝛿</m:t>
                      </m:r>
                      <m:r>
                        <a:rPr lang="zh-CN" altLang="en-US" sz="2000" i="1">
                          <a:solidFill>
                            <a:srgbClr val="000000"/>
                          </a:solidFill>
                          <a:latin typeface="Cambria Math" panose="02040503050406030204" pitchFamily="18" charset="0"/>
                        </a:rPr>
                        <m:t>(</m:t>
                      </m:r>
                      <m:r>
                        <a:rPr lang="zh-CN" altLang="en-US" sz="2000" i="1">
                          <a:solidFill>
                            <a:srgbClr val="000000"/>
                          </a:solidFill>
                          <a:latin typeface="Cambria Math" panose="02040503050406030204" pitchFamily="18" charset="0"/>
                        </a:rPr>
                        <m:t>𝑡</m:t>
                      </m:r>
                      <m:r>
                        <a:rPr lang="zh-CN" altLang="en-US" sz="2000" i="1">
                          <a:solidFill>
                            <a:srgbClr val="000000"/>
                          </a:solidFill>
                          <a:latin typeface="Cambria Math" panose="02040503050406030204" pitchFamily="18" charset="0"/>
                        </a:rPr>
                        <m:t>)</m:t>
                      </m:r>
                    </m:oMath>
                    <m:oMath xmlns:m="http://schemas.openxmlformats.org/officeDocument/2006/math">
                      <m:r>
                        <a:rPr lang="zh-CN" altLang="en-US" sz="1800" i="1">
                          <a:solidFill>
                            <a:srgbClr val="000000"/>
                          </a:solidFill>
                          <a:latin typeface="Cambria Math" panose="02040503050406030204" pitchFamily="18" charset="0"/>
                        </a:rPr>
                        <m:t>(</m:t>
                      </m:r>
                      <m:r>
                        <a:rPr lang="zh-CN" altLang="en-US" sz="1800" i="1">
                          <a:solidFill>
                            <a:srgbClr val="000000"/>
                          </a:solidFill>
                          <a:latin typeface="Cambria Math" panose="02040503050406030204" pitchFamily="18" charset="0"/>
                        </a:rPr>
                        <m:t>3</m:t>
                      </m:r>
                      <m:r>
                        <a:rPr lang="zh-CN" altLang="en-US" sz="1800" i="1">
                          <a:solidFill>
                            <a:srgbClr val="000000"/>
                          </a:solidFill>
                          <a:latin typeface="Cambria Math" panose="02040503050406030204" pitchFamily="18" charset="0"/>
                        </a:rPr>
                        <m:t>)</m:t>
                      </m:r>
                      <m:r>
                        <a:rPr lang="zh-CN" altLang="en-US" sz="1800" i="1">
                          <a:solidFill>
                            <a:srgbClr val="000000"/>
                          </a:solidFill>
                          <a:latin typeface="Cambria Math" panose="02040503050406030204" pitchFamily="18" charset="0"/>
                        </a:rPr>
                        <m:t>𝑛</m:t>
                      </m:r>
                      <m:r>
                        <a:rPr lang="zh-CN" altLang="en-US" sz="1800" i="1">
                          <a:solidFill>
                            <a:srgbClr val="000000"/>
                          </a:solidFill>
                          <a:latin typeface="Cambria Math" panose="02040503050406030204" pitchFamily="18" charset="0"/>
                        </a:rPr>
                        <m:t>&lt;</m:t>
                      </m:r>
                      <m:r>
                        <a:rPr lang="zh-CN" altLang="en-US" sz="1800" i="1">
                          <a:solidFill>
                            <a:srgbClr val="000000"/>
                          </a:solidFill>
                          <a:latin typeface="Cambria Math" panose="02040503050406030204" pitchFamily="18" charset="0"/>
                        </a:rPr>
                        <m:t>𝑚</m:t>
                      </m:r>
                      <m:r>
                        <a:rPr lang="zh-CN" altLang="en-US" sz="1800" i="1">
                          <a:solidFill>
                            <a:srgbClr val="000000"/>
                          </a:solidFill>
                          <a:latin typeface="Cambria Math" panose="02040503050406030204" pitchFamily="18" charset="0"/>
                        </a:rPr>
                        <m:t>时，</m:t>
                      </m:r>
                      <m:r>
                        <m:rPr>
                          <m:nor/>
                        </m:rPr>
                        <a:rPr lang="zh-CN" altLang="en-US" sz="1800" i="0">
                          <a:solidFill>
                            <a:srgbClr val="000000"/>
                          </a:solidFill>
                          <a:latin typeface="Cambria Math" panose="02040503050406030204" pitchFamily="18" charset="0"/>
                        </a:rPr>
                        <m:t>   </m:t>
                      </m:r>
                      <m:r>
                        <a:rPr lang="en-US" altLang="zh-CN" sz="1800" b="1" i="1" smtClean="0">
                          <a:solidFill>
                            <a:srgbClr val="000000"/>
                          </a:solidFill>
                          <a:latin typeface="Cambria Math" panose="02040503050406030204" pitchFamily="18" charset="0"/>
                        </a:rPr>
                        <m:t>𝒇</m:t>
                      </m:r>
                      <m:r>
                        <a:rPr lang="zh-CN" altLang="en-US" sz="1800" i="1">
                          <a:solidFill>
                            <a:srgbClr val="000000"/>
                          </a:solidFill>
                          <a:latin typeface="Cambria Math" panose="02040503050406030204" pitchFamily="18" charset="0"/>
                        </a:rPr>
                        <m:t>(</m:t>
                      </m:r>
                      <m:r>
                        <a:rPr lang="zh-CN" altLang="en-US" sz="1800" i="1">
                          <a:solidFill>
                            <a:srgbClr val="000000"/>
                          </a:solidFill>
                          <a:latin typeface="Cambria Math" panose="02040503050406030204" pitchFamily="18" charset="0"/>
                        </a:rPr>
                        <m:t>𝑡</m:t>
                      </m:r>
                      <m:r>
                        <a:rPr lang="zh-CN" altLang="en-US" sz="1800" i="1">
                          <a:solidFill>
                            <a:srgbClr val="000000"/>
                          </a:solidFill>
                          <a:latin typeface="Cambria Math" panose="02040503050406030204" pitchFamily="18" charset="0"/>
                        </a:rPr>
                        <m:t>)=</m:t>
                      </m:r>
                      <m:sSub>
                        <m:sSubPr>
                          <m:ctrlPr>
                            <a:rPr lang="zh-CN" altLang="en-US" sz="1800" i="1">
                              <a:solidFill>
                                <a:srgbClr val="000000"/>
                              </a:solidFill>
                              <a:latin typeface="Cambria Math" panose="02040503050406030204" pitchFamily="18" charset="0"/>
                            </a:rPr>
                          </m:ctrlPr>
                        </m:sSubPr>
                        <m:e>
                          <m:r>
                            <a:rPr lang="zh-CN" altLang="en-US" sz="1800" i="1">
                              <a:solidFill>
                                <a:srgbClr val="000000"/>
                              </a:solidFill>
                              <a:latin typeface="Cambria Math" panose="02040503050406030204" pitchFamily="18" charset="0"/>
                            </a:rPr>
                            <m:t>𝑑</m:t>
                          </m:r>
                        </m:e>
                        <m:sub>
                          <m:r>
                            <a:rPr lang="zh-CN" altLang="en-US" sz="1800" i="1">
                              <a:solidFill>
                                <a:srgbClr val="000000"/>
                              </a:solidFill>
                              <a:latin typeface="Cambria Math" panose="02040503050406030204" pitchFamily="18" charset="0"/>
                            </a:rPr>
                            <m:t>𝑚</m:t>
                          </m:r>
                          <m:r>
                            <a:rPr lang="zh-CN" altLang="en-US" sz="1800" i="1">
                              <a:solidFill>
                                <a:srgbClr val="000000"/>
                              </a:solidFill>
                              <a:latin typeface="Cambria Math" panose="02040503050406030204" pitchFamily="18" charset="0"/>
                            </a:rPr>
                            <m:t>−</m:t>
                          </m:r>
                          <m:r>
                            <a:rPr lang="zh-CN" altLang="en-US" sz="1800" i="1">
                              <a:solidFill>
                                <a:srgbClr val="000000"/>
                              </a:solidFill>
                              <a:latin typeface="Cambria Math" panose="02040503050406030204" pitchFamily="18" charset="0"/>
                            </a:rPr>
                            <m:t>𝑛</m:t>
                          </m:r>
                        </m:sub>
                      </m:sSub>
                      <m:sSup>
                        <m:sSupPr>
                          <m:ctrlPr>
                            <a:rPr lang="zh-CN" altLang="en-US" sz="1800" i="1">
                              <a:solidFill>
                                <a:srgbClr val="000000"/>
                              </a:solidFill>
                              <a:latin typeface="Cambria Math" panose="02040503050406030204" pitchFamily="18" charset="0"/>
                            </a:rPr>
                          </m:ctrlPr>
                        </m:sSupPr>
                        <m:e>
                          <m:r>
                            <a:rPr lang="zh-CN" altLang="en-US" sz="1800" i="1">
                              <a:solidFill>
                                <a:srgbClr val="000000"/>
                              </a:solidFill>
                              <a:latin typeface="Cambria Math" panose="02040503050406030204" pitchFamily="18" charset="0"/>
                            </a:rPr>
                            <m:t>𝛿</m:t>
                          </m:r>
                        </m:e>
                        <m:sup>
                          <m:r>
                            <a:rPr lang="zh-CN" altLang="en-US" sz="1800" i="1">
                              <a:solidFill>
                                <a:srgbClr val="000000"/>
                              </a:solidFill>
                              <a:latin typeface="Cambria Math" panose="02040503050406030204" pitchFamily="18" charset="0"/>
                            </a:rPr>
                            <m:t>(</m:t>
                          </m:r>
                          <m:r>
                            <a:rPr lang="zh-CN" altLang="en-US" sz="1800" i="1">
                              <a:solidFill>
                                <a:srgbClr val="000000"/>
                              </a:solidFill>
                              <a:latin typeface="Cambria Math" panose="02040503050406030204" pitchFamily="18" charset="0"/>
                            </a:rPr>
                            <m:t>𝑚</m:t>
                          </m:r>
                          <m:r>
                            <a:rPr lang="zh-CN" altLang="en-US" sz="1800" i="1">
                              <a:solidFill>
                                <a:srgbClr val="000000"/>
                              </a:solidFill>
                              <a:latin typeface="Cambria Math" panose="02040503050406030204" pitchFamily="18" charset="0"/>
                            </a:rPr>
                            <m:t>−</m:t>
                          </m:r>
                          <m:r>
                            <a:rPr lang="zh-CN" altLang="en-US" sz="1800" i="1">
                              <a:solidFill>
                                <a:srgbClr val="000000"/>
                              </a:solidFill>
                              <a:latin typeface="Cambria Math" panose="02040503050406030204" pitchFamily="18" charset="0"/>
                            </a:rPr>
                            <m:t>𝑛</m:t>
                          </m:r>
                          <m:r>
                            <a:rPr lang="zh-CN" altLang="en-US" sz="1800" i="1">
                              <a:solidFill>
                                <a:srgbClr val="000000"/>
                              </a:solidFill>
                              <a:latin typeface="Cambria Math" panose="02040503050406030204" pitchFamily="18" charset="0"/>
                            </a:rPr>
                            <m:t>)</m:t>
                          </m:r>
                        </m:sup>
                      </m:sSup>
                      <m:r>
                        <a:rPr lang="zh-CN" altLang="en-US" sz="1800" i="1">
                          <a:solidFill>
                            <a:srgbClr val="000000"/>
                          </a:solidFill>
                          <a:latin typeface="Cambria Math" panose="02040503050406030204" pitchFamily="18" charset="0"/>
                        </a:rPr>
                        <m:t>(</m:t>
                      </m:r>
                      <m:r>
                        <a:rPr lang="zh-CN" altLang="en-US" sz="1800" i="1">
                          <a:solidFill>
                            <a:srgbClr val="000000"/>
                          </a:solidFill>
                          <a:latin typeface="Cambria Math" panose="02040503050406030204" pitchFamily="18" charset="0"/>
                        </a:rPr>
                        <m:t>𝑡</m:t>
                      </m:r>
                      <m:r>
                        <a:rPr lang="zh-CN" altLang="en-US" sz="1800" i="1">
                          <a:solidFill>
                            <a:srgbClr val="000000"/>
                          </a:solidFill>
                          <a:latin typeface="Cambria Math" panose="02040503050406030204" pitchFamily="18" charset="0"/>
                        </a:rPr>
                        <m:t>)+</m:t>
                      </m:r>
                      <m:sSub>
                        <m:sSubPr>
                          <m:ctrlPr>
                            <a:rPr lang="zh-CN" altLang="en-US" sz="1800" i="1">
                              <a:solidFill>
                                <a:srgbClr val="000000"/>
                              </a:solidFill>
                              <a:latin typeface="Cambria Math" panose="02040503050406030204" pitchFamily="18" charset="0"/>
                            </a:rPr>
                          </m:ctrlPr>
                        </m:sSubPr>
                        <m:e>
                          <m:r>
                            <a:rPr lang="zh-CN" altLang="en-US" sz="1800" i="1">
                              <a:solidFill>
                                <a:srgbClr val="000000"/>
                              </a:solidFill>
                              <a:latin typeface="Cambria Math" panose="02040503050406030204" pitchFamily="18" charset="0"/>
                            </a:rPr>
                            <m:t>𝑑</m:t>
                          </m:r>
                        </m:e>
                        <m:sub>
                          <m:r>
                            <a:rPr lang="zh-CN" altLang="en-US" sz="1800" i="1">
                              <a:solidFill>
                                <a:srgbClr val="000000"/>
                              </a:solidFill>
                              <a:latin typeface="Cambria Math" panose="02040503050406030204" pitchFamily="18" charset="0"/>
                            </a:rPr>
                            <m:t>𝑚</m:t>
                          </m:r>
                          <m:r>
                            <a:rPr lang="zh-CN" altLang="en-US" sz="1800" i="1">
                              <a:solidFill>
                                <a:srgbClr val="000000"/>
                              </a:solidFill>
                              <a:latin typeface="Cambria Math" panose="02040503050406030204" pitchFamily="18" charset="0"/>
                            </a:rPr>
                            <m:t>−</m:t>
                          </m:r>
                          <m:r>
                            <a:rPr lang="zh-CN" altLang="en-US" sz="1800" i="1">
                              <a:solidFill>
                                <a:srgbClr val="000000"/>
                              </a:solidFill>
                              <a:latin typeface="Cambria Math" panose="02040503050406030204" pitchFamily="18" charset="0"/>
                            </a:rPr>
                            <m:t>𝑛</m:t>
                          </m:r>
                          <m:r>
                            <a:rPr lang="zh-CN" altLang="en-US" sz="1800" i="1">
                              <a:solidFill>
                                <a:srgbClr val="000000"/>
                              </a:solidFill>
                              <a:latin typeface="Cambria Math" panose="02040503050406030204" pitchFamily="18" charset="0"/>
                            </a:rPr>
                            <m:t>+</m:t>
                          </m:r>
                          <m:r>
                            <a:rPr lang="zh-CN" altLang="en-US" sz="1800" i="1">
                              <a:solidFill>
                                <a:srgbClr val="000000"/>
                              </a:solidFill>
                              <a:latin typeface="Cambria Math" panose="02040503050406030204" pitchFamily="18" charset="0"/>
                            </a:rPr>
                            <m:t>1</m:t>
                          </m:r>
                        </m:sub>
                      </m:sSub>
                      <m:sSup>
                        <m:sSupPr>
                          <m:ctrlPr>
                            <a:rPr lang="zh-CN" altLang="en-US" sz="1800" i="1">
                              <a:solidFill>
                                <a:srgbClr val="000000"/>
                              </a:solidFill>
                              <a:latin typeface="Cambria Math" panose="02040503050406030204" pitchFamily="18" charset="0"/>
                            </a:rPr>
                          </m:ctrlPr>
                        </m:sSupPr>
                        <m:e>
                          <m:r>
                            <a:rPr lang="zh-CN" altLang="en-US" sz="1800" i="1">
                              <a:solidFill>
                                <a:srgbClr val="000000"/>
                              </a:solidFill>
                              <a:latin typeface="Cambria Math" panose="02040503050406030204" pitchFamily="18" charset="0"/>
                            </a:rPr>
                            <m:t>𝛿</m:t>
                          </m:r>
                        </m:e>
                        <m:sup>
                          <m:r>
                            <a:rPr lang="zh-CN" altLang="en-US" sz="1800" i="1">
                              <a:solidFill>
                                <a:srgbClr val="000000"/>
                              </a:solidFill>
                              <a:latin typeface="Cambria Math" panose="02040503050406030204" pitchFamily="18" charset="0"/>
                            </a:rPr>
                            <m:t>(</m:t>
                          </m:r>
                          <m:r>
                            <a:rPr lang="zh-CN" altLang="en-US" sz="1800" i="1">
                              <a:solidFill>
                                <a:srgbClr val="000000"/>
                              </a:solidFill>
                              <a:latin typeface="Cambria Math" panose="02040503050406030204" pitchFamily="18" charset="0"/>
                            </a:rPr>
                            <m:t>𝑚</m:t>
                          </m:r>
                          <m:r>
                            <a:rPr lang="zh-CN" altLang="en-US" sz="1800" i="1">
                              <a:solidFill>
                                <a:srgbClr val="000000"/>
                              </a:solidFill>
                              <a:latin typeface="Cambria Math" panose="02040503050406030204" pitchFamily="18" charset="0"/>
                            </a:rPr>
                            <m:t>−</m:t>
                          </m:r>
                          <m:r>
                            <a:rPr lang="zh-CN" altLang="en-US" sz="1800" i="1">
                              <a:solidFill>
                                <a:srgbClr val="000000"/>
                              </a:solidFill>
                              <a:latin typeface="Cambria Math" panose="02040503050406030204" pitchFamily="18" charset="0"/>
                            </a:rPr>
                            <m:t>𝑛</m:t>
                          </m:r>
                          <m:r>
                            <a:rPr lang="zh-CN" altLang="en-US" sz="1800" i="1">
                              <a:solidFill>
                                <a:srgbClr val="000000"/>
                              </a:solidFill>
                              <a:latin typeface="Cambria Math" panose="02040503050406030204" pitchFamily="18" charset="0"/>
                            </a:rPr>
                            <m:t>+</m:t>
                          </m:r>
                          <m:r>
                            <a:rPr lang="zh-CN" altLang="en-US" sz="1800" i="1">
                              <a:solidFill>
                                <a:srgbClr val="000000"/>
                              </a:solidFill>
                              <a:latin typeface="Cambria Math" panose="02040503050406030204" pitchFamily="18" charset="0"/>
                            </a:rPr>
                            <m:t>1</m:t>
                          </m:r>
                          <m:r>
                            <a:rPr lang="zh-CN" altLang="en-US" sz="1800" i="1">
                              <a:solidFill>
                                <a:srgbClr val="000000"/>
                              </a:solidFill>
                              <a:latin typeface="Cambria Math" panose="02040503050406030204" pitchFamily="18" charset="0"/>
                            </a:rPr>
                            <m:t>)</m:t>
                          </m:r>
                        </m:sup>
                      </m:sSup>
                      <m:r>
                        <a:rPr lang="zh-CN" altLang="en-US" sz="1800" i="1">
                          <a:solidFill>
                            <a:srgbClr val="000000"/>
                          </a:solidFill>
                          <a:latin typeface="Cambria Math" panose="02040503050406030204" pitchFamily="18" charset="0"/>
                        </a:rPr>
                        <m:t>(</m:t>
                      </m:r>
                      <m:r>
                        <a:rPr lang="zh-CN" altLang="en-US" sz="1800" i="1">
                          <a:solidFill>
                            <a:srgbClr val="000000"/>
                          </a:solidFill>
                          <a:latin typeface="Cambria Math" panose="02040503050406030204" pitchFamily="18" charset="0"/>
                        </a:rPr>
                        <m:t>𝑡</m:t>
                      </m:r>
                      <m:r>
                        <a:rPr lang="zh-CN" altLang="en-US" sz="1800" i="1">
                          <a:solidFill>
                            <a:srgbClr val="000000"/>
                          </a:solidFill>
                          <a:latin typeface="Cambria Math" panose="02040503050406030204" pitchFamily="18" charset="0"/>
                        </a:rPr>
                        <m:t>)+⋅⋅⋅+</m:t>
                      </m:r>
                      <m:sSub>
                        <m:sSubPr>
                          <m:ctrlPr>
                            <a:rPr lang="zh-CN" altLang="en-US" sz="1800" i="1">
                              <a:solidFill>
                                <a:srgbClr val="000000"/>
                              </a:solidFill>
                              <a:latin typeface="Cambria Math" panose="02040503050406030204" pitchFamily="18" charset="0"/>
                            </a:rPr>
                          </m:ctrlPr>
                        </m:sSubPr>
                        <m:e>
                          <m:r>
                            <a:rPr lang="zh-CN" altLang="en-US" sz="1800" i="1">
                              <a:solidFill>
                                <a:srgbClr val="000000"/>
                              </a:solidFill>
                              <a:latin typeface="Cambria Math" panose="02040503050406030204" pitchFamily="18" charset="0"/>
                            </a:rPr>
                            <m:t>𝑑</m:t>
                          </m:r>
                        </m:e>
                        <m:sub>
                          <m:r>
                            <a:rPr lang="zh-CN" altLang="en-US" sz="1800" i="1">
                              <a:solidFill>
                                <a:srgbClr val="000000"/>
                              </a:solidFill>
                              <a:latin typeface="Cambria Math" panose="02040503050406030204" pitchFamily="18" charset="0"/>
                            </a:rPr>
                            <m:t>1</m:t>
                          </m:r>
                        </m:sub>
                      </m:sSub>
                      <m:sSup>
                        <m:sSupPr>
                          <m:ctrlPr>
                            <a:rPr lang="zh-CN" altLang="en-US" sz="1800" i="1">
                              <a:solidFill>
                                <a:srgbClr val="000000"/>
                              </a:solidFill>
                              <a:latin typeface="Cambria Math" panose="02040503050406030204" pitchFamily="18" charset="0"/>
                            </a:rPr>
                          </m:ctrlPr>
                        </m:sSupPr>
                        <m:e>
                          <m:r>
                            <a:rPr lang="zh-CN" altLang="en-US" sz="1800" i="1">
                              <a:solidFill>
                                <a:srgbClr val="000000"/>
                              </a:solidFill>
                              <a:latin typeface="Cambria Math" panose="02040503050406030204" pitchFamily="18" charset="0"/>
                            </a:rPr>
                            <m:t>𝛿</m:t>
                          </m:r>
                        </m:e>
                        <m:sup>
                          <m:r>
                            <a:rPr lang="zh-CN" altLang="en-US" sz="1800" i="1">
                              <a:solidFill>
                                <a:srgbClr val="000000"/>
                              </a:solidFill>
                              <a:latin typeface="Cambria Math" panose="02040503050406030204" pitchFamily="18" charset="0"/>
                            </a:rPr>
                            <m:t>′</m:t>
                          </m:r>
                        </m:sup>
                      </m:sSup>
                      <m:r>
                        <a:rPr lang="zh-CN" altLang="en-US" sz="1800" i="1">
                          <a:solidFill>
                            <a:srgbClr val="000000"/>
                          </a:solidFill>
                          <a:latin typeface="Cambria Math" panose="02040503050406030204" pitchFamily="18" charset="0"/>
                        </a:rPr>
                        <m:t>(</m:t>
                      </m:r>
                      <m:r>
                        <a:rPr lang="zh-CN" altLang="en-US" sz="1800" i="1">
                          <a:solidFill>
                            <a:srgbClr val="000000"/>
                          </a:solidFill>
                          <a:latin typeface="Cambria Math" panose="02040503050406030204" pitchFamily="18" charset="0"/>
                        </a:rPr>
                        <m:t>𝑡</m:t>
                      </m:r>
                      <m:r>
                        <a:rPr lang="zh-CN" altLang="en-US" sz="1800" i="1">
                          <a:solidFill>
                            <a:srgbClr val="000000"/>
                          </a:solidFill>
                          <a:latin typeface="Cambria Math" panose="02040503050406030204" pitchFamily="18" charset="0"/>
                        </a:rPr>
                        <m:t>)+</m:t>
                      </m:r>
                      <m:func>
                        <m:funcPr>
                          <m:ctrlPr>
                            <a:rPr lang="zh-CN" altLang="en-US" sz="1800" i="1">
                              <a:solidFill>
                                <a:srgbClr val="000000"/>
                              </a:solidFill>
                              <a:latin typeface="Cambria Math" panose="02040503050406030204" pitchFamily="18" charset="0"/>
                            </a:rPr>
                          </m:ctrlPr>
                        </m:funcPr>
                        <m:fName>
                          <m:sSub>
                            <m:sSubPr>
                              <m:ctrlPr>
                                <a:rPr lang="zh-CN" altLang="en-US" sz="1800" i="1">
                                  <a:solidFill>
                                    <a:srgbClr val="000000"/>
                                  </a:solidFill>
                                  <a:latin typeface="Cambria Math" panose="02040503050406030204" pitchFamily="18" charset="0"/>
                                </a:rPr>
                              </m:ctrlPr>
                            </m:sSubPr>
                            <m:e>
                              <m:r>
                                <m:rPr>
                                  <m:sty m:val="p"/>
                                </m:rPr>
                                <a:rPr lang="zh-CN" altLang="en-US" sz="1800" i="0">
                                  <a:solidFill>
                                    <a:srgbClr val="000000"/>
                                  </a:solidFill>
                                  <a:latin typeface="Cambria Math" panose="02040503050406030204" pitchFamily="18" charset="0"/>
                                </a:rPr>
                                <m:t>d</m:t>
                              </m:r>
                            </m:e>
                            <m:sub>
                              <m:r>
                                <a:rPr lang="zh-CN" altLang="en-US" sz="1800" i="1">
                                  <a:solidFill>
                                    <a:srgbClr val="000000"/>
                                  </a:solidFill>
                                  <a:latin typeface="Cambria Math" panose="02040503050406030204" pitchFamily="18" charset="0"/>
                                </a:rPr>
                                <m:t>0</m:t>
                              </m:r>
                            </m:sub>
                          </m:sSub>
                        </m:fName>
                        <m:e>
                          <m:r>
                            <a:rPr lang="zh-CN" altLang="en-US" sz="1800" i="1">
                              <a:solidFill>
                                <a:srgbClr val="000000"/>
                              </a:solidFill>
                              <a:latin typeface="Cambria Math" panose="02040503050406030204" pitchFamily="18" charset="0"/>
                            </a:rPr>
                            <m:t>𝛿</m:t>
                          </m:r>
                        </m:e>
                      </m:func>
                      <m:r>
                        <a:rPr lang="zh-CN" altLang="en-US" sz="1800" i="1">
                          <a:solidFill>
                            <a:srgbClr val="000000"/>
                          </a:solidFill>
                          <a:latin typeface="Cambria Math" panose="02040503050406030204" pitchFamily="18" charset="0"/>
                        </a:rPr>
                        <m:t>(</m:t>
                      </m:r>
                      <m:r>
                        <a:rPr lang="zh-CN" altLang="en-US" sz="1800" i="1">
                          <a:solidFill>
                            <a:srgbClr val="000000"/>
                          </a:solidFill>
                          <a:latin typeface="Cambria Math" panose="02040503050406030204" pitchFamily="18" charset="0"/>
                        </a:rPr>
                        <m:t>𝑡</m:t>
                      </m:r>
                      <m:r>
                        <a:rPr lang="zh-CN" altLang="en-US" sz="1800" i="1">
                          <a:solidFill>
                            <a:srgbClr val="000000"/>
                          </a:solidFill>
                          <a:latin typeface="Cambria Math" panose="02040503050406030204" pitchFamily="18" charset="0"/>
                        </a:rPr>
                        <m:t>)</m:t>
                      </m:r>
                    </m:oMath>
                    <m:oMath xmlns:m="http://schemas.openxmlformats.org/officeDocument/2006/math">
                      <m:r>
                        <m:rPr>
                          <m:nor/>
                        </m:rPr>
                        <a:rPr lang="zh-CN" altLang="en-US" sz="2000" i="0">
                          <a:solidFill>
                            <a:srgbClr val="000000"/>
                          </a:solidFill>
                          <a:latin typeface="Cambria Math" panose="02040503050406030204" pitchFamily="18" charset="0"/>
                        </a:rPr>
                        <m:t>                                </m:t>
                      </m:r>
                      <m:r>
                        <a:rPr lang="zh-CN" altLang="en-US" sz="2000" i="1">
                          <a:solidFill>
                            <a:srgbClr val="000000"/>
                          </a:solidFill>
                          <a:latin typeface="Cambria Math" panose="02040503050406030204" pitchFamily="18" charset="0"/>
                        </a:rPr>
                        <m:t>+</m:t>
                      </m:r>
                      <m:nary>
                        <m:naryPr>
                          <m:chr m:val="∑"/>
                          <m:ctrlPr>
                            <a:rPr lang="zh-CN" altLang="en-US" sz="2000" i="1">
                              <a:solidFill>
                                <a:srgbClr val="000000"/>
                              </a:solidFill>
                              <a:latin typeface="Cambria Math" panose="02040503050406030204" pitchFamily="18" charset="0"/>
                            </a:rPr>
                          </m:ctrlPr>
                        </m:naryPr>
                        <m:sub>
                          <m:r>
                            <m:rPr>
                              <m:sty m:val="p"/>
                            </m:rPr>
                            <a:rPr lang="zh-CN" altLang="en-US" sz="2000" i="0">
                              <a:solidFill>
                                <a:srgbClr val="000000"/>
                              </a:solidFill>
                              <a:latin typeface="Cambria Math" panose="02040503050406030204" pitchFamily="18" charset="0"/>
                            </a:rPr>
                            <m:t>i</m:t>
                          </m:r>
                          <m:r>
                            <a:rPr lang="zh-CN" altLang="en-US" sz="2000" i="1">
                              <a:solidFill>
                                <a:srgbClr val="000000"/>
                              </a:solidFill>
                              <a:latin typeface="Cambria Math" panose="02040503050406030204" pitchFamily="18" charset="0"/>
                            </a:rPr>
                            <m:t>=</m:t>
                          </m:r>
                          <m:r>
                            <a:rPr lang="zh-CN" altLang="en-US" sz="2000" i="0">
                              <a:solidFill>
                                <a:srgbClr val="000000"/>
                              </a:solidFill>
                              <a:latin typeface="Cambria Math" panose="02040503050406030204" pitchFamily="18" charset="0"/>
                            </a:rPr>
                            <m:t>1</m:t>
                          </m:r>
                        </m:sub>
                        <m:sup>
                          <m:r>
                            <a:rPr lang="zh-CN" altLang="en-US" sz="2000" i="1">
                              <a:solidFill>
                                <a:srgbClr val="000000"/>
                              </a:solidFill>
                              <a:latin typeface="Cambria Math" panose="02040503050406030204" pitchFamily="18" charset="0"/>
                            </a:rPr>
                            <m:t>𝑛</m:t>
                          </m:r>
                        </m:sup>
                        <m:e>
                          <m:sSub>
                            <m:sSubPr>
                              <m:ctrlPr>
                                <a:rPr lang="zh-CN" altLang="en-US" sz="2000" i="1">
                                  <a:solidFill>
                                    <a:srgbClr val="000000"/>
                                  </a:solidFill>
                                  <a:latin typeface="Cambria Math" panose="02040503050406030204" pitchFamily="18" charset="0"/>
                                </a:rPr>
                              </m:ctrlPr>
                            </m:sSubPr>
                            <m:e>
                              <m:r>
                                <a:rPr lang="zh-CN" altLang="en-US" sz="2000" i="1">
                                  <a:solidFill>
                                    <a:srgbClr val="000000"/>
                                  </a:solidFill>
                                  <a:latin typeface="Cambria Math" panose="02040503050406030204" pitchFamily="18" charset="0"/>
                                </a:rPr>
                                <m:t>𝑘</m:t>
                              </m:r>
                            </m:e>
                            <m:sub>
                              <m:r>
                                <a:rPr lang="zh-CN" altLang="en-US" sz="2000" i="1">
                                  <a:solidFill>
                                    <a:srgbClr val="000000"/>
                                  </a:solidFill>
                                  <a:latin typeface="Cambria Math" panose="02040503050406030204" pitchFamily="18" charset="0"/>
                                </a:rPr>
                                <m:t>𝑖</m:t>
                              </m:r>
                            </m:sub>
                          </m:sSub>
                          <m:sSup>
                            <m:sSupPr>
                              <m:ctrlPr>
                                <a:rPr lang="zh-CN" altLang="en-US" sz="2000" i="1">
                                  <a:solidFill>
                                    <a:srgbClr val="000000"/>
                                  </a:solidFill>
                                  <a:latin typeface="Cambria Math" panose="02040503050406030204" pitchFamily="18" charset="0"/>
                                </a:rPr>
                              </m:ctrlPr>
                            </m:sSupPr>
                            <m:e>
                              <m:r>
                                <a:rPr lang="zh-CN" altLang="en-US" sz="2000" i="1">
                                  <a:solidFill>
                                    <a:srgbClr val="000000"/>
                                  </a:solidFill>
                                  <a:latin typeface="Cambria Math" panose="02040503050406030204" pitchFamily="18" charset="0"/>
                                </a:rPr>
                                <m:t>𝑒</m:t>
                              </m:r>
                            </m:e>
                            <m:sup>
                              <m:sSub>
                                <m:sSubPr>
                                  <m:ctrlPr>
                                    <a:rPr lang="zh-CN" altLang="en-US" sz="2000" i="1">
                                      <a:solidFill>
                                        <a:srgbClr val="000000"/>
                                      </a:solidFill>
                                      <a:latin typeface="Cambria Math" panose="02040503050406030204" pitchFamily="18" charset="0"/>
                                    </a:rPr>
                                  </m:ctrlPr>
                                </m:sSubPr>
                                <m:e>
                                  <m:r>
                                    <a:rPr lang="en-US" altLang="zh-CN" sz="2000" b="1" i="1" smtClean="0">
                                      <a:solidFill>
                                        <a:srgbClr val="000000"/>
                                      </a:solidFill>
                                      <a:latin typeface="Cambria Math" panose="02040503050406030204" pitchFamily="18" charset="0"/>
                                    </a:rPr>
                                    <m:t>𝒔</m:t>
                                  </m:r>
                                </m:e>
                                <m:sub>
                                  <m:r>
                                    <a:rPr lang="zh-CN" altLang="en-US" sz="2000" i="1">
                                      <a:solidFill>
                                        <a:srgbClr val="000000"/>
                                      </a:solidFill>
                                      <a:latin typeface="Cambria Math" panose="02040503050406030204" pitchFamily="18" charset="0"/>
                                    </a:rPr>
                                    <m:t>𝑖</m:t>
                                  </m:r>
                                </m:sub>
                              </m:sSub>
                              <m:r>
                                <a:rPr lang="zh-CN" altLang="en-US" sz="2000" i="1">
                                  <a:solidFill>
                                    <a:srgbClr val="000000"/>
                                  </a:solidFill>
                                  <a:latin typeface="Cambria Math" panose="02040503050406030204" pitchFamily="18" charset="0"/>
                                </a:rPr>
                                <m:t>𝑡</m:t>
                              </m:r>
                            </m:sup>
                          </m:sSup>
                        </m:e>
                      </m:nary>
                      <m:r>
                        <a:rPr lang="zh-CN" altLang="en-US" sz="2000" i="1">
                          <a:solidFill>
                            <a:srgbClr val="000000"/>
                          </a:solidFill>
                          <a:latin typeface="Cambria Math" panose="02040503050406030204" pitchFamily="18" charset="0"/>
                        </a:rPr>
                        <m:t>𝜀</m:t>
                      </m:r>
                      <m:r>
                        <a:rPr lang="zh-CN" altLang="en-US" sz="2000" i="1">
                          <a:solidFill>
                            <a:srgbClr val="000000"/>
                          </a:solidFill>
                          <a:latin typeface="Cambria Math" panose="02040503050406030204" pitchFamily="18" charset="0"/>
                        </a:rPr>
                        <m:t>(</m:t>
                      </m:r>
                      <m:r>
                        <a:rPr lang="zh-CN" altLang="en-US" sz="2000" i="1">
                          <a:solidFill>
                            <a:srgbClr val="000000"/>
                          </a:solidFill>
                          <a:latin typeface="Cambria Math" panose="02040503050406030204" pitchFamily="18" charset="0"/>
                        </a:rPr>
                        <m:t>𝑡</m:t>
                      </m:r>
                      <m:r>
                        <a:rPr lang="zh-CN" altLang="en-US" sz="2000" i="1">
                          <a:solidFill>
                            <a:srgbClr val="000000"/>
                          </a:solidFill>
                          <a:latin typeface="Cambria Math" panose="02040503050406030204" pitchFamily="18" charset="0"/>
                        </a:rPr>
                        <m:t>)(</m:t>
                      </m:r>
                      <m:r>
                        <a:rPr lang="zh-CN" altLang="en-US" sz="2000" i="1">
                          <a:solidFill>
                            <a:srgbClr val="000000"/>
                          </a:solidFill>
                          <a:latin typeface="Cambria Math" panose="02040503050406030204" pitchFamily="18" charset="0"/>
                        </a:rPr>
                        <m:t>其中</m:t>
                      </m:r>
                      <m:sSub>
                        <m:sSubPr>
                          <m:ctrlPr>
                            <a:rPr lang="zh-CN" altLang="en-US" sz="2000" i="1">
                              <a:solidFill>
                                <a:srgbClr val="000000"/>
                              </a:solidFill>
                              <a:latin typeface="Cambria Math" panose="02040503050406030204" pitchFamily="18" charset="0"/>
                            </a:rPr>
                          </m:ctrlPr>
                        </m:sSubPr>
                        <m:e>
                          <m:r>
                            <a:rPr lang="zh-CN" altLang="en-US" sz="2000" i="1">
                              <a:solidFill>
                                <a:srgbClr val="000000"/>
                              </a:solidFill>
                              <a:latin typeface="Cambria Math" panose="02040503050406030204" pitchFamily="18" charset="0"/>
                            </a:rPr>
                            <m:t>𝑑</m:t>
                          </m:r>
                        </m:e>
                        <m:sub>
                          <m:r>
                            <a:rPr lang="zh-CN" altLang="en-US" sz="2000" i="1">
                              <a:solidFill>
                                <a:srgbClr val="000000"/>
                              </a:solidFill>
                              <a:latin typeface="Cambria Math" panose="02040503050406030204" pitchFamily="18" charset="0"/>
                            </a:rPr>
                            <m:t>𝑗</m:t>
                          </m:r>
                        </m:sub>
                      </m:sSub>
                      <m:r>
                        <a:rPr lang="zh-CN" altLang="en-US" sz="2000" i="1">
                          <a:solidFill>
                            <a:srgbClr val="000000"/>
                          </a:solidFill>
                          <a:latin typeface="Cambria Math" panose="02040503050406030204" pitchFamily="18" charset="0"/>
                        </a:rPr>
                        <m:t>、</m:t>
                      </m:r>
                      <m:sSub>
                        <m:sSubPr>
                          <m:ctrlPr>
                            <a:rPr lang="zh-CN" altLang="en-US" sz="2000" i="1">
                              <a:solidFill>
                                <a:srgbClr val="000000"/>
                              </a:solidFill>
                              <a:latin typeface="Cambria Math" panose="02040503050406030204" pitchFamily="18" charset="0"/>
                            </a:rPr>
                          </m:ctrlPr>
                        </m:sSubPr>
                        <m:e>
                          <m:r>
                            <a:rPr lang="zh-CN" altLang="en-US" sz="2000" i="1">
                              <a:solidFill>
                                <a:srgbClr val="000000"/>
                              </a:solidFill>
                              <a:latin typeface="Cambria Math" panose="02040503050406030204" pitchFamily="18" charset="0"/>
                            </a:rPr>
                            <m:t>𝑘</m:t>
                          </m:r>
                        </m:e>
                        <m:sub>
                          <m:r>
                            <a:rPr lang="zh-CN" altLang="en-US" sz="2000" i="1">
                              <a:solidFill>
                                <a:srgbClr val="000000"/>
                              </a:solidFill>
                              <a:latin typeface="Cambria Math" panose="02040503050406030204" pitchFamily="18" charset="0"/>
                            </a:rPr>
                            <m:t>𝑗</m:t>
                          </m:r>
                        </m:sub>
                      </m:sSub>
                      <m:r>
                        <a:rPr lang="zh-CN" altLang="en-US" sz="2000" i="1">
                          <a:solidFill>
                            <a:srgbClr val="000000"/>
                          </a:solidFill>
                          <a:latin typeface="Cambria Math" panose="02040503050406030204" pitchFamily="18" charset="0"/>
                        </a:rPr>
                        <m:t>均为分解系数</m:t>
                      </m:r>
                      <m:r>
                        <a:rPr lang="zh-CN" altLang="en-US" sz="2000" i="1">
                          <a:solidFill>
                            <a:srgbClr val="000000"/>
                          </a:solidFill>
                          <a:latin typeface="Cambria Math" panose="02040503050406030204" pitchFamily="18" charset="0"/>
                        </a:rPr>
                        <m:t>)</m:t>
                      </m:r>
                    </m:oMath>
                    <m:oMath xmlns:m="http://schemas.openxmlformats.org/officeDocument/2006/math">
                      <m:r>
                        <a:rPr lang="zh-CN" altLang="en-US" sz="2000" i="1">
                          <a:solidFill>
                            <a:srgbClr val="000000"/>
                          </a:solidFill>
                          <a:latin typeface="Cambria Math" panose="02040503050406030204" pitchFamily="18" charset="0"/>
                        </a:rPr>
                        <m:t>其中当有重根时，</m:t>
                      </m:r>
                      <m:nary>
                        <m:naryPr>
                          <m:chr m:val="∑"/>
                          <m:ctrlPr>
                            <a:rPr lang="zh-CN" altLang="en-US" sz="2000" i="1">
                              <a:solidFill>
                                <a:srgbClr val="000000"/>
                              </a:solidFill>
                              <a:latin typeface="Cambria Math" panose="02040503050406030204" pitchFamily="18" charset="0"/>
                            </a:rPr>
                          </m:ctrlPr>
                        </m:naryPr>
                        <m:sub>
                          <m:r>
                            <m:rPr>
                              <m:sty m:val="p"/>
                            </m:rPr>
                            <a:rPr lang="zh-CN" altLang="en-US" sz="2000" i="0">
                              <a:solidFill>
                                <a:srgbClr val="000000"/>
                              </a:solidFill>
                              <a:latin typeface="Cambria Math" panose="02040503050406030204" pitchFamily="18" charset="0"/>
                            </a:rPr>
                            <m:t>i</m:t>
                          </m:r>
                          <m:r>
                            <a:rPr lang="zh-CN" altLang="en-US" sz="2000" i="1">
                              <a:solidFill>
                                <a:srgbClr val="000000"/>
                              </a:solidFill>
                              <a:latin typeface="Cambria Math" panose="02040503050406030204" pitchFamily="18" charset="0"/>
                            </a:rPr>
                            <m:t>=</m:t>
                          </m:r>
                          <m:r>
                            <a:rPr lang="zh-CN" altLang="en-US" sz="2000" i="0">
                              <a:solidFill>
                                <a:srgbClr val="000000"/>
                              </a:solidFill>
                              <a:latin typeface="Cambria Math" panose="02040503050406030204" pitchFamily="18" charset="0"/>
                            </a:rPr>
                            <m:t>1</m:t>
                          </m:r>
                        </m:sub>
                        <m:sup>
                          <m:r>
                            <a:rPr lang="zh-CN" altLang="en-US" sz="2000" i="1">
                              <a:solidFill>
                                <a:srgbClr val="000000"/>
                              </a:solidFill>
                              <a:latin typeface="Cambria Math" panose="02040503050406030204" pitchFamily="18" charset="0"/>
                            </a:rPr>
                            <m:t>𝑛</m:t>
                          </m:r>
                        </m:sup>
                        <m:e>
                          <m:sSub>
                            <m:sSubPr>
                              <m:ctrlPr>
                                <a:rPr lang="zh-CN" altLang="en-US" sz="2000" i="1">
                                  <a:solidFill>
                                    <a:srgbClr val="000000"/>
                                  </a:solidFill>
                                  <a:latin typeface="Cambria Math" panose="02040503050406030204" pitchFamily="18" charset="0"/>
                                </a:rPr>
                              </m:ctrlPr>
                            </m:sSubPr>
                            <m:e>
                              <m:r>
                                <a:rPr lang="zh-CN" altLang="en-US" sz="2000" i="1">
                                  <a:solidFill>
                                    <a:srgbClr val="000000"/>
                                  </a:solidFill>
                                  <a:latin typeface="Cambria Math" panose="02040503050406030204" pitchFamily="18" charset="0"/>
                                </a:rPr>
                                <m:t>𝑘</m:t>
                              </m:r>
                            </m:e>
                            <m:sub>
                              <m:r>
                                <a:rPr lang="zh-CN" altLang="en-US" sz="2000" i="1">
                                  <a:solidFill>
                                    <a:srgbClr val="000000"/>
                                  </a:solidFill>
                                  <a:latin typeface="Cambria Math" panose="02040503050406030204" pitchFamily="18" charset="0"/>
                                </a:rPr>
                                <m:t>𝑖</m:t>
                              </m:r>
                            </m:sub>
                          </m:sSub>
                          <m:sSup>
                            <m:sSupPr>
                              <m:ctrlPr>
                                <a:rPr lang="zh-CN" altLang="en-US" sz="2000" i="1">
                                  <a:solidFill>
                                    <a:srgbClr val="000000"/>
                                  </a:solidFill>
                                  <a:latin typeface="Cambria Math" panose="02040503050406030204" pitchFamily="18" charset="0"/>
                                </a:rPr>
                              </m:ctrlPr>
                            </m:sSupPr>
                            <m:e>
                              <m:r>
                                <a:rPr lang="zh-CN" altLang="en-US" sz="2000" i="1">
                                  <a:solidFill>
                                    <a:srgbClr val="000000"/>
                                  </a:solidFill>
                                  <a:latin typeface="Cambria Math" panose="02040503050406030204" pitchFamily="18" charset="0"/>
                                </a:rPr>
                                <m:t>𝑒</m:t>
                              </m:r>
                            </m:e>
                            <m:sup>
                              <m:sSub>
                                <m:sSubPr>
                                  <m:ctrlPr>
                                    <a:rPr lang="zh-CN" altLang="en-US" sz="2000" i="1">
                                      <a:solidFill>
                                        <a:srgbClr val="000000"/>
                                      </a:solidFill>
                                      <a:latin typeface="Cambria Math" panose="02040503050406030204" pitchFamily="18" charset="0"/>
                                    </a:rPr>
                                  </m:ctrlPr>
                                </m:sSubPr>
                                <m:e>
                                  <m:r>
                                    <a:rPr lang="en-US" altLang="zh-CN" sz="2000" b="1" i="1" smtClean="0">
                                      <a:solidFill>
                                        <a:srgbClr val="000000"/>
                                      </a:solidFill>
                                      <a:latin typeface="Cambria Math" panose="02040503050406030204" pitchFamily="18" charset="0"/>
                                    </a:rPr>
                                    <m:t>𝒔</m:t>
                                  </m:r>
                                </m:e>
                                <m:sub>
                                  <m:r>
                                    <a:rPr lang="zh-CN" altLang="en-US" sz="2000" i="1">
                                      <a:solidFill>
                                        <a:srgbClr val="000000"/>
                                      </a:solidFill>
                                      <a:latin typeface="Cambria Math" panose="02040503050406030204" pitchFamily="18" charset="0"/>
                                    </a:rPr>
                                    <m:t>𝑖</m:t>
                                  </m:r>
                                </m:sub>
                              </m:sSub>
                              <m:r>
                                <a:rPr lang="zh-CN" altLang="en-US" sz="2000" i="1">
                                  <a:solidFill>
                                    <a:srgbClr val="000000"/>
                                  </a:solidFill>
                                  <a:latin typeface="Cambria Math" panose="02040503050406030204" pitchFamily="18" charset="0"/>
                                </a:rPr>
                                <m:t>𝑡</m:t>
                              </m:r>
                            </m:sup>
                          </m:sSup>
                        </m:e>
                      </m:nary>
                      <m:r>
                        <a:rPr lang="zh-CN" altLang="en-US" sz="2000" i="1">
                          <a:solidFill>
                            <a:srgbClr val="000000"/>
                          </a:solidFill>
                          <a:latin typeface="Cambria Math" panose="02040503050406030204" pitchFamily="18" charset="0"/>
                        </a:rPr>
                        <m:t>𝜀</m:t>
                      </m:r>
                      <m:r>
                        <a:rPr lang="zh-CN" altLang="en-US" sz="2000" i="1">
                          <a:solidFill>
                            <a:srgbClr val="000000"/>
                          </a:solidFill>
                          <a:latin typeface="Cambria Math" panose="02040503050406030204" pitchFamily="18" charset="0"/>
                        </a:rPr>
                        <m:t>(</m:t>
                      </m:r>
                      <m:r>
                        <a:rPr lang="zh-CN" altLang="en-US" sz="2000" i="1">
                          <a:solidFill>
                            <a:srgbClr val="000000"/>
                          </a:solidFill>
                          <a:latin typeface="Cambria Math" panose="02040503050406030204" pitchFamily="18" charset="0"/>
                        </a:rPr>
                        <m:t>𝑡</m:t>
                      </m:r>
                      <m:r>
                        <a:rPr lang="zh-CN" altLang="en-US" sz="2000" i="1">
                          <a:solidFill>
                            <a:srgbClr val="000000"/>
                          </a:solidFill>
                          <a:latin typeface="Cambria Math" panose="02040503050406030204" pitchFamily="18" charset="0"/>
                        </a:rPr>
                        <m:t>)</m:t>
                      </m:r>
                      <m:r>
                        <a:rPr lang="zh-CN" altLang="en-US" sz="2000" i="1">
                          <a:solidFill>
                            <a:srgbClr val="000000"/>
                          </a:solidFill>
                          <a:latin typeface="Cambria Math" panose="02040503050406030204" pitchFamily="18" charset="0"/>
                        </a:rPr>
                        <m:t>变为</m:t>
                      </m:r>
                      <m:r>
                        <a:rPr lang="en-US" altLang="zh-CN" sz="2000" i="1">
                          <a:solidFill>
                            <a:srgbClr val="000000"/>
                          </a:solidFill>
                          <a:latin typeface="Cambria Math" panose="02040503050406030204" pitchFamily="18" charset="0"/>
                        </a:rPr>
                        <m:t>𝒇</m:t>
                      </m:r>
                      <m:r>
                        <a:rPr lang="en-US" altLang="zh-CN" sz="2000" i="1" baseline="-25000">
                          <a:solidFill>
                            <a:srgbClr val="000000"/>
                          </a:solidFill>
                          <a:latin typeface="Cambria Math" panose="02040503050406030204" pitchFamily="18" charset="0"/>
                        </a:rPr>
                        <m:t>𝟏</m:t>
                      </m:r>
                      <m:r>
                        <a:rPr lang="zh-CN" altLang="en-US" sz="2000" i="1">
                          <a:solidFill>
                            <a:srgbClr val="000000"/>
                          </a:solidFill>
                          <a:latin typeface="Cambria Math" panose="02040503050406030204" pitchFamily="18" charset="0"/>
                        </a:rPr>
                        <m:t>(</m:t>
                      </m:r>
                      <m:r>
                        <a:rPr lang="zh-CN" altLang="en-US" sz="2000" i="1">
                          <a:solidFill>
                            <a:srgbClr val="000000"/>
                          </a:solidFill>
                          <a:latin typeface="Cambria Math" panose="02040503050406030204" pitchFamily="18" charset="0"/>
                        </a:rPr>
                        <m:t>𝑡</m:t>
                      </m:r>
                      <m:r>
                        <a:rPr lang="zh-CN" altLang="en-US" sz="2000" i="1">
                          <a:solidFill>
                            <a:srgbClr val="000000"/>
                          </a:solidFill>
                          <a:latin typeface="Cambria Math" panose="02040503050406030204" pitchFamily="18" charset="0"/>
                        </a:rPr>
                        <m:t>)=</m:t>
                      </m:r>
                      <m:nary>
                        <m:naryPr>
                          <m:chr m:val="∑"/>
                          <m:ctrlPr>
                            <a:rPr lang="zh-CN" altLang="en-US" sz="2000" i="1">
                              <a:solidFill>
                                <a:srgbClr val="000000"/>
                              </a:solidFill>
                              <a:latin typeface="Cambria Math" panose="02040503050406030204" pitchFamily="18" charset="0"/>
                            </a:rPr>
                          </m:ctrlPr>
                        </m:naryPr>
                        <m:sub>
                          <m:r>
                            <m:rPr>
                              <m:sty m:val="p"/>
                            </m:rPr>
                            <a:rPr lang="zh-CN" altLang="en-US" sz="2000" i="0">
                              <a:solidFill>
                                <a:srgbClr val="000000"/>
                              </a:solidFill>
                              <a:latin typeface="Cambria Math" panose="02040503050406030204" pitchFamily="18" charset="0"/>
                            </a:rPr>
                            <m:t>i</m:t>
                          </m:r>
                          <m:r>
                            <a:rPr lang="zh-CN" altLang="en-US" sz="2000" i="1">
                              <a:solidFill>
                                <a:srgbClr val="000000"/>
                              </a:solidFill>
                              <a:latin typeface="Cambria Math" panose="02040503050406030204" pitchFamily="18" charset="0"/>
                            </a:rPr>
                            <m:t>=</m:t>
                          </m:r>
                          <m:r>
                            <a:rPr lang="zh-CN" altLang="en-US" sz="2000" i="0">
                              <a:solidFill>
                                <a:srgbClr val="000000"/>
                              </a:solidFill>
                              <a:latin typeface="Cambria Math" panose="02040503050406030204" pitchFamily="18" charset="0"/>
                            </a:rPr>
                            <m:t>1</m:t>
                          </m:r>
                        </m:sub>
                        <m:sup>
                          <m:r>
                            <a:rPr lang="zh-CN" altLang="en-US" sz="2000" i="1">
                              <a:solidFill>
                                <a:srgbClr val="000000"/>
                              </a:solidFill>
                              <a:latin typeface="Cambria Math" panose="02040503050406030204" pitchFamily="18" charset="0"/>
                            </a:rPr>
                            <m:t>𝑞</m:t>
                          </m:r>
                        </m:sup>
                        <m:e>
                          <m:nary>
                            <m:naryPr>
                              <m:chr m:val="∑"/>
                              <m:ctrlPr>
                                <a:rPr lang="zh-CN" altLang="en-US" sz="2000" i="1">
                                  <a:solidFill>
                                    <a:srgbClr val="000000"/>
                                  </a:solidFill>
                                  <a:latin typeface="Cambria Math" panose="02040503050406030204" pitchFamily="18" charset="0"/>
                                </a:rPr>
                              </m:ctrlPr>
                            </m:naryPr>
                            <m:sub>
                              <m:r>
                                <a:rPr lang="zh-CN" altLang="en-US" sz="2000" i="1">
                                  <a:solidFill>
                                    <a:srgbClr val="000000"/>
                                  </a:solidFill>
                                  <a:latin typeface="Cambria Math" panose="02040503050406030204" pitchFamily="18" charset="0"/>
                                </a:rPr>
                                <m:t>𝑗</m:t>
                              </m:r>
                              <m:r>
                                <a:rPr lang="zh-CN" altLang="en-US" sz="2000" i="1">
                                  <a:solidFill>
                                    <a:srgbClr val="000000"/>
                                  </a:solidFill>
                                  <a:latin typeface="Cambria Math" panose="02040503050406030204" pitchFamily="18" charset="0"/>
                                </a:rPr>
                                <m:t>=</m:t>
                              </m:r>
                              <m:r>
                                <a:rPr lang="zh-CN" altLang="en-US" sz="2000" i="1">
                                  <a:solidFill>
                                    <a:srgbClr val="000000"/>
                                  </a:solidFill>
                                  <a:latin typeface="Cambria Math" panose="02040503050406030204" pitchFamily="18" charset="0"/>
                                </a:rPr>
                                <m:t>1</m:t>
                              </m:r>
                            </m:sub>
                            <m:sup>
                              <m:sSub>
                                <m:sSubPr>
                                  <m:ctrlPr>
                                    <a:rPr lang="zh-CN" altLang="en-US" sz="2000" i="1">
                                      <a:solidFill>
                                        <a:srgbClr val="000000"/>
                                      </a:solidFill>
                                      <a:latin typeface="Cambria Math" panose="02040503050406030204" pitchFamily="18" charset="0"/>
                                    </a:rPr>
                                  </m:ctrlPr>
                                </m:sSubPr>
                                <m:e>
                                  <m:r>
                                    <a:rPr lang="zh-CN" altLang="en-US" sz="2000" i="1">
                                      <a:solidFill>
                                        <a:srgbClr val="000000"/>
                                      </a:solidFill>
                                      <a:latin typeface="Cambria Math" panose="02040503050406030204" pitchFamily="18" charset="0"/>
                                    </a:rPr>
                                    <m:t>𝑙</m:t>
                                  </m:r>
                                </m:e>
                                <m:sub>
                                  <m:r>
                                    <m:rPr>
                                      <m:sty m:val="p"/>
                                    </m:rPr>
                                    <a:rPr lang="zh-CN" altLang="en-US" sz="2000" i="0">
                                      <a:solidFill>
                                        <a:srgbClr val="000000"/>
                                      </a:solidFill>
                                      <a:latin typeface="Cambria Math" panose="02040503050406030204" pitchFamily="18" charset="0"/>
                                    </a:rPr>
                                    <m:t>i</m:t>
                                  </m:r>
                                </m:sub>
                              </m:sSub>
                            </m:sup>
                            <m:e>
                              <m:sSub>
                                <m:sSubPr>
                                  <m:ctrlPr>
                                    <a:rPr lang="zh-CN" altLang="en-US" sz="2000" i="1">
                                      <a:solidFill>
                                        <a:srgbClr val="000000"/>
                                      </a:solidFill>
                                      <a:latin typeface="Cambria Math" panose="02040503050406030204" pitchFamily="18" charset="0"/>
                                    </a:rPr>
                                  </m:ctrlPr>
                                </m:sSubPr>
                                <m:e>
                                  <m:r>
                                    <a:rPr lang="zh-CN" altLang="en-US" sz="2000" i="1">
                                      <a:solidFill>
                                        <a:srgbClr val="000000"/>
                                      </a:solidFill>
                                      <a:latin typeface="Cambria Math" panose="02040503050406030204" pitchFamily="18" charset="0"/>
                                    </a:rPr>
                                    <m:t>𝑘</m:t>
                                  </m:r>
                                </m:e>
                                <m:sub>
                                  <m:r>
                                    <a:rPr lang="zh-CN" altLang="en-US" sz="2000" i="1">
                                      <a:solidFill>
                                        <a:srgbClr val="000000"/>
                                      </a:solidFill>
                                      <a:latin typeface="Cambria Math" panose="02040503050406030204" pitchFamily="18" charset="0"/>
                                    </a:rPr>
                                    <m:t>𝑖𝑗</m:t>
                                  </m:r>
                                </m:sub>
                              </m:sSub>
                            </m:e>
                          </m:nary>
                          <m:sSup>
                            <m:sSupPr>
                              <m:ctrlPr>
                                <a:rPr lang="zh-CN" altLang="en-US" sz="2000" i="1">
                                  <a:solidFill>
                                    <a:srgbClr val="000000"/>
                                  </a:solidFill>
                                  <a:latin typeface="Cambria Math" panose="02040503050406030204" pitchFamily="18" charset="0"/>
                                </a:rPr>
                              </m:ctrlPr>
                            </m:sSupPr>
                            <m:e>
                              <m:r>
                                <m:rPr>
                                  <m:sty m:val="p"/>
                                </m:rPr>
                                <a:rPr lang="zh-CN" altLang="en-US" sz="2000" i="0">
                                  <a:solidFill>
                                    <a:srgbClr val="000000"/>
                                  </a:solidFill>
                                  <a:latin typeface="Cambria Math" panose="02040503050406030204" pitchFamily="18" charset="0"/>
                                </a:rPr>
                                <m:t>t</m:t>
                              </m:r>
                            </m:e>
                            <m:sup>
                              <m:r>
                                <m:rPr>
                                  <m:nor/>
                                </m:rPr>
                                <a:rPr lang="zh-CN" altLang="en-US" sz="2000" i="0" baseline="30000">
                                  <a:solidFill>
                                    <a:srgbClr val="000000"/>
                                  </a:solidFill>
                                  <a:latin typeface="Cambria Math" panose="02040503050406030204" pitchFamily="18" charset="0"/>
                                </a:rPr>
                                <m:t>j</m:t>
                              </m:r>
                              <m:r>
                                <m:rPr>
                                  <m:nor/>
                                </m:rPr>
                                <a:rPr lang="zh-CN" altLang="en-US" sz="2000" i="0" baseline="30000">
                                  <a:solidFill>
                                    <a:srgbClr val="000000"/>
                                  </a:solidFill>
                                  <a:latin typeface="Cambria Math" panose="02040503050406030204" pitchFamily="18" charset="0"/>
                                </a:rPr>
                                <m:t>−</m:t>
                              </m:r>
                              <m:r>
                                <m:rPr>
                                  <m:nor/>
                                </m:rPr>
                                <a:rPr lang="zh-CN" altLang="en-US" sz="2000" i="0" baseline="30000">
                                  <a:solidFill>
                                    <a:srgbClr val="000000"/>
                                  </a:solidFill>
                                  <a:latin typeface="Cambria Math" panose="02040503050406030204" pitchFamily="18" charset="0"/>
                                </a:rPr>
                                <m:t>1</m:t>
                              </m:r>
                            </m:sup>
                          </m:sSup>
                          <m:sSup>
                            <m:sSupPr>
                              <m:ctrlPr>
                                <a:rPr lang="zh-CN" altLang="en-US" sz="2000" i="1">
                                  <a:solidFill>
                                    <a:srgbClr val="000000"/>
                                  </a:solidFill>
                                  <a:latin typeface="Cambria Math" panose="02040503050406030204" pitchFamily="18" charset="0"/>
                                </a:rPr>
                              </m:ctrlPr>
                            </m:sSupPr>
                            <m:e>
                              <m:r>
                                <a:rPr lang="zh-CN" altLang="en-US" sz="2000" i="1">
                                  <a:solidFill>
                                    <a:srgbClr val="000000"/>
                                  </a:solidFill>
                                  <a:latin typeface="Cambria Math" panose="02040503050406030204" pitchFamily="18" charset="0"/>
                                </a:rPr>
                                <m:t>𝑒</m:t>
                              </m:r>
                            </m:e>
                            <m:sup>
                              <m:sSub>
                                <m:sSubPr>
                                  <m:ctrlPr>
                                    <a:rPr lang="zh-CN" altLang="en-US" sz="2000" i="1">
                                      <a:solidFill>
                                        <a:srgbClr val="000000"/>
                                      </a:solidFill>
                                      <a:latin typeface="Cambria Math" panose="02040503050406030204" pitchFamily="18" charset="0"/>
                                    </a:rPr>
                                  </m:ctrlPr>
                                </m:sSubPr>
                                <m:e>
                                  <m:r>
                                    <a:rPr lang="en-US" altLang="zh-CN" sz="2000" b="1" i="1" smtClean="0">
                                      <a:solidFill>
                                        <a:srgbClr val="000000"/>
                                      </a:solidFill>
                                      <a:latin typeface="Cambria Math" panose="02040503050406030204" pitchFamily="18" charset="0"/>
                                    </a:rPr>
                                    <m:t>𝒔</m:t>
                                  </m:r>
                                </m:e>
                                <m:sub>
                                  <m:r>
                                    <a:rPr lang="zh-CN" altLang="en-US" sz="2000" i="1">
                                      <a:solidFill>
                                        <a:srgbClr val="000000"/>
                                      </a:solidFill>
                                      <a:latin typeface="Cambria Math" panose="02040503050406030204" pitchFamily="18" charset="0"/>
                                    </a:rPr>
                                    <m:t>𝑖</m:t>
                                  </m:r>
                                </m:sub>
                              </m:sSub>
                              <m:r>
                                <a:rPr lang="zh-CN" altLang="en-US" sz="2000" i="1">
                                  <a:solidFill>
                                    <a:srgbClr val="000000"/>
                                  </a:solidFill>
                                  <a:latin typeface="Cambria Math" panose="02040503050406030204" pitchFamily="18" charset="0"/>
                                </a:rPr>
                                <m:t>𝑡</m:t>
                              </m:r>
                            </m:sup>
                          </m:sSup>
                        </m:e>
                      </m:nary>
                      <m:r>
                        <a:rPr lang="zh-CN" altLang="en-US" sz="2000" i="1">
                          <a:solidFill>
                            <a:srgbClr val="000000"/>
                          </a:solidFill>
                          <a:latin typeface="Cambria Math" panose="02040503050406030204" pitchFamily="18" charset="0"/>
                        </a:rPr>
                        <m:t>𝜀</m:t>
                      </m:r>
                      <m:r>
                        <a:rPr lang="zh-CN" altLang="en-US" sz="2000" i="1">
                          <a:solidFill>
                            <a:srgbClr val="000000"/>
                          </a:solidFill>
                          <a:latin typeface="Cambria Math" panose="02040503050406030204" pitchFamily="18" charset="0"/>
                        </a:rPr>
                        <m:t>(</m:t>
                      </m:r>
                      <m:r>
                        <a:rPr lang="zh-CN" altLang="en-US" sz="2000" i="1">
                          <a:solidFill>
                            <a:srgbClr val="000000"/>
                          </a:solidFill>
                          <a:latin typeface="Cambria Math" panose="02040503050406030204" pitchFamily="18" charset="0"/>
                        </a:rPr>
                        <m:t>𝑡</m:t>
                      </m:r>
                      <m:r>
                        <a:rPr lang="zh-CN" altLang="en-US" sz="2000" i="1">
                          <a:solidFill>
                            <a:srgbClr val="000000"/>
                          </a:solidFill>
                          <a:latin typeface="Cambria Math" panose="02040503050406030204" pitchFamily="18" charset="0"/>
                        </a:rPr>
                        <m:t>)</m:t>
                      </m:r>
                    </m:oMath>
                  </m:oMathPara>
                </a14:m>
                <a:endParaRPr lang="zh-CN" altLang="en-US" sz="2000" dirty="0"/>
              </a:p>
            </p:txBody>
          </p:sp>
        </mc:Choice>
        <mc:Fallback>
          <p:sp>
            <p:nvSpPr>
              <p:cNvPr id="31" name="Object 2"/>
              <p:cNvSpPr txBox="1">
                <a:spLocks noRot="1" noChangeAspect="1" noMove="1" noResize="1" noEditPoints="1" noAdjustHandles="1" noChangeArrowheads="1" noChangeShapeType="1" noTextEdit="1"/>
              </p:cNvSpPr>
              <p:nvPr/>
            </p:nvSpPr>
            <p:spPr bwMode="auto">
              <a:xfrm>
                <a:off x="533400" y="2806700"/>
                <a:ext cx="8657590" cy="4082415"/>
              </a:xfrm>
              <a:prstGeom prst="rect">
                <a:avLst/>
              </a:prstGeom>
              <a:blipFill rotWithShape="1">
                <a:blip r:embed="rId3"/>
                <a:stretch>
                  <a:fillRect/>
                </a:stretch>
              </a:blipFill>
              <a:ln>
                <a:noFill/>
              </a:ln>
            </p:spPr>
            <p:txBody>
              <a:bodyPr/>
              <a:lstStyle/>
              <a:p>
                <a:r>
                  <a:rPr lang="zh-CN" altLang="en-US">
                    <a:noFill/>
                  </a:rPr>
                  <a:t> </a:t>
                </a:r>
              </a:p>
            </p:txBody>
          </p:sp>
        </mc:Fallback>
      </mc:AlternateContent>
      <p:sp>
        <p:nvSpPr>
          <p:cNvPr id="34" name="Rectangle 2"/>
          <p:cNvSpPr>
            <a:spLocks noChangeArrowheads="1"/>
          </p:cNvSpPr>
          <p:nvPr/>
        </p:nvSpPr>
        <p:spPr bwMode="auto">
          <a:xfrm>
            <a:off x="646732" y="-9946"/>
            <a:ext cx="7237635" cy="490537"/>
          </a:xfrm>
          <a:prstGeom prst="rect">
            <a:avLst/>
          </a:prstGeom>
          <a:solidFill>
            <a:schemeClr val="bg1"/>
          </a:solidFill>
          <a:ln>
            <a:noFill/>
          </a:ln>
          <a:effectLst>
            <a:outerShdw blurRad="63500" dist="38099" dir="2700000" algn="ctr" rotWithShape="0">
              <a:schemeClr val="bg2">
                <a:alpha val="74998"/>
              </a:schemeClr>
            </a:outerShdw>
          </a:effectLst>
        </p:spPr>
        <p:txBody>
          <a:bodyPr anchor="ctr"/>
          <a:lstStyle/>
          <a:p>
            <a:pPr eaLnBrk="1" hangingPunct="1">
              <a:defRPr/>
            </a:pPr>
            <a:r>
              <a:rPr lang="zh-CN" altLang="en-US" sz="2800" dirty="0">
                <a:effectLst>
                  <a:outerShdw blurRad="38100" dist="38100" dir="2700000" algn="tl">
                    <a:srgbClr val="000000"/>
                  </a:outerShdw>
                </a:effectLst>
                <a:ea typeface="黑体" panose="02010609060101010101" charset="-122"/>
              </a:rPr>
              <a:t>回顾</a:t>
            </a:r>
            <a:r>
              <a:rPr lang="en-US" altLang="zh-CN" sz="2800" dirty="0">
                <a:effectLst>
                  <a:outerShdw blurRad="38100" dist="38100" dir="2700000" algn="tl">
                    <a:srgbClr val="000000"/>
                  </a:outerShdw>
                </a:effectLst>
                <a:ea typeface="黑体" panose="02010609060101010101" charset="-122"/>
              </a:rPr>
              <a:t>3</a:t>
            </a:r>
            <a:r>
              <a:rPr lang="zh-CN" altLang="en-US" sz="2800" dirty="0">
                <a:effectLst>
                  <a:outerShdw blurRad="38100" dist="38100" dir="2700000" algn="tl">
                    <a:srgbClr val="000000"/>
                  </a:outerShdw>
                </a:effectLst>
                <a:ea typeface="黑体" panose="02010609060101010101" charset="-122"/>
              </a:rPr>
              <a:t>   拉普拉斯反变换</a:t>
            </a:r>
            <a:r>
              <a:rPr lang="en-US" altLang="zh-CN" sz="2800" dirty="0">
                <a:effectLst>
                  <a:outerShdw blurRad="38100" dist="38100" dir="2700000" algn="tl">
                    <a:srgbClr val="000000"/>
                  </a:outerShdw>
                </a:effectLst>
                <a:ea typeface="黑体" panose="02010609060101010101" charset="-122"/>
              </a:rPr>
              <a:t>---</a:t>
            </a:r>
            <a:r>
              <a:rPr lang="zh-CN" altLang="en-US" sz="2800" dirty="0">
                <a:solidFill>
                  <a:srgbClr val="FF0000"/>
                </a:solidFill>
                <a:effectLst>
                  <a:outerShdw blurRad="38100" dist="38100" dir="2700000" algn="tl">
                    <a:srgbClr val="000000"/>
                  </a:outerShdw>
                </a:effectLst>
                <a:ea typeface="黑体" panose="02010609060101010101" charset="-122"/>
              </a:rPr>
              <a:t>部分分式分解</a:t>
            </a:r>
            <a:endParaRPr lang="zh-CN" altLang="en-US" sz="2800" dirty="0">
              <a:solidFill>
                <a:srgbClr val="FF0000"/>
              </a:solidFill>
              <a:effectLst>
                <a:outerShdw blurRad="38100" dist="38100" dir="2700000" algn="tl">
                  <a:srgbClr val="000000"/>
                </a:outerShdw>
              </a:effectLst>
              <a:ea typeface="黑体" panose="02010609060101010101" charset="-122"/>
            </a:endParaRPr>
          </a:p>
        </p:txBody>
      </p:sp>
      <p:sp>
        <p:nvSpPr>
          <p:cNvPr id="30" name="Rectangle 3"/>
          <p:cNvSpPr>
            <a:spLocks noChangeArrowheads="1"/>
          </p:cNvSpPr>
          <p:nvPr/>
        </p:nvSpPr>
        <p:spPr bwMode="auto">
          <a:xfrm>
            <a:off x="487045" y="2349500"/>
            <a:ext cx="8656320" cy="457200"/>
          </a:xfrm>
          <a:prstGeom prst="rect">
            <a:avLst/>
          </a:prstGeom>
          <a:solidFill>
            <a:schemeClr val="accent2"/>
          </a:solidFill>
          <a:ln w="9525">
            <a:solidFill>
              <a:schemeClr val="accent2"/>
            </a:solidFill>
            <a:miter lim="800000"/>
          </a:ln>
        </p:spPr>
        <p:txBody>
          <a:bodyPr wrap="square" anchor="ctr">
            <a:spAutoFit/>
          </a:bodyPr>
          <a:lstStyle>
            <a:lvl1pPr indent="443230">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ea typeface="黑体" panose="02010609060101010101" charset="-122"/>
              </a:defRPr>
            </a:lvl1pPr>
            <a:lvl2pPr marL="742950" indent="-285750">
              <a:spcBef>
                <a:spcPct val="20000"/>
              </a:spcBef>
              <a:buClr>
                <a:schemeClr val="accent2"/>
              </a:buClr>
              <a:buFont typeface="Wingdings" panose="05000000000000000000" pitchFamily="2" charset="2"/>
              <a:buChar char="Ø"/>
              <a:defRPr sz="2600">
                <a:solidFill>
                  <a:schemeClr val="tx1"/>
                </a:solidFill>
                <a:latin typeface="Verdana" panose="020B0604030504040204" pitchFamily="34" charset="0"/>
                <a:ea typeface="黑体" panose="02010609060101010101" charset="-122"/>
              </a:defRPr>
            </a:lvl2pPr>
            <a:lvl3pPr marL="1143000" indent="-228600">
              <a:spcBef>
                <a:spcPct val="20000"/>
              </a:spcBef>
              <a:buClr>
                <a:schemeClr val="accent2"/>
              </a:buClr>
              <a:buFont typeface="Wingdings" panose="05000000000000000000" pitchFamily="2" charset="2"/>
              <a:buChar char="ü"/>
              <a:defRPr sz="2300">
                <a:solidFill>
                  <a:schemeClr val="tx1"/>
                </a:solidFill>
                <a:latin typeface="Verdana" panose="020B0604030504040204" pitchFamily="34" charset="0"/>
                <a:ea typeface="黑体" panose="02010609060101010101" charset="-122"/>
              </a:defRPr>
            </a:lvl3pPr>
            <a:lvl4pPr marL="1600200" indent="-228600">
              <a:spcBef>
                <a:spcPct val="20000"/>
              </a:spcBef>
              <a:buClr>
                <a:schemeClr val="accent2"/>
              </a:buClr>
              <a:buFont typeface="Wingdings" panose="05000000000000000000" pitchFamily="2" charset="2"/>
              <a:buChar char="l"/>
              <a:defRPr sz="2000">
                <a:solidFill>
                  <a:schemeClr val="tx1"/>
                </a:solidFill>
                <a:latin typeface="Verdana" panose="020B0604030504040204" pitchFamily="34" charset="0"/>
                <a:ea typeface="黑体" panose="02010609060101010101" charset="-122"/>
              </a:defRPr>
            </a:lvl4pPr>
            <a:lvl5pPr marL="2057400" indent="-228600">
              <a:spcBef>
                <a:spcPct val="25000"/>
              </a:spcBef>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charset="-122"/>
              </a:defRPr>
            </a:lvl5pPr>
            <a:lvl6pPr marL="25146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charset="-122"/>
              </a:defRPr>
            </a:lvl6pPr>
            <a:lvl7pPr marL="29718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charset="-122"/>
              </a:defRPr>
            </a:lvl7pPr>
            <a:lvl8pPr marL="34290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charset="-122"/>
              </a:defRPr>
            </a:lvl8pPr>
            <a:lvl9pPr marL="3886200" indent="-22860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Verdana" panose="020B0604030504040204" pitchFamily="34" charset="0"/>
                <a:ea typeface="黑体" panose="02010609060101010101" charset="-122"/>
              </a:defRPr>
            </a:lvl9pPr>
          </a:lstStyle>
          <a:p>
            <a:pPr indent="0" eaLnBrk="1" hangingPunct="1">
              <a:lnSpc>
                <a:spcPct val="85000"/>
              </a:lnSpc>
              <a:buFont typeface="Wingdings" panose="05000000000000000000" pitchFamily="2" charset="2"/>
              <a:buNone/>
            </a:pPr>
            <a:r>
              <a:rPr lang="zh-CN" altLang="en-US" sz="2800" dirty="0">
                <a:solidFill>
                  <a:srgbClr val="FF0000"/>
                </a:solidFill>
                <a:latin typeface="楷体_GB2312" pitchFamily="49" charset="-122"/>
                <a:ea typeface="楷体_GB2312" pitchFamily="49" charset="-122"/>
              </a:rPr>
              <a:t>总结：</a:t>
            </a:r>
            <a:endParaRPr lang="zh-CN" altLang="en-US" sz="2800" dirty="0">
              <a:solidFill>
                <a:srgbClr val="FF0000"/>
              </a:solidFill>
              <a:latin typeface="楷体_GB2312" pitchFamily="49" charset="-122"/>
              <a:ea typeface="楷体_GB2312" pitchFamily="49" charset="-122"/>
            </a:endParaRPr>
          </a:p>
        </p:txBody>
      </p:sp>
    </p:spTree>
    <p:custDataLst>
      <p:tags r:id="rId4"/>
    </p:custDataLst>
  </p:cSld>
  <p:clrMapOvr>
    <a:masterClrMapping/>
  </p:clrMapOvr>
  <mc:AlternateContent xmlns:mc="http://schemas.openxmlformats.org/markup-compatibility/2006">
    <mc:Choice xmlns:p14="http://schemas.microsoft.com/office/powerpoint/2010/main" Requires="p14">
      <p:transition spd="slow" p14:dur="2000" advTm="118178"/>
    </mc:Choice>
    <mc:Fallback>
      <p:transition spd="slow" advTm="118178"/>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8"/>
                                        </p:tgtEl>
                                        <p:attrNameLst>
                                          <p:attrName>style.visibility</p:attrName>
                                        </p:attrNameLst>
                                      </p:cBhvr>
                                      <p:to>
                                        <p:strVal val="visible"/>
                                      </p:to>
                                    </p:set>
                                    <p:anim calcmode="lin" valueType="num">
                                      <p:cBhvr additive="base">
                                        <p:cTn id="7" dur="500" fill="hold"/>
                                        <p:tgtEl>
                                          <p:spTgt spid="28"/>
                                        </p:tgtEl>
                                        <p:attrNameLst>
                                          <p:attrName>ppt_x</p:attrName>
                                        </p:attrNameLst>
                                      </p:cBhvr>
                                      <p:tavLst>
                                        <p:tav tm="0">
                                          <p:val>
                                            <p:strVal val="#ppt_x"/>
                                          </p:val>
                                        </p:tav>
                                        <p:tav tm="100000">
                                          <p:val>
                                            <p:strVal val="#ppt_x"/>
                                          </p:val>
                                        </p:tav>
                                      </p:tavLst>
                                    </p:anim>
                                    <p:anim calcmode="lin" valueType="num">
                                      <p:cBhvr additive="base">
                                        <p:cTn id="8" dur="500" fill="hold"/>
                                        <p:tgtEl>
                                          <p:spTgt spid="28"/>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55" presetClass="entr" presetSubtype="0" fill="hold" grpId="0" nodeType="clickEffect">
                                  <p:stCondLst>
                                    <p:cond delay="0"/>
                                  </p:stCondLst>
                                  <p:childTnLst>
                                    <p:set>
                                      <p:cBhvr>
                                        <p:cTn id="12" dur="1" fill="hold">
                                          <p:stCondLst>
                                            <p:cond delay="0"/>
                                          </p:stCondLst>
                                        </p:cTn>
                                        <p:tgtEl>
                                          <p:spTgt spid="30"/>
                                        </p:tgtEl>
                                        <p:attrNameLst>
                                          <p:attrName>style.visibility</p:attrName>
                                        </p:attrNameLst>
                                      </p:cBhvr>
                                      <p:to>
                                        <p:strVal val="visible"/>
                                      </p:to>
                                    </p:set>
                                    <p:anim calcmode="lin" valueType="num">
                                      <p:cBhvr>
                                        <p:cTn id="13" dur="1000" fill="hold"/>
                                        <p:tgtEl>
                                          <p:spTgt spid="30"/>
                                        </p:tgtEl>
                                        <p:attrNameLst>
                                          <p:attrName>ppt_w</p:attrName>
                                        </p:attrNameLst>
                                      </p:cBhvr>
                                      <p:tavLst>
                                        <p:tav tm="0">
                                          <p:val>
                                            <p:strVal val="#ppt_w*0.70"/>
                                          </p:val>
                                        </p:tav>
                                        <p:tav tm="100000">
                                          <p:val>
                                            <p:strVal val="#ppt_w"/>
                                          </p:val>
                                        </p:tav>
                                      </p:tavLst>
                                    </p:anim>
                                    <p:anim calcmode="lin" valueType="num">
                                      <p:cBhvr>
                                        <p:cTn id="14" dur="1000" fill="hold"/>
                                        <p:tgtEl>
                                          <p:spTgt spid="30"/>
                                        </p:tgtEl>
                                        <p:attrNameLst>
                                          <p:attrName>ppt_h</p:attrName>
                                        </p:attrNameLst>
                                      </p:cBhvr>
                                      <p:tavLst>
                                        <p:tav tm="0">
                                          <p:val>
                                            <p:strVal val="#ppt_h"/>
                                          </p:val>
                                        </p:tav>
                                        <p:tav tm="100000">
                                          <p:val>
                                            <p:strVal val="#ppt_h"/>
                                          </p:val>
                                        </p:tav>
                                      </p:tavLst>
                                    </p:anim>
                                    <p:animEffect transition="in" filter="fade">
                                      <p:cBhvr>
                                        <p:cTn id="15" dur="1000"/>
                                        <p:tgtEl>
                                          <p:spTgt spid="30"/>
                                        </p:tgtEl>
                                      </p:cBhvr>
                                    </p:animEffect>
                                  </p:childTnLst>
                                </p:cTn>
                              </p:par>
                            </p:childTnLst>
                          </p:cTn>
                        </p:par>
                        <p:par>
                          <p:cTn id="16" fill="hold">
                            <p:stCondLst>
                              <p:cond delay="1000"/>
                            </p:stCondLst>
                            <p:childTnLst>
                              <p:par>
                                <p:cTn id="17" presetID="1" presetClass="entr" presetSubtype="0" fill="hold" nodeType="afterEffect">
                                  <p:stCondLst>
                                    <p:cond delay="0"/>
                                  </p:stCondLst>
                                  <p:childTnLst>
                                    <p:set>
                                      <p:cBhvr>
                                        <p:cTn id="18" dur="1" fill="hold">
                                          <p:stCondLst>
                                            <p:cond delay="0"/>
                                          </p:stCondLst>
                                        </p:cTn>
                                        <p:tgtEl>
                                          <p:spTgt spid="30">
                                            <p:txEl>
                                              <p:pRg st="0" end="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31"/>
                                        </p:tgtEl>
                                        <p:attrNameLst>
                                          <p:attrName>style.visibility</p:attrName>
                                        </p:attrNameLst>
                                      </p:cBhvr>
                                      <p:to>
                                        <p:strVal val="visible"/>
                                      </p:to>
                                    </p:set>
                                    <p:anim calcmode="lin" valueType="num">
                                      <p:cBhvr additive="base">
                                        <p:cTn id="23" dur="500" fill="hold"/>
                                        <p:tgtEl>
                                          <p:spTgt spid="31"/>
                                        </p:tgtEl>
                                        <p:attrNameLst>
                                          <p:attrName>ppt_x</p:attrName>
                                        </p:attrNameLst>
                                      </p:cBhvr>
                                      <p:tavLst>
                                        <p:tav tm="0">
                                          <p:val>
                                            <p:strVal val="#ppt_x"/>
                                          </p:val>
                                        </p:tav>
                                        <p:tav tm="100000">
                                          <p:val>
                                            <p:strVal val="#ppt_x"/>
                                          </p:val>
                                        </p:tav>
                                      </p:tavLst>
                                    </p:anim>
                                    <p:anim calcmode="lin" valueType="num">
                                      <p:cBhvr additive="base">
                                        <p:cTn id="24" dur="500" fill="hold"/>
                                        <p:tgtEl>
                                          <p:spTgt spid="31"/>
                                        </p:tgtEl>
                                        <p:attrNameLst>
                                          <p:attrName>ppt_y</p:attrName>
                                        </p:attrNameLst>
                                      </p:cBhvr>
                                      <p:tavLst>
                                        <p:tav tm="0">
                                          <p:val>
                                            <p:strVal val="1+#ppt_h/2"/>
                                          </p:val>
                                        </p:tav>
                                        <p:tav tm="100000">
                                          <p:val>
                                            <p:strVal val="#ppt_y"/>
                                          </p:val>
                                        </p:tav>
                                      </p:tavLst>
                                    </p:anim>
                                  </p:childTnLst>
                                </p:cTn>
                              </p:par>
                            </p:childTnLst>
                          </p:cTn>
                        </p:par>
                        <p:par>
                          <p:cTn id="25" fill="hold">
                            <p:stCondLst>
                              <p:cond delay="500"/>
                            </p:stCondLst>
                            <p:childTnLst>
                              <p:par>
                                <p:cTn id="26" presetID="2" presetClass="entr" presetSubtype="4" fill="hold" nodeType="afterEffect">
                                  <p:stCondLst>
                                    <p:cond delay="0"/>
                                  </p:stCondLst>
                                  <p:childTnLst>
                                    <p:set>
                                      <p:cBhvr>
                                        <p:cTn id="27" dur="1" fill="hold">
                                          <p:stCondLst>
                                            <p:cond delay="0"/>
                                          </p:stCondLst>
                                        </p:cTn>
                                        <p:tgtEl>
                                          <p:spTgt spid="31">
                                            <p:txEl>
                                              <p:pRg st="0" end="0"/>
                                            </p:txEl>
                                          </p:spTgt>
                                        </p:tgtEl>
                                        <p:attrNameLst>
                                          <p:attrName>style.visibility</p:attrName>
                                        </p:attrNameLst>
                                      </p:cBhvr>
                                      <p:to>
                                        <p:strVal val="visible"/>
                                      </p:to>
                                    </p:set>
                                    <p:anim calcmode="lin" valueType="num">
                                      <p:cBhvr additive="base">
                                        <p:cTn id="28" dur="500" fill="hold"/>
                                        <p:tgtEl>
                                          <p:spTgt spid="31">
                                            <p:txEl>
                                              <p:pRg st="0" end="0"/>
                                            </p:txEl>
                                          </p:spTgt>
                                        </p:tgtEl>
                                        <p:attrNameLst>
                                          <p:attrName>ppt_x</p:attrName>
                                        </p:attrNameLst>
                                      </p:cBhvr>
                                      <p:tavLst>
                                        <p:tav tm="0">
                                          <p:val>
                                            <p:strVal val="#ppt_x"/>
                                          </p:val>
                                        </p:tav>
                                        <p:tav tm="100000">
                                          <p:val>
                                            <p:strVal val="#ppt_x"/>
                                          </p:val>
                                        </p:tav>
                                      </p:tavLst>
                                    </p:anim>
                                    <p:anim calcmode="lin" valueType="num">
                                      <p:cBhvr additive="base">
                                        <p:cTn id="29" dur="500" fill="hold"/>
                                        <p:tgtEl>
                                          <p:spTgt spid="31">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bldLvl="0" animBg="1"/>
      <p:bldP spid="31" grpId="0" bldLvl="0" animBg="1"/>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a:defRPr/>
            </a:pPr>
            <a:fld id="{34CBB6B8-AFDC-43FC-8278-B1EE6218A432}" type="datetime1">
              <a:rPr lang="zh-CN" altLang="en-US" smtClean="0"/>
            </a:fld>
            <a:endParaRPr lang="en-US" altLang="zh-CN"/>
          </a:p>
        </p:txBody>
      </p:sp>
      <p:sp>
        <p:nvSpPr>
          <p:cNvPr id="14" name="Rectangle 2"/>
          <p:cNvSpPr>
            <a:spLocks noChangeArrowheads="1"/>
          </p:cNvSpPr>
          <p:nvPr/>
        </p:nvSpPr>
        <p:spPr bwMode="auto">
          <a:xfrm>
            <a:off x="368300" y="-10160"/>
            <a:ext cx="8775700" cy="490220"/>
          </a:xfrm>
          <a:prstGeom prst="rect">
            <a:avLst/>
          </a:prstGeom>
          <a:solidFill>
            <a:schemeClr val="bg1"/>
          </a:solidFill>
          <a:ln>
            <a:noFill/>
          </a:ln>
          <a:effectLst>
            <a:outerShdw blurRad="63500" dist="38099" dir="2700000" algn="ctr" rotWithShape="0">
              <a:schemeClr val="bg2">
                <a:alpha val="74998"/>
              </a:schemeClr>
            </a:outerShdw>
          </a:effectLst>
        </p:spPr>
        <p:txBody>
          <a:bodyPr anchor="ctr"/>
          <a:lstStyle/>
          <a:p>
            <a:pPr eaLnBrk="1" hangingPunct="1">
              <a:defRPr/>
            </a:pPr>
            <a:r>
              <a:rPr lang="zh-CN" altLang="en-US" sz="2800" dirty="0">
                <a:effectLst>
                  <a:outerShdw blurRad="38100" dist="38100" dir="2700000" algn="tl">
                    <a:srgbClr val="000000"/>
                  </a:outerShdw>
                </a:effectLst>
                <a:ea typeface="黑体" panose="02010609060101010101" charset="-122"/>
              </a:rPr>
              <a:t>回顾</a:t>
            </a:r>
            <a:r>
              <a:rPr lang="en-US" altLang="zh-CN" sz="2800" dirty="0">
                <a:effectLst>
                  <a:outerShdw blurRad="38100" dist="38100" dir="2700000" algn="tl">
                    <a:srgbClr val="000000"/>
                  </a:outerShdw>
                </a:effectLst>
                <a:ea typeface="黑体" panose="02010609060101010101" charset="-122"/>
              </a:rPr>
              <a:t>4</a:t>
            </a:r>
            <a:r>
              <a:rPr lang="zh-CN" altLang="en-US" sz="2800" dirty="0">
                <a:effectLst>
                  <a:outerShdw blurRad="38100" dist="38100" dir="2700000" algn="tl">
                    <a:srgbClr val="000000"/>
                  </a:outerShdw>
                </a:effectLst>
                <a:ea typeface="黑体" panose="02010609060101010101" charset="-122"/>
              </a:rPr>
              <a:t>    拉普拉斯反变换</a:t>
            </a:r>
            <a:r>
              <a:rPr lang="en-US" altLang="zh-CN" sz="2800" dirty="0">
                <a:effectLst>
                  <a:outerShdw blurRad="38100" dist="38100" dir="2700000" algn="tl">
                    <a:srgbClr val="000000"/>
                  </a:outerShdw>
                </a:effectLst>
                <a:ea typeface="黑体" panose="02010609060101010101" charset="-122"/>
              </a:rPr>
              <a:t>---</a:t>
            </a:r>
            <a:r>
              <a:rPr lang="zh-CN" altLang="en-US" sz="2800" dirty="0">
                <a:solidFill>
                  <a:srgbClr val="FF0000"/>
                </a:solidFill>
                <a:effectLst>
                  <a:outerShdw blurRad="38100" dist="38100" dir="2700000" algn="tl">
                    <a:srgbClr val="000000"/>
                  </a:outerShdw>
                </a:effectLst>
                <a:ea typeface="黑体" panose="02010609060101010101" charset="-122"/>
              </a:rPr>
              <a:t>部分分式分解</a:t>
            </a:r>
            <a:endParaRPr lang="zh-CN" altLang="en-US" sz="2800" dirty="0">
              <a:solidFill>
                <a:srgbClr val="FF0000"/>
              </a:solidFill>
              <a:effectLst>
                <a:outerShdw blurRad="38100" dist="38100" dir="2700000" algn="tl">
                  <a:srgbClr val="000000"/>
                </a:outerShdw>
              </a:effectLst>
              <a:ea typeface="黑体" panose="02010609060101010101" charset="-122"/>
            </a:endParaRPr>
          </a:p>
        </p:txBody>
      </p:sp>
      <p:pic>
        <p:nvPicPr>
          <p:cNvPr id="3" name="图片 2"/>
          <p:cNvPicPr>
            <a:picLocks noChangeAspect="1"/>
          </p:cNvPicPr>
          <p:nvPr/>
        </p:nvPicPr>
        <p:blipFill>
          <a:blip r:embed="rId1"/>
          <a:stretch>
            <a:fillRect/>
          </a:stretch>
        </p:blipFill>
        <p:spPr>
          <a:xfrm>
            <a:off x="971600" y="1124744"/>
            <a:ext cx="7560814" cy="4189656"/>
          </a:xfrm>
          <a:prstGeom prst="rect">
            <a:avLst/>
          </a:prstGeom>
        </p:spPr>
      </p:pic>
      <p:sp>
        <p:nvSpPr>
          <p:cNvPr id="4" name="墨迹 3"/>
          <p:cNvSpPr/>
          <p:nvPr/>
        </p:nvSpPr>
        <p:spPr bwMode="auto">
          <a:xfrm>
            <a:off x="2001240" y="3517560"/>
            <a:ext cx="6047280" cy="1567080"/>
          </a:xfrm>
        </p:spPr>
      </p:sp>
    </p:spTree>
  </p:cSld>
  <p:clrMapOvr>
    <a:masterClrMapping/>
  </p:clrMapOvr>
  <mc:AlternateContent xmlns:mc="http://schemas.openxmlformats.org/markup-compatibility/2006">
    <mc:Choice xmlns:p14="http://schemas.microsoft.com/office/powerpoint/2010/main" Requires="p14">
      <p:transition spd="slow" p14:dur="2000" advTm="52856"/>
    </mc:Choice>
    <mc:Fallback>
      <p:transition spd="slow" advTm="52856"/>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nodeType="withEffect">
                                  <p:stCondLst>
                                    <p:cond delay="0"/>
                                  </p:stCondLst>
                                  <p:childTnLst>
                                    <p:set>
                                      <p:cBhvr>
                                        <p:cTn id="6" dur="1" fill="hold">
                                          <p:stCondLst>
                                            <p:cond delay="0"/>
                                          </p:stCondLst>
                                        </p:cTn>
                                        <p:tgtEl>
                                          <p:spTgt spid="4"/>
                                        </p:tgtEl>
                                        <p:attrNameLst>
                                          <p:attrName>style.visibility</p:attrName>
                                        </p:attrNameLst>
                                      </p:cBhvr>
                                      <p:to>
                                        <p:strVal val="visible"/>
                                      </p:to>
                                    </p:set>
                                    <p:cmd type="call" cmd="playFrom(0.0)">
                                      <p:cBhvr>
                                        <p:cTn id="7"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4"/>
          <p:cNvSpPr>
            <a:spLocks noGrp="1" noChangeArrowheads="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a:spcBef>
                <a:spcPct val="0"/>
              </a:spcBef>
              <a:buFontTx/>
              <a:buNone/>
            </a:pPr>
            <a:fld id="{B9B23A01-5297-4658-BD03-C85CCB177123}" type="datetime1">
              <a:rPr kumimoji="0" lang="zh-CN" altLang="en-US" sz="1200" smtClean="0">
                <a:solidFill>
                  <a:srgbClr val="000000"/>
                </a:solidFill>
                <a:ea typeface="宋体" panose="02010600030101010101" pitchFamily="2" charset="-122"/>
              </a:rPr>
            </a:fld>
            <a:endParaRPr kumimoji="0" lang="en-US" altLang="zh-CN" sz="1200">
              <a:solidFill>
                <a:srgbClr val="000000"/>
              </a:solidFill>
              <a:ea typeface="宋体" panose="02010600030101010101" pitchFamily="2" charset="-122"/>
            </a:endParaRPr>
          </a:p>
        </p:txBody>
      </p:sp>
      <mc:AlternateContent xmlns:mc="http://schemas.openxmlformats.org/markup-compatibility/2006">
        <mc:Choice xmlns:a14="http://schemas.microsoft.com/office/drawing/2010/main" Requires="a14">
          <p:sp>
            <p:nvSpPr>
              <p:cNvPr id="43014" name="Object 6"/>
              <p:cNvSpPr txBox="1"/>
              <p:nvPr/>
            </p:nvSpPr>
            <p:spPr bwMode="auto">
              <a:xfrm>
                <a:off x="988666" y="696416"/>
                <a:ext cx="7610072" cy="1726691"/>
              </a:xfrm>
              <a:prstGeom prst="rect">
                <a:avLst/>
              </a:prstGeom>
              <a:noFill/>
              <a:ln>
                <a:noFill/>
              </a:ln>
              <a:effectLst/>
            </p:spPr>
            <p:txBody>
              <a:bodyPr>
                <a:noAutofit/>
              </a:bodyPr>
              <a:lstStyle/>
              <a:p>
                <a14:m>
                  <m:oMathPara xmlns:m="http://schemas.openxmlformats.org/officeDocument/2006/math">
                    <m:oMathParaPr>
                      <m:jc m:val="left"/>
                    </m:oMathParaPr>
                    <m:oMath xmlns:m="http://schemas.openxmlformats.org/officeDocument/2006/math">
                      <m:r>
                        <a:rPr lang="zh-CN" altLang="en-US" sz="3200" i="1" smtClean="0">
                          <a:solidFill>
                            <a:srgbClr val="000000"/>
                          </a:solidFill>
                          <a:latin typeface="Cambria Math" panose="02040503050406030204" pitchFamily="18" charset="0"/>
                        </a:rPr>
                        <m:t>𝑓</m:t>
                      </m:r>
                      <m:r>
                        <a:rPr lang="zh-CN" altLang="en-US" sz="3200" i="1" smtClean="0">
                          <a:solidFill>
                            <a:srgbClr val="000000"/>
                          </a:solidFill>
                          <a:latin typeface="Cambria Math" panose="02040503050406030204" pitchFamily="18" charset="0"/>
                        </a:rPr>
                        <m:t>(</m:t>
                      </m:r>
                      <m:r>
                        <a:rPr lang="zh-CN" altLang="en-US" sz="3200" i="1" smtClean="0">
                          <a:solidFill>
                            <a:srgbClr val="000000"/>
                          </a:solidFill>
                          <a:latin typeface="Cambria Math" panose="02040503050406030204" pitchFamily="18" charset="0"/>
                        </a:rPr>
                        <m:t>𝑡</m:t>
                      </m:r>
                      <m:r>
                        <a:rPr lang="zh-CN" altLang="en-US" sz="3200" i="1" smtClean="0">
                          <a:solidFill>
                            <a:srgbClr val="000000"/>
                          </a:solidFill>
                          <a:latin typeface="Cambria Math" panose="02040503050406030204" pitchFamily="18" charset="0"/>
                        </a:rPr>
                        <m:t>)=</m:t>
                      </m:r>
                      <m:f>
                        <m:fPr>
                          <m:ctrlPr>
                            <a:rPr lang="zh-CN" altLang="en-US" sz="3200" i="1">
                              <a:solidFill>
                                <a:srgbClr val="000000"/>
                              </a:solidFill>
                              <a:latin typeface="Cambria Math" panose="02040503050406030204" pitchFamily="18" charset="0"/>
                            </a:rPr>
                          </m:ctrlPr>
                        </m:fPr>
                        <m:num>
                          <m:r>
                            <a:rPr lang="zh-CN" altLang="en-US" sz="3200" i="1">
                              <a:solidFill>
                                <a:srgbClr val="000000"/>
                              </a:solidFill>
                              <a:latin typeface="Cambria Math" panose="02040503050406030204" pitchFamily="18" charset="0"/>
                            </a:rPr>
                            <m:t>1</m:t>
                          </m:r>
                        </m:num>
                        <m:den>
                          <m:r>
                            <a:rPr lang="zh-CN" altLang="en-US" sz="3200" i="1">
                              <a:solidFill>
                                <a:srgbClr val="000000"/>
                              </a:solidFill>
                              <a:latin typeface="Cambria Math" panose="02040503050406030204" pitchFamily="18" charset="0"/>
                            </a:rPr>
                            <m:t>2</m:t>
                          </m:r>
                          <m:r>
                            <m:rPr>
                              <m:sty m:val="p"/>
                            </m:rPr>
                            <a:rPr lang="zh-CN" altLang="en-US" sz="3200" i="0">
                              <a:solidFill>
                                <a:srgbClr val="000000"/>
                              </a:solidFill>
                              <a:latin typeface="Cambria Math" panose="02040503050406030204" pitchFamily="18" charset="0"/>
                            </a:rPr>
                            <m:t>π</m:t>
                          </m:r>
                          <m:r>
                            <a:rPr lang="zh-CN" altLang="en-US" sz="3200" i="0">
                              <a:solidFill>
                                <a:srgbClr val="000000"/>
                              </a:solidFill>
                              <a:latin typeface="Cambria Math" panose="02040503050406030204" pitchFamily="18" charset="0"/>
                            </a:rPr>
                            <m:t> </m:t>
                          </m:r>
                          <m:r>
                            <m:rPr>
                              <m:sty m:val="p"/>
                            </m:rPr>
                            <a:rPr lang="zh-CN" altLang="en-US" sz="3200" i="0">
                              <a:solidFill>
                                <a:srgbClr val="000000"/>
                              </a:solidFill>
                              <a:latin typeface="Cambria Math" panose="02040503050406030204" pitchFamily="18" charset="0"/>
                            </a:rPr>
                            <m:t>j</m:t>
                          </m:r>
                        </m:den>
                      </m:f>
                      <m:nary>
                        <m:naryPr>
                          <m:ctrlPr>
                            <a:rPr lang="zh-CN" altLang="en-US" sz="3200" i="1">
                              <a:solidFill>
                                <a:srgbClr val="000000"/>
                              </a:solidFill>
                              <a:latin typeface="Cambria Math" panose="02040503050406030204" pitchFamily="18" charset="0"/>
                            </a:rPr>
                          </m:ctrlPr>
                        </m:naryPr>
                        <m:sub>
                          <m:r>
                            <a:rPr lang="zh-CN" altLang="en-US" sz="3200" i="0">
                              <a:solidFill>
                                <a:srgbClr val="000000"/>
                              </a:solidFill>
                              <a:latin typeface="Cambria Math" panose="02040503050406030204" pitchFamily="18" charset="0"/>
                            </a:rPr>
                            <m:t> </m:t>
                          </m:r>
                          <m:r>
                            <a:rPr lang="zh-CN" altLang="en-US" sz="3200" i="1">
                              <a:solidFill>
                                <a:srgbClr val="000000"/>
                              </a:solidFill>
                              <a:latin typeface="Cambria Math" panose="02040503050406030204" pitchFamily="18" charset="0"/>
                            </a:rPr>
                            <m:t>𝜎</m:t>
                          </m:r>
                          <m:r>
                            <a:rPr lang="zh-CN" altLang="en-US" sz="3200" i="1">
                              <a:solidFill>
                                <a:srgbClr val="000000"/>
                              </a:solidFill>
                              <a:latin typeface="Cambria Math" panose="02040503050406030204" pitchFamily="18" charset="0"/>
                            </a:rPr>
                            <m:t>−</m:t>
                          </m:r>
                          <m:r>
                            <m:rPr>
                              <m:sty m:val="p"/>
                            </m:rPr>
                            <a:rPr lang="zh-CN" altLang="en-US" sz="3200" i="0">
                              <a:solidFill>
                                <a:srgbClr val="000000"/>
                              </a:solidFill>
                              <a:latin typeface="Cambria Math" panose="02040503050406030204" pitchFamily="18" charset="0"/>
                            </a:rPr>
                            <m:t>j</m:t>
                          </m:r>
                          <m:r>
                            <a:rPr lang="zh-CN" altLang="en-US" sz="3200" i="1">
                              <a:solidFill>
                                <a:srgbClr val="000000"/>
                              </a:solidFill>
                              <a:latin typeface="Cambria Math" panose="02040503050406030204" pitchFamily="18" charset="0"/>
                            </a:rPr>
                            <m:t>∞</m:t>
                          </m:r>
                        </m:sub>
                        <m:sup>
                          <m:r>
                            <m:rPr>
                              <m:nor/>
                            </m:rPr>
                            <a:rPr lang="zh-CN" altLang="en-US" sz="3200" i="0">
                              <a:solidFill>
                                <a:srgbClr val="000000"/>
                              </a:solidFill>
                              <a:latin typeface="Cambria Math" panose="02040503050406030204" pitchFamily="18" charset="0"/>
                            </a:rPr>
                            <m:t>  </m:t>
                          </m:r>
                          <m:r>
                            <a:rPr lang="zh-CN" altLang="en-US" sz="3200" i="1">
                              <a:solidFill>
                                <a:srgbClr val="000000"/>
                              </a:solidFill>
                              <a:latin typeface="Cambria Math" panose="02040503050406030204" pitchFamily="18" charset="0"/>
                            </a:rPr>
                            <m:t>𝜎</m:t>
                          </m:r>
                          <m:r>
                            <a:rPr lang="zh-CN" altLang="en-US" sz="3200" i="1">
                              <a:solidFill>
                                <a:srgbClr val="000000"/>
                              </a:solidFill>
                              <a:latin typeface="Cambria Math" panose="02040503050406030204" pitchFamily="18" charset="0"/>
                            </a:rPr>
                            <m:t>+</m:t>
                          </m:r>
                          <m:r>
                            <m:rPr>
                              <m:sty m:val="p"/>
                            </m:rPr>
                            <a:rPr lang="zh-CN" altLang="en-US" sz="3200" i="0">
                              <a:solidFill>
                                <a:srgbClr val="000000"/>
                              </a:solidFill>
                              <a:latin typeface="Cambria Math" panose="02040503050406030204" pitchFamily="18" charset="0"/>
                            </a:rPr>
                            <m:t>j</m:t>
                          </m:r>
                          <m:r>
                            <a:rPr lang="zh-CN" altLang="en-US" sz="3200" i="1">
                              <a:solidFill>
                                <a:srgbClr val="000000"/>
                              </a:solidFill>
                              <a:latin typeface="Cambria Math" panose="02040503050406030204" pitchFamily="18" charset="0"/>
                            </a:rPr>
                            <m:t>∞</m:t>
                          </m:r>
                        </m:sup>
                        <m:e>
                          <m:r>
                            <a:rPr lang="zh-CN" altLang="en-US" sz="3200" i="1">
                              <a:solidFill>
                                <a:srgbClr val="000000"/>
                              </a:solidFill>
                              <a:latin typeface="Cambria Math" panose="02040503050406030204" pitchFamily="18" charset="0"/>
                            </a:rPr>
                            <m:t>𝐹</m:t>
                          </m:r>
                          <m:r>
                            <a:rPr lang="zh-CN" altLang="en-US" sz="3200" i="1">
                              <a:solidFill>
                                <a:srgbClr val="000000"/>
                              </a:solidFill>
                              <a:latin typeface="Cambria Math" panose="02040503050406030204" pitchFamily="18" charset="0"/>
                            </a:rPr>
                            <m:t>(</m:t>
                          </m:r>
                          <m:r>
                            <a:rPr lang="zh-CN" altLang="en-US" sz="3200" i="1">
                              <a:solidFill>
                                <a:srgbClr val="000000"/>
                              </a:solidFill>
                              <a:latin typeface="Cambria Math" panose="02040503050406030204" pitchFamily="18" charset="0"/>
                            </a:rPr>
                            <m:t>𝑠</m:t>
                          </m:r>
                          <m:r>
                            <a:rPr lang="zh-CN" altLang="en-US" sz="3200" i="1">
                              <a:solidFill>
                                <a:srgbClr val="000000"/>
                              </a:solidFill>
                              <a:latin typeface="Cambria Math" panose="02040503050406030204" pitchFamily="18" charset="0"/>
                            </a:rPr>
                            <m:t>)</m:t>
                          </m:r>
                          <m:sSup>
                            <m:sSupPr>
                              <m:ctrlPr>
                                <a:rPr lang="zh-CN" altLang="en-US" sz="3200" i="1">
                                  <a:solidFill>
                                    <a:srgbClr val="000000"/>
                                  </a:solidFill>
                                  <a:latin typeface="Cambria Math" panose="02040503050406030204" pitchFamily="18" charset="0"/>
                                </a:rPr>
                              </m:ctrlPr>
                            </m:sSupPr>
                            <m:e>
                              <m:r>
                                <m:rPr>
                                  <m:sty m:val="p"/>
                                </m:rPr>
                                <a:rPr lang="zh-CN" altLang="en-US" sz="3200" i="0">
                                  <a:solidFill>
                                    <a:srgbClr val="000000"/>
                                  </a:solidFill>
                                  <a:latin typeface="Cambria Math" panose="02040503050406030204" pitchFamily="18" charset="0"/>
                                </a:rPr>
                                <m:t>e</m:t>
                              </m:r>
                            </m:e>
                            <m:sup>
                              <m:r>
                                <a:rPr lang="zh-CN" altLang="en-US" sz="3200" i="1">
                                  <a:solidFill>
                                    <a:srgbClr val="000000"/>
                                  </a:solidFill>
                                  <a:latin typeface="Cambria Math" panose="02040503050406030204" pitchFamily="18" charset="0"/>
                                </a:rPr>
                                <m:t>𝑠</m:t>
                              </m:r>
                              <m:r>
                                <a:rPr lang="zh-CN" altLang="en-US" sz="3200" i="0">
                                  <a:solidFill>
                                    <a:srgbClr val="000000"/>
                                  </a:solidFill>
                                  <a:latin typeface="Cambria Math" panose="02040503050406030204" pitchFamily="18" charset="0"/>
                                </a:rPr>
                                <m:t> </m:t>
                              </m:r>
                              <m:r>
                                <a:rPr lang="zh-CN" altLang="en-US" sz="3200" i="1">
                                  <a:solidFill>
                                    <a:srgbClr val="000000"/>
                                  </a:solidFill>
                                  <a:latin typeface="Cambria Math" panose="02040503050406030204" pitchFamily="18" charset="0"/>
                                </a:rPr>
                                <m:t>𝑡</m:t>
                              </m:r>
                            </m:sup>
                          </m:sSup>
                          <m:r>
                            <m:rPr>
                              <m:sty m:val="p"/>
                            </m:rPr>
                            <a:rPr lang="zh-CN" altLang="en-US" sz="3200" i="0">
                              <a:solidFill>
                                <a:srgbClr val="000000"/>
                              </a:solidFill>
                              <a:latin typeface="Cambria Math" panose="02040503050406030204" pitchFamily="18" charset="0"/>
                            </a:rPr>
                            <m:t>d</m:t>
                          </m:r>
                          <m:r>
                            <a:rPr lang="zh-CN" altLang="en-US" sz="3200" i="0">
                              <a:solidFill>
                                <a:srgbClr val="000000"/>
                              </a:solidFill>
                              <a:latin typeface="Cambria Math" panose="02040503050406030204" pitchFamily="18" charset="0"/>
                            </a:rPr>
                            <m:t> </m:t>
                          </m:r>
                          <m:r>
                            <a:rPr lang="zh-CN" altLang="en-US" sz="3200" i="1">
                              <a:solidFill>
                                <a:srgbClr val="000000"/>
                              </a:solidFill>
                              <a:latin typeface="Cambria Math" panose="02040503050406030204" pitchFamily="18" charset="0"/>
                            </a:rPr>
                            <m:t>𝑠</m:t>
                          </m:r>
                        </m:e>
                      </m:nary>
                      <m:r>
                        <a:rPr lang="zh-CN" altLang="en-US" sz="3200" i="0">
                          <a:solidFill>
                            <a:srgbClr val="000000"/>
                          </a:solidFill>
                          <a:latin typeface="Cambria Math" panose="02040503050406030204" pitchFamily="18" charset="0"/>
                        </a:rPr>
                        <m:t> </m:t>
                      </m:r>
                      <m:r>
                        <a:rPr lang="zh-CN" altLang="en-US" sz="3200" i="1">
                          <a:solidFill>
                            <a:srgbClr val="000000"/>
                          </a:solidFill>
                          <a:latin typeface="Cambria Math" panose="02040503050406030204" pitchFamily="18" charset="0"/>
                        </a:rPr>
                        <m:t>,</m:t>
                      </m:r>
                      <m:r>
                        <m:rPr>
                          <m:nor/>
                        </m:rPr>
                        <a:rPr lang="zh-CN" altLang="en-US" sz="3200" i="0">
                          <a:solidFill>
                            <a:srgbClr val="000000"/>
                          </a:solidFill>
                          <a:latin typeface="Cambria Math" panose="02040503050406030204" pitchFamily="18" charset="0"/>
                        </a:rPr>
                        <m:t>   </m:t>
                      </m:r>
                      <m:r>
                        <a:rPr lang="zh-CN" altLang="en-US" sz="3200" i="1">
                          <a:solidFill>
                            <a:srgbClr val="000000"/>
                          </a:solidFill>
                          <a:latin typeface="Cambria Math" panose="02040503050406030204" pitchFamily="18" charset="0"/>
                        </a:rPr>
                        <m:t>𝑡</m:t>
                      </m:r>
                      <m:r>
                        <a:rPr lang="zh-CN" altLang="en-US" sz="3200" i="1">
                          <a:solidFill>
                            <a:srgbClr val="000000"/>
                          </a:solidFill>
                          <a:latin typeface="Cambria Math" panose="02040503050406030204" pitchFamily="18" charset="0"/>
                        </a:rPr>
                        <m:t>&gt;</m:t>
                      </m:r>
                      <m:r>
                        <a:rPr lang="zh-CN" altLang="en-US" sz="3200" i="1">
                          <a:solidFill>
                            <a:srgbClr val="000000"/>
                          </a:solidFill>
                          <a:latin typeface="Cambria Math" panose="02040503050406030204" pitchFamily="18" charset="0"/>
                        </a:rPr>
                        <m:t>0</m:t>
                      </m:r>
                    </m:oMath>
                  </m:oMathPara>
                </a14:m>
                <a:endParaRPr lang="en-US" altLang="zh-CN" sz="3200" dirty="0">
                  <a:solidFill>
                    <a:srgbClr val="000000"/>
                  </a:solidFill>
                </a:endParaRPr>
              </a:p>
              <a:p>
                <a:r>
                  <a:rPr lang="en-US" altLang="zh-CN" sz="3200" dirty="0">
                    <a:solidFill>
                      <a:srgbClr val="000000"/>
                    </a:solidFill>
                  </a:rPr>
                  <a:t>        =∑Res[F(s)</a:t>
                </a:r>
                <a:r>
                  <a:rPr lang="en-US" altLang="zh-CN" sz="3200" dirty="0" err="1">
                    <a:solidFill>
                      <a:srgbClr val="000000"/>
                    </a:solidFill>
                  </a:rPr>
                  <a:t>e</a:t>
                </a:r>
                <a:r>
                  <a:rPr lang="en-US" altLang="zh-CN" sz="3200" baseline="30000" dirty="0" err="1">
                    <a:solidFill>
                      <a:srgbClr val="000000"/>
                    </a:solidFill>
                  </a:rPr>
                  <a:t>st</a:t>
                </a:r>
                <a:r>
                  <a:rPr lang="en-US" altLang="zh-CN" sz="3200" dirty="0">
                    <a:solidFill>
                      <a:srgbClr val="000000"/>
                    </a:solidFill>
                  </a:rPr>
                  <a:t>]</a:t>
                </a:r>
                <a:r>
                  <a:rPr lang="en-US" altLang="zh-CN" sz="3200" baseline="-25000" dirty="0">
                    <a:solidFill>
                      <a:srgbClr val="000000"/>
                    </a:solidFill>
                  </a:rPr>
                  <a:t>s=</a:t>
                </a:r>
                <a:r>
                  <a:rPr lang="en-US" altLang="zh-CN" sz="3200" baseline="-25000" dirty="0" err="1">
                    <a:solidFill>
                      <a:srgbClr val="000000"/>
                    </a:solidFill>
                  </a:rPr>
                  <a:t>si</a:t>
                </a:r>
                <a:endParaRPr lang="zh-CN" altLang="en-US" sz="3200" baseline="-25000" dirty="0">
                  <a:solidFill>
                    <a:srgbClr val="000000"/>
                  </a:solidFill>
                </a:endParaRPr>
              </a:p>
            </p:txBody>
          </p:sp>
        </mc:Choice>
        <mc:Fallback>
          <p:sp>
            <p:nvSpPr>
              <p:cNvPr id="43014" name="Object 6"/>
              <p:cNvSpPr txBox="1">
                <a:spLocks noRot="1" noChangeAspect="1" noMove="1" noResize="1" noEditPoints="1" noAdjustHandles="1" noChangeArrowheads="1" noChangeShapeType="1" noTextEdit="1"/>
              </p:cNvSpPr>
              <p:nvPr/>
            </p:nvSpPr>
            <p:spPr bwMode="auto">
              <a:xfrm>
                <a:off x="988666" y="696416"/>
                <a:ext cx="7610072" cy="1726691"/>
              </a:xfrm>
              <a:prstGeom prst="rect">
                <a:avLst/>
              </a:prstGeom>
              <a:blipFill rotWithShape="1">
                <a:blip r:embed="rId1"/>
                <a:stretch>
                  <a:fillRect l="-8" t="-26" r="3" b="-7174"/>
                </a:stretch>
              </a:blipFill>
              <a:ln>
                <a:noFill/>
              </a:ln>
              <a:effectLst/>
            </p:spPr>
            <p:txBody>
              <a:bodyPr/>
              <a:lstStyle/>
              <a:p>
                <a:r>
                  <a:rPr lang="zh-CN" altLang="en-US">
                    <a:noFill/>
                  </a:rPr>
                  <a:t> </a:t>
                </a:r>
              </a:p>
            </p:txBody>
          </p:sp>
        </mc:Fallback>
      </mc:AlternateContent>
      <p:sp>
        <p:nvSpPr>
          <p:cNvPr id="43016" name="Rectangle 8"/>
          <p:cNvSpPr>
            <a:spLocks noChangeArrowheads="1"/>
          </p:cNvSpPr>
          <p:nvPr/>
        </p:nvSpPr>
        <p:spPr bwMode="auto">
          <a:xfrm>
            <a:off x="646732" y="2964153"/>
            <a:ext cx="7885560" cy="505331"/>
          </a:xfrm>
          <a:prstGeom prst="rect">
            <a:avLst/>
          </a:prstGeom>
          <a:noFill/>
          <a:ln>
            <a:noFill/>
          </a:ln>
          <a:effectLst/>
        </p:spPr>
        <p:txBody>
          <a:bodyPr wrap="square">
            <a:spAutoFit/>
          </a:bodyPr>
          <a:lstStyle/>
          <a:p>
            <a:pPr eaLnBrk="1" hangingPunct="1">
              <a:lnSpc>
                <a:spcPct val="125000"/>
              </a:lnSpc>
              <a:spcBef>
                <a:spcPct val="20000"/>
              </a:spcBef>
              <a:defRPr/>
            </a:pPr>
            <a:r>
              <a:rPr kumimoji="1" lang="en-US" altLang="zh-CN" sz="2400" dirty="0">
                <a:solidFill>
                  <a:srgbClr val="FF0000"/>
                </a:solidFill>
              </a:rPr>
              <a:t>1).</a:t>
            </a:r>
            <a:r>
              <a:rPr lang="zh-CN" altLang="en-US" sz="2400" dirty="0">
                <a:solidFill>
                  <a:srgbClr val="FF0000"/>
                </a:solidFill>
                <a:effectLst>
                  <a:outerShdw blurRad="38100" dist="38100" dir="2700000" algn="tl">
                    <a:srgbClr val="C0C0C0"/>
                  </a:outerShdw>
                </a:effectLst>
              </a:rPr>
              <a:t>若</a:t>
            </a:r>
            <a:r>
              <a:rPr lang="en-US" altLang="zh-CN" sz="2400" i="1" dirty="0" err="1">
                <a:solidFill>
                  <a:srgbClr val="FF0000"/>
                </a:solidFill>
                <a:effectLst>
                  <a:outerShdw blurRad="38100" dist="38100" dir="2700000" algn="tl">
                    <a:srgbClr val="C0C0C0"/>
                  </a:outerShdw>
                </a:effectLst>
              </a:rPr>
              <a:t>S</a:t>
            </a:r>
            <a:r>
              <a:rPr lang="en-US" altLang="zh-CN" sz="2400" i="1" baseline="-25000" dirty="0" err="1">
                <a:solidFill>
                  <a:srgbClr val="FF0000"/>
                </a:solidFill>
                <a:effectLst>
                  <a:outerShdw blurRad="38100" dist="38100" dir="2700000" algn="tl">
                    <a:srgbClr val="C0C0C0"/>
                  </a:outerShdw>
                </a:effectLst>
              </a:rPr>
              <a:t>k</a:t>
            </a:r>
            <a:r>
              <a:rPr lang="zh-CN" altLang="en-US" sz="2400" dirty="0">
                <a:solidFill>
                  <a:srgbClr val="FF0000"/>
                </a:solidFill>
                <a:effectLst>
                  <a:outerShdw blurRad="38100" dist="38100" dir="2700000" algn="tl">
                    <a:srgbClr val="C0C0C0"/>
                  </a:outerShdw>
                </a:effectLst>
              </a:rPr>
              <a:t>为</a:t>
            </a:r>
            <a:r>
              <a:rPr lang="en-US" altLang="zh-CN" sz="2400" i="1" dirty="0">
                <a:solidFill>
                  <a:srgbClr val="FF0000"/>
                </a:solidFill>
                <a:effectLst>
                  <a:outerShdw blurRad="38100" dist="38100" dir="2700000" algn="tl">
                    <a:srgbClr val="C0C0C0"/>
                  </a:outerShdw>
                </a:effectLst>
              </a:rPr>
              <a:t>D</a:t>
            </a:r>
            <a:r>
              <a:rPr lang="en-US" altLang="zh-CN" sz="2400" dirty="0">
                <a:solidFill>
                  <a:srgbClr val="FF0000"/>
                </a:solidFill>
                <a:effectLst>
                  <a:outerShdw blurRad="38100" dist="38100" dir="2700000" algn="tl">
                    <a:srgbClr val="C0C0C0"/>
                  </a:outerShdw>
                </a:effectLst>
              </a:rPr>
              <a:t>(</a:t>
            </a:r>
            <a:r>
              <a:rPr lang="en-US" altLang="zh-CN" sz="2400" i="1" dirty="0">
                <a:solidFill>
                  <a:srgbClr val="FF0000"/>
                </a:solidFill>
                <a:effectLst>
                  <a:outerShdw blurRad="38100" dist="38100" dir="2700000" algn="tl">
                    <a:srgbClr val="C0C0C0"/>
                  </a:outerShdw>
                </a:effectLst>
              </a:rPr>
              <a:t>s</a:t>
            </a:r>
            <a:r>
              <a:rPr lang="en-US" altLang="zh-CN" sz="2400" dirty="0">
                <a:solidFill>
                  <a:srgbClr val="FF0000"/>
                </a:solidFill>
                <a:effectLst>
                  <a:outerShdw blurRad="38100" dist="38100" dir="2700000" algn="tl">
                    <a:srgbClr val="C0C0C0"/>
                  </a:outerShdw>
                </a:effectLst>
              </a:rPr>
              <a:t>)=0</a:t>
            </a:r>
            <a:r>
              <a:rPr lang="zh-CN" altLang="en-US" sz="2400" dirty="0">
                <a:solidFill>
                  <a:srgbClr val="FF0000"/>
                </a:solidFill>
                <a:effectLst>
                  <a:outerShdw blurRad="38100" dist="38100" dir="2700000" algn="tl">
                    <a:srgbClr val="C0C0C0"/>
                  </a:outerShdw>
                </a:effectLst>
              </a:rPr>
              <a:t>的单根</a:t>
            </a:r>
            <a:r>
              <a:rPr lang="en-US" altLang="zh-CN" sz="2400" dirty="0">
                <a:solidFill>
                  <a:srgbClr val="000000"/>
                </a:solidFill>
                <a:effectLst>
                  <a:outerShdw blurRad="38100" dist="38100" dir="2700000" algn="tl">
                    <a:srgbClr val="C0C0C0"/>
                  </a:outerShdw>
                </a:effectLst>
              </a:rPr>
              <a:t>[</a:t>
            </a:r>
            <a:r>
              <a:rPr lang="zh-CN" altLang="en-US" sz="2400" dirty="0">
                <a:solidFill>
                  <a:srgbClr val="000000"/>
                </a:solidFill>
                <a:effectLst>
                  <a:outerShdw blurRad="38100" dist="38100" dir="2700000" algn="tl">
                    <a:srgbClr val="C0C0C0"/>
                  </a:outerShdw>
                </a:effectLst>
              </a:rPr>
              <a:t>即</a:t>
            </a:r>
            <a:r>
              <a:rPr lang="en-US" altLang="zh-CN" sz="2400" i="1" dirty="0">
                <a:solidFill>
                  <a:srgbClr val="000000"/>
                </a:solidFill>
                <a:effectLst>
                  <a:outerShdw blurRad="38100" dist="38100" dir="2700000" algn="tl">
                    <a:srgbClr val="C0C0C0"/>
                  </a:outerShdw>
                </a:effectLst>
              </a:rPr>
              <a:t>F</a:t>
            </a:r>
            <a:r>
              <a:rPr lang="en-US" altLang="zh-CN" sz="2400" dirty="0">
                <a:solidFill>
                  <a:srgbClr val="000000"/>
                </a:solidFill>
                <a:effectLst>
                  <a:outerShdw blurRad="38100" dist="38100" dir="2700000" algn="tl">
                    <a:srgbClr val="C0C0C0"/>
                  </a:outerShdw>
                </a:effectLst>
              </a:rPr>
              <a:t>(</a:t>
            </a:r>
            <a:r>
              <a:rPr lang="en-US" altLang="zh-CN" sz="2400" i="1" dirty="0">
                <a:solidFill>
                  <a:srgbClr val="000000"/>
                </a:solidFill>
                <a:effectLst>
                  <a:outerShdw blurRad="38100" dist="38100" dir="2700000" algn="tl">
                    <a:srgbClr val="C0C0C0"/>
                  </a:outerShdw>
                </a:effectLst>
              </a:rPr>
              <a:t>s</a:t>
            </a:r>
            <a:r>
              <a:rPr lang="en-US" altLang="zh-CN" sz="2400" dirty="0">
                <a:solidFill>
                  <a:srgbClr val="000000"/>
                </a:solidFill>
                <a:effectLst>
                  <a:outerShdw blurRad="38100" dist="38100" dir="2700000" algn="tl">
                    <a:srgbClr val="C0C0C0"/>
                  </a:outerShdw>
                </a:effectLst>
              </a:rPr>
              <a:t>)</a:t>
            </a:r>
            <a:r>
              <a:rPr lang="zh-CN" altLang="en-US" sz="2400" dirty="0">
                <a:solidFill>
                  <a:srgbClr val="000000"/>
                </a:solidFill>
                <a:effectLst>
                  <a:outerShdw blurRad="38100" dist="38100" dir="2700000" algn="tl">
                    <a:srgbClr val="C0C0C0"/>
                  </a:outerShdw>
                </a:effectLst>
              </a:rPr>
              <a:t>的单极点，一阶极点</a:t>
            </a:r>
            <a:r>
              <a:rPr lang="en-US" altLang="zh-CN" sz="2400" dirty="0">
                <a:solidFill>
                  <a:srgbClr val="000000"/>
                </a:solidFill>
                <a:effectLst>
                  <a:outerShdw blurRad="38100" dist="38100" dir="2700000" algn="tl">
                    <a:srgbClr val="C0C0C0"/>
                  </a:outerShdw>
                </a:effectLst>
              </a:rPr>
              <a:t>]</a:t>
            </a:r>
            <a:r>
              <a:rPr lang="zh-CN" altLang="en-US" sz="2400" dirty="0">
                <a:solidFill>
                  <a:srgbClr val="000000"/>
                </a:solidFill>
                <a:effectLst>
                  <a:outerShdw blurRad="38100" dist="38100" dir="2700000" algn="tl">
                    <a:srgbClr val="C0C0C0"/>
                  </a:outerShdw>
                </a:effectLst>
              </a:rPr>
              <a:t>，则：</a:t>
            </a:r>
            <a:endParaRPr lang="zh-CN" altLang="en-US" sz="2400" dirty="0">
              <a:solidFill>
                <a:srgbClr val="000000"/>
              </a:solidFill>
              <a:effectLst>
                <a:outerShdw blurRad="38100" dist="38100" dir="2700000" algn="tl">
                  <a:srgbClr val="C0C0C0"/>
                </a:outerShdw>
              </a:effectLst>
            </a:endParaRPr>
          </a:p>
        </p:txBody>
      </p:sp>
      <p:graphicFrame>
        <p:nvGraphicFramePr>
          <p:cNvPr id="43017" name="Object 9"/>
          <p:cNvGraphicFramePr>
            <a:graphicFrameLocks noChangeAspect="1"/>
          </p:cNvGraphicFramePr>
          <p:nvPr/>
        </p:nvGraphicFramePr>
        <p:xfrm>
          <a:off x="1907704" y="3553115"/>
          <a:ext cx="4465637" cy="835025"/>
        </p:xfrm>
        <a:graphic>
          <a:graphicData uri="http://schemas.openxmlformats.org/presentationml/2006/ole">
            <mc:AlternateContent xmlns:mc="http://schemas.openxmlformats.org/markup-compatibility/2006">
              <mc:Choice xmlns:v="urn:schemas-microsoft-com:vml" Requires="v">
                <p:oleObj spid="_x0000_s2" name="公式" r:id="rId2" imgW="1765300" imgH="330200" progId="Equation.3">
                  <p:embed/>
                </p:oleObj>
              </mc:Choice>
              <mc:Fallback>
                <p:oleObj name="公式" r:id="rId2" imgW="1765300" imgH="330200" progId="Equation.3">
                  <p:embed/>
                  <p:pic>
                    <p:nvPicPr>
                      <p:cNvPr id="0" name="Object 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07704" y="3553115"/>
                        <a:ext cx="4465637" cy="835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sp>
        <p:nvSpPr>
          <p:cNvPr id="10" name="Rectangle 2"/>
          <p:cNvSpPr>
            <a:spLocks noChangeArrowheads="1"/>
          </p:cNvSpPr>
          <p:nvPr/>
        </p:nvSpPr>
        <p:spPr bwMode="auto">
          <a:xfrm>
            <a:off x="646732" y="-9946"/>
            <a:ext cx="8028956" cy="490537"/>
          </a:xfrm>
          <a:prstGeom prst="rect">
            <a:avLst/>
          </a:prstGeom>
          <a:solidFill>
            <a:schemeClr val="bg1"/>
          </a:solidFill>
          <a:ln>
            <a:noFill/>
          </a:ln>
          <a:effectLst>
            <a:outerShdw blurRad="63500" dist="38099" dir="2700000" algn="ctr" rotWithShape="0">
              <a:schemeClr val="bg2">
                <a:alpha val="74998"/>
              </a:schemeClr>
            </a:outerShdw>
          </a:effectLst>
        </p:spPr>
        <p:txBody>
          <a:bodyPr anchor="ctr"/>
          <a:lstStyle/>
          <a:p>
            <a:pPr eaLnBrk="1" hangingPunct="1">
              <a:defRPr/>
            </a:pPr>
            <a:r>
              <a:rPr lang="zh-CN" altLang="en-US" sz="2800" dirty="0">
                <a:effectLst>
                  <a:outerShdw blurRad="38100" dist="38100" dir="2700000" algn="tl">
                    <a:srgbClr val="000000"/>
                  </a:outerShdw>
                </a:effectLst>
                <a:ea typeface="黑体" panose="02010609060101010101" charset="-122"/>
              </a:rPr>
              <a:t>回顾</a:t>
            </a:r>
            <a:r>
              <a:rPr lang="en-US" altLang="zh-CN" sz="2800" dirty="0">
                <a:effectLst>
                  <a:outerShdw blurRad="38100" dist="38100" dir="2700000" algn="tl">
                    <a:srgbClr val="000000"/>
                  </a:outerShdw>
                </a:effectLst>
                <a:ea typeface="黑体" panose="02010609060101010101" charset="-122"/>
              </a:rPr>
              <a:t>5</a:t>
            </a:r>
            <a:r>
              <a:rPr lang="zh-CN" altLang="en-US" sz="2800" dirty="0">
                <a:effectLst>
                  <a:outerShdw blurRad="38100" dist="38100" dir="2700000" algn="tl">
                    <a:srgbClr val="000000"/>
                  </a:outerShdw>
                </a:effectLst>
                <a:ea typeface="黑体" panose="02010609060101010101" charset="-122"/>
              </a:rPr>
              <a:t>    拉普拉斯反变换</a:t>
            </a:r>
            <a:r>
              <a:rPr lang="en-US" altLang="zh-CN" sz="2800" dirty="0">
                <a:solidFill>
                  <a:srgbClr val="FF0000"/>
                </a:solidFill>
                <a:effectLst>
                  <a:outerShdw blurRad="38100" dist="38100" dir="2700000" algn="tl">
                    <a:srgbClr val="000000"/>
                  </a:outerShdw>
                </a:effectLst>
                <a:ea typeface="黑体" panose="02010609060101010101" charset="-122"/>
              </a:rPr>
              <a:t>----</a:t>
            </a:r>
            <a:r>
              <a:rPr lang="zh-CN" altLang="en-US" sz="2800" dirty="0">
                <a:solidFill>
                  <a:srgbClr val="FF0000"/>
                </a:solidFill>
                <a:effectLst>
                  <a:outerShdw blurRad="38100" dist="38100" dir="2700000" algn="tl">
                    <a:srgbClr val="000000"/>
                  </a:outerShdw>
                </a:effectLst>
                <a:ea typeface="黑体" panose="02010609060101010101" charset="-122"/>
              </a:rPr>
              <a:t>留数法（围线积分法）</a:t>
            </a:r>
            <a:endParaRPr lang="zh-CN" altLang="en-US" sz="2800" dirty="0">
              <a:solidFill>
                <a:srgbClr val="FF0000"/>
              </a:solidFill>
              <a:effectLst>
                <a:outerShdw blurRad="38100" dist="38100" dir="2700000" algn="tl">
                  <a:srgbClr val="000000"/>
                </a:outerShdw>
              </a:effectLst>
              <a:ea typeface="黑体" panose="02010609060101010101" charset="-122"/>
            </a:endParaRPr>
          </a:p>
        </p:txBody>
      </p:sp>
      <p:sp>
        <p:nvSpPr>
          <p:cNvPr id="15" name="Rectangle 2"/>
          <p:cNvSpPr txBox="1">
            <a:spLocks noChangeArrowheads="1"/>
          </p:cNvSpPr>
          <p:nvPr/>
        </p:nvSpPr>
        <p:spPr bwMode="auto">
          <a:xfrm>
            <a:off x="600215" y="4388525"/>
            <a:ext cx="8208962" cy="720725"/>
          </a:xfrm>
          <a:prstGeom prst="rect">
            <a:avLst/>
          </a:prstGeom>
          <a:solidFill>
            <a:schemeClr val="tx1"/>
          </a:solidFill>
          <a:ln w="9525">
            <a:noFill/>
            <a:miter lim="800000"/>
          </a:ln>
          <a:effectLst/>
        </p:spPr>
        <p:txBody>
          <a:bodyPr vert="horz" wrap="square" lIns="91440" tIns="45720" rIns="91440" bIns="45720" numCol="1" anchor="t" anchorCtr="0" compatLnSpc="1"/>
          <a:lstStyle>
            <a:lvl1pPr marL="342900" indent="-342900" algn="l" rtl="0" eaLnBrk="0" fontAlgn="base" hangingPunct="0">
              <a:spcBef>
                <a:spcPct val="20000"/>
              </a:spcBef>
              <a:spcAft>
                <a:spcPct val="0"/>
              </a:spcAft>
              <a:buChar char="•"/>
              <a:defRPr kumimoji="1" sz="3200">
                <a:solidFill>
                  <a:schemeClr val="tx1"/>
                </a:solidFill>
                <a:effectLst>
                  <a:outerShdw blurRad="38100" dist="38100" dir="2700000" algn="tl">
                    <a:srgbClr val="C0C0C0"/>
                  </a:outerShdw>
                </a:effectLst>
                <a:latin typeface="+mn-lt"/>
                <a:ea typeface="+mn-ea"/>
                <a:cs typeface="华文中宋" panose="02010600040101010101" charset="-122"/>
              </a:defRPr>
            </a:lvl1pPr>
            <a:lvl2pPr marL="742950" indent="-285750" algn="l" rtl="0" eaLnBrk="0" fontAlgn="base" hangingPunct="0">
              <a:spcBef>
                <a:spcPct val="20000"/>
              </a:spcBef>
              <a:spcAft>
                <a:spcPct val="0"/>
              </a:spcAft>
              <a:buChar char="–"/>
              <a:defRPr kumimoji="1" sz="2800">
                <a:solidFill>
                  <a:schemeClr val="tx1"/>
                </a:solidFill>
                <a:effectLst>
                  <a:outerShdw blurRad="38100" dist="38100" dir="2700000" algn="tl">
                    <a:srgbClr val="C0C0C0"/>
                  </a:outerShdw>
                </a:effectLst>
                <a:latin typeface="+mn-lt"/>
                <a:ea typeface="+mn-ea"/>
                <a:cs typeface="华文中宋" panose="02010600040101010101" charset="-122"/>
              </a:defRPr>
            </a:lvl2pPr>
            <a:lvl3pPr marL="1143000" indent="-228600" algn="l" rtl="0" eaLnBrk="0" fontAlgn="base" hangingPunct="0">
              <a:spcBef>
                <a:spcPct val="20000"/>
              </a:spcBef>
              <a:spcAft>
                <a:spcPct val="0"/>
              </a:spcAft>
              <a:buChar char="•"/>
              <a:defRPr kumimoji="1" sz="2400">
                <a:solidFill>
                  <a:schemeClr val="tx1"/>
                </a:solidFill>
                <a:effectLst>
                  <a:outerShdw blurRad="38100" dist="38100" dir="2700000" algn="tl">
                    <a:srgbClr val="C0C0C0"/>
                  </a:outerShdw>
                </a:effectLst>
                <a:latin typeface="+mn-lt"/>
                <a:ea typeface="+mn-ea"/>
                <a:cs typeface="华文中宋" panose="02010600040101010101" charset="-122"/>
              </a:defRPr>
            </a:lvl3pPr>
            <a:lvl4pPr marL="1600200" indent="-228600" algn="l" rtl="0" eaLnBrk="0" fontAlgn="base" hangingPunct="0">
              <a:spcBef>
                <a:spcPct val="20000"/>
              </a:spcBef>
              <a:spcAft>
                <a:spcPct val="0"/>
              </a:spcAft>
              <a:buChar char="–"/>
              <a:defRPr kumimoji="1" sz="2000">
                <a:solidFill>
                  <a:schemeClr val="tx1"/>
                </a:solidFill>
                <a:effectLst>
                  <a:outerShdw blurRad="38100" dist="38100" dir="2700000" algn="tl">
                    <a:srgbClr val="C0C0C0"/>
                  </a:outerShdw>
                </a:effectLst>
                <a:latin typeface="+mn-lt"/>
                <a:ea typeface="+mn-ea"/>
                <a:cs typeface="华文中宋" panose="02010600040101010101" charset="-122"/>
              </a:defRPr>
            </a:lvl4pPr>
            <a:lvl5pPr marL="2057400" indent="-228600" algn="l" rtl="0" eaLnBrk="0" fontAlgn="base" hangingPunct="0">
              <a:spcBef>
                <a:spcPct val="20000"/>
              </a:spcBef>
              <a:spcAft>
                <a:spcPct val="0"/>
              </a:spcAft>
              <a:buChar char="»"/>
              <a:defRPr kumimoji="1" sz="2000">
                <a:solidFill>
                  <a:schemeClr val="tx1"/>
                </a:solidFill>
                <a:effectLst>
                  <a:outerShdw blurRad="38100" dist="38100" dir="2700000" algn="tl">
                    <a:srgbClr val="C0C0C0"/>
                  </a:outerShdw>
                </a:effectLst>
                <a:latin typeface="+mn-lt"/>
                <a:ea typeface="+mn-ea"/>
                <a:cs typeface="华文中宋" panose="02010600040101010101" charset="-122"/>
              </a:defRPr>
            </a:lvl5pPr>
            <a:lvl6pPr marL="2514600" indent="-228600" algn="l" rtl="0" fontAlgn="base">
              <a:spcBef>
                <a:spcPct val="20000"/>
              </a:spcBef>
              <a:spcAft>
                <a:spcPct val="0"/>
              </a:spcAft>
              <a:buChar char="»"/>
              <a:defRPr sz="2000">
                <a:solidFill>
                  <a:schemeClr val="tx1"/>
                </a:solidFill>
                <a:effectLst>
                  <a:outerShdw blurRad="38100" dist="38100" dir="2700000" algn="tl">
                    <a:srgbClr val="C0C0C0"/>
                  </a:outerShdw>
                </a:effectLst>
                <a:latin typeface="+mn-lt"/>
                <a:ea typeface="+mn-ea"/>
              </a:defRPr>
            </a:lvl6pPr>
            <a:lvl7pPr marL="2971800" indent="-228600" algn="l" rtl="0" fontAlgn="base">
              <a:spcBef>
                <a:spcPct val="20000"/>
              </a:spcBef>
              <a:spcAft>
                <a:spcPct val="0"/>
              </a:spcAft>
              <a:buChar char="»"/>
              <a:defRPr sz="2000">
                <a:solidFill>
                  <a:schemeClr val="tx1"/>
                </a:solidFill>
                <a:effectLst>
                  <a:outerShdw blurRad="38100" dist="38100" dir="2700000" algn="tl">
                    <a:srgbClr val="C0C0C0"/>
                  </a:outerShdw>
                </a:effectLst>
                <a:latin typeface="+mn-lt"/>
                <a:ea typeface="+mn-ea"/>
              </a:defRPr>
            </a:lvl7pPr>
            <a:lvl8pPr marL="3429000" indent="-228600" algn="l" rtl="0" fontAlgn="base">
              <a:spcBef>
                <a:spcPct val="20000"/>
              </a:spcBef>
              <a:spcAft>
                <a:spcPct val="0"/>
              </a:spcAft>
              <a:buChar char="»"/>
              <a:defRPr sz="2000">
                <a:solidFill>
                  <a:schemeClr val="tx1"/>
                </a:solidFill>
                <a:effectLst>
                  <a:outerShdw blurRad="38100" dist="38100" dir="2700000" algn="tl">
                    <a:srgbClr val="C0C0C0"/>
                  </a:outerShdw>
                </a:effectLst>
                <a:latin typeface="+mn-lt"/>
                <a:ea typeface="+mn-ea"/>
              </a:defRPr>
            </a:lvl8pPr>
            <a:lvl9pPr marL="3886200" indent="-228600" algn="l" rtl="0" fontAlgn="base">
              <a:spcBef>
                <a:spcPct val="20000"/>
              </a:spcBef>
              <a:spcAft>
                <a:spcPct val="0"/>
              </a:spcAft>
              <a:buChar char="»"/>
              <a:defRPr sz="2000">
                <a:solidFill>
                  <a:schemeClr val="tx1"/>
                </a:solidFill>
                <a:effectLst>
                  <a:outerShdw blurRad="38100" dist="38100" dir="2700000" algn="tl">
                    <a:srgbClr val="C0C0C0"/>
                  </a:outerShdw>
                </a:effectLst>
                <a:latin typeface="+mn-lt"/>
                <a:ea typeface="+mn-ea"/>
              </a:defRPr>
            </a:lvl9pPr>
          </a:lstStyle>
          <a:p>
            <a:pPr eaLnBrk="1" hangingPunct="1">
              <a:lnSpc>
                <a:spcPct val="125000"/>
              </a:lnSpc>
              <a:spcBef>
                <a:spcPct val="50000"/>
              </a:spcBef>
              <a:buFontTx/>
              <a:buNone/>
              <a:defRPr/>
            </a:pPr>
            <a:r>
              <a:rPr lang="en-US" altLang="zh-CN" sz="2400" b="1" kern="0" dirty="0">
                <a:solidFill>
                  <a:srgbClr val="FF0000"/>
                </a:solidFill>
                <a:latin typeface="华文中宋" panose="02010600040101010101" charset="-122"/>
              </a:rPr>
              <a:t>2). </a:t>
            </a:r>
            <a:r>
              <a:rPr lang="zh-CN" altLang="en-US" sz="2400" b="1" kern="0" dirty="0">
                <a:solidFill>
                  <a:srgbClr val="FF0000"/>
                </a:solidFill>
                <a:latin typeface="华文中宋" panose="02010600040101010101" charset="-122"/>
              </a:rPr>
              <a:t>若</a:t>
            </a:r>
            <a:r>
              <a:rPr kumimoji="0" lang="en-US" altLang="zh-CN" sz="2400" b="0" i="1" kern="0" dirty="0" err="1">
                <a:solidFill>
                  <a:srgbClr val="FF0000"/>
                </a:solidFill>
                <a:latin typeface="Times New Roman" panose="02020603050405020304" pitchFamily="18" charset="0"/>
              </a:rPr>
              <a:t>S</a:t>
            </a:r>
            <a:r>
              <a:rPr kumimoji="0" lang="en-US" altLang="zh-CN" sz="2400" b="0" i="1" kern="0" baseline="-25000" dirty="0" err="1">
                <a:solidFill>
                  <a:srgbClr val="FF0000"/>
                </a:solidFill>
                <a:latin typeface="Times New Roman" panose="02020603050405020304" pitchFamily="18" charset="0"/>
              </a:rPr>
              <a:t>k</a:t>
            </a:r>
            <a:r>
              <a:rPr kumimoji="0" lang="zh-CN" altLang="en-US" sz="2400" b="0" kern="0" dirty="0">
                <a:solidFill>
                  <a:srgbClr val="FF0000"/>
                </a:solidFill>
              </a:rPr>
              <a:t>为</a:t>
            </a:r>
            <a:r>
              <a:rPr kumimoji="0" lang="en-US" altLang="zh-CN" sz="2400" b="0" i="1" kern="0" dirty="0">
                <a:solidFill>
                  <a:srgbClr val="FF0000"/>
                </a:solidFill>
                <a:latin typeface="Times New Roman" panose="02020603050405020304" pitchFamily="18" charset="0"/>
              </a:rPr>
              <a:t>D</a:t>
            </a:r>
            <a:r>
              <a:rPr kumimoji="0" lang="en-US" altLang="zh-CN" sz="2400" b="0" kern="0" dirty="0">
                <a:solidFill>
                  <a:srgbClr val="FF0000"/>
                </a:solidFill>
              </a:rPr>
              <a:t>(</a:t>
            </a:r>
            <a:r>
              <a:rPr kumimoji="0" lang="en-US" altLang="zh-CN" sz="2400" b="0" i="1" kern="0" dirty="0">
                <a:solidFill>
                  <a:srgbClr val="FF0000"/>
                </a:solidFill>
                <a:latin typeface="Times New Roman" panose="02020603050405020304" pitchFamily="18" charset="0"/>
              </a:rPr>
              <a:t>s</a:t>
            </a:r>
            <a:r>
              <a:rPr kumimoji="0" lang="en-US" altLang="zh-CN" sz="2400" b="0" kern="0" dirty="0">
                <a:solidFill>
                  <a:srgbClr val="FF0000"/>
                </a:solidFill>
              </a:rPr>
              <a:t>)=0</a:t>
            </a:r>
            <a:r>
              <a:rPr lang="zh-CN" altLang="en-US" sz="2400" b="1" kern="0" dirty="0">
                <a:solidFill>
                  <a:srgbClr val="FF0000"/>
                </a:solidFill>
                <a:latin typeface="华文中宋" panose="02010600040101010101" charset="-122"/>
              </a:rPr>
              <a:t>的</a:t>
            </a:r>
            <a:r>
              <a:rPr lang="en-US" altLang="zh-CN" sz="2400" b="1" i="1" kern="0" dirty="0">
                <a:solidFill>
                  <a:srgbClr val="FF0000"/>
                </a:solidFill>
                <a:latin typeface="华文中宋" panose="02010600040101010101" charset="-122"/>
              </a:rPr>
              <a:t>p </a:t>
            </a:r>
            <a:r>
              <a:rPr lang="zh-CN" altLang="en-US" sz="2400" b="1" kern="0" dirty="0">
                <a:solidFill>
                  <a:srgbClr val="FF0000"/>
                </a:solidFill>
                <a:latin typeface="华文中宋" panose="02010600040101010101" charset="-122"/>
              </a:rPr>
              <a:t>阶重根</a:t>
            </a:r>
            <a:r>
              <a:rPr lang="en-US" altLang="zh-CN" sz="2400" b="1" kern="0" dirty="0">
                <a:solidFill>
                  <a:srgbClr val="000000"/>
                </a:solidFill>
                <a:latin typeface="华文中宋" panose="02010600040101010101" charset="-122"/>
              </a:rPr>
              <a:t>[</a:t>
            </a:r>
            <a:r>
              <a:rPr lang="zh-CN" altLang="en-US" sz="2400" b="1" kern="0" dirty="0">
                <a:solidFill>
                  <a:srgbClr val="000000"/>
                </a:solidFill>
                <a:latin typeface="华文中宋" panose="02010600040101010101" charset="-122"/>
              </a:rPr>
              <a:t>即</a:t>
            </a:r>
            <a:r>
              <a:rPr lang="en-US" altLang="zh-CN" sz="2400" b="1" i="1" kern="0" dirty="0">
                <a:solidFill>
                  <a:srgbClr val="000000"/>
                </a:solidFill>
                <a:latin typeface="华文中宋" panose="02010600040101010101" charset="-122"/>
              </a:rPr>
              <a:t>F</a:t>
            </a:r>
            <a:r>
              <a:rPr lang="en-US" altLang="zh-CN" sz="2400" b="1" kern="0" dirty="0">
                <a:solidFill>
                  <a:srgbClr val="000000"/>
                </a:solidFill>
                <a:latin typeface="华文中宋" panose="02010600040101010101" charset="-122"/>
              </a:rPr>
              <a:t>(</a:t>
            </a:r>
            <a:r>
              <a:rPr lang="en-US" altLang="zh-CN" sz="2400" b="1" i="1" kern="0" dirty="0">
                <a:solidFill>
                  <a:srgbClr val="000000"/>
                </a:solidFill>
                <a:latin typeface="华文中宋" panose="02010600040101010101" charset="-122"/>
              </a:rPr>
              <a:t>s</a:t>
            </a:r>
            <a:r>
              <a:rPr lang="en-US" altLang="zh-CN" sz="2400" b="1" kern="0" dirty="0">
                <a:solidFill>
                  <a:srgbClr val="000000"/>
                </a:solidFill>
                <a:latin typeface="华文中宋" panose="02010600040101010101" charset="-122"/>
              </a:rPr>
              <a:t>)</a:t>
            </a:r>
            <a:r>
              <a:rPr lang="zh-CN" altLang="en-US" sz="2400" b="1" kern="0" dirty="0">
                <a:solidFill>
                  <a:srgbClr val="000000"/>
                </a:solidFill>
                <a:latin typeface="华文中宋" panose="02010600040101010101" charset="-122"/>
              </a:rPr>
              <a:t>的</a:t>
            </a:r>
            <a:r>
              <a:rPr lang="en-US" altLang="zh-CN" sz="2400" b="1" i="1" kern="0" dirty="0">
                <a:solidFill>
                  <a:srgbClr val="000000"/>
                </a:solidFill>
                <a:latin typeface="华文中宋" panose="02010600040101010101" charset="-122"/>
              </a:rPr>
              <a:t>p</a:t>
            </a:r>
            <a:r>
              <a:rPr lang="zh-CN" altLang="en-US" sz="2400" b="1" kern="0" dirty="0">
                <a:solidFill>
                  <a:srgbClr val="000000"/>
                </a:solidFill>
                <a:latin typeface="华文中宋" panose="02010600040101010101" charset="-122"/>
              </a:rPr>
              <a:t>阶极点</a:t>
            </a:r>
            <a:r>
              <a:rPr lang="en-US" altLang="zh-CN" sz="2400" b="1" kern="0" dirty="0">
                <a:solidFill>
                  <a:srgbClr val="000000"/>
                </a:solidFill>
                <a:latin typeface="华文中宋" panose="02010600040101010101" charset="-122"/>
              </a:rPr>
              <a:t>]</a:t>
            </a:r>
            <a:r>
              <a:rPr lang="zh-CN" altLang="en-US" sz="2400" b="1" kern="0" dirty="0">
                <a:solidFill>
                  <a:srgbClr val="000000"/>
                </a:solidFill>
                <a:latin typeface="华文中宋" panose="02010600040101010101" charset="-122"/>
              </a:rPr>
              <a:t>，则： </a:t>
            </a:r>
            <a:endParaRPr lang="zh-CN" altLang="en-US" sz="2400" b="1" kern="0" dirty="0">
              <a:solidFill>
                <a:srgbClr val="000000"/>
              </a:solidFill>
              <a:latin typeface="华文中宋" panose="02010600040101010101" charset="-122"/>
            </a:endParaRPr>
          </a:p>
        </p:txBody>
      </p:sp>
      <p:graphicFrame>
        <p:nvGraphicFramePr>
          <p:cNvPr id="16" name="Object 4"/>
          <p:cNvGraphicFramePr>
            <a:graphicFrameLocks noChangeAspect="1"/>
          </p:cNvGraphicFramePr>
          <p:nvPr/>
        </p:nvGraphicFramePr>
        <p:xfrm>
          <a:off x="899592" y="4979773"/>
          <a:ext cx="7200900" cy="996950"/>
        </p:xfrm>
        <a:graphic>
          <a:graphicData uri="http://schemas.openxmlformats.org/presentationml/2006/ole">
            <mc:AlternateContent xmlns:mc="http://schemas.openxmlformats.org/markup-compatibility/2006">
              <mc:Choice xmlns:v="urn:schemas-microsoft-com:vml" Requires="v">
                <p:oleObj spid="_x0000_s3" name="公式" r:id="rId4" imgW="2844800" imgH="393700" progId="Equation.3">
                  <p:embed/>
                </p:oleObj>
              </mc:Choice>
              <mc:Fallback>
                <p:oleObj name="公式" r:id="rId4" imgW="2844800" imgH="393700" progId="Equation.3">
                  <p:embed/>
                  <p:pic>
                    <p:nvPicPr>
                      <p:cNvPr id="0"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99592" y="4979773"/>
                        <a:ext cx="7200900" cy="996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sp>
        <p:nvSpPr>
          <p:cNvPr id="4" name="墨迹 1"/>
          <p:cNvSpPr/>
          <p:nvPr/>
        </p:nvSpPr>
        <p:spPr bwMode="auto">
          <a:xfrm>
            <a:off x="1012320" y="641160"/>
            <a:ext cx="7783920" cy="5340960"/>
          </a:xfrm>
        </p:spPr>
      </p:sp>
    </p:spTree>
    <p:custDataLst>
      <p:tags r:id="rId6"/>
    </p:custDataLst>
  </p:cSld>
  <p:clrMapOvr>
    <a:masterClrMapping/>
  </p:clrMapOvr>
  <mc:AlternateContent xmlns:mc="http://schemas.openxmlformats.org/markup-compatibility/2006">
    <mc:Choice xmlns:p14="http://schemas.microsoft.com/office/powerpoint/2010/main" Requires="p14">
      <p:transition spd="slow" p14:dur="2000" advTm="153412"/>
    </mc:Choice>
    <mc:Fallback>
      <p:transition spd="slow" advTm="153412"/>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5" presetClass="entr" presetSubtype="0" fill="hold" grpId="0" nodeType="clickEffect">
                                  <p:stCondLst>
                                    <p:cond delay="0"/>
                                  </p:stCondLst>
                                  <p:childTnLst>
                                    <p:set>
                                      <p:cBhvr>
                                        <p:cTn id="6" dur="1" fill="hold">
                                          <p:stCondLst>
                                            <p:cond delay="0"/>
                                          </p:stCondLst>
                                        </p:cTn>
                                        <p:tgtEl>
                                          <p:spTgt spid="43016"/>
                                        </p:tgtEl>
                                        <p:attrNameLst>
                                          <p:attrName>style.visibility</p:attrName>
                                        </p:attrNameLst>
                                      </p:cBhvr>
                                      <p:to>
                                        <p:strVal val="visible"/>
                                      </p:to>
                                    </p:set>
                                    <p:anim calcmode="lin" valueType="num">
                                      <p:cBhvr>
                                        <p:cTn id="7" dur="1000" fill="hold"/>
                                        <p:tgtEl>
                                          <p:spTgt spid="43016"/>
                                        </p:tgtEl>
                                        <p:attrNameLst>
                                          <p:attrName>ppt_w</p:attrName>
                                        </p:attrNameLst>
                                      </p:cBhvr>
                                      <p:tavLst>
                                        <p:tav tm="0">
                                          <p:val>
                                            <p:strVal val="#ppt_w*0.70"/>
                                          </p:val>
                                        </p:tav>
                                        <p:tav tm="100000">
                                          <p:val>
                                            <p:strVal val="#ppt_w"/>
                                          </p:val>
                                        </p:tav>
                                      </p:tavLst>
                                    </p:anim>
                                    <p:anim calcmode="lin" valueType="num">
                                      <p:cBhvr>
                                        <p:cTn id="8" dur="1000" fill="hold"/>
                                        <p:tgtEl>
                                          <p:spTgt spid="43016"/>
                                        </p:tgtEl>
                                        <p:attrNameLst>
                                          <p:attrName>ppt_h</p:attrName>
                                        </p:attrNameLst>
                                      </p:cBhvr>
                                      <p:tavLst>
                                        <p:tav tm="0">
                                          <p:val>
                                            <p:strVal val="#ppt_h"/>
                                          </p:val>
                                        </p:tav>
                                        <p:tav tm="100000">
                                          <p:val>
                                            <p:strVal val="#ppt_h"/>
                                          </p:val>
                                        </p:tav>
                                      </p:tavLst>
                                    </p:anim>
                                    <p:animEffect transition="in" filter="fade">
                                      <p:cBhvr>
                                        <p:cTn id="9" dur="1000"/>
                                        <p:tgtEl>
                                          <p:spTgt spid="43016"/>
                                        </p:tgtEl>
                                      </p:cBhvr>
                                    </p:animEffect>
                                  </p:childTnLst>
                                </p:cTn>
                              </p:par>
                            </p:childTnLst>
                          </p:cTn>
                        </p:par>
                      </p:childTnLst>
                    </p:cTn>
                  </p:par>
                  <p:par>
                    <p:cTn id="10" fill="hold">
                      <p:stCondLst>
                        <p:cond delay="indefinite"/>
                      </p:stCondLst>
                      <p:childTnLst>
                        <p:par>
                          <p:cTn id="11" fill="hold">
                            <p:stCondLst>
                              <p:cond delay="0"/>
                            </p:stCondLst>
                            <p:childTnLst>
                              <p:par>
                                <p:cTn id="12" presetID="55" presetClass="entr" presetSubtype="0" fill="hold" nodeType="clickEffect">
                                  <p:stCondLst>
                                    <p:cond delay="0"/>
                                  </p:stCondLst>
                                  <p:childTnLst>
                                    <p:set>
                                      <p:cBhvr>
                                        <p:cTn id="13" dur="1" fill="hold">
                                          <p:stCondLst>
                                            <p:cond delay="0"/>
                                          </p:stCondLst>
                                        </p:cTn>
                                        <p:tgtEl>
                                          <p:spTgt spid="43017"/>
                                        </p:tgtEl>
                                        <p:attrNameLst>
                                          <p:attrName>style.visibility</p:attrName>
                                        </p:attrNameLst>
                                      </p:cBhvr>
                                      <p:to>
                                        <p:strVal val="visible"/>
                                      </p:to>
                                    </p:set>
                                    <p:anim calcmode="lin" valueType="num">
                                      <p:cBhvr>
                                        <p:cTn id="14" dur="1000" fill="hold"/>
                                        <p:tgtEl>
                                          <p:spTgt spid="43017"/>
                                        </p:tgtEl>
                                        <p:attrNameLst>
                                          <p:attrName>ppt_w</p:attrName>
                                        </p:attrNameLst>
                                      </p:cBhvr>
                                      <p:tavLst>
                                        <p:tav tm="0">
                                          <p:val>
                                            <p:strVal val="#ppt_w*0.70"/>
                                          </p:val>
                                        </p:tav>
                                        <p:tav tm="100000">
                                          <p:val>
                                            <p:strVal val="#ppt_w"/>
                                          </p:val>
                                        </p:tav>
                                      </p:tavLst>
                                    </p:anim>
                                    <p:anim calcmode="lin" valueType="num">
                                      <p:cBhvr>
                                        <p:cTn id="15" dur="1000" fill="hold"/>
                                        <p:tgtEl>
                                          <p:spTgt spid="43017"/>
                                        </p:tgtEl>
                                        <p:attrNameLst>
                                          <p:attrName>ppt_h</p:attrName>
                                        </p:attrNameLst>
                                      </p:cBhvr>
                                      <p:tavLst>
                                        <p:tav tm="0">
                                          <p:val>
                                            <p:strVal val="#ppt_h"/>
                                          </p:val>
                                        </p:tav>
                                        <p:tav tm="100000">
                                          <p:val>
                                            <p:strVal val="#ppt_h"/>
                                          </p:val>
                                        </p:tav>
                                      </p:tavLst>
                                    </p:anim>
                                    <p:animEffect transition="in" filter="fade">
                                      <p:cBhvr>
                                        <p:cTn id="16" dur="1000"/>
                                        <p:tgtEl>
                                          <p:spTgt spid="43017"/>
                                        </p:tgtEl>
                                      </p:cBhvr>
                                    </p:animEffec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5"/>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55" presetClass="entr" presetSubtype="0" fill="hold" nodeType="clickEffect">
                                  <p:stCondLst>
                                    <p:cond delay="0"/>
                                  </p:stCondLst>
                                  <p:childTnLst>
                                    <p:set>
                                      <p:cBhvr>
                                        <p:cTn id="24" dur="1" fill="hold">
                                          <p:stCondLst>
                                            <p:cond delay="0"/>
                                          </p:stCondLst>
                                        </p:cTn>
                                        <p:tgtEl>
                                          <p:spTgt spid="16"/>
                                        </p:tgtEl>
                                        <p:attrNameLst>
                                          <p:attrName>style.visibility</p:attrName>
                                        </p:attrNameLst>
                                      </p:cBhvr>
                                      <p:to>
                                        <p:strVal val="visible"/>
                                      </p:to>
                                    </p:set>
                                    <p:anim calcmode="lin" valueType="num">
                                      <p:cBhvr>
                                        <p:cTn id="25" dur="1000" fill="hold"/>
                                        <p:tgtEl>
                                          <p:spTgt spid="16"/>
                                        </p:tgtEl>
                                        <p:attrNameLst>
                                          <p:attrName>ppt_w</p:attrName>
                                        </p:attrNameLst>
                                      </p:cBhvr>
                                      <p:tavLst>
                                        <p:tav tm="0">
                                          <p:val>
                                            <p:strVal val="#ppt_w*0.70"/>
                                          </p:val>
                                        </p:tav>
                                        <p:tav tm="100000">
                                          <p:val>
                                            <p:strVal val="#ppt_w"/>
                                          </p:val>
                                        </p:tav>
                                      </p:tavLst>
                                    </p:anim>
                                    <p:anim calcmode="lin" valueType="num">
                                      <p:cBhvr>
                                        <p:cTn id="26" dur="1000" fill="hold"/>
                                        <p:tgtEl>
                                          <p:spTgt spid="16"/>
                                        </p:tgtEl>
                                        <p:attrNameLst>
                                          <p:attrName>ppt_h</p:attrName>
                                        </p:attrNameLst>
                                      </p:cBhvr>
                                      <p:tavLst>
                                        <p:tav tm="0">
                                          <p:val>
                                            <p:strVal val="#ppt_h"/>
                                          </p:val>
                                        </p:tav>
                                        <p:tav tm="100000">
                                          <p:val>
                                            <p:strVal val="#ppt_h"/>
                                          </p:val>
                                        </p:tav>
                                      </p:tavLst>
                                    </p:anim>
                                    <p:animEffect transition="in" filter="fade">
                                      <p:cBhvr>
                                        <p:cTn id="27" dur="10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016" grpId="0"/>
      <p:bldP spid="15" grpId="0" animBg="1"/>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4"/>
          <p:cNvSpPr>
            <a:spLocks noGrp="1" noChangeArrowheads="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a:spcBef>
                <a:spcPct val="0"/>
              </a:spcBef>
              <a:buFontTx/>
              <a:buNone/>
            </a:pPr>
            <a:fld id="{C240AF1E-7B6F-4B07-9EAB-5FBD65145732}" type="datetime1">
              <a:rPr kumimoji="0" lang="zh-CN" altLang="en-US" sz="1200" smtClean="0">
                <a:solidFill>
                  <a:srgbClr val="000000"/>
                </a:solidFill>
                <a:ea typeface="宋体" panose="02010600030101010101" pitchFamily="2" charset="-122"/>
              </a:rPr>
            </a:fld>
            <a:endParaRPr kumimoji="0" lang="en-US" altLang="zh-CN" sz="1200">
              <a:solidFill>
                <a:srgbClr val="000000"/>
              </a:solidFill>
              <a:ea typeface="宋体" panose="02010600030101010101" pitchFamily="2" charset="-122"/>
            </a:endParaRPr>
          </a:p>
        </p:txBody>
      </p:sp>
      <p:sp>
        <p:nvSpPr>
          <p:cNvPr id="364546" name="Rectangle 2"/>
          <p:cNvSpPr>
            <a:spLocks noGrp="1" noChangeArrowheads="1"/>
          </p:cNvSpPr>
          <p:nvPr>
            <p:ph type="title" idx="4294967295"/>
          </p:nvPr>
        </p:nvSpPr>
        <p:spPr>
          <a:xfrm>
            <a:off x="900113" y="179388"/>
            <a:ext cx="5184775" cy="550862"/>
          </a:xfrm>
          <a:solidFill>
            <a:schemeClr val="bg1"/>
          </a:solidFill>
          <a:effectLst>
            <a:outerShdw dist="35921" dir="2700000" algn="ctr" rotWithShape="0">
              <a:schemeClr val="bg2"/>
            </a:outerShdw>
          </a:effectLst>
        </p:spPr>
        <p:txBody>
          <a:bodyPr/>
          <a:lstStyle/>
          <a:p>
            <a:pPr eaLnBrk="1" hangingPunct="1">
              <a:defRPr/>
            </a:pPr>
            <a:r>
              <a:rPr kumimoji="0" lang="en-US" altLang="zh-CN" sz="2800" b="1">
                <a:solidFill>
                  <a:schemeClr val="tx1"/>
                </a:solidFill>
                <a:effectLst>
                  <a:outerShdw blurRad="38100" dist="38100" dir="2700000" algn="tl">
                    <a:srgbClr val="000000"/>
                  </a:outerShdw>
                </a:effectLst>
              </a:rPr>
              <a:t>§5.6 </a:t>
            </a:r>
            <a:r>
              <a:rPr kumimoji="0" lang="zh-CN" altLang="en-US" sz="2800" b="1">
                <a:solidFill>
                  <a:schemeClr val="tx1"/>
                </a:solidFill>
                <a:effectLst>
                  <a:outerShdw blurRad="38100" dist="38100" dir="2700000" algn="tl">
                    <a:srgbClr val="000000"/>
                  </a:outerShdw>
                </a:effectLst>
              </a:rPr>
              <a:t>拉普拉斯变换的基本性质</a:t>
            </a:r>
            <a:endParaRPr kumimoji="0" lang="zh-CN" altLang="en-US" sz="2800" b="1">
              <a:solidFill>
                <a:schemeClr val="tx1"/>
              </a:solidFill>
              <a:effectLst>
                <a:outerShdw blurRad="38100" dist="38100" dir="2700000" algn="tl">
                  <a:srgbClr val="000000"/>
                </a:outerShdw>
              </a:effectLst>
            </a:endParaRPr>
          </a:p>
        </p:txBody>
      </p:sp>
      <p:graphicFrame>
        <p:nvGraphicFramePr>
          <p:cNvPr id="62468" name="Object 3"/>
          <p:cNvGraphicFramePr>
            <a:graphicFrameLocks noChangeAspect="1"/>
          </p:cNvGraphicFramePr>
          <p:nvPr/>
        </p:nvGraphicFramePr>
        <p:xfrm>
          <a:off x="3563938" y="1052513"/>
          <a:ext cx="1600200" cy="381000"/>
        </p:xfrm>
        <a:graphic>
          <a:graphicData uri="http://schemas.openxmlformats.org/presentationml/2006/ole">
            <mc:AlternateContent xmlns:mc="http://schemas.openxmlformats.org/markup-compatibility/2006">
              <mc:Choice xmlns:v="urn:schemas-microsoft-com:vml" Requires="v">
                <p:oleObj spid="_x0000_s2" name="" r:id="rId1" imgW="1422400" imgH="292100" progId="Equation.3">
                  <p:embed/>
                </p:oleObj>
              </mc:Choice>
              <mc:Fallback>
                <p:oleObj name="" r:id="rId1" imgW="1422400" imgH="292100" progId="Equation.3">
                  <p:embed/>
                  <p:pic>
                    <p:nvPicPr>
                      <p:cNvPr id="0" name="Object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63938" y="1052513"/>
                        <a:ext cx="16002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64548" name="Rectangle 4"/>
          <p:cNvSpPr>
            <a:spLocks noChangeArrowheads="1"/>
          </p:cNvSpPr>
          <p:nvPr/>
        </p:nvSpPr>
        <p:spPr bwMode="auto">
          <a:xfrm>
            <a:off x="539750" y="908050"/>
            <a:ext cx="3276600" cy="519113"/>
          </a:xfrm>
          <a:prstGeom prst="rect">
            <a:avLst/>
          </a:prstGeom>
          <a:noFill/>
          <a:ln w="9525">
            <a:noFill/>
            <a:miter lim="800000"/>
          </a:ln>
          <a:effectLst/>
        </p:spPr>
        <p:txBody>
          <a:bodyPr>
            <a:spAutoFit/>
          </a:bodyPr>
          <a:lstStyle/>
          <a:p>
            <a:pPr eaLnBrk="1" hangingPunct="1">
              <a:defRPr/>
            </a:pPr>
            <a:r>
              <a:rPr lang="en-US" altLang="zh-CN" sz="2800" dirty="0">
                <a:solidFill>
                  <a:srgbClr val="FF0000"/>
                </a:solidFill>
                <a:effectLst>
                  <a:outerShdw blurRad="38100" dist="38100" dir="2700000" algn="tl">
                    <a:srgbClr val="C0C0C0"/>
                  </a:outerShdw>
                </a:effectLst>
                <a:latin typeface="楷体_GB2312" pitchFamily="49" charset="-122"/>
                <a:ea typeface="楷体_GB2312" pitchFamily="49" charset="-122"/>
              </a:rPr>
              <a:t>1</a:t>
            </a:r>
            <a:r>
              <a:rPr lang="zh-CN" altLang="en-US" sz="2800" dirty="0">
                <a:solidFill>
                  <a:srgbClr val="FF0000"/>
                </a:solidFill>
                <a:effectLst>
                  <a:outerShdw blurRad="38100" dist="38100" dir="2700000" algn="tl">
                    <a:srgbClr val="C0C0C0"/>
                  </a:outerShdw>
                </a:effectLst>
                <a:latin typeface="楷体_GB2312" pitchFamily="49" charset="-122"/>
                <a:ea typeface="楷体_GB2312" pitchFamily="49" charset="-122"/>
              </a:rPr>
              <a:t>、线性性质：</a:t>
            </a:r>
            <a:r>
              <a:rPr kumimoji="1" lang="zh-CN" altLang="en-US" sz="2800" dirty="0">
                <a:solidFill>
                  <a:srgbClr val="FF0000"/>
                </a:solidFill>
                <a:latin typeface="Times New Roman" panose="02020603050405020304" pitchFamily="18" charset="0"/>
              </a:rPr>
              <a:t>若</a:t>
            </a:r>
            <a:endParaRPr kumimoji="1" lang="zh-CN" altLang="en-US" sz="2800" b="0" dirty="0">
              <a:solidFill>
                <a:srgbClr val="FF0000"/>
              </a:solidFill>
              <a:latin typeface="Times New Roman" panose="02020603050405020304" pitchFamily="18" charset="0"/>
            </a:endParaRPr>
          </a:p>
        </p:txBody>
      </p:sp>
      <p:graphicFrame>
        <p:nvGraphicFramePr>
          <p:cNvPr id="62470" name="Object 5"/>
          <p:cNvGraphicFramePr>
            <a:graphicFrameLocks noChangeAspect="1"/>
          </p:cNvGraphicFramePr>
          <p:nvPr/>
        </p:nvGraphicFramePr>
        <p:xfrm>
          <a:off x="5435600" y="1052513"/>
          <a:ext cx="1447800" cy="395287"/>
        </p:xfrm>
        <a:graphic>
          <a:graphicData uri="http://schemas.openxmlformats.org/presentationml/2006/ole">
            <mc:AlternateContent xmlns:mc="http://schemas.openxmlformats.org/markup-compatibility/2006">
              <mc:Choice xmlns:v="urn:schemas-microsoft-com:vml" Requires="v">
                <p:oleObj spid="_x0000_s3" name="" r:id="rId3" imgW="1447165" imgH="304800" progId="Equation.3">
                  <p:embed/>
                </p:oleObj>
              </mc:Choice>
              <mc:Fallback>
                <p:oleObj name="" r:id="rId3" imgW="1447165" imgH="304800" progId="Equation.3">
                  <p:embed/>
                  <p:pic>
                    <p:nvPicPr>
                      <p:cNvPr id="0"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435600" y="1052513"/>
                        <a:ext cx="1447800" cy="395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64550" name="Object 6"/>
          <p:cNvGraphicFramePr>
            <a:graphicFrameLocks noChangeAspect="1"/>
          </p:cNvGraphicFramePr>
          <p:nvPr/>
        </p:nvGraphicFramePr>
        <p:xfrm>
          <a:off x="827088" y="1628775"/>
          <a:ext cx="5181600" cy="457200"/>
        </p:xfrm>
        <a:graphic>
          <a:graphicData uri="http://schemas.openxmlformats.org/presentationml/2006/ole">
            <mc:AlternateContent xmlns:mc="http://schemas.openxmlformats.org/markup-compatibility/2006">
              <mc:Choice xmlns:v="urn:schemas-microsoft-com:vml" Requires="v">
                <p:oleObj spid="_x0000_s4" name="" r:id="rId5" imgW="3581400" imgH="304800" progId="Equation.3">
                  <p:embed/>
                </p:oleObj>
              </mc:Choice>
              <mc:Fallback>
                <p:oleObj name="" r:id="rId5" imgW="3581400" imgH="304800" progId="Equation.3">
                  <p:embed/>
                  <p:pic>
                    <p:nvPicPr>
                      <p:cNvPr id="0"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27088" y="1628775"/>
                        <a:ext cx="5181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64551" name="Text Box 7"/>
          <p:cNvSpPr txBox="1">
            <a:spLocks noChangeArrowheads="1"/>
          </p:cNvSpPr>
          <p:nvPr/>
        </p:nvSpPr>
        <p:spPr bwMode="auto">
          <a:xfrm>
            <a:off x="6156325" y="1557338"/>
            <a:ext cx="28194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a:spcBef>
                <a:spcPct val="0"/>
              </a:spcBef>
              <a:buFontTx/>
              <a:buNone/>
            </a:pPr>
            <a:r>
              <a:rPr lang="zh-CN" altLang="en-US" sz="2000">
                <a:solidFill>
                  <a:srgbClr val="003300"/>
                </a:solidFill>
                <a:latin typeface="楷体_GB2312" pitchFamily="49" charset="-122"/>
                <a:ea typeface="楷体_GB2312" pitchFamily="49" charset="-122"/>
              </a:rPr>
              <a:t>其中：</a:t>
            </a:r>
            <a:r>
              <a:rPr lang="en-US" altLang="zh-CN" sz="2000">
                <a:solidFill>
                  <a:srgbClr val="003300"/>
                </a:solidFill>
                <a:latin typeface="楷体_GB2312" pitchFamily="49" charset="-122"/>
                <a:ea typeface="楷体_GB2312" pitchFamily="49" charset="-122"/>
              </a:rPr>
              <a:t>C</a:t>
            </a:r>
            <a:r>
              <a:rPr lang="en-US" altLang="zh-CN" sz="2000" baseline="-30000">
                <a:solidFill>
                  <a:srgbClr val="003300"/>
                </a:solidFill>
                <a:latin typeface="楷体_GB2312" pitchFamily="49" charset="-122"/>
                <a:ea typeface="楷体_GB2312" pitchFamily="49" charset="-122"/>
              </a:rPr>
              <a:t>1</a:t>
            </a:r>
            <a:r>
              <a:rPr lang="en-US" altLang="zh-CN" sz="2000">
                <a:solidFill>
                  <a:srgbClr val="003300"/>
                </a:solidFill>
                <a:latin typeface="楷体_GB2312" pitchFamily="49" charset="-122"/>
                <a:ea typeface="楷体_GB2312" pitchFamily="49" charset="-122"/>
              </a:rPr>
              <a:t>,C</a:t>
            </a:r>
            <a:r>
              <a:rPr lang="en-US" altLang="zh-CN" sz="2000" baseline="-30000">
                <a:solidFill>
                  <a:srgbClr val="003300"/>
                </a:solidFill>
                <a:latin typeface="楷体_GB2312" pitchFamily="49" charset="-122"/>
                <a:ea typeface="楷体_GB2312" pitchFamily="49" charset="-122"/>
              </a:rPr>
              <a:t>2</a:t>
            </a:r>
            <a:r>
              <a:rPr lang="zh-CN" altLang="en-US" sz="2000">
                <a:solidFill>
                  <a:srgbClr val="003300"/>
                </a:solidFill>
                <a:latin typeface="楷体_GB2312" pitchFamily="49" charset="-122"/>
                <a:ea typeface="楷体_GB2312" pitchFamily="49" charset="-122"/>
              </a:rPr>
              <a:t>为任意常数</a:t>
            </a:r>
            <a:endParaRPr lang="zh-CN" altLang="en-US" sz="2000" b="0">
              <a:latin typeface="楷体_GB2312" pitchFamily="49" charset="-122"/>
              <a:ea typeface="楷体_GB2312" pitchFamily="49" charset="-122"/>
            </a:endParaRPr>
          </a:p>
        </p:txBody>
      </p:sp>
      <p:sp>
        <p:nvSpPr>
          <p:cNvPr id="62473" name="Text Box 8"/>
          <p:cNvSpPr txBox="1">
            <a:spLocks noChangeArrowheads="1"/>
          </p:cNvSpPr>
          <p:nvPr/>
        </p:nvSpPr>
        <p:spPr bwMode="auto">
          <a:xfrm>
            <a:off x="7164388" y="908050"/>
            <a:ext cx="4572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spcBef>
                <a:spcPct val="50000"/>
              </a:spcBef>
              <a:buFontTx/>
              <a:buNone/>
            </a:pPr>
            <a:r>
              <a:rPr lang="zh-CN" altLang="en-US" sz="2800">
                <a:solidFill>
                  <a:srgbClr val="800000"/>
                </a:solidFill>
                <a:latin typeface="Tahoma" panose="020B0604030504040204" pitchFamily="34" charset="0"/>
                <a:ea typeface="宋体" panose="02010600030101010101" pitchFamily="2" charset="-122"/>
              </a:rPr>
              <a:t>则</a:t>
            </a:r>
            <a:endParaRPr lang="zh-CN" altLang="en-US" sz="2800">
              <a:solidFill>
                <a:srgbClr val="800000"/>
              </a:solidFill>
              <a:latin typeface="Tahoma" panose="020B0604030504040204" pitchFamily="34" charset="0"/>
              <a:ea typeface="宋体" panose="02010600030101010101" pitchFamily="2" charset="-122"/>
            </a:endParaRPr>
          </a:p>
        </p:txBody>
      </p:sp>
      <p:sp>
        <p:nvSpPr>
          <p:cNvPr id="62474" name="Text Box 9"/>
          <p:cNvSpPr txBox="1">
            <a:spLocks noChangeArrowheads="1"/>
          </p:cNvSpPr>
          <p:nvPr/>
        </p:nvSpPr>
        <p:spPr bwMode="auto">
          <a:xfrm>
            <a:off x="533400" y="2486025"/>
            <a:ext cx="8953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spcBef>
                <a:spcPct val="0"/>
              </a:spcBef>
              <a:buFontTx/>
              <a:buNone/>
            </a:pPr>
            <a:r>
              <a:rPr lang="zh-CN" altLang="en-US" sz="2800">
                <a:latin typeface="Times New Roman" panose="02020603050405020304" pitchFamily="18" charset="0"/>
                <a:ea typeface="宋体" panose="02010600030101010101" pitchFamily="2" charset="-122"/>
              </a:rPr>
              <a:t>例：</a:t>
            </a:r>
            <a:endParaRPr lang="zh-CN" altLang="en-US" sz="2800" b="0">
              <a:latin typeface="Times New Roman" panose="02020603050405020304" pitchFamily="18" charset="0"/>
              <a:ea typeface="宋体" panose="02010600030101010101" pitchFamily="2" charset="-122"/>
            </a:endParaRPr>
          </a:p>
        </p:txBody>
      </p:sp>
      <p:graphicFrame>
        <p:nvGraphicFramePr>
          <p:cNvPr id="364554" name="Object 10"/>
          <p:cNvGraphicFramePr>
            <a:graphicFrameLocks noChangeAspect="1"/>
          </p:cNvGraphicFramePr>
          <p:nvPr/>
        </p:nvGraphicFramePr>
        <p:xfrm>
          <a:off x="1524000" y="2636838"/>
          <a:ext cx="3881438" cy="787400"/>
        </p:xfrm>
        <a:graphic>
          <a:graphicData uri="http://schemas.openxmlformats.org/presentationml/2006/ole">
            <mc:AlternateContent xmlns:mc="http://schemas.openxmlformats.org/markup-compatibility/2006">
              <mc:Choice xmlns:v="urn:schemas-microsoft-com:vml" Requires="v">
                <p:oleObj spid="_x0000_s5" name="公式" r:id="rId7" imgW="2044700" imgH="393700" progId="Equation.3">
                  <p:embed/>
                </p:oleObj>
              </mc:Choice>
              <mc:Fallback>
                <p:oleObj name="公式" r:id="rId7" imgW="2044700" imgH="393700" progId="Equation.3">
                  <p:embed/>
                  <p:pic>
                    <p:nvPicPr>
                      <p:cNvPr id="0" name="Object 10"/>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524000" y="2636838"/>
                        <a:ext cx="3881438" cy="787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aphicFrame>
        <p:nvGraphicFramePr>
          <p:cNvPr id="364556" name="Object 12"/>
          <p:cNvGraphicFramePr>
            <a:graphicFrameLocks noChangeAspect="1"/>
          </p:cNvGraphicFramePr>
          <p:nvPr/>
        </p:nvGraphicFramePr>
        <p:xfrm>
          <a:off x="1692275" y="4508500"/>
          <a:ext cx="752475" cy="409575"/>
        </p:xfrm>
        <a:graphic>
          <a:graphicData uri="http://schemas.openxmlformats.org/presentationml/2006/ole">
            <mc:AlternateContent xmlns:mc="http://schemas.openxmlformats.org/markup-compatibility/2006">
              <mc:Choice xmlns:v="urn:schemas-microsoft-com:vml" Requires="v">
                <p:oleObj spid="_x0000_s6" name="公式" r:id="rId9" imgW="469900" imgH="215900" progId="Equation.3">
                  <p:embed/>
                </p:oleObj>
              </mc:Choice>
              <mc:Fallback>
                <p:oleObj name="公式" r:id="rId9" imgW="469900" imgH="215900" progId="Equation.3">
                  <p:embed/>
                  <p:pic>
                    <p:nvPicPr>
                      <p:cNvPr id="0" name="Object 12"/>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692275" y="4508500"/>
                        <a:ext cx="752475" cy="409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aphicFrame>
        <p:nvGraphicFramePr>
          <p:cNvPr id="364558" name="Object 14"/>
          <p:cNvGraphicFramePr>
            <a:graphicFrameLocks noChangeAspect="1"/>
          </p:cNvGraphicFramePr>
          <p:nvPr/>
        </p:nvGraphicFramePr>
        <p:xfrm>
          <a:off x="6659563" y="3213100"/>
          <a:ext cx="2014537" cy="871538"/>
        </p:xfrm>
        <a:graphic>
          <a:graphicData uri="http://schemas.openxmlformats.org/presentationml/2006/ole">
            <mc:AlternateContent xmlns:mc="http://schemas.openxmlformats.org/markup-compatibility/2006">
              <mc:Choice xmlns:v="urn:schemas-microsoft-com:vml" Requires="v">
                <p:oleObj spid="_x0000_s7" name="公式" r:id="rId11" imgW="544830" imgH="253365" progId="Equation.3">
                  <p:embed/>
                </p:oleObj>
              </mc:Choice>
              <mc:Fallback>
                <p:oleObj name="公式" r:id="rId11" imgW="544830" imgH="253365" progId="Equation.3">
                  <p:embed/>
                  <p:pic>
                    <p:nvPicPr>
                      <p:cNvPr id="0" name="Object 14"/>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6659563" y="3213100"/>
                        <a:ext cx="2014537" cy="871538"/>
                      </a:xfrm>
                      <a:prstGeom prst="rect">
                        <a:avLst/>
                      </a:prstGeom>
                      <a:solidFill>
                        <a:schemeClr val="tx1"/>
                      </a:solidFill>
                      <a:ln w="9525">
                        <a:solidFill>
                          <a:srgbClr val="FF0000"/>
                        </a:solidFill>
                        <a:miter lim="800000"/>
                        <a:headEnd/>
                        <a:tailEnd/>
                      </a:ln>
                      <a:effectLst>
                        <a:outerShdw dist="35921" dir="2700000" algn="ctr" rotWithShape="0">
                          <a:schemeClr val="bg2">
                            <a:alpha val="74997"/>
                          </a:schemeClr>
                        </a:outerShdw>
                      </a:effectLst>
                    </p:spPr>
                  </p:pic>
                </p:oleObj>
              </mc:Fallback>
            </mc:AlternateContent>
          </a:graphicData>
        </a:graphic>
      </p:graphicFrame>
      <p:graphicFrame>
        <p:nvGraphicFramePr>
          <p:cNvPr id="364559" name="Object 15"/>
          <p:cNvGraphicFramePr>
            <a:graphicFrameLocks noChangeAspect="1"/>
          </p:cNvGraphicFramePr>
          <p:nvPr/>
        </p:nvGraphicFramePr>
        <p:xfrm>
          <a:off x="2700338" y="4292600"/>
          <a:ext cx="4392612" cy="962025"/>
        </p:xfrm>
        <a:graphic>
          <a:graphicData uri="http://schemas.openxmlformats.org/presentationml/2006/ole">
            <mc:AlternateContent xmlns:mc="http://schemas.openxmlformats.org/markup-compatibility/2006">
              <mc:Choice xmlns:v="urn:schemas-microsoft-com:vml" Requires="v">
                <p:oleObj spid="_x0000_s8" name="公式" r:id="rId13" imgW="1442085" imgH="318770" progId="Equation.3">
                  <p:embed/>
                </p:oleObj>
              </mc:Choice>
              <mc:Fallback>
                <p:oleObj name="公式" r:id="rId13" imgW="1442085" imgH="318770" progId="Equation.3">
                  <p:embed/>
                  <p:pic>
                    <p:nvPicPr>
                      <p:cNvPr id="0" name="Object 15"/>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700338" y="4292600"/>
                        <a:ext cx="4392612" cy="962025"/>
                      </a:xfrm>
                      <a:prstGeom prst="rect">
                        <a:avLst/>
                      </a:prstGeom>
                      <a:solidFill>
                        <a:schemeClr val="tx1"/>
                      </a:solidFill>
                      <a:ln w="9525">
                        <a:solidFill>
                          <a:schemeClr val="bg1"/>
                        </a:solidFill>
                        <a:miter lim="800000"/>
                        <a:headEnd/>
                        <a:tailEnd/>
                      </a:ln>
                      <a:effectLst>
                        <a:outerShdw dist="35921" dir="2700000" algn="ctr" rotWithShape="0">
                          <a:schemeClr val="bg2">
                            <a:alpha val="74997"/>
                          </a:schemeClr>
                        </a:outerShdw>
                      </a:effectLst>
                    </p:spPr>
                  </p:pic>
                </p:oleObj>
              </mc:Fallback>
            </mc:AlternateContent>
          </a:graphicData>
        </a:graphic>
      </p:graphicFrame>
      <p:graphicFrame>
        <p:nvGraphicFramePr>
          <p:cNvPr id="364561" name="Object 17"/>
          <p:cNvGraphicFramePr>
            <a:graphicFrameLocks noChangeAspect="1"/>
          </p:cNvGraphicFramePr>
          <p:nvPr/>
        </p:nvGraphicFramePr>
        <p:xfrm>
          <a:off x="1547813" y="3429000"/>
          <a:ext cx="5008562" cy="815975"/>
        </p:xfrm>
        <a:graphic>
          <a:graphicData uri="http://schemas.openxmlformats.org/presentationml/2006/ole">
            <mc:AlternateContent xmlns:mc="http://schemas.openxmlformats.org/markup-compatibility/2006">
              <mc:Choice xmlns:v="urn:schemas-microsoft-com:vml" Requires="v">
                <p:oleObj spid="_x0000_s9" name="公式" r:id="rId15" imgW="2108200" imgH="419100" progId="Equation.3">
                  <p:embed/>
                </p:oleObj>
              </mc:Choice>
              <mc:Fallback>
                <p:oleObj name="公式" r:id="rId15" imgW="2108200" imgH="419100" progId="Equation.3">
                  <p:embed/>
                  <p:pic>
                    <p:nvPicPr>
                      <p:cNvPr id="0" name="Object 17"/>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1547813" y="3429000"/>
                        <a:ext cx="5008562" cy="815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aphicFrame>
        <p:nvGraphicFramePr>
          <p:cNvPr id="364562" name="Object 18"/>
          <p:cNvGraphicFramePr>
            <a:graphicFrameLocks noChangeAspect="1"/>
          </p:cNvGraphicFramePr>
          <p:nvPr/>
        </p:nvGraphicFramePr>
        <p:xfrm>
          <a:off x="1692275" y="5805488"/>
          <a:ext cx="792163" cy="407987"/>
        </p:xfrm>
        <a:graphic>
          <a:graphicData uri="http://schemas.openxmlformats.org/presentationml/2006/ole">
            <mc:AlternateContent xmlns:mc="http://schemas.openxmlformats.org/markup-compatibility/2006">
              <mc:Choice xmlns:v="urn:schemas-microsoft-com:vml" Requires="v">
                <p:oleObj spid="_x0000_s10" name="公式" r:id="rId17" imgW="494665" imgH="215900" progId="Equation.3">
                  <p:embed/>
                </p:oleObj>
              </mc:Choice>
              <mc:Fallback>
                <p:oleObj name="公式" r:id="rId17" imgW="494665" imgH="215900" progId="Equation.3">
                  <p:embed/>
                  <p:pic>
                    <p:nvPicPr>
                      <p:cNvPr id="0" name="Object 18"/>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1692275" y="5805488"/>
                        <a:ext cx="792163" cy="4079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aphicFrame>
        <p:nvGraphicFramePr>
          <p:cNvPr id="364563" name="Object 19"/>
          <p:cNvGraphicFramePr>
            <a:graphicFrameLocks noChangeAspect="1"/>
          </p:cNvGraphicFramePr>
          <p:nvPr/>
        </p:nvGraphicFramePr>
        <p:xfrm>
          <a:off x="2771775" y="5553075"/>
          <a:ext cx="4679950" cy="985838"/>
        </p:xfrm>
        <a:graphic>
          <a:graphicData uri="http://schemas.openxmlformats.org/presentationml/2006/ole">
            <mc:AlternateContent xmlns:mc="http://schemas.openxmlformats.org/markup-compatibility/2006">
              <mc:Choice xmlns:v="urn:schemas-microsoft-com:vml" Requires="v">
                <p:oleObj spid="_x0000_s11" name="公式" r:id="rId19" imgW="1496695" imgH="318770" progId="Equation.3">
                  <p:embed/>
                </p:oleObj>
              </mc:Choice>
              <mc:Fallback>
                <p:oleObj name="公式" r:id="rId19" imgW="1496695" imgH="318770" progId="Equation.3">
                  <p:embed/>
                  <p:pic>
                    <p:nvPicPr>
                      <p:cNvPr id="0" name="Object 19"/>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2771775" y="5553075"/>
                        <a:ext cx="4679950" cy="985838"/>
                      </a:xfrm>
                      <a:prstGeom prst="rect">
                        <a:avLst/>
                      </a:prstGeom>
                      <a:solidFill>
                        <a:schemeClr val="tx1"/>
                      </a:solidFill>
                      <a:ln w="9525">
                        <a:solidFill>
                          <a:schemeClr val="bg1"/>
                        </a:solidFill>
                        <a:miter lim="800000"/>
                        <a:headEnd/>
                        <a:tailEnd/>
                      </a:ln>
                      <a:effectLst>
                        <a:outerShdw dist="35921" dir="2700000" algn="ctr" rotWithShape="0">
                          <a:schemeClr val="bg2">
                            <a:alpha val="74997"/>
                          </a:schemeClr>
                        </a:outerShdw>
                      </a:effectLst>
                    </p:spPr>
                  </p:pic>
                </p:oleObj>
              </mc:Fallback>
            </mc:AlternateContent>
          </a:graphicData>
        </a:graphic>
      </p:graphicFrame>
      <p:graphicFrame>
        <p:nvGraphicFramePr>
          <p:cNvPr id="12" name="Object 12"/>
          <p:cNvGraphicFramePr>
            <a:graphicFrameLocks noChangeAspect="1"/>
          </p:cNvGraphicFramePr>
          <p:nvPr/>
        </p:nvGraphicFramePr>
        <p:xfrm>
          <a:off x="1187450" y="2205038"/>
          <a:ext cx="3784600" cy="457200"/>
        </p:xfrm>
        <a:graphic>
          <a:graphicData uri="http://schemas.openxmlformats.org/presentationml/2006/ole">
            <mc:AlternateContent xmlns:mc="http://schemas.openxmlformats.org/markup-compatibility/2006">
              <mc:Choice xmlns:v="urn:schemas-microsoft-com:vml" Requires="v">
                <p:oleObj spid="_x0000_s13" name="公式" r:id="rId21" imgW="1993900" imgH="228600" progId="Equation.3">
                  <p:embed/>
                </p:oleObj>
              </mc:Choice>
              <mc:Fallback>
                <p:oleObj name="公式" r:id="rId21" imgW="1993900" imgH="228600" progId="Equation.3">
                  <p:embed/>
                  <p:pic>
                    <p:nvPicPr>
                      <p:cNvPr id="0" name="Object 12"/>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1187450" y="2205038"/>
                        <a:ext cx="3784600" cy="457200"/>
                      </a:xfrm>
                      <a:prstGeom prst="rect">
                        <a:avLst/>
                      </a:prstGeom>
                      <a:solidFill>
                        <a:schemeClr val="tx1"/>
                      </a:solidFill>
                      <a:ln>
                        <a:noFill/>
                      </a:ln>
                      <a:effectLst>
                        <a:outerShdw dist="35921" dir="2700000" algn="ctr" rotWithShape="0">
                          <a:schemeClr val="bg2">
                            <a:alpha val="74997"/>
                          </a:schemeClr>
                        </a:outerShdw>
                      </a:effectLst>
                      <a:extLs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sp>
        <p:nvSpPr>
          <p:cNvPr id="14" name="墨迹 2"/>
          <p:cNvSpPr/>
          <p:nvPr/>
        </p:nvSpPr>
        <p:spPr bwMode="auto">
          <a:xfrm>
            <a:off x="804240" y="682920"/>
            <a:ext cx="6441480" cy="3357000"/>
          </a:xfrm>
        </p:spPr>
      </p:sp>
    </p:spTree>
    <p:custDataLst>
      <p:tags r:id="rId23"/>
    </p:custDataLst>
  </p:cSld>
  <p:clrMapOvr>
    <a:masterClrMapping/>
  </p:clrMapOvr>
  <mc:AlternateContent xmlns:mc="http://schemas.openxmlformats.org/markup-compatibility/2006">
    <mc:Choice xmlns:p14="http://schemas.microsoft.com/office/powerpoint/2010/main" Requires="p14">
      <p:transition spd="slow" p14:dur="2000" advTm="189664"/>
    </mc:Choice>
    <mc:Fallback>
      <p:transition spd="slow" advTm="189664"/>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nodeType="clickEffect">
                                  <p:stCondLst>
                                    <p:cond delay="0"/>
                                  </p:stCondLst>
                                  <p:childTnLst>
                                    <p:set>
                                      <p:cBhvr>
                                        <p:cTn id="6" dur="1" fill="hold">
                                          <p:stCondLst>
                                            <p:cond delay="0"/>
                                          </p:stCondLst>
                                        </p:cTn>
                                        <p:tgtEl>
                                          <p:spTgt spid="364550"/>
                                        </p:tgtEl>
                                        <p:attrNameLst>
                                          <p:attrName>style.visibility</p:attrName>
                                        </p:attrNameLst>
                                      </p:cBhvr>
                                      <p:to>
                                        <p:strVal val="visible"/>
                                      </p:to>
                                    </p:set>
                                    <p:anim calcmode="lin" valueType="num">
                                      <p:cBhvr additive="base">
                                        <p:cTn id="7" dur="500" fill="hold"/>
                                        <p:tgtEl>
                                          <p:spTgt spid="364550"/>
                                        </p:tgtEl>
                                        <p:attrNameLst>
                                          <p:attrName>ppt_x</p:attrName>
                                        </p:attrNameLst>
                                      </p:cBhvr>
                                      <p:tavLst>
                                        <p:tav tm="0">
                                          <p:val>
                                            <p:strVal val="1+#ppt_w/2"/>
                                          </p:val>
                                        </p:tav>
                                        <p:tav tm="100000">
                                          <p:val>
                                            <p:strVal val="#ppt_x"/>
                                          </p:val>
                                        </p:tav>
                                      </p:tavLst>
                                    </p:anim>
                                    <p:anim calcmode="lin" valueType="num">
                                      <p:cBhvr additive="base">
                                        <p:cTn id="8" dur="500" fill="hold"/>
                                        <p:tgtEl>
                                          <p:spTgt spid="364550"/>
                                        </p:tgtEl>
                                        <p:attrNameLst>
                                          <p:attrName>ppt_y</p:attrName>
                                        </p:attrNameLst>
                                      </p:cBhvr>
                                      <p:tavLst>
                                        <p:tav tm="0">
                                          <p:val>
                                            <p:strVal val="#ppt_y"/>
                                          </p:val>
                                        </p:tav>
                                        <p:tav tm="100000">
                                          <p:val>
                                            <p:strVal val="#ppt_y"/>
                                          </p:val>
                                        </p:tav>
                                      </p:tavLst>
                                    </p:anim>
                                  </p:childTnLst>
                                </p:cTn>
                              </p:par>
                              <p:par>
                                <p:cTn id="9" presetID="16" presetClass="entr" presetSubtype="37" fill="hold" grpId="0" nodeType="withEffect">
                                  <p:stCondLst>
                                    <p:cond delay="0"/>
                                  </p:stCondLst>
                                  <p:childTnLst>
                                    <p:set>
                                      <p:cBhvr>
                                        <p:cTn id="10" dur="1" fill="hold">
                                          <p:stCondLst>
                                            <p:cond delay="0"/>
                                          </p:stCondLst>
                                        </p:cTn>
                                        <p:tgtEl>
                                          <p:spTgt spid="364551"/>
                                        </p:tgtEl>
                                        <p:attrNameLst>
                                          <p:attrName>style.visibility</p:attrName>
                                        </p:attrNameLst>
                                      </p:cBhvr>
                                      <p:to>
                                        <p:strVal val="visible"/>
                                      </p:to>
                                    </p:set>
                                    <p:animEffect transition="in" filter="barn(outVertical)">
                                      <p:cBhvr>
                                        <p:cTn id="11" dur="500"/>
                                        <p:tgtEl>
                                          <p:spTgt spid="364551"/>
                                        </p:tgtEl>
                                      </p:cBhvr>
                                    </p:animEffect>
                                  </p:childTnLst>
                                </p:cTn>
                              </p:par>
                            </p:childTnLst>
                          </p:cTn>
                        </p:par>
                      </p:childTnLst>
                    </p:cTn>
                  </p:par>
                  <p:par>
                    <p:cTn id="12" fill="hold">
                      <p:stCondLst>
                        <p:cond delay="indefinite"/>
                      </p:stCondLst>
                      <p:childTnLst>
                        <p:par>
                          <p:cTn id="13" fill="hold">
                            <p:stCondLst>
                              <p:cond delay="0"/>
                            </p:stCondLst>
                            <p:childTnLst>
                              <p:par>
                                <p:cTn id="14" presetID="2" presetClass="entr" presetSubtype="4" fill="hold" nodeType="clickEffect">
                                  <p:stCondLst>
                                    <p:cond delay="0"/>
                                  </p:stCondLst>
                                  <p:childTnLst>
                                    <p:set>
                                      <p:cBhvr>
                                        <p:cTn id="15" dur="1" fill="hold">
                                          <p:stCondLst>
                                            <p:cond delay="0"/>
                                          </p:stCondLst>
                                        </p:cTn>
                                        <p:tgtEl>
                                          <p:spTgt spid="12"/>
                                        </p:tgtEl>
                                        <p:attrNameLst>
                                          <p:attrName>style.visibility</p:attrName>
                                        </p:attrNameLst>
                                      </p:cBhvr>
                                      <p:to>
                                        <p:strVal val="visible"/>
                                      </p:to>
                                    </p:set>
                                    <p:anim calcmode="lin" valueType="num">
                                      <p:cBhvr additive="base">
                                        <p:cTn id="16" dur="500" fill="hold"/>
                                        <p:tgtEl>
                                          <p:spTgt spid="12"/>
                                        </p:tgtEl>
                                        <p:attrNameLst>
                                          <p:attrName>ppt_x</p:attrName>
                                        </p:attrNameLst>
                                      </p:cBhvr>
                                      <p:tavLst>
                                        <p:tav tm="0">
                                          <p:val>
                                            <p:strVal val="#ppt_x"/>
                                          </p:val>
                                        </p:tav>
                                        <p:tav tm="100000">
                                          <p:val>
                                            <p:strVal val="#ppt_x"/>
                                          </p:val>
                                        </p:tav>
                                      </p:tavLst>
                                    </p:anim>
                                    <p:anim calcmode="lin" valueType="num">
                                      <p:cBhvr additive="base">
                                        <p:cTn id="17"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364554"/>
                                        </p:tgtEl>
                                        <p:attrNameLst>
                                          <p:attrName>style.visibility</p:attrName>
                                        </p:attrNameLst>
                                      </p:cBhvr>
                                      <p:to>
                                        <p:strVal val="visible"/>
                                      </p:to>
                                    </p:set>
                                    <p:animEffect transition="in" filter="dissolve">
                                      <p:cBhvr>
                                        <p:cTn id="22" dur="500"/>
                                        <p:tgtEl>
                                          <p:spTgt spid="364554"/>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37" fill="hold" nodeType="clickEffect">
                                  <p:stCondLst>
                                    <p:cond delay="0"/>
                                  </p:stCondLst>
                                  <p:childTnLst>
                                    <p:set>
                                      <p:cBhvr>
                                        <p:cTn id="26" dur="1" fill="hold">
                                          <p:stCondLst>
                                            <p:cond delay="0"/>
                                          </p:stCondLst>
                                        </p:cTn>
                                        <p:tgtEl>
                                          <p:spTgt spid="364561"/>
                                        </p:tgtEl>
                                        <p:attrNameLst>
                                          <p:attrName>style.visibility</p:attrName>
                                        </p:attrNameLst>
                                      </p:cBhvr>
                                      <p:to>
                                        <p:strVal val="visible"/>
                                      </p:to>
                                    </p:set>
                                    <p:animEffect transition="in" filter="barn(outVertical)">
                                      <p:cBhvr>
                                        <p:cTn id="27" dur="500"/>
                                        <p:tgtEl>
                                          <p:spTgt spid="364561"/>
                                        </p:tgtEl>
                                      </p:cBhvr>
                                    </p:animEffect>
                                  </p:childTnLst>
                                </p:cTn>
                              </p:par>
                            </p:childTnLst>
                          </p:cTn>
                        </p:par>
                      </p:childTnLst>
                    </p:cTn>
                  </p:par>
                  <p:par>
                    <p:cTn id="28" fill="hold">
                      <p:stCondLst>
                        <p:cond delay="indefinite"/>
                      </p:stCondLst>
                      <p:childTnLst>
                        <p:par>
                          <p:cTn id="29" fill="hold">
                            <p:stCondLst>
                              <p:cond delay="0"/>
                            </p:stCondLst>
                            <p:childTnLst>
                              <p:par>
                                <p:cTn id="30" presetID="16" presetClass="entr" presetSubtype="21" fill="hold" nodeType="clickEffect">
                                  <p:stCondLst>
                                    <p:cond delay="0"/>
                                  </p:stCondLst>
                                  <p:childTnLst>
                                    <p:set>
                                      <p:cBhvr>
                                        <p:cTn id="31" dur="1" fill="hold">
                                          <p:stCondLst>
                                            <p:cond delay="0"/>
                                          </p:stCondLst>
                                        </p:cTn>
                                        <p:tgtEl>
                                          <p:spTgt spid="364558"/>
                                        </p:tgtEl>
                                        <p:attrNameLst>
                                          <p:attrName>style.visibility</p:attrName>
                                        </p:attrNameLst>
                                      </p:cBhvr>
                                      <p:to>
                                        <p:strVal val="visible"/>
                                      </p:to>
                                    </p:set>
                                    <p:animEffect transition="in" filter="barn(inVertical)">
                                      <p:cBhvr>
                                        <p:cTn id="32" dur="500"/>
                                        <p:tgtEl>
                                          <p:spTgt spid="364558"/>
                                        </p:tgtEl>
                                      </p:cBhvr>
                                    </p:animEffect>
                                  </p:childTnLst>
                                </p:cTn>
                              </p:par>
                            </p:childTnLst>
                          </p:cTn>
                        </p:par>
                        <p:par>
                          <p:cTn id="33" fill="hold">
                            <p:stCondLst>
                              <p:cond delay="500"/>
                            </p:stCondLst>
                            <p:childTnLst>
                              <p:par>
                                <p:cTn id="34" presetID="2" presetClass="entr" presetSubtype="2" fill="hold" nodeType="afterEffect">
                                  <p:stCondLst>
                                    <p:cond delay="0"/>
                                  </p:stCondLst>
                                  <p:childTnLst>
                                    <p:set>
                                      <p:cBhvr>
                                        <p:cTn id="35" dur="1" fill="hold">
                                          <p:stCondLst>
                                            <p:cond delay="0"/>
                                          </p:stCondLst>
                                        </p:cTn>
                                        <p:tgtEl>
                                          <p:spTgt spid="364556"/>
                                        </p:tgtEl>
                                        <p:attrNameLst>
                                          <p:attrName>style.visibility</p:attrName>
                                        </p:attrNameLst>
                                      </p:cBhvr>
                                      <p:to>
                                        <p:strVal val="visible"/>
                                      </p:to>
                                    </p:set>
                                    <p:anim calcmode="lin" valueType="num">
                                      <p:cBhvr additive="base">
                                        <p:cTn id="36" dur="500" fill="hold"/>
                                        <p:tgtEl>
                                          <p:spTgt spid="364556"/>
                                        </p:tgtEl>
                                        <p:attrNameLst>
                                          <p:attrName>ppt_x</p:attrName>
                                        </p:attrNameLst>
                                      </p:cBhvr>
                                      <p:tavLst>
                                        <p:tav tm="0">
                                          <p:val>
                                            <p:strVal val="1+#ppt_w/2"/>
                                          </p:val>
                                        </p:tav>
                                        <p:tav tm="100000">
                                          <p:val>
                                            <p:strVal val="#ppt_x"/>
                                          </p:val>
                                        </p:tav>
                                      </p:tavLst>
                                    </p:anim>
                                    <p:anim calcmode="lin" valueType="num">
                                      <p:cBhvr additive="base">
                                        <p:cTn id="37" dur="500" fill="hold"/>
                                        <p:tgtEl>
                                          <p:spTgt spid="364556"/>
                                        </p:tgtEl>
                                        <p:attrNameLst>
                                          <p:attrName>ppt_y</p:attrName>
                                        </p:attrNameLst>
                                      </p:cBhvr>
                                      <p:tavLst>
                                        <p:tav tm="0">
                                          <p:val>
                                            <p:strVal val="#ppt_y"/>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23" presetClass="entr" presetSubtype="16" fill="hold" nodeType="clickEffect">
                                  <p:stCondLst>
                                    <p:cond delay="0"/>
                                  </p:stCondLst>
                                  <p:childTnLst>
                                    <p:set>
                                      <p:cBhvr>
                                        <p:cTn id="41" dur="1" fill="hold">
                                          <p:stCondLst>
                                            <p:cond delay="0"/>
                                          </p:stCondLst>
                                        </p:cTn>
                                        <p:tgtEl>
                                          <p:spTgt spid="364559"/>
                                        </p:tgtEl>
                                        <p:attrNameLst>
                                          <p:attrName>style.visibility</p:attrName>
                                        </p:attrNameLst>
                                      </p:cBhvr>
                                      <p:to>
                                        <p:strVal val="visible"/>
                                      </p:to>
                                    </p:set>
                                    <p:anim calcmode="lin" valueType="num">
                                      <p:cBhvr>
                                        <p:cTn id="42" dur="500" fill="hold"/>
                                        <p:tgtEl>
                                          <p:spTgt spid="364559"/>
                                        </p:tgtEl>
                                        <p:attrNameLst>
                                          <p:attrName>ppt_w</p:attrName>
                                        </p:attrNameLst>
                                      </p:cBhvr>
                                      <p:tavLst>
                                        <p:tav tm="0">
                                          <p:val>
                                            <p:fltVal val="0"/>
                                          </p:val>
                                        </p:tav>
                                        <p:tav tm="100000">
                                          <p:val>
                                            <p:strVal val="#ppt_w"/>
                                          </p:val>
                                        </p:tav>
                                      </p:tavLst>
                                    </p:anim>
                                    <p:anim calcmode="lin" valueType="num">
                                      <p:cBhvr>
                                        <p:cTn id="43" dur="500" fill="hold"/>
                                        <p:tgtEl>
                                          <p:spTgt spid="364559"/>
                                        </p:tgtEl>
                                        <p:attrNameLst>
                                          <p:attrName>ppt_h</p:attrName>
                                        </p:attrNameLst>
                                      </p:cBhvr>
                                      <p:tavLst>
                                        <p:tav tm="0">
                                          <p:val>
                                            <p:fltVal val="0"/>
                                          </p:val>
                                        </p:tav>
                                        <p:tav tm="100000">
                                          <p:val>
                                            <p:strVal val="#ppt_h"/>
                                          </p:val>
                                        </p:tav>
                                      </p:tavLst>
                                    </p:anim>
                                  </p:childTnLst>
                                </p:cTn>
                              </p:par>
                            </p:childTnLst>
                          </p:cTn>
                        </p:par>
                      </p:childTnLst>
                    </p:cTn>
                  </p:par>
                  <p:par>
                    <p:cTn id="44" fill="hold">
                      <p:stCondLst>
                        <p:cond delay="indefinite"/>
                      </p:stCondLst>
                      <p:childTnLst>
                        <p:par>
                          <p:cTn id="45" fill="hold">
                            <p:stCondLst>
                              <p:cond delay="0"/>
                            </p:stCondLst>
                            <p:childTnLst>
                              <p:par>
                                <p:cTn id="46" presetID="2" presetClass="entr" presetSubtype="2" fill="hold" nodeType="clickEffect">
                                  <p:stCondLst>
                                    <p:cond delay="0"/>
                                  </p:stCondLst>
                                  <p:childTnLst>
                                    <p:set>
                                      <p:cBhvr>
                                        <p:cTn id="47" dur="1" fill="hold">
                                          <p:stCondLst>
                                            <p:cond delay="0"/>
                                          </p:stCondLst>
                                        </p:cTn>
                                        <p:tgtEl>
                                          <p:spTgt spid="364562"/>
                                        </p:tgtEl>
                                        <p:attrNameLst>
                                          <p:attrName>style.visibility</p:attrName>
                                        </p:attrNameLst>
                                      </p:cBhvr>
                                      <p:to>
                                        <p:strVal val="visible"/>
                                      </p:to>
                                    </p:set>
                                    <p:anim calcmode="lin" valueType="num">
                                      <p:cBhvr additive="base">
                                        <p:cTn id="48" dur="500" fill="hold"/>
                                        <p:tgtEl>
                                          <p:spTgt spid="364562"/>
                                        </p:tgtEl>
                                        <p:attrNameLst>
                                          <p:attrName>ppt_x</p:attrName>
                                        </p:attrNameLst>
                                      </p:cBhvr>
                                      <p:tavLst>
                                        <p:tav tm="0">
                                          <p:val>
                                            <p:strVal val="1+#ppt_w/2"/>
                                          </p:val>
                                        </p:tav>
                                        <p:tav tm="100000">
                                          <p:val>
                                            <p:strVal val="#ppt_x"/>
                                          </p:val>
                                        </p:tav>
                                      </p:tavLst>
                                    </p:anim>
                                    <p:anim calcmode="lin" valueType="num">
                                      <p:cBhvr additive="base">
                                        <p:cTn id="49" dur="500" fill="hold"/>
                                        <p:tgtEl>
                                          <p:spTgt spid="364562"/>
                                        </p:tgtEl>
                                        <p:attrNameLst>
                                          <p:attrName>ppt_y</p:attrName>
                                        </p:attrNameLst>
                                      </p:cBhvr>
                                      <p:tavLst>
                                        <p:tav tm="0">
                                          <p:val>
                                            <p:strVal val="#ppt_y"/>
                                          </p:val>
                                        </p:tav>
                                        <p:tav tm="100000">
                                          <p:val>
                                            <p:strVal val="#ppt_y"/>
                                          </p:val>
                                        </p:tav>
                                      </p:tavLst>
                                    </p:anim>
                                  </p:childTnLst>
                                </p:cTn>
                              </p:par>
                            </p:childTnLst>
                          </p:cTn>
                        </p:par>
                      </p:childTnLst>
                    </p:cTn>
                  </p:par>
                  <p:par>
                    <p:cTn id="50" fill="hold">
                      <p:stCondLst>
                        <p:cond delay="indefinite"/>
                      </p:stCondLst>
                      <p:childTnLst>
                        <p:par>
                          <p:cTn id="51" fill="hold">
                            <p:stCondLst>
                              <p:cond delay="0"/>
                            </p:stCondLst>
                            <p:childTnLst>
                              <p:par>
                                <p:cTn id="52" presetID="23" presetClass="entr" presetSubtype="16" fill="hold" nodeType="clickEffect">
                                  <p:stCondLst>
                                    <p:cond delay="0"/>
                                  </p:stCondLst>
                                  <p:childTnLst>
                                    <p:set>
                                      <p:cBhvr>
                                        <p:cTn id="53" dur="1" fill="hold">
                                          <p:stCondLst>
                                            <p:cond delay="0"/>
                                          </p:stCondLst>
                                        </p:cTn>
                                        <p:tgtEl>
                                          <p:spTgt spid="364563"/>
                                        </p:tgtEl>
                                        <p:attrNameLst>
                                          <p:attrName>style.visibility</p:attrName>
                                        </p:attrNameLst>
                                      </p:cBhvr>
                                      <p:to>
                                        <p:strVal val="visible"/>
                                      </p:to>
                                    </p:set>
                                    <p:anim calcmode="lin" valueType="num">
                                      <p:cBhvr>
                                        <p:cTn id="54" dur="500" fill="hold"/>
                                        <p:tgtEl>
                                          <p:spTgt spid="364563"/>
                                        </p:tgtEl>
                                        <p:attrNameLst>
                                          <p:attrName>ppt_w</p:attrName>
                                        </p:attrNameLst>
                                      </p:cBhvr>
                                      <p:tavLst>
                                        <p:tav tm="0">
                                          <p:val>
                                            <p:fltVal val="0"/>
                                          </p:val>
                                        </p:tav>
                                        <p:tav tm="100000">
                                          <p:val>
                                            <p:strVal val="#ppt_w"/>
                                          </p:val>
                                        </p:tav>
                                      </p:tavLst>
                                    </p:anim>
                                    <p:anim calcmode="lin" valueType="num">
                                      <p:cBhvr>
                                        <p:cTn id="55" dur="500" fill="hold"/>
                                        <p:tgtEl>
                                          <p:spTgt spid="364563"/>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4551" grpId="0" autoUpdateAnimBg="0"/>
    </p:bldLst>
  </p:timing>
</p:sld>
</file>

<file path=ppt/slides/slide6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3490" name="Rectangle 4"/>
          <p:cNvSpPr>
            <a:spLocks noGrp="1" noChangeArrowheads="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a:spcBef>
                <a:spcPct val="0"/>
              </a:spcBef>
              <a:buFontTx/>
              <a:buNone/>
            </a:pPr>
            <a:fld id="{D4D23BAE-EF6F-42F5-92A2-16260FC0CC43}" type="datetime1">
              <a:rPr kumimoji="0" lang="zh-CN" altLang="en-US" sz="1200" smtClean="0">
                <a:solidFill>
                  <a:srgbClr val="000000"/>
                </a:solidFill>
                <a:ea typeface="宋体" panose="02010600030101010101" pitchFamily="2" charset="-122"/>
              </a:rPr>
            </a:fld>
            <a:endParaRPr kumimoji="0" lang="en-US" altLang="zh-CN" sz="1200">
              <a:solidFill>
                <a:srgbClr val="000000"/>
              </a:solidFill>
              <a:ea typeface="宋体" panose="02010600030101010101" pitchFamily="2" charset="-122"/>
            </a:endParaRPr>
          </a:p>
        </p:txBody>
      </p:sp>
      <p:graphicFrame>
        <p:nvGraphicFramePr>
          <p:cNvPr id="365570" name="Object 2"/>
          <p:cNvGraphicFramePr>
            <a:graphicFrameLocks noChangeAspect="1"/>
          </p:cNvGraphicFramePr>
          <p:nvPr/>
        </p:nvGraphicFramePr>
        <p:xfrm>
          <a:off x="5364163" y="188913"/>
          <a:ext cx="3108325" cy="717550"/>
        </p:xfrm>
        <a:graphic>
          <a:graphicData uri="http://schemas.openxmlformats.org/presentationml/2006/ole">
            <mc:AlternateContent xmlns:mc="http://schemas.openxmlformats.org/markup-compatibility/2006">
              <mc:Choice xmlns:v="urn:schemas-microsoft-com:vml" Requires="v">
                <p:oleObj spid="_x0000_s2" name="公式" r:id="rId1" imgW="1071880" imgH="253365" progId="Equation.3">
                  <p:embed/>
                </p:oleObj>
              </mc:Choice>
              <mc:Fallback>
                <p:oleObj name="公式" r:id="rId1" imgW="1071880" imgH="253365" progId="Equation.3">
                  <p:embed/>
                  <p:pic>
                    <p:nvPicPr>
                      <p:cNvPr id="0" name="Object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64163" y="188913"/>
                        <a:ext cx="3108325" cy="7175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365571" name="Rectangle 3"/>
          <p:cNvSpPr>
            <a:spLocks noGrp="1" noChangeArrowheads="1"/>
          </p:cNvSpPr>
          <p:nvPr>
            <p:ph type="title" idx="4294967295"/>
          </p:nvPr>
        </p:nvSpPr>
        <p:spPr>
          <a:xfrm>
            <a:off x="0" y="188913"/>
            <a:ext cx="3635375" cy="465137"/>
          </a:xfrm>
        </p:spPr>
        <p:txBody>
          <a:bodyPr/>
          <a:lstStyle/>
          <a:p>
            <a:pPr eaLnBrk="1" hangingPunct="1">
              <a:lnSpc>
                <a:spcPct val="140000"/>
              </a:lnSpc>
              <a:defRPr/>
            </a:pPr>
            <a:r>
              <a:rPr kumimoji="0" lang="en-US" altLang="zh-CN" sz="2400">
                <a:solidFill>
                  <a:srgbClr val="FF0000"/>
                </a:solidFill>
              </a:rPr>
              <a:t>2</a:t>
            </a:r>
            <a:r>
              <a:rPr kumimoji="0" lang="zh-CN" altLang="en-US" sz="2400">
                <a:solidFill>
                  <a:srgbClr val="FF0000"/>
                </a:solidFill>
              </a:rPr>
              <a:t>、尺度变换性：</a:t>
            </a:r>
            <a:endParaRPr kumimoji="0" lang="zh-CN" altLang="en-US" sz="2400">
              <a:solidFill>
                <a:srgbClr val="FF0000"/>
              </a:solidFill>
            </a:endParaRPr>
          </a:p>
        </p:txBody>
      </p:sp>
      <p:sp>
        <p:nvSpPr>
          <p:cNvPr id="63493" name="Text Box 4"/>
          <p:cNvSpPr txBox="1">
            <a:spLocks noChangeArrowheads="1"/>
          </p:cNvSpPr>
          <p:nvPr/>
        </p:nvSpPr>
        <p:spPr bwMode="auto">
          <a:xfrm>
            <a:off x="2843213" y="333375"/>
            <a:ext cx="25908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spcBef>
                <a:spcPct val="50000"/>
              </a:spcBef>
              <a:buFontTx/>
              <a:buNone/>
            </a:pPr>
            <a:r>
              <a:rPr lang="zh-CN" altLang="en-US" sz="2000">
                <a:solidFill>
                  <a:srgbClr val="003300"/>
                </a:solidFill>
                <a:latin typeface="Tahoma" panose="020B0604030504040204" pitchFamily="34" charset="0"/>
                <a:ea typeface="宋体" panose="02010600030101010101" pitchFamily="2" charset="-122"/>
              </a:rPr>
              <a:t>若</a:t>
            </a:r>
            <a:r>
              <a:rPr lang="en-US" altLang="zh-CN" sz="2000">
                <a:solidFill>
                  <a:srgbClr val="003300"/>
                </a:solidFill>
                <a:latin typeface="Tahoma" panose="020B0604030504040204" pitchFamily="34" charset="0"/>
                <a:ea typeface="宋体" panose="02010600030101010101" pitchFamily="2" charset="-122"/>
              </a:rPr>
              <a:t>f(t) </a:t>
            </a:r>
            <a:r>
              <a:rPr lang="en-US" altLang="zh-CN" sz="2000">
                <a:solidFill>
                  <a:srgbClr val="003300"/>
                </a:solidFill>
                <a:latin typeface="Tahoma" panose="020B0604030504040204" pitchFamily="34" charset="0"/>
                <a:ea typeface="宋体" panose="02010600030101010101" pitchFamily="2" charset="-122"/>
                <a:sym typeface="Symbol" panose="05050102010706020507" pitchFamily="18" charset="2"/>
              </a:rPr>
              <a:t> </a:t>
            </a:r>
            <a:r>
              <a:rPr lang="en-US" altLang="zh-CN" sz="2000">
                <a:solidFill>
                  <a:srgbClr val="003300"/>
                </a:solidFill>
                <a:latin typeface="Tahoma" panose="020B0604030504040204" pitchFamily="34" charset="0"/>
                <a:ea typeface="宋体" panose="02010600030101010101" pitchFamily="2" charset="-122"/>
              </a:rPr>
              <a:t>F(s</a:t>
            </a:r>
            <a:r>
              <a:rPr lang="en-US" altLang="zh-CN" sz="2000">
                <a:solidFill>
                  <a:srgbClr val="003300"/>
                </a:solidFill>
                <a:latin typeface="Tahoma" panose="020B0604030504040204" pitchFamily="34" charset="0"/>
                <a:ea typeface="宋体" panose="02010600030101010101" pitchFamily="2" charset="-122"/>
                <a:sym typeface="Symbol" panose="05050102010706020507" pitchFamily="18" charset="2"/>
              </a:rPr>
              <a:t>)</a:t>
            </a:r>
            <a:r>
              <a:rPr lang="zh-CN" altLang="en-US" sz="2000">
                <a:solidFill>
                  <a:srgbClr val="003300"/>
                </a:solidFill>
                <a:latin typeface="Tahoma" panose="020B0604030504040204" pitchFamily="34" charset="0"/>
                <a:ea typeface="宋体" panose="02010600030101010101" pitchFamily="2" charset="-122"/>
                <a:sym typeface="Symbol" panose="05050102010706020507" pitchFamily="18" charset="2"/>
              </a:rPr>
              <a:t>，则</a:t>
            </a:r>
            <a:endParaRPr lang="zh-CN" altLang="en-US" sz="2000">
              <a:solidFill>
                <a:srgbClr val="003300"/>
              </a:solidFill>
              <a:latin typeface="Tahoma" panose="020B0604030504040204" pitchFamily="34" charset="0"/>
              <a:ea typeface="宋体" panose="02010600030101010101" pitchFamily="2" charset="-122"/>
            </a:endParaRPr>
          </a:p>
        </p:txBody>
      </p:sp>
      <p:sp>
        <p:nvSpPr>
          <p:cNvPr id="365573" name="Rectangle 5"/>
          <p:cNvSpPr>
            <a:spLocks noChangeArrowheads="1"/>
          </p:cNvSpPr>
          <p:nvPr/>
        </p:nvSpPr>
        <p:spPr bwMode="auto">
          <a:xfrm>
            <a:off x="179388" y="908050"/>
            <a:ext cx="2555875" cy="465138"/>
          </a:xfrm>
          <a:prstGeom prst="rect">
            <a:avLst/>
          </a:prstGeom>
          <a:noFill/>
          <a:ln w="9525" algn="ctr">
            <a:noFill/>
            <a:miter lim="800000"/>
          </a:ln>
          <a:effectLst/>
        </p:spPr>
        <p:txBody>
          <a:bodyPr anchor="ctr"/>
          <a:lstStyle/>
          <a:p>
            <a:pPr algn="ctr" eaLnBrk="1" hangingPunct="1">
              <a:lnSpc>
                <a:spcPct val="140000"/>
              </a:lnSpc>
              <a:defRPr/>
            </a:pPr>
            <a:r>
              <a:rPr lang="en-US" altLang="zh-CN" sz="2800">
                <a:solidFill>
                  <a:srgbClr val="FF0000"/>
                </a:solidFill>
                <a:effectLst>
                  <a:outerShdw blurRad="38100" dist="38100" dir="2700000" algn="tl">
                    <a:srgbClr val="C0C0C0"/>
                  </a:outerShdw>
                </a:effectLst>
                <a:latin typeface="楷体_GB2312" pitchFamily="49" charset="-122"/>
                <a:ea typeface="楷体_GB2312" pitchFamily="49" charset="-122"/>
              </a:rPr>
              <a:t>  3</a:t>
            </a:r>
            <a:r>
              <a:rPr lang="zh-CN" altLang="en-US" sz="2800">
                <a:solidFill>
                  <a:srgbClr val="FF0000"/>
                </a:solidFill>
                <a:effectLst>
                  <a:outerShdw blurRad="38100" dist="38100" dir="2700000" algn="tl">
                    <a:srgbClr val="C0C0C0"/>
                  </a:outerShdw>
                </a:effectLst>
                <a:latin typeface="楷体_GB2312" pitchFamily="49" charset="-122"/>
                <a:ea typeface="楷体_GB2312" pitchFamily="49" charset="-122"/>
              </a:rPr>
              <a:t>、时移性：</a:t>
            </a:r>
            <a:endParaRPr lang="zh-CN" altLang="en-US" sz="2800">
              <a:solidFill>
                <a:srgbClr val="FF0000"/>
              </a:solidFill>
              <a:effectLst>
                <a:outerShdw blurRad="38100" dist="38100" dir="2700000" algn="tl">
                  <a:srgbClr val="C0C0C0"/>
                </a:outerShdw>
              </a:effectLst>
              <a:latin typeface="楷体_GB2312" pitchFamily="49" charset="-122"/>
              <a:ea typeface="楷体_GB2312" pitchFamily="49" charset="-122"/>
            </a:endParaRPr>
          </a:p>
        </p:txBody>
      </p:sp>
      <p:graphicFrame>
        <p:nvGraphicFramePr>
          <p:cNvPr id="365575" name="Object 7"/>
          <p:cNvGraphicFramePr>
            <a:graphicFrameLocks noChangeAspect="1"/>
          </p:cNvGraphicFramePr>
          <p:nvPr/>
        </p:nvGraphicFramePr>
        <p:xfrm>
          <a:off x="7164388" y="1341438"/>
          <a:ext cx="1360487" cy="623887"/>
        </p:xfrm>
        <a:graphic>
          <a:graphicData uri="http://schemas.openxmlformats.org/presentationml/2006/ole">
            <mc:AlternateContent xmlns:mc="http://schemas.openxmlformats.org/markup-compatibility/2006">
              <mc:Choice xmlns:v="urn:schemas-microsoft-com:vml" Requires="v">
                <p:oleObj spid="_x0000_s3" name="公式" r:id="rId3" imgW="380365" imgH="133350" progId="Equation.3">
                  <p:embed/>
                </p:oleObj>
              </mc:Choice>
              <mc:Fallback>
                <p:oleObj name="公式" r:id="rId3" imgW="380365" imgH="133350" progId="Equation.3">
                  <p:embed/>
                  <p:pic>
                    <p:nvPicPr>
                      <p:cNvPr id="0" name="Object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164388" y="1341438"/>
                        <a:ext cx="1360487" cy="6238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365576" name="Object 8"/>
          <p:cNvGraphicFramePr>
            <a:graphicFrameLocks noChangeAspect="1"/>
          </p:cNvGraphicFramePr>
          <p:nvPr/>
        </p:nvGraphicFramePr>
        <p:xfrm>
          <a:off x="683895" y="2132965"/>
          <a:ext cx="3439160" cy="558165"/>
        </p:xfrm>
        <a:graphic>
          <a:graphicData uri="http://schemas.openxmlformats.org/presentationml/2006/ole">
            <mc:AlternateContent xmlns:mc="http://schemas.openxmlformats.org/markup-compatibility/2006">
              <mc:Choice xmlns:v="urn:schemas-microsoft-com:vml" Requires="v">
                <p:oleObj spid="_x0000_s4" name="公式" r:id="rId5" imgW="1231265" imgH="203200" progId="Equation.3">
                  <p:embed/>
                </p:oleObj>
              </mc:Choice>
              <mc:Fallback>
                <p:oleObj name="公式" r:id="rId5" imgW="1231265" imgH="203200" progId="Equation.3">
                  <p:embed/>
                  <p:pic>
                    <p:nvPicPr>
                      <p:cNvPr id="0" name="Object 8"/>
                      <p:cNvPicPr>
                        <a:picLocks noChangeAspect="1" noChangeArrowheads="1"/>
                      </p:cNvPicPr>
                      <p:nvPr/>
                    </p:nvPicPr>
                    <p:blipFill>
                      <a:blip r:embed="rId6">
                        <a:duotone>
                          <a:schemeClr val="accent1">
                            <a:shade val="45000"/>
                            <a:satMod val="135000"/>
                          </a:schemeClr>
                          <a:prstClr val="white"/>
                        </a:duotone>
                      </a:blip>
                      <a:srcRect/>
                      <a:stretch>
                        <a:fillRect/>
                      </a:stretch>
                    </p:blipFill>
                    <p:spPr bwMode="auto">
                      <a:xfrm>
                        <a:off x="683895" y="2132965"/>
                        <a:ext cx="3439160" cy="5581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365577" name="Object 9"/>
          <p:cNvGraphicFramePr>
            <a:graphicFrameLocks noChangeAspect="1"/>
          </p:cNvGraphicFramePr>
          <p:nvPr/>
        </p:nvGraphicFramePr>
        <p:xfrm>
          <a:off x="755650" y="1484313"/>
          <a:ext cx="6192838" cy="433387"/>
        </p:xfrm>
        <a:graphic>
          <a:graphicData uri="http://schemas.openxmlformats.org/presentationml/2006/ole">
            <mc:AlternateContent xmlns:mc="http://schemas.openxmlformats.org/markup-compatibility/2006">
              <mc:Choice xmlns:v="urn:schemas-microsoft-com:vml" Requires="v">
                <p:oleObj spid="_x0000_s5" name="公式" r:id="rId7" imgW="2908300" imgH="215900" progId="Equation.3">
                  <p:embed/>
                </p:oleObj>
              </mc:Choice>
              <mc:Fallback>
                <p:oleObj name="公式" r:id="rId7" imgW="2908300" imgH="215900" progId="Equation.3">
                  <p:embed/>
                  <p:pic>
                    <p:nvPicPr>
                      <p:cNvPr id="0" name="Object 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55650" y="1484313"/>
                        <a:ext cx="6192838" cy="4333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aphicFrame>
        <p:nvGraphicFramePr>
          <p:cNvPr id="50211" name="Object 35"/>
          <p:cNvGraphicFramePr>
            <a:graphicFrameLocks noChangeAspect="1"/>
          </p:cNvGraphicFramePr>
          <p:nvPr/>
        </p:nvGraphicFramePr>
        <p:xfrm>
          <a:off x="1027113" y="2900363"/>
          <a:ext cx="5106987" cy="1465262"/>
        </p:xfrm>
        <a:graphic>
          <a:graphicData uri="http://schemas.openxmlformats.org/presentationml/2006/ole">
            <mc:AlternateContent xmlns:mc="http://schemas.openxmlformats.org/markup-compatibility/2006">
              <mc:Choice xmlns:v="urn:schemas-microsoft-com:vml" Requires="v">
                <p:oleObj spid="_x0000_s8" name="Equation" r:id="rId9" imgW="2286000" imgH="660400" progId="Equation.DSMT4">
                  <p:embed/>
                </p:oleObj>
              </mc:Choice>
              <mc:Fallback>
                <p:oleObj name="Equation" r:id="rId9" imgW="2286000" imgH="660400" progId="Equation.DSMT4">
                  <p:embed/>
                  <p:pic>
                    <p:nvPicPr>
                      <p:cNvPr id="0" name="Object 3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027113" y="2900363"/>
                        <a:ext cx="5106987" cy="1465262"/>
                      </a:xfrm>
                      <a:prstGeom prst="rect">
                        <a:avLst/>
                      </a:prstGeom>
                      <a:solidFill>
                        <a:schemeClr val="tx1"/>
                      </a:solidFill>
                      <a:ln w="9525">
                        <a:solidFill>
                          <a:schemeClr val="folHlink"/>
                        </a:solidFill>
                        <a:miter lim="800000"/>
                        <a:headEnd/>
                        <a:tailEnd/>
                      </a:ln>
                      <a:effectLst/>
                      <a:extLs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aphicFrame>
        <p:nvGraphicFramePr>
          <p:cNvPr id="50214" name="Object 38"/>
          <p:cNvGraphicFramePr>
            <a:graphicFrameLocks noChangeAspect="1"/>
          </p:cNvGraphicFramePr>
          <p:nvPr/>
        </p:nvGraphicFramePr>
        <p:xfrm>
          <a:off x="1593850" y="4778375"/>
          <a:ext cx="4402138" cy="1808163"/>
        </p:xfrm>
        <a:graphic>
          <a:graphicData uri="http://schemas.openxmlformats.org/presentationml/2006/ole">
            <mc:AlternateContent xmlns:mc="http://schemas.openxmlformats.org/markup-compatibility/2006">
              <mc:Choice xmlns:v="urn:schemas-microsoft-com:vml" Requires="v">
                <p:oleObj spid="_x0000_s9" name="Equation" r:id="rId11" imgW="2146300" imgH="838200" progId="Equation.DSMT4">
                  <p:embed/>
                </p:oleObj>
              </mc:Choice>
              <mc:Fallback>
                <p:oleObj name="Equation" r:id="rId11" imgW="2146300" imgH="838200" progId="Equation.DSMT4">
                  <p:embed/>
                  <p:pic>
                    <p:nvPicPr>
                      <p:cNvPr id="0" name="Object 38"/>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593850" y="4778375"/>
                        <a:ext cx="4402138" cy="1808163"/>
                      </a:xfrm>
                      <a:prstGeom prst="rect">
                        <a:avLst/>
                      </a:prstGeom>
                      <a:noFill/>
                      <a:ln w="9525">
                        <a:solidFill>
                          <a:schemeClr val="folHlink"/>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sp>
        <p:nvSpPr>
          <p:cNvPr id="10" name="墨迹 2"/>
          <p:cNvSpPr/>
          <p:nvPr/>
        </p:nvSpPr>
        <p:spPr bwMode="auto">
          <a:xfrm>
            <a:off x="1630440" y="152280"/>
            <a:ext cx="7328880" cy="6440400"/>
          </a:xfrm>
        </p:spPr>
      </p:sp>
    </p:spTree>
    <p:custDataLst>
      <p:tags r:id="rId13"/>
    </p:custDataLst>
  </p:cSld>
  <p:clrMapOvr>
    <a:masterClrMapping/>
  </p:clrMapOvr>
  <mc:AlternateContent xmlns:mc="http://schemas.openxmlformats.org/markup-compatibility/2006">
    <mc:Choice xmlns:p14="http://schemas.microsoft.com/office/powerpoint/2010/main" Requires="p14">
      <p:transition spd="slow" p14:dur="2000" advTm="284347"/>
    </mc:Choice>
    <mc:Fallback>
      <p:transition spd="slow" advTm="284347"/>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nodeType="afterEffect">
                                  <p:stCondLst>
                                    <p:cond delay="0"/>
                                  </p:stCondLst>
                                  <p:childTnLst>
                                    <p:set>
                                      <p:cBhvr>
                                        <p:cTn id="6" dur="1" fill="hold">
                                          <p:stCondLst>
                                            <p:cond delay="0"/>
                                          </p:stCondLst>
                                        </p:cTn>
                                        <p:tgtEl>
                                          <p:spTgt spid="365570"/>
                                        </p:tgtEl>
                                        <p:attrNameLst>
                                          <p:attrName>style.visibility</p:attrName>
                                        </p:attrNameLst>
                                      </p:cBhvr>
                                      <p:to>
                                        <p:strVal val="visible"/>
                                      </p:to>
                                    </p:set>
                                    <p:animEffect transition="in" filter="dissolve">
                                      <p:cBhvr>
                                        <p:cTn id="7" dur="500"/>
                                        <p:tgtEl>
                                          <p:spTgt spid="365570"/>
                                        </p:tgtEl>
                                      </p:cBhvr>
                                    </p:animEffect>
                                  </p:childTnLst>
                                </p:cTn>
                              </p:par>
                            </p:childTnLst>
                          </p:cTn>
                        </p:par>
                      </p:childTnLst>
                    </p:cTn>
                  </p:par>
                  <p:par>
                    <p:cTn id="8" fill="hold">
                      <p:stCondLst>
                        <p:cond delay="indefinite"/>
                      </p:stCondLst>
                      <p:childTnLst>
                        <p:par>
                          <p:cTn id="9" fill="hold">
                            <p:stCondLst>
                              <p:cond delay="0"/>
                            </p:stCondLst>
                            <p:childTnLst>
                              <p:par>
                                <p:cTn id="10" presetID="55" presetClass="entr" presetSubtype="0" fill="hold" nodeType="clickEffect">
                                  <p:stCondLst>
                                    <p:cond delay="0"/>
                                  </p:stCondLst>
                                  <p:childTnLst>
                                    <p:set>
                                      <p:cBhvr>
                                        <p:cTn id="11" dur="1" fill="hold">
                                          <p:stCondLst>
                                            <p:cond delay="0"/>
                                          </p:stCondLst>
                                        </p:cTn>
                                        <p:tgtEl>
                                          <p:spTgt spid="365577"/>
                                        </p:tgtEl>
                                        <p:attrNameLst>
                                          <p:attrName>style.visibility</p:attrName>
                                        </p:attrNameLst>
                                      </p:cBhvr>
                                      <p:to>
                                        <p:strVal val="visible"/>
                                      </p:to>
                                    </p:set>
                                    <p:anim calcmode="lin" valueType="num">
                                      <p:cBhvr>
                                        <p:cTn id="12" dur="1000" fill="hold"/>
                                        <p:tgtEl>
                                          <p:spTgt spid="365577"/>
                                        </p:tgtEl>
                                        <p:attrNameLst>
                                          <p:attrName>ppt_w</p:attrName>
                                        </p:attrNameLst>
                                      </p:cBhvr>
                                      <p:tavLst>
                                        <p:tav tm="0">
                                          <p:val>
                                            <p:strVal val="#ppt_w*0.70"/>
                                          </p:val>
                                        </p:tav>
                                        <p:tav tm="100000">
                                          <p:val>
                                            <p:strVal val="#ppt_w"/>
                                          </p:val>
                                        </p:tav>
                                      </p:tavLst>
                                    </p:anim>
                                    <p:anim calcmode="lin" valueType="num">
                                      <p:cBhvr>
                                        <p:cTn id="13" dur="1000" fill="hold"/>
                                        <p:tgtEl>
                                          <p:spTgt spid="365577"/>
                                        </p:tgtEl>
                                        <p:attrNameLst>
                                          <p:attrName>ppt_h</p:attrName>
                                        </p:attrNameLst>
                                      </p:cBhvr>
                                      <p:tavLst>
                                        <p:tav tm="0">
                                          <p:val>
                                            <p:strVal val="#ppt_h"/>
                                          </p:val>
                                        </p:tav>
                                        <p:tav tm="100000">
                                          <p:val>
                                            <p:strVal val="#ppt_h"/>
                                          </p:val>
                                        </p:tav>
                                      </p:tavLst>
                                    </p:anim>
                                    <p:animEffect transition="in" filter="fade">
                                      <p:cBhvr>
                                        <p:cTn id="14" dur="1000"/>
                                        <p:tgtEl>
                                          <p:spTgt spid="365577"/>
                                        </p:tgtEl>
                                      </p:cBhvr>
                                    </p:animEffect>
                                  </p:childTnLst>
                                </p:cTn>
                              </p:par>
                            </p:childTnLst>
                          </p:cTn>
                        </p:par>
                      </p:childTnLst>
                    </p:cTn>
                  </p:par>
                  <p:par>
                    <p:cTn id="15" fill="hold">
                      <p:stCondLst>
                        <p:cond delay="indefinite"/>
                      </p:stCondLst>
                      <p:childTnLst>
                        <p:par>
                          <p:cTn id="16" fill="hold">
                            <p:stCondLst>
                              <p:cond delay="0"/>
                            </p:stCondLst>
                            <p:childTnLst>
                              <p:par>
                                <p:cTn id="17" presetID="55" presetClass="entr" presetSubtype="0" fill="hold" nodeType="clickEffect">
                                  <p:stCondLst>
                                    <p:cond delay="0"/>
                                  </p:stCondLst>
                                  <p:childTnLst>
                                    <p:set>
                                      <p:cBhvr>
                                        <p:cTn id="18" dur="1" fill="hold">
                                          <p:stCondLst>
                                            <p:cond delay="0"/>
                                          </p:stCondLst>
                                        </p:cTn>
                                        <p:tgtEl>
                                          <p:spTgt spid="365575"/>
                                        </p:tgtEl>
                                        <p:attrNameLst>
                                          <p:attrName>style.visibility</p:attrName>
                                        </p:attrNameLst>
                                      </p:cBhvr>
                                      <p:to>
                                        <p:strVal val="visible"/>
                                      </p:to>
                                    </p:set>
                                    <p:anim calcmode="lin" valueType="num">
                                      <p:cBhvr>
                                        <p:cTn id="19" dur="1000" fill="hold"/>
                                        <p:tgtEl>
                                          <p:spTgt spid="365575"/>
                                        </p:tgtEl>
                                        <p:attrNameLst>
                                          <p:attrName>ppt_w</p:attrName>
                                        </p:attrNameLst>
                                      </p:cBhvr>
                                      <p:tavLst>
                                        <p:tav tm="0">
                                          <p:val>
                                            <p:strVal val="#ppt_w*0.70"/>
                                          </p:val>
                                        </p:tav>
                                        <p:tav tm="100000">
                                          <p:val>
                                            <p:strVal val="#ppt_w"/>
                                          </p:val>
                                        </p:tav>
                                      </p:tavLst>
                                    </p:anim>
                                    <p:anim calcmode="lin" valueType="num">
                                      <p:cBhvr>
                                        <p:cTn id="20" dur="1000" fill="hold"/>
                                        <p:tgtEl>
                                          <p:spTgt spid="365575"/>
                                        </p:tgtEl>
                                        <p:attrNameLst>
                                          <p:attrName>ppt_h</p:attrName>
                                        </p:attrNameLst>
                                      </p:cBhvr>
                                      <p:tavLst>
                                        <p:tav tm="0">
                                          <p:val>
                                            <p:strVal val="#ppt_h"/>
                                          </p:val>
                                        </p:tav>
                                        <p:tav tm="100000">
                                          <p:val>
                                            <p:strVal val="#ppt_h"/>
                                          </p:val>
                                        </p:tav>
                                      </p:tavLst>
                                    </p:anim>
                                    <p:animEffect transition="in" filter="fade">
                                      <p:cBhvr>
                                        <p:cTn id="21" dur="1000"/>
                                        <p:tgtEl>
                                          <p:spTgt spid="365575"/>
                                        </p:tgtEl>
                                      </p:cBhvr>
                                    </p:animEffect>
                                  </p:childTnLst>
                                </p:cTn>
                              </p:par>
                            </p:childTnLst>
                          </p:cTn>
                        </p:par>
                        <p:par>
                          <p:cTn id="22" fill="hold">
                            <p:stCondLst>
                              <p:cond delay="1000"/>
                            </p:stCondLst>
                            <p:childTnLst>
                              <p:par>
                                <p:cTn id="23" presetID="55" presetClass="entr" presetSubtype="0" fill="hold" nodeType="afterEffect">
                                  <p:stCondLst>
                                    <p:cond delay="0"/>
                                  </p:stCondLst>
                                  <p:childTnLst>
                                    <p:set>
                                      <p:cBhvr>
                                        <p:cTn id="24" dur="1" fill="hold">
                                          <p:stCondLst>
                                            <p:cond delay="0"/>
                                          </p:stCondLst>
                                        </p:cTn>
                                        <p:tgtEl>
                                          <p:spTgt spid="365576"/>
                                        </p:tgtEl>
                                        <p:attrNameLst>
                                          <p:attrName>style.visibility</p:attrName>
                                        </p:attrNameLst>
                                      </p:cBhvr>
                                      <p:to>
                                        <p:strVal val="visible"/>
                                      </p:to>
                                    </p:set>
                                    <p:anim calcmode="lin" valueType="num">
                                      <p:cBhvr>
                                        <p:cTn id="25" dur="1000" fill="hold"/>
                                        <p:tgtEl>
                                          <p:spTgt spid="365576"/>
                                        </p:tgtEl>
                                        <p:attrNameLst>
                                          <p:attrName>ppt_w</p:attrName>
                                        </p:attrNameLst>
                                      </p:cBhvr>
                                      <p:tavLst>
                                        <p:tav tm="0">
                                          <p:val>
                                            <p:strVal val="#ppt_w*0.70"/>
                                          </p:val>
                                        </p:tav>
                                        <p:tav tm="100000">
                                          <p:val>
                                            <p:strVal val="#ppt_w"/>
                                          </p:val>
                                        </p:tav>
                                      </p:tavLst>
                                    </p:anim>
                                    <p:anim calcmode="lin" valueType="num">
                                      <p:cBhvr>
                                        <p:cTn id="26" dur="1000" fill="hold"/>
                                        <p:tgtEl>
                                          <p:spTgt spid="365576"/>
                                        </p:tgtEl>
                                        <p:attrNameLst>
                                          <p:attrName>ppt_h</p:attrName>
                                        </p:attrNameLst>
                                      </p:cBhvr>
                                      <p:tavLst>
                                        <p:tav tm="0">
                                          <p:val>
                                            <p:strVal val="#ppt_h"/>
                                          </p:val>
                                        </p:tav>
                                        <p:tav tm="100000">
                                          <p:val>
                                            <p:strVal val="#ppt_h"/>
                                          </p:val>
                                        </p:tav>
                                      </p:tavLst>
                                    </p:anim>
                                    <p:animEffect transition="in" filter="fade">
                                      <p:cBhvr>
                                        <p:cTn id="27" dur="1000"/>
                                        <p:tgtEl>
                                          <p:spTgt spid="365576"/>
                                        </p:tgtEl>
                                      </p:cBhvr>
                                    </p:animEffect>
                                  </p:childTnLst>
                                </p:cTn>
                              </p:par>
                            </p:childTnLst>
                          </p:cTn>
                        </p:par>
                      </p:childTnLst>
                    </p:cTn>
                  </p:par>
                  <p:par>
                    <p:cTn id="28" fill="hold">
                      <p:stCondLst>
                        <p:cond delay="indefinite"/>
                      </p:stCondLst>
                      <p:childTnLst>
                        <p:par>
                          <p:cTn id="29" fill="hold">
                            <p:stCondLst>
                              <p:cond delay="0"/>
                            </p:stCondLst>
                            <p:childTnLst>
                              <p:par>
                                <p:cTn id="30" presetID="55" presetClass="entr" presetSubtype="0" fill="hold" nodeType="clickEffect">
                                  <p:stCondLst>
                                    <p:cond delay="0"/>
                                  </p:stCondLst>
                                  <p:childTnLst>
                                    <p:set>
                                      <p:cBhvr>
                                        <p:cTn id="31" dur="1" fill="hold">
                                          <p:stCondLst>
                                            <p:cond delay="0"/>
                                          </p:stCondLst>
                                        </p:cTn>
                                        <p:tgtEl>
                                          <p:spTgt spid="50211"/>
                                        </p:tgtEl>
                                        <p:attrNameLst>
                                          <p:attrName>style.visibility</p:attrName>
                                        </p:attrNameLst>
                                      </p:cBhvr>
                                      <p:to>
                                        <p:strVal val="visible"/>
                                      </p:to>
                                    </p:set>
                                    <p:anim calcmode="lin" valueType="num">
                                      <p:cBhvr>
                                        <p:cTn id="32" dur="1000" fill="hold"/>
                                        <p:tgtEl>
                                          <p:spTgt spid="50211"/>
                                        </p:tgtEl>
                                        <p:attrNameLst>
                                          <p:attrName>ppt_w</p:attrName>
                                        </p:attrNameLst>
                                      </p:cBhvr>
                                      <p:tavLst>
                                        <p:tav tm="0">
                                          <p:val>
                                            <p:strVal val="#ppt_w*0.70"/>
                                          </p:val>
                                        </p:tav>
                                        <p:tav tm="100000">
                                          <p:val>
                                            <p:strVal val="#ppt_w"/>
                                          </p:val>
                                        </p:tav>
                                      </p:tavLst>
                                    </p:anim>
                                    <p:anim calcmode="lin" valueType="num">
                                      <p:cBhvr>
                                        <p:cTn id="33" dur="1000" fill="hold"/>
                                        <p:tgtEl>
                                          <p:spTgt spid="50211"/>
                                        </p:tgtEl>
                                        <p:attrNameLst>
                                          <p:attrName>ppt_h</p:attrName>
                                        </p:attrNameLst>
                                      </p:cBhvr>
                                      <p:tavLst>
                                        <p:tav tm="0">
                                          <p:val>
                                            <p:strVal val="#ppt_h"/>
                                          </p:val>
                                        </p:tav>
                                        <p:tav tm="100000">
                                          <p:val>
                                            <p:strVal val="#ppt_h"/>
                                          </p:val>
                                        </p:tav>
                                      </p:tavLst>
                                    </p:anim>
                                    <p:animEffect transition="in" filter="fade">
                                      <p:cBhvr>
                                        <p:cTn id="34" dur="1000"/>
                                        <p:tgtEl>
                                          <p:spTgt spid="50211"/>
                                        </p:tgtEl>
                                      </p:cBhvr>
                                    </p:animEffect>
                                  </p:childTnLst>
                                </p:cTn>
                              </p:par>
                            </p:childTnLst>
                          </p:cTn>
                        </p:par>
                      </p:childTnLst>
                    </p:cTn>
                  </p:par>
                  <p:par>
                    <p:cTn id="35" fill="hold">
                      <p:stCondLst>
                        <p:cond delay="indefinite"/>
                      </p:stCondLst>
                      <p:childTnLst>
                        <p:par>
                          <p:cTn id="36" fill="hold">
                            <p:stCondLst>
                              <p:cond delay="0"/>
                            </p:stCondLst>
                            <p:childTnLst>
                              <p:par>
                                <p:cTn id="37" presetID="55" presetClass="entr" presetSubtype="0" fill="hold" nodeType="clickEffect">
                                  <p:stCondLst>
                                    <p:cond delay="0"/>
                                  </p:stCondLst>
                                  <p:childTnLst>
                                    <p:set>
                                      <p:cBhvr>
                                        <p:cTn id="38" dur="1" fill="hold">
                                          <p:stCondLst>
                                            <p:cond delay="0"/>
                                          </p:stCondLst>
                                        </p:cTn>
                                        <p:tgtEl>
                                          <p:spTgt spid="50214"/>
                                        </p:tgtEl>
                                        <p:attrNameLst>
                                          <p:attrName>style.visibility</p:attrName>
                                        </p:attrNameLst>
                                      </p:cBhvr>
                                      <p:to>
                                        <p:strVal val="visible"/>
                                      </p:to>
                                    </p:set>
                                    <p:anim calcmode="lin" valueType="num">
                                      <p:cBhvr>
                                        <p:cTn id="39" dur="1000" fill="hold"/>
                                        <p:tgtEl>
                                          <p:spTgt spid="50214"/>
                                        </p:tgtEl>
                                        <p:attrNameLst>
                                          <p:attrName>ppt_w</p:attrName>
                                        </p:attrNameLst>
                                      </p:cBhvr>
                                      <p:tavLst>
                                        <p:tav tm="0">
                                          <p:val>
                                            <p:strVal val="#ppt_w*0.70"/>
                                          </p:val>
                                        </p:tav>
                                        <p:tav tm="100000">
                                          <p:val>
                                            <p:strVal val="#ppt_w"/>
                                          </p:val>
                                        </p:tav>
                                      </p:tavLst>
                                    </p:anim>
                                    <p:anim calcmode="lin" valueType="num">
                                      <p:cBhvr>
                                        <p:cTn id="40" dur="1000" fill="hold"/>
                                        <p:tgtEl>
                                          <p:spTgt spid="50214"/>
                                        </p:tgtEl>
                                        <p:attrNameLst>
                                          <p:attrName>ppt_h</p:attrName>
                                        </p:attrNameLst>
                                      </p:cBhvr>
                                      <p:tavLst>
                                        <p:tav tm="0">
                                          <p:val>
                                            <p:strVal val="#ppt_h"/>
                                          </p:val>
                                        </p:tav>
                                        <p:tav tm="100000">
                                          <p:val>
                                            <p:strVal val="#ppt_h"/>
                                          </p:val>
                                        </p:tav>
                                      </p:tavLst>
                                    </p:anim>
                                    <p:animEffect transition="in" filter="fade">
                                      <p:cBhvr>
                                        <p:cTn id="41" dur="1000"/>
                                        <p:tgtEl>
                                          <p:spTgt spid="502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4514" name="Rectangle 4"/>
          <p:cNvSpPr>
            <a:spLocks noGrp="1" noChangeArrowheads="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a:spcBef>
                <a:spcPct val="0"/>
              </a:spcBef>
              <a:buFontTx/>
              <a:buNone/>
            </a:pPr>
            <a:fld id="{4BF7A144-9DAF-4ED1-9B69-F93B6B628B90}" type="datetime1">
              <a:rPr kumimoji="0" lang="zh-CN" altLang="en-US" sz="1200" smtClean="0">
                <a:solidFill>
                  <a:srgbClr val="000000"/>
                </a:solidFill>
                <a:ea typeface="宋体" panose="02010600030101010101" pitchFamily="2" charset="-122"/>
              </a:rPr>
            </a:fld>
            <a:endParaRPr kumimoji="0" lang="en-US" altLang="zh-CN" sz="1200">
              <a:solidFill>
                <a:srgbClr val="000000"/>
              </a:solidFill>
              <a:ea typeface="宋体" panose="02010600030101010101" pitchFamily="2" charset="-122"/>
            </a:endParaRPr>
          </a:p>
        </p:txBody>
      </p:sp>
      <p:graphicFrame>
        <p:nvGraphicFramePr>
          <p:cNvPr id="365577" name="Object 9"/>
          <p:cNvGraphicFramePr>
            <a:graphicFrameLocks noChangeAspect="1"/>
          </p:cNvGraphicFramePr>
          <p:nvPr/>
        </p:nvGraphicFramePr>
        <p:xfrm>
          <a:off x="1258253" y="1316038"/>
          <a:ext cx="2497137" cy="555625"/>
        </p:xfrm>
        <a:graphic>
          <a:graphicData uri="http://schemas.openxmlformats.org/presentationml/2006/ole">
            <mc:AlternateContent xmlns:mc="http://schemas.openxmlformats.org/markup-compatibility/2006">
              <mc:Choice xmlns:v="urn:schemas-microsoft-com:vml" Requires="v">
                <p:oleObj spid="_x0000_s3" name="公式" r:id="rId1" imgW="1193800" imgH="228600" progId="Equation.3">
                  <p:embed/>
                </p:oleObj>
              </mc:Choice>
              <mc:Fallback>
                <p:oleObj name="公式" r:id="rId1" imgW="1193800" imgH="228600" progId="Equation.3">
                  <p:embed/>
                  <p:pic>
                    <p:nvPicPr>
                      <p:cNvPr id="0" name="Object 9"/>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58253" y="1316038"/>
                        <a:ext cx="2497137" cy="555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aphicFrame>
        <p:nvGraphicFramePr>
          <p:cNvPr id="365579" name="Object 11"/>
          <p:cNvGraphicFramePr>
            <a:graphicFrameLocks noChangeAspect="1"/>
          </p:cNvGraphicFramePr>
          <p:nvPr/>
        </p:nvGraphicFramePr>
        <p:xfrm>
          <a:off x="3851275" y="1340168"/>
          <a:ext cx="2305050" cy="612775"/>
        </p:xfrm>
        <a:graphic>
          <a:graphicData uri="http://schemas.openxmlformats.org/presentationml/2006/ole">
            <mc:AlternateContent xmlns:mc="http://schemas.openxmlformats.org/markup-compatibility/2006">
              <mc:Choice xmlns:v="urn:schemas-microsoft-com:vml" Requires="v">
                <p:oleObj spid="_x0000_s4" name="公式" r:id="rId3" imgW="1002665" imgH="228600" progId="Equation.3">
                  <p:embed/>
                </p:oleObj>
              </mc:Choice>
              <mc:Fallback>
                <p:oleObj name="公式" r:id="rId3" imgW="1002665" imgH="228600" progId="Equation.3">
                  <p:embed/>
                  <p:pic>
                    <p:nvPicPr>
                      <p:cNvPr id="0" name="Object 1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51275" y="1340168"/>
                        <a:ext cx="2305050" cy="612775"/>
                      </a:xfrm>
                      <a:prstGeom prst="rect">
                        <a:avLst/>
                      </a:prstGeom>
                      <a:solidFill>
                        <a:schemeClr val="tx1"/>
                      </a:solidFill>
                      <a:ln w="9525">
                        <a:solidFill>
                          <a:schemeClr val="bg1"/>
                        </a:solidFill>
                        <a:miter lim="800000"/>
                        <a:headEnd/>
                        <a:tailEnd/>
                      </a:ln>
                      <a:effectLst>
                        <a:outerShdw dist="35921" dir="2700000" algn="ctr" rotWithShape="0">
                          <a:schemeClr val="bg2">
                            <a:alpha val="74997"/>
                          </a:schemeClr>
                        </a:outerShdw>
                      </a:effectLst>
                    </p:spPr>
                  </p:pic>
                </p:oleObj>
              </mc:Fallback>
            </mc:AlternateContent>
          </a:graphicData>
        </a:graphic>
      </p:graphicFrame>
      <p:graphicFrame>
        <p:nvGraphicFramePr>
          <p:cNvPr id="365580" name="Object 12"/>
          <p:cNvGraphicFramePr>
            <a:graphicFrameLocks noChangeAspect="1"/>
          </p:cNvGraphicFramePr>
          <p:nvPr/>
        </p:nvGraphicFramePr>
        <p:xfrm>
          <a:off x="1475423" y="5615940"/>
          <a:ext cx="1222375" cy="401638"/>
        </p:xfrm>
        <a:graphic>
          <a:graphicData uri="http://schemas.openxmlformats.org/presentationml/2006/ole">
            <mc:AlternateContent xmlns:mc="http://schemas.openxmlformats.org/markup-compatibility/2006">
              <mc:Choice xmlns:v="urn:schemas-microsoft-com:vml" Requires="v">
                <p:oleObj spid="_x0000_s5" name="公式" r:id="rId5" imgW="571500" imgH="203200" progId="Equation.3">
                  <p:embed/>
                </p:oleObj>
              </mc:Choice>
              <mc:Fallback>
                <p:oleObj name="公式" r:id="rId5" imgW="571500" imgH="203200" progId="Equation.3">
                  <p:embed/>
                  <p:pic>
                    <p:nvPicPr>
                      <p:cNvPr id="0" name="Object 1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475423" y="5615940"/>
                        <a:ext cx="1222375" cy="401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aphicFrame>
        <p:nvGraphicFramePr>
          <p:cNvPr id="6" name="Object 6"/>
          <p:cNvGraphicFramePr>
            <a:graphicFrameLocks noChangeAspect="1"/>
          </p:cNvGraphicFramePr>
          <p:nvPr/>
        </p:nvGraphicFramePr>
        <p:xfrm>
          <a:off x="539750" y="188595"/>
          <a:ext cx="5353050" cy="482600"/>
        </p:xfrm>
        <a:graphic>
          <a:graphicData uri="http://schemas.openxmlformats.org/presentationml/2006/ole">
            <mc:AlternateContent xmlns:mc="http://schemas.openxmlformats.org/markup-compatibility/2006">
              <mc:Choice xmlns:v="urn:schemas-microsoft-com:vml" Requires="v">
                <p:oleObj spid="_x0000_s7" name="公式" r:id="rId7" imgW="2159000" imgH="228600" progId="Equation.3">
                  <p:embed/>
                </p:oleObj>
              </mc:Choice>
              <mc:Fallback>
                <p:oleObj name="公式" r:id="rId7" imgW="2159000" imgH="228600" progId="Equation.3">
                  <p:embed/>
                  <p:pic>
                    <p:nvPicPr>
                      <p:cNvPr id="0" name="Object 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39750" y="188595"/>
                        <a:ext cx="5353050" cy="482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aphicFrame>
        <p:nvGraphicFramePr>
          <p:cNvPr id="9" name="Object 8"/>
          <p:cNvGraphicFramePr>
            <a:graphicFrameLocks noChangeAspect="1"/>
          </p:cNvGraphicFramePr>
          <p:nvPr/>
        </p:nvGraphicFramePr>
        <p:xfrm>
          <a:off x="2948146" y="5298123"/>
          <a:ext cx="1472565" cy="1000125"/>
        </p:xfrm>
        <a:graphic>
          <a:graphicData uri="http://schemas.openxmlformats.org/presentationml/2006/ole">
            <mc:AlternateContent xmlns:mc="http://schemas.openxmlformats.org/markup-compatibility/2006">
              <mc:Choice xmlns:v="urn:schemas-microsoft-com:vml" Requires="v">
                <p:oleObj spid="_x0000_s10" name="公式" r:id="rId9" imgW="571500" imgH="419100" progId="Equation.3">
                  <p:embed/>
                </p:oleObj>
              </mc:Choice>
              <mc:Fallback>
                <p:oleObj name="公式" r:id="rId9" imgW="571500" imgH="419100" progId="Equation.3">
                  <p:embed/>
                  <p:pic>
                    <p:nvPicPr>
                      <p:cNvPr id="0" name="Object 8"/>
                      <p:cNvPicPr>
                        <a:picLocks noChangeAspect="1" noChangeArrowheads="1"/>
                      </p:cNvPicPr>
                      <p:nvPr/>
                    </p:nvPicPr>
                    <p:blipFill>
                      <a:blip r:embed="rId10"/>
                      <a:srcRect/>
                      <a:stretch>
                        <a:fillRect/>
                      </a:stretch>
                    </p:blipFill>
                    <p:spPr bwMode="auto">
                      <a:xfrm>
                        <a:off x="2948146" y="5298123"/>
                        <a:ext cx="1472565" cy="1000125"/>
                      </a:xfrm>
                      <a:prstGeom prst="rect">
                        <a:avLst/>
                      </a:prstGeom>
                      <a:solidFill>
                        <a:schemeClr val="tx1"/>
                      </a:solidFill>
                      <a:ln w="9525">
                        <a:solidFill>
                          <a:schemeClr val="bg1"/>
                        </a:solidFill>
                        <a:miter lim="800000"/>
                        <a:headEnd/>
                        <a:tailEnd/>
                      </a:ln>
                      <a:effectLst>
                        <a:outerShdw dist="35921" dir="2700000" algn="ctr" rotWithShape="0">
                          <a:schemeClr val="bg2">
                            <a:alpha val="74997"/>
                          </a:schemeClr>
                        </a:outerShdw>
                      </a:effectLst>
                    </p:spPr>
                  </p:pic>
                </p:oleObj>
              </mc:Fallback>
            </mc:AlternateContent>
          </a:graphicData>
        </a:graphic>
      </p:graphicFrame>
      <p:graphicFrame>
        <p:nvGraphicFramePr>
          <p:cNvPr id="364558" name="Object 14"/>
          <p:cNvGraphicFramePr>
            <a:graphicFrameLocks noChangeAspect="1"/>
          </p:cNvGraphicFramePr>
          <p:nvPr/>
        </p:nvGraphicFramePr>
        <p:xfrm>
          <a:off x="1475423" y="2348865"/>
          <a:ext cx="1630362" cy="506413"/>
        </p:xfrm>
        <a:graphic>
          <a:graphicData uri="http://schemas.openxmlformats.org/presentationml/2006/ole">
            <mc:AlternateContent xmlns:mc="http://schemas.openxmlformats.org/markup-compatibility/2006">
              <mc:Choice xmlns:v="urn:schemas-microsoft-com:vml" Requires="v">
                <p:oleObj spid="_x0000_s11" name="公式" r:id="rId11" imgW="434975" imgH="133350" progId="Equation.3">
                  <p:embed/>
                </p:oleObj>
              </mc:Choice>
              <mc:Fallback>
                <p:oleObj name="公式" r:id="rId11" imgW="434975" imgH="133350" progId="Equation.3">
                  <p:embed/>
                  <p:pic>
                    <p:nvPicPr>
                      <p:cNvPr id="0" name="Object 14"/>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475423" y="2348865"/>
                        <a:ext cx="1630362" cy="506413"/>
                      </a:xfrm>
                      <a:prstGeom prst="rect">
                        <a:avLst/>
                      </a:prstGeom>
                      <a:solidFill>
                        <a:schemeClr val="tx1"/>
                      </a:solidFill>
                      <a:ln>
                        <a:noFill/>
                      </a:ln>
                      <a:effectLst/>
                      <a:extLs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aphicFrame>
        <p:nvGraphicFramePr>
          <p:cNvPr id="12" name="Object 10"/>
          <p:cNvGraphicFramePr>
            <a:graphicFrameLocks noChangeAspect="1"/>
          </p:cNvGraphicFramePr>
          <p:nvPr/>
        </p:nvGraphicFramePr>
        <p:xfrm>
          <a:off x="3275648" y="2132965"/>
          <a:ext cx="800100" cy="871538"/>
        </p:xfrm>
        <a:graphic>
          <a:graphicData uri="http://schemas.openxmlformats.org/presentationml/2006/ole">
            <mc:AlternateContent xmlns:mc="http://schemas.openxmlformats.org/markup-compatibility/2006">
              <mc:Choice xmlns:v="urn:schemas-microsoft-com:vml" Requires="v">
                <p:oleObj spid="_x0000_s13" name="公式" r:id="rId13" imgW="198755" imgH="253365" progId="Equation.3">
                  <p:embed/>
                </p:oleObj>
              </mc:Choice>
              <mc:Fallback>
                <p:oleObj name="公式" r:id="rId13" imgW="198755" imgH="253365" progId="Equation.3">
                  <p:embed/>
                  <p:pic>
                    <p:nvPicPr>
                      <p:cNvPr id="0" name="Object 10"/>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275648" y="2132965"/>
                        <a:ext cx="800100" cy="871538"/>
                      </a:xfrm>
                      <a:prstGeom prst="rect">
                        <a:avLst/>
                      </a:prstGeom>
                      <a:solidFill>
                        <a:schemeClr val="tx1"/>
                      </a:solidFill>
                      <a:ln w="9525">
                        <a:solidFill>
                          <a:srgbClr val="FF0000"/>
                        </a:solidFill>
                        <a:miter lim="800000"/>
                        <a:headEnd/>
                        <a:tailEnd/>
                      </a:ln>
                      <a:effectLst>
                        <a:outerShdw dist="35921" dir="2700000" algn="ctr" rotWithShape="0">
                          <a:schemeClr val="bg2">
                            <a:alpha val="74997"/>
                          </a:schemeClr>
                        </a:outerShdw>
                      </a:effectLst>
                    </p:spPr>
                  </p:pic>
                </p:oleObj>
              </mc:Fallback>
            </mc:AlternateContent>
          </a:graphicData>
        </a:graphic>
      </p:graphicFrame>
      <p:sp>
        <p:nvSpPr>
          <p:cNvPr id="14" name="墨迹 2"/>
          <p:cNvSpPr/>
          <p:nvPr/>
        </p:nvSpPr>
        <p:spPr bwMode="auto">
          <a:xfrm>
            <a:off x="2782440" y="896400"/>
            <a:ext cx="6359040" cy="5218200"/>
          </a:xfrm>
        </p:spPr>
      </p:sp>
      <p:graphicFrame>
        <p:nvGraphicFramePr>
          <p:cNvPr id="365575" name="Object 7"/>
          <p:cNvGraphicFramePr>
            <a:graphicFrameLocks noChangeAspect="1"/>
          </p:cNvGraphicFramePr>
          <p:nvPr/>
        </p:nvGraphicFramePr>
        <p:xfrm>
          <a:off x="4787900" y="3284855"/>
          <a:ext cx="1691005" cy="670560"/>
        </p:xfrm>
        <a:graphic>
          <a:graphicData uri="http://schemas.openxmlformats.org/presentationml/2006/ole">
            <mc:AlternateContent xmlns:mc="http://schemas.openxmlformats.org/markup-compatibility/2006">
              <mc:Choice xmlns:v="urn:schemas-microsoft-com:vml" Requires="v">
                <p:oleObj spid="_x0000_s15" name="公式" r:id="rId15" imgW="584200" imgH="228600" progId="Equation.3">
                  <p:embed/>
                </p:oleObj>
              </mc:Choice>
              <mc:Fallback>
                <p:oleObj name="公式" r:id="rId15" imgW="584200" imgH="228600" progId="Equation.3">
                  <p:embed/>
                  <p:pic>
                    <p:nvPicPr>
                      <p:cNvPr id="0" name="Object 7"/>
                      <p:cNvPicPr>
                        <a:picLocks noChangeAspect="1" noChangeArrowheads="1"/>
                      </p:cNvPicPr>
                      <p:nvPr/>
                    </p:nvPicPr>
                    <p:blipFill>
                      <a:blip r:embed="rId16">
                        <a:duotone>
                          <a:schemeClr val="accent1">
                            <a:shade val="45000"/>
                            <a:satMod val="135000"/>
                          </a:schemeClr>
                          <a:prstClr val="white"/>
                        </a:duotone>
                      </a:blip>
                      <a:srcRect/>
                      <a:stretch>
                        <a:fillRect/>
                      </a:stretch>
                    </p:blipFill>
                    <p:spPr bwMode="auto">
                      <a:xfrm>
                        <a:off x="4787900" y="3284855"/>
                        <a:ext cx="1691005" cy="67056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16" name="Object 9"/>
          <p:cNvGraphicFramePr>
            <a:graphicFrameLocks noChangeAspect="1"/>
          </p:cNvGraphicFramePr>
          <p:nvPr/>
        </p:nvGraphicFramePr>
        <p:xfrm>
          <a:off x="1404144" y="3332322"/>
          <a:ext cx="3219450" cy="433070"/>
        </p:xfrm>
        <a:graphic>
          <a:graphicData uri="http://schemas.openxmlformats.org/presentationml/2006/ole">
            <mc:AlternateContent xmlns:mc="http://schemas.openxmlformats.org/markup-compatibility/2006">
              <mc:Choice xmlns:v="urn:schemas-microsoft-com:vml" Requires="v">
                <p:oleObj spid="_x0000_s17" name="公式" r:id="rId17" imgW="1511300" imgH="215900" progId="Equation.3">
                  <p:embed/>
                </p:oleObj>
              </mc:Choice>
              <mc:Fallback>
                <p:oleObj name="公式" r:id="rId17" imgW="1511300" imgH="215900" progId="Equation.3">
                  <p:embed/>
                  <p:pic>
                    <p:nvPicPr>
                      <p:cNvPr id="0" name="Object 9"/>
                      <p:cNvPicPr>
                        <a:picLocks noChangeAspect="1" noChangeArrowheads="1"/>
                      </p:cNvPicPr>
                      <p:nvPr/>
                    </p:nvPicPr>
                    <p:blipFill>
                      <a:blip r:embed="rId18">
                        <a:duotone>
                          <a:schemeClr val="accent1">
                            <a:shade val="45000"/>
                            <a:satMod val="135000"/>
                          </a:schemeClr>
                          <a:prstClr val="white"/>
                        </a:duotone>
                      </a:blip>
                      <a:srcRect/>
                      <a:stretch>
                        <a:fillRect/>
                      </a:stretch>
                    </p:blipFill>
                    <p:spPr bwMode="auto">
                      <a:xfrm>
                        <a:off x="1404144" y="3332322"/>
                        <a:ext cx="3219450" cy="4330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aphicFrame>
        <p:nvGraphicFramePr>
          <p:cNvPr id="18" name="Object 9"/>
          <p:cNvGraphicFramePr>
            <a:graphicFrameLocks noChangeAspect="1"/>
          </p:cNvGraphicFramePr>
          <p:nvPr/>
        </p:nvGraphicFramePr>
        <p:xfrm>
          <a:off x="566261" y="908527"/>
          <a:ext cx="514985" cy="407670"/>
        </p:xfrm>
        <a:graphic>
          <a:graphicData uri="http://schemas.openxmlformats.org/presentationml/2006/ole">
            <mc:AlternateContent xmlns:mc="http://schemas.openxmlformats.org/markup-compatibility/2006">
              <mc:Choice xmlns:v="urn:schemas-microsoft-com:vml" Requires="v">
                <p:oleObj spid="_x0000_s19" name="公式" r:id="rId19" imgW="241300" imgH="203200" progId="Equation.3">
                  <p:embed/>
                </p:oleObj>
              </mc:Choice>
              <mc:Fallback>
                <p:oleObj name="公式" r:id="rId19" imgW="241300" imgH="203200" progId="Equation.3">
                  <p:embed/>
                  <p:pic>
                    <p:nvPicPr>
                      <p:cNvPr id="0" name="Object 9"/>
                      <p:cNvPicPr>
                        <a:picLocks noChangeAspect="1" noChangeArrowheads="1"/>
                      </p:cNvPicPr>
                      <p:nvPr/>
                    </p:nvPicPr>
                    <p:blipFill>
                      <a:blip r:embed="rId20"/>
                      <a:srcRect/>
                      <a:stretch>
                        <a:fillRect/>
                      </a:stretch>
                    </p:blipFill>
                    <p:spPr bwMode="auto">
                      <a:xfrm>
                        <a:off x="566261" y="908527"/>
                        <a:ext cx="514985" cy="4076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aphicFrame>
        <p:nvGraphicFramePr>
          <p:cNvPr id="21" name="Object 8"/>
          <p:cNvGraphicFramePr>
            <a:graphicFrameLocks noChangeAspect="1"/>
          </p:cNvGraphicFramePr>
          <p:nvPr/>
        </p:nvGraphicFramePr>
        <p:xfrm>
          <a:off x="1907698" y="3955416"/>
          <a:ext cx="4123690" cy="939800"/>
        </p:xfrm>
        <a:graphic>
          <a:graphicData uri="http://schemas.openxmlformats.org/presentationml/2006/ole">
            <mc:AlternateContent xmlns:mc="http://schemas.openxmlformats.org/markup-compatibility/2006">
              <mc:Choice xmlns:v="urn:schemas-microsoft-com:vml" Requires="v">
                <p:oleObj spid="_x0000_s22" name="公式" r:id="rId21" imgW="1600200" imgH="393700" progId="Equation.3">
                  <p:embed/>
                </p:oleObj>
              </mc:Choice>
              <mc:Fallback>
                <p:oleObj name="公式" r:id="rId21" imgW="1600200" imgH="393700" progId="Equation.3">
                  <p:embed/>
                  <p:pic>
                    <p:nvPicPr>
                      <p:cNvPr id="0" name="Object 8"/>
                      <p:cNvPicPr>
                        <a:picLocks noChangeAspect="1" noChangeArrowheads="1"/>
                      </p:cNvPicPr>
                      <p:nvPr/>
                    </p:nvPicPr>
                    <p:blipFill>
                      <a:blip r:embed="rId22"/>
                      <a:srcRect/>
                      <a:stretch>
                        <a:fillRect/>
                      </a:stretch>
                    </p:blipFill>
                    <p:spPr bwMode="auto">
                      <a:xfrm>
                        <a:off x="1907698" y="3955416"/>
                        <a:ext cx="4123690" cy="939800"/>
                      </a:xfrm>
                      <a:prstGeom prst="rect">
                        <a:avLst/>
                      </a:prstGeom>
                      <a:solidFill>
                        <a:schemeClr val="tx1"/>
                      </a:solidFill>
                      <a:ln w="9525">
                        <a:solidFill>
                          <a:schemeClr val="bg1"/>
                        </a:solidFill>
                        <a:miter lim="800000"/>
                        <a:headEnd/>
                        <a:tailEnd/>
                      </a:ln>
                      <a:effectLst>
                        <a:outerShdw dist="35921" dir="2700000" algn="ctr" rotWithShape="0">
                          <a:schemeClr val="bg2">
                            <a:alpha val="74997"/>
                          </a:schemeClr>
                        </a:outerShdw>
                      </a:effectLst>
                    </p:spPr>
                  </p:pic>
                </p:oleObj>
              </mc:Fallback>
            </mc:AlternateContent>
          </a:graphicData>
        </a:graphic>
      </p:graphicFrame>
    </p:spTree>
    <p:custDataLst>
      <p:tags r:id="rId23"/>
    </p:custDataLst>
  </p:cSld>
  <p:clrMapOvr>
    <a:masterClrMapping/>
  </p:clrMapOvr>
  <mc:AlternateContent xmlns:mc="http://schemas.openxmlformats.org/markup-compatibility/2006">
    <mc:Choice xmlns:p14="http://schemas.microsoft.com/office/powerpoint/2010/main" Requires="p14">
      <p:transition spd="slow" p14:dur="2000" advTm="119100"/>
    </mc:Choice>
    <mc:Fallback>
      <p:transition spd="slow" advTm="1191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5" presetClass="entr" presetSubtype="0" fill="hold" nodeType="clickEffect">
                                  <p:stCondLst>
                                    <p:cond delay="0"/>
                                  </p:stCondLst>
                                  <p:childTnLst>
                                    <p:set>
                                      <p:cBhvr>
                                        <p:cTn id="6" dur="1" fill="hold">
                                          <p:stCondLst>
                                            <p:cond delay="0"/>
                                          </p:stCondLst>
                                        </p:cTn>
                                        <p:tgtEl>
                                          <p:spTgt spid="365577"/>
                                        </p:tgtEl>
                                        <p:attrNameLst>
                                          <p:attrName>style.visibility</p:attrName>
                                        </p:attrNameLst>
                                      </p:cBhvr>
                                      <p:to>
                                        <p:strVal val="visible"/>
                                      </p:to>
                                    </p:set>
                                    <p:anim calcmode="lin" valueType="num">
                                      <p:cBhvr>
                                        <p:cTn id="7" dur="1000" fill="hold"/>
                                        <p:tgtEl>
                                          <p:spTgt spid="365577"/>
                                        </p:tgtEl>
                                        <p:attrNameLst>
                                          <p:attrName>ppt_w</p:attrName>
                                        </p:attrNameLst>
                                      </p:cBhvr>
                                      <p:tavLst>
                                        <p:tav tm="0">
                                          <p:val>
                                            <p:strVal val="#ppt_w*0.70"/>
                                          </p:val>
                                        </p:tav>
                                        <p:tav tm="100000">
                                          <p:val>
                                            <p:strVal val="#ppt_w"/>
                                          </p:val>
                                        </p:tav>
                                      </p:tavLst>
                                    </p:anim>
                                    <p:anim calcmode="lin" valueType="num">
                                      <p:cBhvr>
                                        <p:cTn id="8" dur="1000" fill="hold"/>
                                        <p:tgtEl>
                                          <p:spTgt spid="365577"/>
                                        </p:tgtEl>
                                        <p:attrNameLst>
                                          <p:attrName>ppt_h</p:attrName>
                                        </p:attrNameLst>
                                      </p:cBhvr>
                                      <p:tavLst>
                                        <p:tav tm="0">
                                          <p:val>
                                            <p:strVal val="#ppt_h"/>
                                          </p:val>
                                        </p:tav>
                                        <p:tav tm="100000">
                                          <p:val>
                                            <p:strVal val="#ppt_h"/>
                                          </p:val>
                                        </p:tav>
                                      </p:tavLst>
                                    </p:anim>
                                    <p:animEffect transition="in" filter="fade">
                                      <p:cBhvr>
                                        <p:cTn id="9" dur="1000"/>
                                        <p:tgtEl>
                                          <p:spTgt spid="365577"/>
                                        </p:tgtEl>
                                      </p:cBhvr>
                                    </p:animEffect>
                                  </p:childTnLst>
                                </p:cTn>
                              </p:par>
                            </p:childTnLst>
                          </p:cTn>
                        </p:par>
                      </p:childTnLst>
                    </p:cTn>
                  </p:par>
                  <p:par>
                    <p:cTn id="10" fill="hold">
                      <p:stCondLst>
                        <p:cond delay="indefinite"/>
                      </p:stCondLst>
                      <p:childTnLst>
                        <p:par>
                          <p:cTn id="11" fill="hold">
                            <p:stCondLst>
                              <p:cond delay="0"/>
                            </p:stCondLst>
                            <p:childTnLst>
                              <p:par>
                                <p:cTn id="12" presetID="55" presetClass="entr" presetSubtype="0" fill="hold" nodeType="clickEffect">
                                  <p:stCondLst>
                                    <p:cond delay="0"/>
                                  </p:stCondLst>
                                  <p:childTnLst>
                                    <p:set>
                                      <p:cBhvr>
                                        <p:cTn id="13" dur="1" fill="hold">
                                          <p:stCondLst>
                                            <p:cond delay="0"/>
                                          </p:stCondLst>
                                        </p:cTn>
                                        <p:tgtEl>
                                          <p:spTgt spid="365579"/>
                                        </p:tgtEl>
                                        <p:attrNameLst>
                                          <p:attrName>style.visibility</p:attrName>
                                        </p:attrNameLst>
                                      </p:cBhvr>
                                      <p:to>
                                        <p:strVal val="visible"/>
                                      </p:to>
                                    </p:set>
                                    <p:anim calcmode="lin" valueType="num">
                                      <p:cBhvr>
                                        <p:cTn id="14" dur="1000" fill="hold"/>
                                        <p:tgtEl>
                                          <p:spTgt spid="365579"/>
                                        </p:tgtEl>
                                        <p:attrNameLst>
                                          <p:attrName>ppt_w</p:attrName>
                                        </p:attrNameLst>
                                      </p:cBhvr>
                                      <p:tavLst>
                                        <p:tav tm="0">
                                          <p:val>
                                            <p:strVal val="#ppt_w*0.70"/>
                                          </p:val>
                                        </p:tav>
                                        <p:tav tm="100000">
                                          <p:val>
                                            <p:strVal val="#ppt_w"/>
                                          </p:val>
                                        </p:tav>
                                      </p:tavLst>
                                    </p:anim>
                                    <p:anim calcmode="lin" valueType="num">
                                      <p:cBhvr>
                                        <p:cTn id="15" dur="1000" fill="hold"/>
                                        <p:tgtEl>
                                          <p:spTgt spid="365579"/>
                                        </p:tgtEl>
                                        <p:attrNameLst>
                                          <p:attrName>ppt_h</p:attrName>
                                        </p:attrNameLst>
                                      </p:cBhvr>
                                      <p:tavLst>
                                        <p:tav tm="0">
                                          <p:val>
                                            <p:strVal val="#ppt_h"/>
                                          </p:val>
                                        </p:tav>
                                        <p:tav tm="100000">
                                          <p:val>
                                            <p:strVal val="#ppt_h"/>
                                          </p:val>
                                        </p:tav>
                                      </p:tavLst>
                                    </p:anim>
                                    <p:animEffect transition="in" filter="fade">
                                      <p:cBhvr>
                                        <p:cTn id="16" dur="1000"/>
                                        <p:tgtEl>
                                          <p:spTgt spid="365579"/>
                                        </p:tgtEl>
                                      </p:cBhvr>
                                    </p:animEffect>
                                  </p:childTnLst>
                                </p:cTn>
                              </p:par>
                            </p:childTnLst>
                          </p:cTn>
                        </p:par>
                      </p:childTnLst>
                    </p:cTn>
                  </p:par>
                  <p:par>
                    <p:cTn id="17" fill="hold">
                      <p:stCondLst>
                        <p:cond delay="indefinite"/>
                      </p:stCondLst>
                      <p:childTnLst>
                        <p:par>
                          <p:cTn id="18" fill="hold">
                            <p:stCondLst>
                              <p:cond delay="0"/>
                            </p:stCondLst>
                            <p:childTnLst>
                              <p:par>
                                <p:cTn id="19" presetID="55" presetClass="entr" presetSubtype="0" fill="hold" nodeType="clickEffect">
                                  <p:stCondLst>
                                    <p:cond delay="0"/>
                                  </p:stCondLst>
                                  <p:childTnLst>
                                    <p:set>
                                      <p:cBhvr>
                                        <p:cTn id="20" dur="1" fill="hold">
                                          <p:stCondLst>
                                            <p:cond delay="0"/>
                                          </p:stCondLst>
                                        </p:cTn>
                                        <p:tgtEl>
                                          <p:spTgt spid="364558"/>
                                        </p:tgtEl>
                                        <p:attrNameLst>
                                          <p:attrName>style.visibility</p:attrName>
                                        </p:attrNameLst>
                                      </p:cBhvr>
                                      <p:to>
                                        <p:strVal val="visible"/>
                                      </p:to>
                                    </p:set>
                                    <p:anim calcmode="lin" valueType="num">
                                      <p:cBhvr>
                                        <p:cTn id="21" dur="1000" fill="hold"/>
                                        <p:tgtEl>
                                          <p:spTgt spid="364558"/>
                                        </p:tgtEl>
                                        <p:attrNameLst>
                                          <p:attrName>ppt_w</p:attrName>
                                        </p:attrNameLst>
                                      </p:cBhvr>
                                      <p:tavLst>
                                        <p:tav tm="0">
                                          <p:val>
                                            <p:strVal val="#ppt_w*0.70"/>
                                          </p:val>
                                        </p:tav>
                                        <p:tav tm="100000">
                                          <p:val>
                                            <p:strVal val="#ppt_w"/>
                                          </p:val>
                                        </p:tav>
                                      </p:tavLst>
                                    </p:anim>
                                    <p:anim calcmode="lin" valueType="num">
                                      <p:cBhvr>
                                        <p:cTn id="22" dur="1000" fill="hold"/>
                                        <p:tgtEl>
                                          <p:spTgt spid="364558"/>
                                        </p:tgtEl>
                                        <p:attrNameLst>
                                          <p:attrName>ppt_h</p:attrName>
                                        </p:attrNameLst>
                                      </p:cBhvr>
                                      <p:tavLst>
                                        <p:tav tm="0">
                                          <p:val>
                                            <p:strVal val="#ppt_h"/>
                                          </p:val>
                                        </p:tav>
                                        <p:tav tm="100000">
                                          <p:val>
                                            <p:strVal val="#ppt_h"/>
                                          </p:val>
                                        </p:tav>
                                      </p:tavLst>
                                    </p:anim>
                                    <p:animEffect transition="in" filter="fade">
                                      <p:cBhvr>
                                        <p:cTn id="23" dur="1000"/>
                                        <p:tgtEl>
                                          <p:spTgt spid="364558"/>
                                        </p:tgtEl>
                                      </p:cBhvr>
                                    </p:animEffect>
                                  </p:childTnLst>
                                </p:cTn>
                              </p:par>
                            </p:childTnLst>
                          </p:cTn>
                        </p:par>
                        <p:par>
                          <p:cTn id="24" fill="hold">
                            <p:stCondLst>
                              <p:cond delay="1000"/>
                            </p:stCondLst>
                            <p:childTnLst>
                              <p:par>
                                <p:cTn id="25" presetID="1" presetClass="entr" presetSubtype="0" fill="hold" nodeType="afterEffect">
                                  <p:stCondLst>
                                    <p:cond delay="0"/>
                                  </p:stCondLst>
                                  <p:childTnLst>
                                    <p:set>
                                      <p:cBhvr>
                                        <p:cTn id="26" dur="1" fill="hold">
                                          <p:stCondLst>
                                            <p:cond delay="0"/>
                                          </p:stCondLst>
                                        </p:cTn>
                                        <p:tgtEl>
                                          <p:spTgt spid="12"/>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55" presetClass="entr" presetSubtype="0" fill="hold" nodeType="clickEffect">
                                  <p:stCondLst>
                                    <p:cond delay="0"/>
                                  </p:stCondLst>
                                  <p:childTnLst>
                                    <p:set>
                                      <p:cBhvr>
                                        <p:cTn id="30" dur="1" fill="hold">
                                          <p:stCondLst>
                                            <p:cond delay="0"/>
                                          </p:stCondLst>
                                        </p:cTn>
                                        <p:tgtEl>
                                          <p:spTgt spid="16"/>
                                        </p:tgtEl>
                                        <p:attrNameLst>
                                          <p:attrName>style.visibility</p:attrName>
                                        </p:attrNameLst>
                                      </p:cBhvr>
                                      <p:to>
                                        <p:strVal val="visible"/>
                                      </p:to>
                                    </p:set>
                                    <p:anim calcmode="lin" valueType="num">
                                      <p:cBhvr>
                                        <p:cTn id="31" dur="1000" fill="hold"/>
                                        <p:tgtEl>
                                          <p:spTgt spid="16"/>
                                        </p:tgtEl>
                                        <p:attrNameLst>
                                          <p:attrName>ppt_w</p:attrName>
                                        </p:attrNameLst>
                                      </p:cBhvr>
                                      <p:tavLst>
                                        <p:tav tm="0">
                                          <p:val>
                                            <p:strVal val="#ppt_w*0.70"/>
                                          </p:val>
                                        </p:tav>
                                        <p:tav tm="100000">
                                          <p:val>
                                            <p:strVal val="#ppt_w"/>
                                          </p:val>
                                        </p:tav>
                                      </p:tavLst>
                                    </p:anim>
                                    <p:anim calcmode="lin" valueType="num">
                                      <p:cBhvr>
                                        <p:cTn id="32" dur="1000" fill="hold"/>
                                        <p:tgtEl>
                                          <p:spTgt spid="16"/>
                                        </p:tgtEl>
                                        <p:attrNameLst>
                                          <p:attrName>ppt_h</p:attrName>
                                        </p:attrNameLst>
                                      </p:cBhvr>
                                      <p:tavLst>
                                        <p:tav tm="0">
                                          <p:val>
                                            <p:strVal val="#ppt_h"/>
                                          </p:val>
                                        </p:tav>
                                        <p:tav tm="100000">
                                          <p:val>
                                            <p:strVal val="#ppt_h"/>
                                          </p:val>
                                        </p:tav>
                                      </p:tavLst>
                                    </p:anim>
                                    <p:animEffect transition="in" filter="fade">
                                      <p:cBhvr>
                                        <p:cTn id="33" dur="1000"/>
                                        <p:tgtEl>
                                          <p:spTgt spid="16"/>
                                        </p:tgtEl>
                                      </p:cBhvr>
                                    </p:animEffect>
                                  </p:childTnLst>
                                </p:cTn>
                              </p:par>
                            </p:childTnLst>
                          </p:cTn>
                        </p:par>
                        <p:par>
                          <p:cTn id="34" fill="hold">
                            <p:stCondLst>
                              <p:cond delay="1000"/>
                            </p:stCondLst>
                            <p:childTnLst>
                              <p:par>
                                <p:cTn id="35" presetID="55" presetClass="entr" presetSubtype="0" fill="hold" nodeType="afterEffect">
                                  <p:stCondLst>
                                    <p:cond delay="0"/>
                                  </p:stCondLst>
                                  <p:childTnLst>
                                    <p:set>
                                      <p:cBhvr>
                                        <p:cTn id="36" dur="1" fill="hold">
                                          <p:stCondLst>
                                            <p:cond delay="0"/>
                                          </p:stCondLst>
                                        </p:cTn>
                                        <p:tgtEl>
                                          <p:spTgt spid="365575"/>
                                        </p:tgtEl>
                                        <p:attrNameLst>
                                          <p:attrName>style.visibility</p:attrName>
                                        </p:attrNameLst>
                                      </p:cBhvr>
                                      <p:to>
                                        <p:strVal val="visible"/>
                                      </p:to>
                                    </p:set>
                                    <p:anim calcmode="lin" valueType="num">
                                      <p:cBhvr>
                                        <p:cTn id="37" dur="1000" fill="hold"/>
                                        <p:tgtEl>
                                          <p:spTgt spid="365575"/>
                                        </p:tgtEl>
                                        <p:attrNameLst>
                                          <p:attrName>ppt_w</p:attrName>
                                        </p:attrNameLst>
                                      </p:cBhvr>
                                      <p:tavLst>
                                        <p:tav tm="0">
                                          <p:val>
                                            <p:strVal val="#ppt_w*0.70"/>
                                          </p:val>
                                        </p:tav>
                                        <p:tav tm="100000">
                                          <p:val>
                                            <p:strVal val="#ppt_w"/>
                                          </p:val>
                                        </p:tav>
                                      </p:tavLst>
                                    </p:anim>
                                    <p:anim calcmode="lin" valueType="num">
                                      <p:cBhvr>
                                        <p:cTn id="38" dur="1000" fill="hold"/>
                                        <p:tgtEl>
                                          <p:spTgt spid="365575"/>
                                        </p:tgtEl>
                                        <p:attrNameLst>
                                          <p:attrName>ppt_h</p:attrName>
                                        </p:attrNameLst>
                                      </p:cBhvr>
                                      <p:tavLst>
                                        <p:tav tm="0">
                                          <p:val>
                                            <p:strVal val="#ppt_h"/>
                                          </p:val>
                                        </p:tav>
                                        <p:tav tm="100000">
                                          <p:val>
                                            <p:strVal val="#ppt_h"/>
                                          </p:val>
                                        </p:tav>
                                      </p:tavLst>
                                    </p:anim>
                                    <p:animEffect transition="in" filter="fade">
                                      <p:cBhvr>
                                        <p:cTn id="39" dur="1000"/>
                                        <p:tgtEl>
                                          <p:spTgt spid="365575"/>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clickEffect">
                                  <p:stCondLst>
                                    <p:cond delay="0"/>
                                  </p:stCondLst>
                                  <p:childTnLst>
                                    <p:set>
                                      <p:cBhvr>
                                        <p:cTn id="43" dur="1" fill="hold">
                                          <p:stCondLst>
                                            <p:cond delay="0"/>
                                          </p:stCondLst>
                                        </p:cTn>
                                        <p:tgtEl>
                                          <p:spTgt spid="21"/>
                                        </p:tgtEl>
                                        <p:attrNameLst>
                                          <p:attrName>style.visibility</p:attrName>
                                        </p:attrNameLst>
                                      </p:cBhvr>
                                      <p:to>
                                        <p:strVal val="visible"/>
                                      </p:to>
                                    </p:set>
                                  </p:childTnLst>
                                </p:cTn>
                              </p:par>
                            </p:childTnLst>
                          </p:cTn>
                        </p:par>
                      </p:childTnLst>
                    </p:cTn>
                  </p:par>
                  <p:par>
                    <p:cTn id="44" fill="hold">
                      <p:stCondLst>
                        <p:cond delay="indefinite"/>
                      </p:stCondLst>
                      <p:childTnLst>
                        <p:par>
                          <p:cTn id="45" fill="hold">
                            <p:stCondLst>
                              <p:cond delay="0"/>
                            </p:stCondLst>
                            <p:childTnLst>
                              <p:par>
                                <p:cTn id="46" presetID="55" presetClass="entr" presetSubtype="0" fill="hold" nodeType="clickEffect">
                                  <p:stCondLst>
                                    <p:cond delay="0"/>
                                  </p:stCondLst>
                                  <p:childTnLst>
                                    <p:set>
                                      <p:cBhvr>
                                        <p:cTn id="47" dur="1" fill="hold">
                                          <p:stCondLst>
                                            <p:cond delay="0"/>
                                          </p:stCondLst>
                                        </p:cTn>
                                        <p:tgtEl>
                                          <p:spTgt spid="365580"/>
                                        </p:tgtEl>
                                        <p:attrNameLst>
                                          <p:attrName>style.visibility</p:attrName>
                                        </p:attrNameLst>
                                      </p:cBhvr>
                                      <p:to>
                                        <p:strVal val="visible"/>
                                      </p:to>
                                    </p:set>
                                    <p:anim calcmode="lin" valueType="num">
                                      <p:cBhvr>
                                        <p:cTn id="48" dur="1000" fill="hold"/>
                                        <p:tgtEl>
                                          <p:spTgt spid="365580"/>
                                        </p:tgtEl>
                                        <p:attrNameLst>
                                          <p:attrName>ppt_w</p:attrName>
                                        </p:attrNameLst>
                                      </p:cBhvr>
                                      <p:tavLst>
                                        <p:tav tm="0">
                                          <p:val>
                                            <p:strVal val="#ppt_w*0.70"/>
                                          </p:val>
                                        </p:tav>
                                        <p:tav tm="100000">
                                          <p:val>
                                            <p:strVal val="#ppt_w"/>
                                          </p:val>
                                        </p:tav>
                                      </p:tavLst>
                                    </p:anim>
                                    <p:anim calcmode="lin" valueType="num">
                                      <p:cBhvr>
                                        <p:cTn id="49" dur="1000" fill="hold"/>
                                        <p:tgtEl>
                                          <p:spTgt spid="365580"/>
                                        </p:tgtEl>
                                        <p:attrNameLst>
                                          <p:attrName>ppt_h</p:attrName>
                                        </p:attrNameLst>
                                      </p:cBhvr>
                                      <p:tavLst>
                                        <p:tav tm="0">
                                          <p:val>
                                            <p:strVal val="#ppt_h"/>
                                          </p:val>
                                        </p:tav>
                                        <p:tav tm="100000">
                                          <p:val>
                                            <p:strVal val="#ppt_h"/>
                                          </p:val>
                                        </p:tav>
                                      </p:tavLst>
                                    </p:anim>
                                    <p:animEffect transition="in" filter="fade">
                                      <p:cBhvr>
                                        <p:cTn id="50" dur="1000"/>
                                        <p:tgtEl>
                                          <p:spTgt spid="365580"/>
                                        </p:tgtEl>
                                      </p:cBhvr>
                                    </p:animEffect>
                                  </p:childTnLst>
                                </p:cTn>
                              </p:par>
                            </p:childTnLst>
                          </p:cTn>
                        </p:par>
                      </p:childTnLst>
                    </p:cTn>
                  </p:par>
                  <p:par>
                    <p:cTn id="51" fill="hold">
                      <p:stCondLst>
                        <p:cond delay="indefinite"/>
                      </p:stCondLst>
                      <p:childTnLst>
                        <p:par>
                          <p:cTn id="52" fill="hold">
                            <p:stCondLst>
                              <p:cond delay="0"/>
                            </p:stCondLst>
                            <p:childTnLst>
                              <p:par>
                                <p:cTn id="53" presetID="55" presetClass="entr" presetSubtype="0" fill="hold" nodeType="clickEffect">
                                  <p:stCondLst>
                                    <p:cond delay="0"/>
                                  </p:stCondLst>
                                  <p:childTnLst>
                                    <p:set>
                                      <p:cBhvr>
                                        <p:cTn id="54" dur="1" fill="hold">
                                          <p:stCondLst>
                                            <p:cond delay="0"/>
                                          </p:stCondLst>
                                        </p:cTn>
                                        <p:tgtEl>
                                          <p:spTgt spid="18"/>
                                        </p:tgtEl>
                                        <p:attrNameLst>
                                          <p:attrName>style.visibility</p:attrName>
                                        </p:attrNameLst>
                                      </p:cBhvr>
                                      <p:to>
                                        <p:strVal val="visible"/>
                                      </p:to>
                                    </p:set>
                                    <p:anim calcmode="lin" valueType="num">
                                      <p:cBhvr>
                                        <p:cTn id="55" dur="1000" fill="hold"/>
                                        <p:tgtEl>
                                          <p:spTgt spid="18"/>
                                        </p:tgtEl>
                                        <p:attrNameLst>
                                          <p:attrName>ppt_w</p:attrName>
                                        </p:attrNameLst>
                                      </p:cBhvr>
                                      <p:tavLst>
                                        <p:tav tm="0">
                                          <p:val>
                                            <p:strVal val="#ppt_w*0.70"/>
                                          </p:val>
                                        </p:tav>
                                        <p:tav tm="100000">
                                          <p:val>
                                            <p:strVal val="#ppt_w"/>
                                          </p:val>
                                        </p:tav>
                                      </p:tavLst>
                                    </p:anim>
                                    <p:anim calcmode="lin" valueType="num">
                                      <p:cBhvr>
                                        <p:cTn id="56" dur="1000" fill="hold"/>
                                        <p:tgtEl>
                                          <p:spTgt spid="18"/>
                                        </p:tgtEl>
                                        <p:attrNameLst>
                                          <p:attrName>ppt_h</p:attrName>
                                        </p:attrNameLst>
                                      </p:cBhvr>
                                      <p:tavLst>
                                        <p:tav tm="0">
                                          <p:val>
                                            <p:strVal val="#ppt_h"/>
                                          </p:val>
                                        </p:tav>
                                        <p:tav tm="100000">
                                          <p:val>
                                            <p:strVal val="#ppt_h"/>
                                          </p:val>
                                        </p:tav>
                                      </p:tavLst>
                                    </p:anim>
                                    <p:animEffect transition="in" filter="fade">
                                      <p:cBhvr>
                                        <p:cTn id="57" dur="1000"/>
                                        <p:tgtEl>
                                          <p:spTgt spid="18"/>
                                        </p:tgtEl>
                                      </p:cBhvr>
                                    </p:animEffect>
                                  </p:childTnLst>
                                </p:cTn>
                              </p:par>
                            </p:childTnLst>
                          </p:cTn>
                        </p:par>
                      </p:childTnLst>
                    </p:cTn>
                  </p:par>
                  <p:par>
                    <p:cTn id="58" fill="hold">
                      <p:stCondLst>
                        <p:cond delay="indefinite"/>
                      </p:stCondLst>
                      <p:childTnLst>
                        <p:par>
                          <p:cTn id="59" fill="hold">
                            <p:stCondLst>
                              <p:cond delay="0"/>
                            </p:stCondLst>
                            <p:childTnLst>
                              <p:par>
                                <p:cTn id="60" presetID="2" presetClass="entr" presetSubtype="4" fill="hold" nodeType="clickEffect">
                                  <p:stCondLst>
                                    <p:cond delay="0"/>
                                  </p:stCondLst>
                                  <p:childTnLst>
                                    <p:set>
                                      <p:cBhvr>
                                        <p:cTn id="61" dur="1" fill="hold">
                                          <p:stCondLst>
                                            <p:cond delay="0"/>
                                          </p:stCondLst>
                                        </p:cTn>
                                        <p:tgtEl>
                                          <p:spTgt spid="9"/>
                                        </p:tgtEl>
                                        <p:attrNameLst>
                                          <p:attrName>style.visibility</p:attrName>
                                        </p:attrNameLst>
                                      </p:cBhvr>
                                      <p:to>
                                        <p:strVal val="visible"/>
                                      </p:to>
                                    </p:set>
                                    <p:anim calcmode="lin" valueType="num">
                                      <p:cBhvr additive="base">
                                        <p:cTn id="62" dur="500" fill="hold"/>
                                        <p:tgtEl>
                                          <p:spTgt spid="9"/>
                                        </p:tgtEl>
                                        <p:attrNameLst>
                                          <p:attrName>ppt_x</p:attrName>
                                        </p:attrNameLst>
                                      </p:cBhvr>
                                      <p:tavLst>
                                        <p:tav tm="0">
                                          <p:val>
                                            <p:strVal val="#ppt_x"/>
                                          </p:val>
                                        </p:tav>
                                        <p:tav tm="100000">
                                          <p:val>
                                            <p:strVal val="#ppt_x"/>
                                          </p:val>
                                        </p:tav>
                                      </p:tavLst>
                                    </p:anim>
                                    <p:anim calcmode="lin" valueType="num">
                                      <p:cBhvr additive="base">
                                        <p:cTn id="63"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5538" name="Rectangle 4"/>
          <p:cNvSpPr>
            <a:spLocks noGrp="1" noChangeArrowheads="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a:spcBef>
                <a:spcPct val="0"/>
              </a:spcBef>
              <a:buFontTx/>
              <a:buNone/>
            </a:pPr>
            <a:fld id="{24A7A09B-35D3-49CE-9EF3-C1449DEC38EB}" type="datetime1">
              <a:rPr kumimoji="0" lang="zh-CN" altLang="en-US" sz="1200" smtClean="0">
                <a:solidFill>
                  <a:srgbClr val="000000"/>
                </a:solidFill>
                <a:ea typeface="宋体" panose="02010600030101010101" pitchFamily="2" charset="-122"/>
              </a:rPr>
            </a:fld>
            <a:endParaRPr kumimoji="0" lang="en-US" altLang="zh-CN" sz="1200">
              <a:solidFill>
                <a:srgbClr val="000000"/>
              </a:solidFill>
              <a:ea typeface="宋体" panose="02010600030101010101" pitchFamily="2" charset="-122"/>
            </a:endParaRPr>
          </a:p>
        </p:txBody>
      </p:sp>
      <p:sp>
        <p:nvSpPr>
          <p:cNvPr id="65539" name="Rectangle 13"/>
          <p:cNvSpPr>
            <a:spLocks noChangeArrowheads="1"/>
          </p:cNvSpPr>
          <p:nvPr/>
        </p:nvSpPr>
        <p:spPr bwMode="auto">
          <a:xfrm>
            <a:off x="3481388" y="312896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spcBef>
                <a:spcPct val="0"/>
              </a:spcBef>
              <a:buFontTx/>
              <a:buNone/>
            </a:pPr>
            <a:endParaRPr kumimoji="0" lang="zh-CN" altLang="en-US" sz="1800">
              <a:ea typeface="宋体" panose="02010600030101010101" pitchFamily="2" charset="-122"/>
            </a:endParaRPr>
          </a:p>
        </p:txBody>
      </p:sp>
      <p:sp>
        <p:nvSpPr>
          <p:cNvPr id="365583" name="Text Box 15"/>
          <p:cNvSpPr txBox="1">
            <a:spLocks noChangeArrowheads="1"/>
          </p:cNvSpPr>
          <p:nvPr/>
        </p:nvSpPr>
        <p:spPr bwMode="auto">
          <a:xfrm>
            <a:off x="683260" y="44133"/>
            <a:ext cx="4470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spcBef>
                <a:spcPct val="50000"/>
              </a:spcBef>
              <a:buFontTx/>
              <a:buNone/>
            </a:pPr>
            <a:r>
              <a:rPr lang="zh-CN" altLang="en-US" sz="2400">
                <a:solidFill>
                  <a:srgbClr val="000000"/>
                </a:solidFill>
                <a:latin typeface="Times New Roman" panose="02020603050405020304" pitchFamily="18" charset="0"/>
                <a:ea typeface="宋体" panose="02010600030101010101" pitchFamily="2" charset="-122"/>
              </a:rPr>
              <a:t>例</a:t>
            </a:r>
            <a:r>
              <a:rPr lang="en-US" altLang="zh-CN" sz="2400">
                <a:solidFill>
                  <a:srgbClr val="000000"/>
                </a:solidFill>
                <a:latin typeface="Times New Roman" panose="02020603050405020304" pitchFamily="18" charset="0"/>
                <a:ea typeface="宋体" panose="02010600030101010101" pitchFamily="2" charset="-122"/>
              </a:rPr>
              <a:t>2:  </a:t>
            </a:r>
            <a:r>
              <a:rPr lang="zh-CN" altLang="en-US" sz="2400">
                <a:solidFill>
                  <a:srgbClr val="000000"/>
                </a:solidFill>
                <a:latin typeface="Times New Roman" panose="02020603050405020304" pitchFamily="18" charset="0"/>
                <a:ea typeface="宋体" panose="02010600030101010101" pitchFamily="2" charset="-122"/>
              </a:rPr>
              <a:t>求图示信号的拉氏变换。</a:t>
            </a:r>
            <a:endParaRPr lang="zh-CN" altLang="en-US" sz="2400" b="0">
              <a:solidFill>
                <a:srgbClr val="000000"/>
              </a:solidFill>
              <a:latin typeface="Tahoma" panose="020B0604030504040204" pitchFamily="34" charset="0"/>
              <a:ea typeface="宋体" panose="02010600030101010101" pitchFamily="2" charset="-122"/>
            </a:endParaRPr>
          </a:p>
        </p:txBody>
      </p:sp>
      <p:graphicFrame>
        <p:nvGraphicFramePr>
          <p:cNvPr id="365584" name="Object 16"/>
          <p:cNvGraphicFramePr>
            <a:graphicFrameLocks noChangeAspect="1"/>
          </p:cNvGraphicFramePr>
          <p:nvPr/>
        </p:nvGraphicFramePr>
        <p:xfrm>
          <a:off x="6011863" y="1052513"/>
          <a:ext cx="1439862" cy="1014412"/>
        </p:xfrm>
        <a:graphic>
          <a:graphicData uri="http://schemas.openxmlformats.org/presentationml/2006/ole">
            <mc:AlternateContent xmlns:mc="http://schemas.openxmlformats.org/markup-compatibility/2006">
              <mc:Choice xmlns:v="urn:schemas-microsoft-com:vml" Requires="v">
                <p:oleObj spid="_x0000_s2" name="Equation" r:id="rId1" imgW="405765" imgH="393065" progId="Equation.3">
                  <p:embed/>
                </p:oleObj>
              </mc:Choice>
              <mc:Fallback>
                <p:oleObj name="Equation" r:id="rId1" imgW="405765" imgH="393065" progId="Equation.3">
                  <p:embed/>
                  <p:pic>
                    <p:nvPicPr>
                      <p:cNvPr id="0" name="Object 1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11863" y="1052513"/>
                        <a:ext cx="1439862" cy="1014412"/>
                      </a:xfrm>
                      <a:prstGeom prst="rect">
                        <a:avLst/>
                      </a:prstGeom>
                      <a:solidFill>
                        <a:schemeClr val="tx1"/>
                      </a:solidFill>
                      <a:ln w="9525">
                        <a:solidFill>
                          <a:srgbClr val="C0C0C0"/>
                        </a:solidFill>
                        <a:miter lim="800000"/>
                        <a:headEnd/>
                        <a:tailEnd/>
                      </a:ln>
                      <a:effectLst>
                        <a:outerShdw dist="35921" dir="2700000" algn="ctr" rotWithShape="0">
                          <a:schemeClr val="bg2">
                            <a:alpha val="74997"/>
                          </a:schemeClr>
                        </a:outerShdw>
                      </a:effectLst>
                    </p:spPr>
                  </p:pic>
                </p:oleObj>
              </mc:Fallback>
            </mc:AlternateContent>
          </a:graphicData>
        </a:graphic>
      </p:graphicFrame>
      <p:graphicFrame>
        <p:nvGraphicFramePr>
          <p:cNvPr id="365585" name="Object 17"/>
          <p:cNvGraphicFramePr>
            <a:graphicFrameLocks noChangeAspect="1"/>
          </p:cNvGraphicFramePr>
          <p:nvPr/>
        </p:nvGraphicFramePr>
        <p:xfrm>
          <a:off x="6012180" y="2662555"/>
          <a:ext cx="2160588" cy="1001713"/>
        </p:xfrm>
        <a:graphic>
          <a:graphicData uri="http://schemas.openxmlformats.org/presentationml/2006/ole">
            <mc:AlternateContent xmlns:mc="http://schemas.openxmlformats.org/markup-compatibility/2006">
              <mc:Choice xmlns:v="urn:schemas-microsoft-com:vml" Requires="v">
                <p:oleObj spid="_x0000_s3" name="Equation" r:id="rId3" imgW="660400" imgH="393700" progId="Equation.3">
                  <p:embed/>
                </p:oleObj>
              </mc:Choice>
              <mc:Fallback>
                <p:oleObj name="Equation" r:id="rId3" imgW="660400" imgH="393700" progId="Equation.3">
                  <p:embed/>
                  <p:pic>
                    <p:nvPicPr>
                      <p:cNvPr id="0" name="Object 1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12180" y="2662555"/>
                        <a:ext cx="2160588" cy="1001713"/>
                      </a:xfrm>
                      <a:prstGeom prst="rect">
                        <a:avLst/>
                      </a:prstGeom>
                      <a:solidFill>
                        <a:schemeClr val="tx1"/>
                      </a:solidFill>
                      <a:ln w="9525">
                        <a:solidFill>
                          <a:srgbClr val="C0C0C0"/>
                        </a:solidFill>
                        <a:miter lim="800000"/>
                        <a:headEnd/>
                        <a:tailEnd/>
                      </a:ln>
                      <a:effectLst>
                        <a:outerShdw dist="35921" dir="2700000" algn="ctr" rotWithShape="0">
                          <a:schemeClr val="bg2">
                            <a:alpha val="74997"/>
                          </a:schemeClr>
                        </a:outerShdw>
                      </a:effectLst>
                    </p:spPr>
                  </p:pic>
                </p:oleObj>
              </mc:Fallback>
            </mc:AlternateContent>
          </a:graphicData>
        </a:graphic>
      </p:graphicFrame>
      <p:graphicFrame>
        <p:nvGraphicFramePr>
          <p:cNvPr id="365586" name="Object 18"/>
          <p:cNvGraphicFramePr>
            <a:graphicFrameLocks noChangeAspect="1"/>
          </p:cNvGraphicFramePr>
          <p:nvPr/>
        </p:nvGraphicFramePr>
        <p:xfrm>
          <a:off x="6012180" y="4940618"/>
          <a:ext cx="2016125" cy="1060450"/>
        </p:xfrm>
        <a:graphic>
          <a:graphicData uri="http://schemas.openxmlformats.org/presentationml/2006/ole">
            <mc:AlternateContent xmlns:mc="http://schemas.openxmlformats.org/markup-compatibility/2006">
              <mc:Choice xmlns:v="urn:schemas-microsoft-com:vml" Requires="v">
                <p:oleObj spid="_x0000_s4" name="Equation" r:id="rId5" imgW="748665" imgH="393700" progId="Equation.3">
                  <p:embed/>
                </p:oleObj>
              </mc:Choice>
              <mc:Fallback>
                <p:oleObj name="Equation" r:id="rId5" imgW="748665" imgH="393700" progId="Equation.3">
                  <p:embed/>
                  <p:pic>
                    <p:nvPicPr>
                      <p:cNvPr id="0" name="Object 1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012180" y="4940618"/>
                        <a:ext cx="2016125" cy="1060450"/>
                      </a:xfrm>
                      <a:prstGeom prst="rect">
                        <a:avLst/>
                      </a:prstGeom>
                      <a:solidFill>
                        <a:schemeClr val="tx1"/>
                      </a:solidFill>
                      <a:ln w="9525">
                        <a:solidFill>
                          <a:srgbClr val="C0C0C0"/>
                        </a:solidFill>
                        <a:miter lim="800000"/>
                        <a:headEnd/>
                        <a:tailEnd/>
                      </a:ln>
                      <a:effectLst>
                        <a:outerShdw dist="35921" dir="2700000" algn="ctr" rotWithShape="0">
                          <a:schemeClr val="bg2">
                            <a:alpha val="74997"/>
                          </a:schemeClr>
                        </a:outerShdw>
                      </a:effectLst>
                    </p:spPr>
                  </p:pic>
                </p:oleObj>
              </mc:Fallback>
            </mc:AlternateContent>
          </a:graphicData>
        </a:graphic>
      </p:graphicFrame>
      <p:graphicFrame>
        <p:nvGraphicFramePr>
          <p:cNvPr id="65549" name="Object 19"/>
          <p:cNvGraphicFramePr>
            <a:graphicFrameLocks noChangeAspect="1"/>
          </p:cNvGraphicFramePr>
          <p:nvPr/>
        </p:nvGraphicFramePr>
        <p:xfrm>
          <a:off x="682625" y="1180465"/>
          <a:ext cx="1612900" cy="585470"/>
        </p:xfrm>
        <a:graphic>
          <a:graphicData uri="http://schemas.openxmlformats.org/presentationml/2006/ole">
            <mc:AlternateContent xmlns:mc="http://schemas.openxmlformats.org/markup-compatibility/2006">
              <mc:Choice xmlns:v="urn:schemas-microsoft-com:vml" Requires="v">
                <p:oleObj spid="_x0000_s6" name="公式" r:id="rId7" imgW="749300" imgH="203200" progId="Equation.3">
                  <p:embed/>
                </p:oleObj>
              </mc:Choice>
              <mc:Fallback>
                <p:oleObj name="公式" r:id="rId7" imgW="749300" imgH="203200" progId="Equation.3">
                  <p:embed/>
                  <p:pic>
                    <p:nvPicPr>
                      <p:cNvPr id="0" name="Object 19"/>
                      <p:cNvPicPr>
                        <a:picLocks noChangeAspect="1" noChangeArrowheads="1"/>
                      </p:cNvPicPr>
                      <p:nvPr/>
                    </p:nvPicPr>
                    <p:blipFill>
                      <a:blip r:embed="rId8"/>
                      <a:srcRect/>
                      <a:stretch>
                        <a:fillRect/>
                      </a:stretch>
                    </p:blipFill>
                    <p:spPr bwMode="auto">
                      <a:xfrm>
                        <a:off x="682625" y="1180465"/>
                        <a:ext cx="1612900" cy="5854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aphicFrame>
        <p:nvGraphicFramePr>
          <p:cNvPr id="65547" name="Object 23"/>
          <p:cNvGraphicFramePr>
            <a:graphicFrameLocks noChangeAspect="1"/>
          </p:cNvGraphicFramePr>
          <p:nvPr/>
        </p:nvGraphicFramePr>
        <p:xfrm>
          <a:off x="3572510" y="692785"/>
          <a:ext cx="1581150" cy="1504950"/>
        </p:xfrm>
        <a:graphic>
          <a:graphicData uri="http://schemas.openxmlformats.org/presentationml/2006/ole">
            <mc:AlternateContent xmlns:mc="http://schemas.openxmlformats.org/markup-compatibility/2006">
              <mc:Choice xmlns:v="urn:schemas-microsoft-com:vml" Requires="v">
                <p:oleObj spid="_x0000_s11" name="位图图像" r:id="rId9" imgW="1581150" imgH="1504950" progId="Paint.Picture">
                  <p:embed/>
                </p:oleObj>
              </mc:Choice>
              <mc:Fallback>
                <p:oleObj name="位图图像" r:id="rId9" imgW="1581150" imgH="1504950" progId="Paint.Picture">
                  <p:embed/>
                  <p:pic>
                    <p:nvPicPr>
                      <p:cNvPr id="0" name="Object 23"/>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572510" y="692785"/>
                        <a:ext cx="1581150" cy="1504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aphicFrame>
        <p:nvGraphicFramePr>
          <p:cNvPr id="19" name="Object 24"/>
          <p:cNvGraphicFramePr>
            <a:graphicFrameLocks noChangeAspect="1"/>
          </p:cNvGraphicFramePr>
          <p:nvPr/>
        </p:nvGraphicFramePr>
        <p:xfrm>
          <a:off x="3635693" y="4509135"/>
          <a:ext cx="1924050" cy="1552575"/>
        </p:xfrm>
        <a:graphic>
          <a:graphicData uri="http://schemas.openxmlformats.org/presentationml/2006/ole">
            <mc:AlternateContent xmlns:mc="http://schemas.openxmlformats.org/markup-compatibility/2006">
              <mc:Choice xmlns:v="urn:schemas-microsoft-com:vml" Requires="v">
                <p:oleObj spid="_x0000_s20" name="位图图像" r:id="rId11" imgW="1924050" imgH="1552575" progId="Paint.Picture">
                  <p:embed/>
                </p:oleObj>
              </mc:Choice>
              <mc:Fallback>
                <p:oleObj name="位图图像" r:id="rId11" imgW="1924050" imgH="1552575" progId="Paint.Picture">
                  <p:embed/>
                  <p:pic>
                    <p:nvPicPr>
                      <p:cNvPr id="0" name="Object 24"/>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635693" y="4509135"/>
                        <a:ext cx="1924050" cy="1552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aphicFrame>
        <p:nvGraphicFramePr>
          <p:cNvPr id="21" name="Object 20"/>
          <p:cNvGraphicFramePr>
            <a:graphicFrameLocks noChangeAspect="1"/>
          </p:cNvGraphicFramePr>
          <p:nvPr/>
        </p:nvGraphicFramePr>
        <p:xfrm>
          <a:off x="684531" y="2966403"/>
          <a:ext cx="2663825" cy="606425"/>
        </p:xfrm>
        <a:graphic>
          <a:graphicData uri="http://schemas.openxmlformats.org/presentationml/2006/ole">
            <mc:AlternateContent xmlns:mc="http://schemas.openxmlformats.org/markup-compatibility/2006">
              <mc:Choice xmlns:v="urn:schemas-microsoft-com:vml" Requires="v">
                <p:oleObj spid="_x0000_s22" name="公式" r:id="rId13" imgW="1346200" imgH="228600" progId="Equation.3">
                  <p:embed/>
                </p:oleObj>
              </mc:Choice>
              <mc:Fallback>
                <p:oleObj name="公式" r:id="rId13" imgW="1346200" imgH="228600" progId="Equation.3">
                  <p:embed/>
                  <p:pic>
                    <p:nvPicPr>
                      <p:cNvPr id="0" name="Object 20"/>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684531" y="2966403"/>
                        <a:ext cx="2663825" cy="606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aphicFrame>
        <p:nvGraphicFramePr>
          <p:cNvPr id="23" name="Object 21"/>
          <p:cNvGraphicFramePr>
            <a:graphicFrameLocks noChangeAspect="1"/>
          </p:cNvGraphicFramePr>
          <p:nvPr/>
        </p:nvGraphicFramePr>
        <p:xfrm>
          <a:off x="684213" y="4773931"/>
          <a:ext cx="2376488" cy="652462"/>
        </p:xfrm>
        <a:graphic>
          <a:graphicData uri="http://schemas.openxmlformats.org/presentationml/2006/ole">
            <mc:AlternateContent xmlns:mc="http://schemas.openxmlformats.org/markup-compatibility/2006">
              <mc:Choice xmlns:v="urn:schemas-microsoft-com:vml" Requires="v">
                <p:oleObj spid="_x0000_s24" name="公式" r:id="rId15" imgW="1117600" imgH="228600" progId="Equation.3">
                  <p:embed/>
                </p:oleObj>
              </mc:Choice>
              <mc:Fallback>
                <p:oleObj name="公式" r:id="rId15" imgW="1117600" imgH="228600" progId="Equation.3">
                  <p:embed/>
                  <p:pic>
                    <p:nvPicPr>
                      <p:cNvPr id="0" name="Object 21"/>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684213" y="4773931"/>
                        <a:ext cx="2376488" cy="6524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aphicFrame>
        <p:nvGraphicFramePr>
          <p:cNvPr id="25" name="Object 22"/>
          <p:cNvGraphicFramePr>
            <a:graphicFrameLocks noChangeAspect="1"/>
          </p:cNvGraphicFramePr>
          <p:nvPr/>
        </p:nvGraphicFramePr>
        <p:xfrm>
          <a:off x="3491865" y="2420620"/>
          <a:ext cx="1933575" cy="1485900"/>
        </p:xfrm>
        <a:graphic>
          <a:graphicData uri="http://schemas.openxmlformats.org/presentationml/2006/ole">
            <mc:AlternateContent xmlns:mc="http://schemas.openxmlformats.org/markup-compatibility/2006">
              <mc:Choice xmlns:v="urn:schemas-microsoft-com:vml" Requires="v">
                <p:oleObj spid="_x0000_s66046" name="位图图像" r:id="rId17" imgW="1933575" imgH="1485900" progId="Paint.Picture">
                  <p:embed/>
                </p:oleObj>
              </mc:Choice>
              <mc:Fallback>
                <p:oleObj name="位图图像" r:id="rId17" imgW="1933575" imgH="1485900" progId="Paint.Picture">
                  <p:embed/>
                  <p:pic>
                    <p:nvPicPr>
                      <p:cNvPr id="0" name="Object 22"/>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3491865" y="2420620"/>
                        <a:ext cx="1933575" cy="1485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spTree>
    <p:custDataLst>
      <p:tags r:id="rId19"/>
    </p:custDataLst>
  </p:cSld>
  <p:clrMapOvr>
    <a:masterClrMapping/>
  </p:clrMapOvr>
  <mc:AlternateContent xmlns:mc="http://schemas.openxmlformats.org/markup-compatibility/2006">
    <mc:Choice xmlns:p14="http://schemas.microsoft.com/office/powerpoint/2010/main" Requires="p14">
      <p:transition spd="slow" p14:dur="2000" advTm="149359"/>
    </mc:Choice>
    <mc:Fallback>
      <p:transition spd="slow" advTm="149359"/>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0"/>
                                  </p:stCondLst>
                                  <p:childTnLst>
                                    <p:set>
                                      <p:cBhvr>
                                        <p:cTn id="6" dur="1" fill="hold">
                                          <p:stCondLst>
                                            <p:cond delay="0"/>
                                          </p:stCondLst>
                                        </p:cTn>
                                        <p:tgtEl>
                                          <p:spTgt spid="65549"/>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nodeType="afterEffect">
                                  <p:stCondLst>
                                    <p:cond delay="0"/>
                                  </p:stCondLst>
                                  <p:childTnLst>
                                    <p:set>
                                      <p:cBhvr>
                                        <p:cTn id="9" dur="1" fill="hold">
                                          <p:stCondLst>
                                            <p:cond delay="0"/>
                                          </p:stCondLst>
                                        </p:cTn>
                                        <p:tgtEl>
                                          <p:spTgt spid="65547"/>
                                        </p:tgtEl>
                                        <p:attrNameLst>
                                          <p:attrName>style.visibility</p:attrName>
                                        </p:attrNameLst>
                                      </p:cBhvr>
                                      <p:to>
                                        <p:strVal val="visible"/>
                                      </p:to>
                                    </p:set>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499"/>
                                          </p:stCondLst>
                                        </p:cTn>
                                        <p:tgtEl>
                                          <p:spTgt spid="365584"/>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nodeType="clickEffect">
                                  <p:stCondLst>
                                    <p:cond delay="0"/>
                                  </p:stCondLst>
                                  <p:childTnLst>
                                    <p:set>
                                      <p:cBhvr>
                                        <p:cTn id="17" dur="1" fill="hold">
                                          <p:stCondLst>
                                            <p:cond delay="0"/>
                                          </p:stCondLst>
                                        </p:cTn>
                                        <p:tgtEl>
                                          <p:spTgt spid="21"/>
                                        </p:tgtEl>
                                        <p:attrNameLst>
                                          <p:attrName>style.visibility</p:attrName>
                                        </p:attrNameLst>
                                      </p:cBhvr>
                                      <p:to>
                                        <p:strVal val="visible"/>
                                      </p:to>
                                    </p:set>
                                  </p:childTnLst>
                                </p:cTn>
                              </p:par>
                              <p:par>
                                <p:cTn id="18" presetID="1" presetClass="entr" presetSubtype="0" fill="hold" nodeType="withEffect">
                                  <p:stCondLst>
                                    <p:cond delay="0"/>
                                  </p:stCondLst>
                                  <p:childTnLst>
                                    <p:set>
                                      <p:cBhvr>
                                        <p:cTn id="19" dur="1" fill="hold">
                                          <p:stCondLst>
                                            <p:cond delay="0"/>
                                          </p:stCondLst>
                                        </p:cTn>
                                        <p:tgtEl>
                                          <p:spTgt spid="25"/>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clickEffect">
                                  <p:stCondLst>
                                    <p:cond delay="0"/>
                                  </p:stCondLst>
                                  <p:childTnLst>
                                    <p:set>
                                      <p:cBhvr>
                                        <p:cTn id="23" dur="1" fill="hold">
                                          <p:stCondLst>
                                            <p:cond delay="499"/>
                                          </p:stCondLst>
                                        </p:cTn>
                                        <p:tgtEl>
                                          <p:spTgt spid="365585"/>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nodeType="clickEffect">
                                  <p:stCondLst>
                                    <p:cond delay="0"/>
                                  </p:stCondLst>
                                  <p:childTnLst>
                                    <p:set>
                                      <p:cBhvr>
                                        <p:cTn id="27" dur="1" fill="hold">
                                          <p:stCondLst>
                                            <p:cond delay="0"/>
                                          </p:stCondLst>
                                        </p:cTn>
                                        <p:tgtEl>
                                          <p:spTgt spid="23"/>
                                        </p:tgtEl>
                                        <p:attrNameLst>
                                          <p:attrName>style.visibility</p:attrName>
                                        </p:attrNameLst>
                                      </p:cBhvr>
                                      <p:to>
                                        <p:strVal val="visible"/>
                                      </p:to>
                                    </p:set>
                                  </p:childTnLst>
                                </p:cTn>
                              </p:par>
                            </p:childTnLst>
                          </p:cTn>
                        </p:par>
                        <p:par>
                          <p:cTn id="28" fill="hold">
                            <p:stCondLst>
                              <p:cond delay="0"/>
                            </p:stCondLst>
                            <p:childTnLst>
                              <p:par>
                                <p:cTn id="29" presetID="1" presetClass="entr" presetSubtype="0" fill="hold" nodeType="afterEffect">
                                  <p:stCondLst>
                                    <p:cond delay="0"/>
                                  </p:stCondLst>
                                  <p:childTnLst>
                                    <p:set>
                                      <p:cBhvr>
                                        <p:cTn id="30" dur="1" fill="hold">
                                          <p:stCondLst>
                                            <p:cond delay="0"/>
                                          </p:stCondLst>
                                        </p:cTn>
                                        <p:tgtEl>
                                          <p:spTgt spid="19"/>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499"/>
                                          </p:stCondLst>
                                        </p:cTn>
                                        <p:tgtEl>
                                          <p:spTgt spid="36558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6562" name="Rectangle 4"/>
          <p:cNvSpPr>
            <a:spLocks noGrp="1" noChangeArrowheads="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a:spcBef>
                <a:spcPct val="0"/>
              </a:spcBef>
              <a:buFontTx/>
              <a:buNone/>
            </a:pPr>
            <a:fld id="{118D7133-6773-48E6-8977-BBB6C6D4115A}" type="datetime1">
              <a:rPr kumimoji="0" lang="zh-CN" altLang="en-US" sz="1200" smtClean="0">
                <a:solidFill>
                  <a:srgbClr val="000000"/>
                </a:solidFill>
                <a:ea typeface="宋体" panose="02010600030101010101" pitchFamily="2" charset="-122"/>
              </a:rPr>
            </a:fld>
            <a:endParaRPr kumimoji="0" lang="en-US" altLang="zh-CN" sz="1200">
              <a:solidFill>
                <a:srgbClr val="000000"/>
              </a:solidFill>
              <a:ea typeface="宋体" panose="02010600030101010101" pitchFamily="2" charset="-122"/>
            </a:endParaRPr>
          </a:p>
        </p:txBody>
      </p:sp>
      <p:graphicFrame>
        <p:nvGraphicFramePr>
          <p:cNvPr id="366594" name="Object 2"/>
          <p:cNvGraphicFramePr>
            <a:graphicFrameLocks noChangeAspect="1"/>
          </p:cNvGraphicFramePr>
          <p:nvPr/>
        </p:nvGraphicFramePr>
        <p:xfrm>
          <a:off x="6083935" y="-99377"/>
          <a:ext cx="3076575" cy="1370012"/>
        </p:xfrm>
        <a:graphic>
          <a:graphicData uri="http://schemas.openxmlformats.org/presentationml/2006/ole">
            <mc:AlternateContent xmlns:mc="http://schemas.openxmlformats.org/markup-compatibility/2006">
              <mc:Choice xmlns:v="urn:schemas-microsoft-com:vml" Requires="v">
                <p:oleObj spid="_x0000_s2" name="位图图像" r:id="rId1" imgW="3657600" imgH="1628775" progId="Paint.Picture">
                  <p:embed/>
                </p:oleObj>
              </mc:Choice>
              <mc:Fallback>
                <p:oleObj name="位图图像" r:id="rId1" imgW="3657600" imgH="1628775" progId="Paint.Picture">
                  <p:embed/>
                  <p:pic>
                    <p:nvPicPr>
                      <p:cNvPr id="0" name="Object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83935" y="-99377"/>
                        <a:ext cx="3076575" cy="13700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sp>
        <p:nvSpPr>
          <p:cNvPr id="366595" name="Rectangle 3"/>
          <p:cNvSpPr>
            <a:spLocks noGrp="1" noChangeArrowheads="1"/>
          </p:cNvSpPr>
          <p:nvPr>
            <p:ph type="title" idx="4294967295"/>
          </p:nvPr>
        </p:nvSpPr>
        <p:spPr>
          <a:xfrm>
            <a:off x="539750" y="179388"/>
            <a:ext cx="5638800" cy="4048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kumimoji="0" lang="zh-CN" altLang="en-US" sz="2400">
                <a:solidFill>
                  <a:srgbClr val="000000"/>
                </a:solidFill>
                <a:effectLst/>
                <a:latin typeface="Times New Roman" panose="02020603050405020304" pitchFamily="18" charset="0"/>
              </a:rPr>
              <a:t>例</a:t>
            </a:r>
            <a:r>
              <a:rPr kumimoji="0" lang="en-US" altLang="zh-CN" sz="2400">
                <a:solidFill>
                  <a:srgbClr val="000000"/>
                </a:solidFill>
                <a:effectLst/>
                <a:latin typeface="Times New Roman" panose="02020603050405020304" pitchFamily="18" charset="0"/>
              </a:rPr>
              <a:t>3:  </a:t>
            </a:r>
            <a:r>
              <a:rPr kumimoji="0" lang="zh-CN" altLang="en-US" sz="2400">
                <a:solidFill>
                  <a:srgbClr val="000000"/>
                </a:solidFill>
                <a:effectLst/>
                <a:latin typeface="Times New Roman" panose="02020603050405020304" pitchFamily="18" charset="0"/>
              </a:rPr>
              <a:t>求周期矩形脉冲信号的拉氏变换。</a:t>
            </a:r>
            <a:endParaRPr kumimoji="0" lang="zh-CN" altLang="en-US" sz="2400">
              <a:solidFill>
                <a:srgbClr val="000000"/>
              </a:solidFill>
              <a:effectLst/>
            </a:endParaRPr>
          </a:p>
        </p:txBody>
      </p:sp>
      <p:sp>
        <p:nvSpPr>
          <p:cNvPr id="66565" name="Rectangle 4"/>
          <p:cNvSpPr>
            <a:spLocks noChangeArrowheads="1"/>
          </p:cNvSpPr>
          <p:nvPr/>
        </p:nvSpPr>
        <p:spPr bwMode="auto">
          <a:xfrm>
            <a:off x="2976563" y="29194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spcBef>
                <a:spcPct val="0"/>
              </a:spcBef>
              <a:buFontTx/>
              <a:buNone/>
            </a:pPr>
            <a:endParaRPr kumimoji="0" lang="zh-CN" altLang="en-US" sz="1800">
              <a:ea typeface="宋体" panose="02010600030101010101" pitchFamily="2" charset="-122"/>
            </a:endParaRPr>
          </a:p>
        </p:txBody>
      </p:sp>
      <p:graphicFrame>
        <p:nvGraphicFramePr>
          <p:cNvPr id="366597" name="Object 5"/>
          <p:cNvGraphicFramePr>
            <a:graphicFrameLocks noChangeAspect="1"/>
          </p:cNvGraphicFramePr>
          <p:nvPr/>
        </p:nvGraphicFramePr>
        <p:xfrm>
          <a:off x="807720" y="1268730"/>
          <a:ext cx="2075180" cy="735965"/>
        </p:xfrm>
        <a:graphic>
          <a:graphicData uri="http://schemas.openxmlformats.org/presentationml/2006/ole">
            <mc:AlternateContent xmlns:mc="http://schemas.openxmlformats.org/markup-compatibility/2006">
              <mc:Choice xmlns:v="urn:schemas-microsoft-com:vml" Requires="v">
                <p:oleObj spid="_x0000_s3" name="" r:id="rId3" imgW="2184400" imgH="596900" progId="Equation.3">
                  <p:embed/>
                </p:oleObj>
              </mc:Choice>
              <mc:Fallback>
                <p:oleObj name="" r:id="rId3" imgW="2184400" imgH="596900" progId="Equation.3">
                  <p:embed/>
                  <p:pic>
                    <p:nvPicPr>
                      <p:cNvPr id="0"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07720" y="1268730"/>
                        <a:ext cx="2075180" cy="7359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66598" name="Object 6"/>
          <p:cNvGraphicFramePr>
            <a:graphicFrameLocks noChangeAspect="1"/>
          </p:cNvGraphicFramePr>
          <p:nvPr/>
        </p:nvGraphicFramePr>
        <p:xfrm>
          <a:off x="6033135" y="1428750"/>
          <a:ext cx="1296988" cy="646113"/>
        </p:xfrm>
        <a:graphic>
          <a:graphicData uri="http://schemas.openxmlformats.org/presentationml/2006/ole">
            <mc:AlternateContent xmlns:mc="http://schemas.openxmlformats.org/markup-compatibility/2006">
              <mc:Choice xmlns:v="urn:schemas-microsoft-com:vml" Requires="v">
                <p:oleObj spid="_x0000_s4" name="公式" r:id="rId5" imgW="346075" imgH="133350" progId="Equation.3">
                  <p:embed/>
                </p:oleObj>
              </mc:Choice>
              <mc:Fallback>
                <p:oleObj name="公式" r:id="rId5" imgW="346075" imgH="133350" progId="Equation.3">
                  <p:embed/>
                  <p:pic>
                    <p:nvPicPr>
                      <p:cNvPr id="0"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033135" y="1428750"/>
                        <a:ext cx="1296988"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66599" name="Text Box 7"/>
          <p:cNvSpPr txBox="1">
            <a:spLocks noChangeArrowheads="1"/>
          </p:cNvSpPr>
          <p:nvPr/>
        </p:nvSpPr>
        <p:spPr bwMode="auto">
          <a:xfrm>
            <a:off x="539115" y="835025"/>
            <a:ext cx="3415030"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spcBef>
                <a:spcPct val="50000"/>
              </a:spcBef>
              <a:buFontTx/>
              <a:buNone/>
            </a:pPr>
            <a:r>
              <a:rPr lang="en-US" altLang="zh-CN" sz="2000">
                <a:solidFill>
                  <a:srgbClr val="800000"/>
                </a:solidFill>
                <a:latin typeface="Times New Roman" panose="02020603050405020304" pitchFamily="18" charset="0"/>
                <a:ea typeface="宋体" panose="02010600030101010101" pitchFamily="2" charset="-122"/>
              </a:rPr>
              <a:t>【</a:t>
            </a:r>
            <a:r>
              <a:rPr lang="zh-CN" altLang="en-US" sz="2000">
                <a:solidFill>
                  <a:srgbClr val="800000"/>
                </a:solidFill>
                <a:latin typeface="Times New Roman" panose="02020603050405020304" pitchFamily="18" charset="0"/>
                <a:ea typeface="宋体" panose="02010600030101010101" pitchFamily="2" charset="-122"/>
              </a:rPr>
              <a:t>解</a:t>
            </a:r>
            <a:r>
              <a:rPr lang="en-US" altLang="zh-CN" sz="2000">
                <a:solidFill>
                  <a:srgbClr val="800000"/>
                </a:solidFill>
                <a:latin typeface="Times New Roman" panose="02020603050405020304" pitchFamily="18" charset="0"/>
                <a:ea typeface="宋体" panose="02010600030101010101" pitchFamily="2" charset="-122"/>
              </a:rPr>
              <a:t>】</a:t>
            </a:r>
            <a:r>
              <a:rPr lang="zh-CN" altLang="en-US" sz="2000">
                <a:solidFill>
                  <a:srgbClr val="000000"/>
                </a:solidFill>
                <a:latin typeface="Times New Roman" panose="02020603050405020304" pitchFamily="18" charset="0"/>
                <a:ea typeface="宋体" panose="02010600030101010101" pitchFamily="2" charset="-122"/>
              </a:rPr>
              <a:t>一个周期的信号</a:t>
            </a:r>
            <a:r>
              <a:rPr lang="zh-CN" altLang="en-US" sz="2000">
                <a:solidFill>
                  <a:srgbClr val="000000"/>
                </a:solidFill>
                <a:latin typeface="Times New Roman" panose="02020603050405020304" pitchFamily="18" charset="0"/>
                <a:ea typeface="宋体" panose="02010600030101010101" pitchFamily="2" charset="-122"/>
              </a:rPr>
              <a:t>为：</a:t>
            </a:r>
            <a:endParaRPr lang="zh-CN" altLang="en-US" sz="2000">
              <a:solidFill>
                <a:srgbClr val="000000"/>
              </a:solidFill>
              <a:latin typeface="Times New Roman" panose="02020603050405020304" pitchFamily="18" charset="0"/>
              <a:ea typeface="宋体" panose="02010600030101010101" pitchFamily="2" charset="-122"/>
            </a:endParaRPr>
          </a:p>
        </p:txBody>
      </p:sp>
      <p:graphicFrame>
        <p:nvGraphicFramePr>
          <p:cNvPr id="366600" name="Object 8"/>
          <p:cNvGraphicFramePr>
            <a:graphicFrameLocks noChangeAspect="1"/>
          </p:cNvGraphicFramePr>
          <p:nvPr/>
        </p:nvGraphicFramePr>
        <p:xfrm>
          <a:off x="1403350" y="2404110"/>
          <a:ext cx="1137920" cy="746125"/>
        </p:xfrm>
        <a:graphic>
          <a:graphicData uri="http://schemas.openxmlformats.org/presentationml/2006/ole">
            <mc:AlternateContent xmlns:mc="http://schemas.openxmlformats.org/markup-compatibility/2006">
              <mc:Choice xmlns:v="urn:schemas-microsoft-com:vml" Requires="v">
                <p:oleObj spid="_x0000_s5" name="公式" r:id="rId7" imgW="457200" imgH="241300" progId="Equation.3">
                  <p:embed/>
                </p:oleObj>
              </mc:Choice>
              <mc:Fallback>
                <p:oleObj name="公式" r:id="rId7" imgW="457200" imgH="241300" progId="Equation.3">
                  <p:embed/>
                  <p:pic>
                    <p:nvPicPr>
                      <p:cNvPr id="0" name="Object 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403350" y="2404110"/>
                        <a:ext cx="1137920" cy="746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aphicFrame>
        <p:nvGraphicFramePr>
          <p:cNvPr id="366601" name="Object 9"/>
          <p:cNvGraphicFramePr>
            <a:graphicFrameLocks noChangeAspect="1"/>
          </p:cNvGraphicFramePr>
          <p:nvPr/>
        </p:nvGraphicFramePr>
        <p:xfrm>
          <a:off x="1476375" y="3710940"/>
          <a:ext cx="1139825" cy="605155"/>
        </p:xfrm>
        <a:graphic>
          <a:graphicData uri="http://schemas.openxmlformats.org/presentationml/2006/ole">
            <mc:AlternateContent xmlns:mc="http://schemas.openxmlformats.org/markup-compatibility/2006">
              <mc:Choice xmlns:v="urn:schemas-microsoft-com:vml" Requires="v">
                <p:oleObj spid="_x0000_s6" name="公式" r:id="rId9" imgW="482600" imgH="241300" progId="Equation.3">
                  <p:embed/>
                </p:oleObj>
              </mc:Choice>
              <mc:Fallback>
                <p:oleObj name="公式" r:id="rId9" imgW="482600" imgH="241300" progId="Equation.3">
                  <p:embed/>
                  <p:pic>
                    <p:nvPicPr>
                      <p:cNvPr id="0" name="Object 9"/>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476375" y="3710940"/>
                        <a:ext cx="1139825" cy="605155"/>
                      </a:xfrm>
                      <a:prstGeom prst="rect">
                        <a:avLst/>
                      </a:prstGeom>
                      <a:solidFill>
                        <a:schemeClr val="tx1"/>
                      </a:solidFill>
                      <a:ln>
                        <a:noFill/>
                      </a:ln>
                      <a:effectLst/>
                      <a:extLs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sp>
        <p:nvSpPr>
          <p:cNvPr id="66571" name="Rectangle 16"/>
          <p:cNvSpPr>
            <a:spLocks noChangeArrowheads="1"/>
          </p:cNvSpPr>
          <p:nvPr/>
        </p:nvSpPr>
        <p:spPr bwMode="auto">
          <a:xfrm>
            <a:off x="4038600" y="32766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spcBef>
                <a:spcPct val="0"/>
              </a:spcBef>
              <a:buFontTx/>
              <a:buNone/>
            </a:pPr>
            <a:endParaRPr kumimoji="0" lang="zh-CN" altLang="en-US" sz="1800">
              <a:ea typeface="宋体" panose="02010600030101010101" pitchFamily="2" charset="-122"/>
            </a:endParaRPr>
          </a:p>
        </p:txBody>
      </p:sp>
      <p:graphicFrame>
        <p:nvGraphicFramePr>
          <p:cNvPr id="366609" name="Object 17"/>
          <p:cNvGraphicFramePr>
            <a:graphicFrameLocks noChangeAspect="1"/>
          </p:cNvGraphicFramePr>
          <p:nvPr/>
        </p:nvGraphicFramePr>
        <p:xfrm>
          <a:off x="1331595" y="5445125"/>
          <a:ext cx="3529013" cy="968375"/>
        </p:xfrm>
        <a:graphic>
          <a:graphicData uri="http://schemas.openxmlformats.org/presentationml/2006/ole">
            <mc:AlternateContent xmlns:mc="http://schemas.openxmlformats.org/markup-compatibility/2006">
              <mc:Choice xmlns:v="urn:schemas-microsoft-com:vml" Requires="v">
                <p:oleObj spid="_x0000_s7" name="公式" r:id="rId11" imgW="1460500" imgH="419100" progId="Equation.3">
                  <p:embed/>
                </p:oleObj>
              </mc:Choice>
              <mc:Fallback>
                <p:oleObj name="公式" r:id="rId11" imgW="1460500" imgH="419100" progId="Equation.3">
                  <p:embed/>
                  <p:pic>
                    <p:nvPicPr>
                      <p:cNvPr id="0" name="Object 17"/>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331595" y="5445125"/>
                        <a:ext cx="3529013" cy="968375"/>
                      </a:xfrm>
                      <a:prstGeom prst="rect">
                        <a:avLst/>
                      </a:prstGeom>
                      <a:solidFill>
                        <a:schemeClr val="tx1"/>
                      </a:solidFill>
                      <a:ln w="9525">
                        <a:solidFill>
                          <a:srgbClr val="FF0000"/>
                        </a:solidFill>
                        <a:miter lim="800000"/>
                        <a:headEnd/>
                        <a:tailEnd/>
                      </a:ln>
                      <a:effectLst>
                        <a:outerShdw dist="35921" dir="2700000" algn="ctr" rotWithShape="0">
                          <a:srgbClr val="808080">
                            <a:alpha val="74997"/>
                          </a:srgbClr>
                        </a:outerShdw>
                      </a:effectLst>
                    </p:spPr>
                  </p:pic>
                </p:oleObj>
              </mc:Fallback>
            </mc:AlternateContent>
          </a:graphicData>
        </a:graphic>
      </p:graphicFrame>
      <p:graphicFrame>
        <p:nvGraphicFramePr>
          <p:cNvPr id="366611" name="Object 19"/>
          <p:cNvGraphicFramePr>
            <a:graphicFrameLocks noChangeAspect="1"/>
          </p:cNvGraphicFramePr>
          <p:nvPr/>
        </p:nvGraphicFramePr>
        <p:xfrm>
          <a:off x="3156585" y="1412875"/>
          <a:ext cx="2280920" cy="432435"/>
        </p:xfrm>
        <a:graphic>
          <a:graphicData uri="http://schemas.openxmlformats.org/presentationml/2006/ole">
            <mc:AlternateContent xmlns:mc="http://schemas.openxmlformats.org/markup-compatibility/2006">
              <mc:Choice xmlns:v="urn:schemas-microsoft-com:vml" Requires="v">
                <p:oleObj spid="_x0000_s8" name="公式" r:id="rId13" imgW="1167765" imgH="203200" progId="Equation.3">
                  <p:embed/>
                </p:oleObj>
              </mc:Choice>
              <mc:Fallback>
                <p:oleObj name="公式" r:id="rId13" imgW="1167765" imgH="203200" progId="Equation.3">
                  <p:embed/>
                  <p:pic>
                    <p:nvPicPr>
                      <p:cNvPr id="0" name="Object 19"/>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156585" y="1412875"/>
                        <a:ext cx="2280920" cy="4324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aphicFrame>
        <p:nvGraphicFramePr>
          <p:cNvPr id="366612" name="Object 20"/>
          <p:cNvGraphicFramePr>
            <a:graphicFrameLocks noChangeAspect="1"/>
          </p:cNvGraphicFramePr>
          <p:nvPr/>
        </p:nvGraphicFramePr>
        <p:xfrm>
          <a:off x="2237105" y="4478020"/>
          <a:ext cx="6029960" cy="890905"/>
        </p:xfrm>
        <a:graphic>
          <a:graphicData uri="http://schemas.openxmlformats.org/presentationml/2006/ole">
            <mc:AlternateContent xmlns:mc="http://schemas.openxmlformats.org/markup-compatibility/2006">
              <mc:Choice xmlns:v="urn:schemas-microsoft-com:vml" Requires="v">
                <p:oleObj spid="_x0000_s9" name="公式" r:id="rId15" imgW="2641600" imgH="393700" progId="Equation.3">
                  <p:embed/>
                </p:oleObj>
              </mc:Choice>
              <mc:Fallback>
                <p:oleObj name="公式" r:id="rId15" imgW="2641600" imgH="393700" progId="Equation.3">
                  <p:embed/>
                  <p:pic>
                    <p:nvPicPr>
                      <p:cNvPr id="0" name="Object 20"/>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2237105" y="4478020"/>
                        <a:ext cx="6029960" cy="8909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aphicFrame>
        <p:nvGraphicFramePr>
          <p:cNvPr id="10" name="Object 10"/>
          <p:cNvGraphicFramePr>
            <a:graphicFrameLocks noChangeAspect="1"/>
          </p:cNvGraphicFramePr>
          <p:nvPr/>
        </p:nvGraphicFramePr>
        <p:xfrm>
          <a:off x="7452360" y="1297940"/>
          <a:ext cx="1406525" cy="884238"/>
        </p:xfrm>
        <a:graphic>
          <a:graphicData uri="http://schemas.openxmlformats.org/presentationml/2006/ole">
            <mc:AlternateContent xmlns:mc="http://schemas.openxmlformats.org/markup-compatibility/2006">
              <mc:Choice xmlns:v="urn:schemas-microsoft-com:vml" Requires="v">
                <p:oleObj spid="_x0000_s11" name="Equation" r:id="rId17" imgW="482600" imgH="253365" progId="Equation.DSMT4">
                  <p:embed/>
                </p:oleObj>
              </mc:Choice>
              <mc:Fallback>
                <p:oleObj name="Equation" r:id="rId17" imgW="482600" imgH="253365" progId="Equation.DSMT4">
                  <p:embed/>
                  <p:pic>
                    <p:nvPicPr>
                      <p:cNvPr id="0" name="Object 10"/>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7452360" y="1297940"/>
                        <a:ext cx="1406525" cy="884238"/>
                      </a:xfrm>
                      <a:prstGeom prst="rect">
                        <a:avLst/>
                      </a:prstGeom>
                      <a:solidFill>
                        <a:schemeClr val="tx1"/>
                      </a:solidFill>
                      <a:ln w="9525">
                        <a:solidFill>
                          <a:srgbClr val="C0C0C0"/>
                        </a:solidFill>
                        <a:miter lim="800000"/>
                        <a:headEnd/>
                        <a:tailEnd/>
                      </a:ln>
                      <a:effectLst>
                        <a:outerShdw dist="35921" dir="2700000" algn="ctr" rotWithShape="0">
                          <a:srgbClr val="808080">
                            <a:alpha val="74997"/>
                          </a:srgbClr>
                        </a:outerShdw>
                      </a:effectLst>
                    </p:spPr>
                  </p:pic>
                </p:oleObj>
              </mc:Fallback>
            </mc:AlternateContent>
          </a:graphicData>
        </a:graphic>
      </p:graphicFrame>
      <p:graphicFrame>
        <p:nvGraphicFramePr>
          <p:cNvPr id="12" name="Object 11"/>
          <p:cNvGraphicFramePr>
            <a:graphicFrameLocks noChangeAspect="1"/>
          </p:cNvGraphicFramePr>
          <p:nvPr/>
        </p:nvGraphicFramePr>
        <p:xfrm>
          <a:off x="2426335" y="2379980"/>
          <a:ext cx="4790440" cy="641985"/>
        </p:xfrm>
        <a:graphic>
          <a:graphicData uri="http://schemas.openxmlformats.org/presentationml/2006/ole">
            <mc:AlternateContent xmlns:mc="http://schemas.openxmlformats.org/markup-compatibility/2006">
              <mc:Choice xmlns:v="urn:schemas-microsoft-com:vml" Requires="v">
                <p:oleObj spid="_x0000_s13" name="公式" r:id="rId19" imgW="2005965" imgH="215900" progId="Equation.3">
                  <p:embed/>
                </p:oleObj>
              </mc:Choice>
              <mc:Fallback>
                <p:oleObj name="公式" r:id="rId19" imgW="2005965" imgH="215900" progId="Equation.3">
                  <p:embed/>
                  <p:pic>
                    <p:nvPicPr>
                      <p:cNvPr id="0" name="Object 11"/>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2426335" y="2379980"/>
                        <a:ext cx="4790440" cy="641985"/>
                      </a:xfrm>
                      <a:prstGeom prst="rect">
                        <a:avLst/>
                      </a:prstGeom>
                      <a:solidFill>
                        <a:schemeClr val="tx1"/>
                      </a:solidFill>
                      <a:ln>
                        <a:noFill/>
                      </a:ln>
                      <a:effectLst>
                        <a:outerShdw dist="35921" dir="2700000" algn="ctr" rotWithShape="0">
                          <a:schemeClr val="bg2">
                            <a:alpha val="74997"/>
                          </a:schemeClr>
                        </a:outerShdw>
                      </a:effectLst>
                      <a:extLs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graphicFrame>
        <p:nvGraphicFramePr>
          <p:cNvPr id="14" name="Object 12"/>
          <p:cNvGraphicFramePr>
            <a:graphicFrameLocks noChangeAspect="1"/>
          </p:cNvGraphicFramePr>
          <p:nvPr/>
        </p:nvGraphicFramePr>
        <p:xfrm>
          <a:off x="2628900" y="3639820"/>
          <a:ext cx="6162675" cy="662305"/>
        </p:xfrm>
        <a:graphic>
          <a:graphicData uri="http://schemas.openxmlformats.org/presentationml/2006/ole">
            <mc:AlternateContent xmlns:mc="http://schemas.openxmlformats.org/markup-compatibility/2006">
              <mc:Choice xmlns:v="urn:schemas-microsoft-com:vml" Requires="v">
                <p:oleObj spid="_x0000_s15" name="公式" r:id="rId21" imgW="2247900" imgH="228600" progId="Equation.3">
                  <p:embed/>
                </p:oleObj>
              </mc:Choice>
              <mc:Fallback>
                <p:oleObj name="公式" r:id="rId21" imgW="2247900" imgH="228600" progId="Equation.3">
                  <p:embed/>
                  <p:pic>
                    <p:nvPicPr>
                      <p:cNvPr id="0" name="Object 12"/>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2628900" y="3639820"/>
                        <a:ext cx="6162675" cy="662305"/>
                      </a:xfrm>
                      <a:prstGeom prst="rect">
                        <a:avLst/>
                      </a:prstGeom>
                      <a:solidFill>
                        <a:schemeClr val="tx1"/>
                      </a:solidFill>
                      <a:ln w="9525">
                        <a:solidFill>
                          <a:schemeClr val="bg1"/>
                        </a:solidFill>
                        <a:miter lim="800000"/>
                        <a:headEnd/>
                        <a:tailEnd/>
                      </a:ln>
                      <a:effectLst>
                        <a:outerShdw dist="35921" dir="2700000" algn="ctr" rotWithShape="0">
                          <a:schemeClr val="bg2">
                            <a:alpha val="74997"/>
                          </a:schemeClr>
                        </a:outerShdw>
                      </a:effectLst>
                    </p:spPr>
                  </p:pic>
                </p:oleObj>
              </mc:Fallback>
            </mc:AlternateContent>
          </a:graphicData>
        </a:graphic>
      </p:graphicFrame>
      <p:sp>
        <p:nvSpPr>
          <p:cNvPr id="16" name="墨迹 4"/>
          <p:cNvSpPr/>
          <p:nvPr/>
        </p:nvSpPr>
        <p:spPr bwMode="auto">
          <a:xfrm>
            <a:off x="807480" y="950760"/>
            <a:ext cx="8024400" cy="5630400"/>
          </a:xfrm>
        </p:spPr>
      </p:sp>
    </p:spTree>
    <p:custDataLst>
      <p:tags r:id="rId23"/>
    </p:custDataLst>
  </p:cSld>
  <p:clrMapOvr>
    <a:masterClrMapping/>
  </p:clrMapOvr>
  <mc:AlternateContent xmlns:mc="http://schemas.openxmlformats.org/markup-compatibility/2006">
    <mc:Choice xmlns:p14="http://schemas.microsoft.com/office/powerpoint/2010/main" Requires="p14">
      <p:transition spd="slow" p14:dur="2000" advTm="174685"/>
    </mc:Choice>
    <mc:Fallback>
      <p:transition spd="slow" advTm="174685"/>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366595"/>
                                        </p:tgtEl>
                                        <p:attrNameLst>
                                          <p:attrName>style.visibility</p:attrName>
                                        </p:attrNameLst>
                                      </p:cBhvr>
                                      <p:to>
                                        <p:strVal val="visible"/>
                                      </p:to>
                                    </p:set>
                                    <p:anim calcmode="lin" valueType="num">
                                      <p:cBhvr additive="base">
                                        <p:cTn id="7" dur="500" fill="hold"/>
                                        <p:tgtEl>
                                          <p:spTgt spid="366595"/>
                                        </p:tgtEl>
                                        <p:attrNameLst>
                                          <p:attrName>ppt_x</p:attrName>
                                        </p:attrNameLst>
                                      </p:cBhvr>
                                      <p:tavLst>
                                        <p:tav tm="0">
                                          <p:val>
                                            <p:strVal val="0-#ppt_w/2"/>
                                          </p:val>
                                        </p:tav>
                                        <p:tav tm="100000">
                                          <p:val>
                                            <p:strVal val="#ppt_x"/>
                                          </p:val>
                                        </p:tav>
                                      </p:tavLst>
                                    </p:anim>
                                    <p:anim calcmode="lin" valueType="num">
                                      <p:cBhvr additive="base">
                                        <p:cTn id="8" dur="500" fill="hold"/>
                                        <p:tgtEl>
                                          <p:spTgt spid="366595"/>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15" presetClass="entr" presetSubtype="0" fill="hold" nodeType="afterEffect">
                                  <p:stCondLst>
                                    <p:cond delay="0"/>
                                  </p:stCondLst>
                                  <p:childTnLst>
                                    <p:set>
                                      <p:cBhvr>
                                        <p:cTn id="11" dur="1" fill="hold">
                                          <p:stCondLst>
                                            <p:cond delay="0"/>
                                          </p:stCondLst>
                                        </p:cTn>
                                        <p:tgtEl>
                                          <p:spTgt spid="366594"/>
                                        </p:tgtEl>
                                        <p:attrNameLst>
                                          <p:attrName>style.visibility</p:attrName>
                                        </p:attrNameLst>
                                      </p:cBhvr>
                                      <p:to>
                                        <p:strVal val="visible"/>
                                      </p:to>
                                    </p:set>
                                    <p:anim calcmode="lin" valueType="num">
                                      <p:cBhvr>
                                        <p:cTn id="12" dur="1000" fill="hold"/>
                                        <p:tgtEl>
                                          <p:spTgt spid="366594"/>
                                        </p:tgtEl>
                                        <p:attrNameLst>
                                          <p:attrName>ppt_w</p:attrName>
                                        </p:attrNameLst>
                                      </p:cBhvr>
                                      <p:tavLst>
                                        <p:tav tm="0">
                                          <p:val>
                                            <p:fltVal val="0"/>
                                          </p:val>
                                        </p:tav>
                                        <p:tav tm="100000">
                                          <p:val>
                                            <p:strVal val="#ppt_w"/>
                                          </p:val>
                                        </p:tav>
                                      </p:tavLst>
                                    </p:anim>
                                    <p:anim calcmode="lin" valueType="num">
                                      <p:cBhvr>
                                        <p:cTn id="13" dur="1000" fill="hold"/>
                                        <p:tgtEl>
                                          <p:spTgt spid="366594"/>
                                        </p:tgtEl>
                                        <p:attrNameLst>
                                          <p:attrName>ppt_h</p:attrName>
                                        </p:attrNameLst>
                                      </p:cBhvr>
                                      <p:tavLst>
                                        <p:tav tm="0">
                                          <p:val>
                                            <p:fltVal val="0"/>
                                          </p:val>
                                        </p:tav>
                                        <p:tav tm="100000">
                                          <p:val>
                                            <p:strVal val="#ppt_h"/>
                                          </p:val>
                                        </p:tav>
                                      </p:tavLst>
                                    </p:anim>
                                    <p:anim calcmode="lin" valueType="num">
                                      <p:cBhvr>
                                        <p:cTn id="14" dur="1000" fill="hold"/>
                                        <p:tgtEl>
                                          <p:spTgt spid="366594"/>
                                        </p:tgtEl>
                                        <p:attrNameLst>
                                          <p:attrName>ppt_x</p:attrName>
                                        </p:attrNameLst>
                                      </p:cBhvr>
                                      <p:tavLst>
                                        <p:tav tm="0" fmla="#ppt_x+(cos(-2*pi*(1-$))*-#ppt_x-sin(-2*pi*(1-$))*(1-#ppt_y))*(1-$)">
                                          <p:val>
                                            <p:fltVal val="0"/>
                                          </p:val>
                                        </p:tav>
                                        <p:tav tm="100000">
                                          <p:val>
                                            <p:fltVal val="1"/>
                                          </p:val>
                                        </p:tav>
                                      </p:tavLst>
                                    </p:anim>
                                    <p:anim calcmode="lin" valueType="num">
                                      <p:cBhvr>
                                        <p:cTn id="15" dur="1000" fill="hold"/>
                                        <p:tgtEl>
                                          <p:spTgt spid="366594"/>
                                        </p:tgtEl>
                                        <p:attrNameLst>
                                          <p:attrName>ppt_y</p:attrName>
                                        </p:attrNameLst>
                                      </p:cBhvr>
                                      <p:tavLst>
                                        <p:tav tm="0" fmla="#ppt_y+(sin(-2*pi*(1-$))*-#ppt_x+cos(-2*pi*(1-$))*(1-#ppt_y))*(1-$)">
                                          <p:val>
                                            <p:fltVal val="0"/>
                                          </p:val>
                                        </p:tav>
                                        <p:tav tm="100000">
                                          <p:val>
                                            <p:fltVal val="1"/>
                                          </p:val>
                                        </p:tav>
                                      </p:tavLst>
                                    </p:anim>
                                  </p:childTnLst>
                                </p:cTn>
                              </p:par>
                            </p:childTnLst>
                          </p:cTn>
                        </p:par>
                        <p:par>
                          <p:cTn id="16" fill="hold">
                            <p:stCondLst>
                              <p:cond delay="1500"/>
                            </p:stCondLst>
                            <p:childTnLst>
                              <p:par>
                                <p:cTn id="17" presetID="2" presetClass="entr" presetSubtype="8" fill="hold" grpId="0" nodeType="afterEffect">
                                  <p:stCondLst>
                                    <p:cond delay="0"/>
                                  </p:stCondLst>
                                  <p:childTnLst>
                                    <p:set>
                                      <p:cBhvr>
                                        <p:cTn id="18" dur="1" fill="hold">
                                          <p:stCondLst>
                                            <p:cond delay="0"/>
                                          </p:stCondLst>
                                        </p:cTn>
                                        <p:tgtEl>
                                          <p:spTgt spid="366599"/>
                                        </p:tgtEl>
                                        <p:attrNameLst>
                                          <p:attrName>style.visibility</p:attrName>
                                        </p:attrNameLst>
                                      </p:cBhvr>
                                      <p:to>
                                        <p:strVal val="visible"/>
                                      </p:to>
                                    </p:set>
                                    <p:anim calcmode="lin" valueType="num">
                                      <p:cBhvr additive="base">
                                        <p:cTn id="19" dur="500" fill="hold"/>
                                        <p:tgtEl>
                                          <p:spTgt spid="366599"/>
                                        </p:tgtEl>
                                        <p:attrNameLst>
                                          <p:attrName>ppt_x</p:attrName>
                                        </p:attrNameLst>
                                      </p:cBhvr>
                                      <p:tavLst>
                                        <p:tav tm="0">
                                          <p:val>
                                            <p:strVal val="0-#ppt_w/2"/>
                                          </p:val>
                                        </p:tav>
                                        <p:tav tm="100000">
                                          <p:val>
                                            <p:strVal val="#ppt_x"/>
                                          </p:val>
                                        </p:tav>
                                      </p:tavLst>
                                    </p:anim>
                                    <p:anim calcmode="lin" valueType="num">
                                      <p:cBhvr additive="base">
                                        <p:cTn id="20" dur="500" fill="hold"/>
                                        <p:tgtEl>
                                          <p:spTgt spid="366599"/>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9" presetClass="entr" presetSubtype="0" fill="hold" nodeType="clickEffect">
                                  <p:stCondLst>
                                    <p:cond delay="0"/>
                                  </p:stCondLst>
                                  <p:childTnLst>
                                    <p:set>
                                      <p:cBhvr>
                                        <p:cTn id="24" dur="1" fill="hold">
                                          <p:stCondLst>
                                            <p:cond delay="0"/>
                                          </p:stCondLst>
                                        </p:cTn>
                                        <p:tgtEl>
                                          <p:spTgt spid="366597"/>
                                        </p:tgtEl>
                                        <p:attrNameLst>
                                          <p:attrName>style.visibility</p:attrName>
                                        </p:attrNameLst>
                                      </p:cBhvr>
                                      <p:to>
                                        <p:strVal val="visible"/>
                                      </p:to>
                                    </p:set>
                                    <p:animEffect transition="in" filter="dissolve">
                                      <p:cBhvr>
                                        <p:cTn id="25" dur="500"/>
                                        <p:tgtEl>
                                          <p:spTgt spid="366597"/>
                                        </p:tgtEl>
                                      </p:cBhvr>
                                    </p:animEffect>
                                  </p:childTnLst>
                                </p:cTn>
                              </p:par>
                            </p:childTnLst>
                          </p:cTn>
                        </p:par>
                      </p:childTnLst>
                    </p:cTn>
                  </p:par>
                  <p:par>
                    <p:cTn id="26" fill="hold">
                      <p:stCondLst>
                        <p:cond delay="indefinite"/>
                      </p:stCondLst>
                      <p:childTnLst>
                        <p:par>
                          <p:cTn id="27" fill="hold">
                            <p:stCondLst>
                              <p:cond delay="0"/>
                            </p:stCondLst>
                            <p:childTnLst>
                              <p:par>
                                <p:cTn id="28" presetID="23" presetClass="entr" presetSubtype="16" fill="hold" nodeType="clickEffect">
                                  <p:stCondLst>
                                    <p:cond delay="0"/>
                                  </p:stCondLst>
                                  <p:childTnLst>
                                    <p:set>
                                      <p:cBhvr>
                                        <p:cTn id="29" dur="1" fill="hold">
                                          <p:stCondLst>
                                            <p:cond delay="0"/>
                                          </p:stCondLst>
                                        </p:cTn>
                                        <p:tgtEl>
                                          <p:spTgt spid="366611"/>
                                        </p:tgtEl>
                                        <p:attrNameLst>
                                          <p:attrName>style.visibility</p:attrName>
                                        </p:attrNameLst>
                                      </p:cBhvr>
                                      <p:to>
                                        <p:strVal val="visible"/>
                                      </p:to>
                                    </p:set>
                                    <p:anim calcmode="lin" valueType="num">
                                      <p:cBhvr>
                                        <p:cTn id="30" dur="500" fill="hold"/>
                                        <p:tgtEl>
                                          <p:spTgt spid="366611"/>
                                        </p:tgtEl>
                                        <p:attrNameLst>
                                          <p:attrName>ppt_w</p:attrName>
                                        </p:attrNameLst>
                                      </p:cBhvr>
                                      <p:tavLst>
                                        <p:tav tm="0">
                                          <p:val>
                                            <p:fltVal val="0"/>
                                          </p:val>
                                        </p:tav>
                                        <p:tav tm="100000">
                                          <p:val>
                                            <p:strVal val="#ppt_w"/>
                                          </p:val>
                                        </p:tav>
                                      </p:tavLst>
                                    </p:anim>
                                    <p:anim calcmode="lin" valueType="num">
                                      <p:cBhvr>
                                        <p:cTn id="31" dur="500" fill="hold"/>
                                        <p:tgtEl>
                                          <p:spTgt spid="366611"/>
                                        </p:tgtEl>
                                        <p:attrNameLst>
                                          <p:attrName>ppt_h</p:attrName>
                                        </p:attrNameLst>
                                      </p:cBhvr>
                                      <p:tavLst>
                                        <p:tav tm="0">
                                          <p:val>
                                            <p:fltVal val="0"/>
                                          </p:val>
                                        </p:tav>
                                        <p:tav tm="100000">
                                          <p:val>
                                            <p:strVal val="#ppt_h"/>
                                          </p:val>
                                        </p:tav>
                                      </p:tavLst>
                                    </p:anim>
                                  </p:childTnLst>
                                </p:cTn>
                              </p:par>
                            </p:childTnLst>
                          </p:cTn>
                        </p:par>
                        <p:par>
                          <p:cTn id="32" fill="hold">
                            <p:stCondLst>
                              <p:cond delay="500"/>
                            </p:stCondLst>
                            <p:childTnLst>
                              <p:par>
                                <p:cTn id="33" presetID="2" presetClass="entr" presetSubtype="8" fill="hold" nodeType="afterEffect">
                                  <p:stCondLst>
                                    <p:cond delay="0"/>
                                  </p:stCondLst>
                                  <p:childTnLst>
                                    <p:set>
                                      <p:cBhvr>
                                        <p:cTn id="34" dur="1" fill="hold">
                                          <p:stCondLst>
                                            <p:cond delay="0"/>
                                          </p:stCondLst>
                                        </p:cTn>
                                        <p:tgtEl>
                                          <p:spTgt spid="366598"/>
                                        </p:tgtEl>
                                        <p:attrNameLst>
                                          <p:attrName>style.visibility</p:attrName>
                                        </p:attrNameLst>
                                      </p:cBhvr>
                                      <p:to>
                                        <p:strVal val="visible"/>
                                      </p:to>
                                    </p:set>
                                    <p:anim calcmode="lin" valueType="num">
                                      <p:cBhvr additive="base">
                                        <p:cTn id="35" dur="500" fill="hold"/>
                                        <p:tgtEl>
                                          <p:spTgt spid="366598"/>
                                        </p:tgtEl>
                                        <p:attrNameLst>
                                          <p:attrName>ppt_x</p:attrName>
                                        </p:attrNameLst>
                                      </p:cBhvr>
                                      <p:tavLst>
                                        <p:tav tm="0">
                                          <p:val>
                                            <p:strVal val="0-#ppt_w/2"/>
                                          </p:val>
                                        </p:tav>
                                        <p:tav tm="100000">
                                          <p:val>
                                            <p:strVal val="#ppt_x"/>
                                          </p:val>
                                        </p:tav>
                                      </p:tavLst>
                                    </p:anim>
                                    <p:anim calcmode="lin" valueType="num">
                                      <p:cBhvr additive="base">
                                        <p:cTn id="36" dur="500" fill="hold"/>
                                        <p:tgtEl>
                                          <p:spTgt spid="366598"/>
                                        </p:tgtEl>
                                        <p:attrNameLst>
                                          <p:attrName>ppt_y</p:attrName>
                                        </p:attrNameLst>
                                      </p:cBhvr>
                                      <p:tavLst>
                                        <p:tav tm="0">
                                          <p:val>
                                            <p:strVal val="#ppt_y"/>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10"/>
                                        </p:tgtEl>
                                        <p:attrNameLst>
                                          <p:attrName>style.visibility</p:attrName>
                                        </p:attrNameLst>
                                      </p:cBhvr>
                                      <p:to>
                                        <p:strVal val="visible"/>
                                      </p:to>
                                    </p:set>
                                  </p:childTnLst>
                                </p:cTn>
                              </p:par>
                            </p:childTnLst>
                          </p:cTn>
                        </p:par>
                        <p:par>
                          <p:cTn id="41" fill="hold">
                            <p:stCondLst>
                              <p:cond delay="0"/>
                            </p:stCondLst>
                            <p:childTnLst>
                              <p:par>
                                <p:cTn id="42" presetID="2" presetClass="entr" presetSubtype="8" fill="hold" nodeType="afterEffect">
                                  <p:stCondLst>
                                    <p:cond delay="0"/>
                                  </p:stCondLst>
                                  <p:childTnLst>
                                    <p:set>
                                      <p:cBhvr>
                                        <p:cTn id="43" dur="1" fill="hold">
                                          <p:stCondLst>
                                            <p:cond delay="0"/>
                                          </p:stCondLst>
                                        </p:cTn>
                                        <p:tgtEl>
                                          <p:spTgt spid="366600"/>
                                        </p:tgtEl>
                                        <p:attrNameLst>
                                          <p:attrName>style.visibility</p:attrName>
                                        </p:attrNameLst>
                                      </p:cBhvr>
                                      <p:to>
                                        <p:strVal val="visible"/>
                                      </p:to>
                                    </p:set>
                                    <p:anim calcmode="lin" valueType="num">
                                      <p:cBhvr additive="base">
                                        <p:cTn id="44" dur="500" fill="hold"/>
                                        <p:tgtEl>
                                          <p:spTgt spid="366600"/>
                                        </p:tgtEl>
                                        <p:attrNameLst>
                                          <p:attrName>ppt_x</p:attrName>
                                        </p:attrNameLst>
                                      </p:cBhvr>
                                      <p:tavLst>
                                        <p:tav tm="0">
                                          <p:val>
                                            <p:strVal val="0-#ppt_w/2"/>
                                          </p:val>
                                        </p:tav>
                                        <p:tav tm="100000">
                                          <p:val>
                                            <p:strVal val="#ppt_x"/>
                                          </p:val>
                                        </p:tav>
                                      </p:tavLst>
                                    </p:anim>
                                    <p:anim calcmode="lin" valueType="num">
                                      <p:cBhvr additive="base">
                                        <p:cTn id="45" dur="500" fill="hold"/>
                                        <p:tgtEl>
                                          <p:spTgt spid="366600"/>
                                        </p:tgtEl>
                                        <p:attrNameLst>
                                          <p:attrName>ppt_y</p:attrName>
                                        </p:attrNameLst>
                                      </p:cBhvr>
                                      <p:tavLst>
                                        <p:tav tm="0">
                                          <p:val>
                                            <p:strVal val="#ppt_y"/>
                                          </p:val>
                                        </p:tav>
                                        <p:tav tm="100000">
                                          <p:val>
                                            <p:strVal val="#ppt_y"/>
                                          </p:val>
                                        </p:tav>
                                      </p:tavLst>
                                    </p:anim>
                                  </p:childTnLst>
                                </p:cTn>
                              </p:par>
                            </p:childTnLst>
                          </p:cTn>
                        </p:par>
                      </p:childTnLst>
                    </p:cTn>
                  </p:par>
                  <p:par>
                    <p:cTn id="46" fill="hold">
                      <p:stCondLst>
                        <p:cond delay="indefinite"/>
                      </p:stCondLst>
                      <p:childTnLst>
                        <p:par>
                          <p:cTn id="47" fill="hold">
                            <p:stCondLst>
                              <p:cond delay="0"/>
                            </p:stCondLst>
                            <p:childTnLst>
                              <p:par>
                                <p:cTn id="48" presetID="1" presetClass="entr" presetSubtype="0" fill="hold" nodeType="clickEffect">
                                  <p:stCondLst>
                                    <p:cond delay="0"/>
                                  </p:stCondLst>
                                  <p:childTnLst>
                                    <p:set>
                                      <p:cBhvr>
                                        <p:cTn id="49" dur="1" fill="hold">
                                          <p:stCondLst>
                                            <p:cond delay="0"/>
                                          </p:stCondLst>
                                        </p:cTn>
                                        <p:tgtEl>
                                          <p:spTgt spid="12"/>
                                        </p:tgtEl>
                                        <p:attrNameLst>
                                          <p:attrName>style.visibility</p:attrName>
                                        </p:attrNameLst>
                                      </p:cBhvr>
                                      <p:to>
                                        <p:strVal val="visible"/>
                                      </p:to>
                                    </p:set>
                                  </p:childTnLst>
                                </p:cTn>
                              </p:par>
                            </p:childTnLst>
                          </p:cTn>
                        </p:par>
                        <p:par>
                          <p:cTn id="50" fill="hold">
                            <p:stCondLst>
                              <p:cond delay="0"/>
                            </p:stCondLst>
                            <p:childTnLst>
                              <p:par>
                                <p:cTn id="51" presetID="23" presetClass="entr" presetSubtype="16" fill="hold" nodeType="afterEffect">
                                  <p:stCondLst>
                                    <p:cond delay="0"/>
                                  </p:stCondLst>
                                  <p:childTnLst>
                                    <p:set>
                                      <p:cBhvr>
                                        <p:cTn id="52" dur="1" fill="hold">
                                          <p:stCondLst>
                                            <p:cond delay="0"/>
                                          </p:stCondLst>
                                        </p:cTn>
                                        <p:tgtEl>
                                          <p:spTgt spid="366601"/>
                                        </p:tgtEl>
                                        <p:attrNameLst>
                                          <p:attrName>style.visibility</p:attrName>
                                        </p:attrNameLst>
                                      </p:cBhvr>
                                      <p:to>
                                        <p:strVal val="visible"/>
                                      </p:to>
                                    </p:set>
                                    <p:anim calcmode="lin" valueType="num">
                                      <p:cBhvr>
                                        <p:cTn id="53" dur="500" fill="hold"/>
                                        <p:tgtEl>
                                          <p:spTgt spid="366601"/>
                                        </p:tgtEl>
                                        <p:attrNameLst>
                                          <p:attrName>ppt_w</p:attrName>
                                        </p:attrNameLst>
                                      </p:cBhvr>
                                      <p:tavLst>
                                        <p:tav tm="0">
                                          <p:val>
                                            <p:fltVal val="0"/>
                                          </p:val>
                                        </p:tav>
                                        <p:tav tm="100000">
                                          <p:val>
                                            <p:strVal val="#ppt_w"/>
                                          </p:val>
                                        </p:tav>
                                      </p:tavLst>
                                    </p:anim>
                                    <p:anim calcmode="lin" valueType="num">
                                      <p:cBhvr>
                                        <p:cTn id="54" dur="500" fill="hold"/>
                                        <p:tgtEl>
                                          <p:spTgt spid="366601"/>
                                        </p:tgtEl>
                                        <p:attrNameLst>
                                          <p:attrName>ppt_h</p:attrName>
                                        </p:attrNameLst>
                                      </p:cBhvr>
                                      <p:tavLst>
                                        <p:tav tm="0">
                                          <p:val>
                                            <p:fltVal val="0"/>
                                          </p:val>
                                        </p:tav>
                                        <p:tav tm="100000">
                                          <p:val>
                                            <p:strVal val="#ppt_h"/>
                                          </p:val>
                                        </p:tav>
                                      </p:tavLst>
                                    </p:anim>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14"/>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23" presetClass="entr" presetSubtype="16" fill="hold" nodeType="clickEffect">
                                  <p:stCondLst>
                                    <p:cond delay="0"/>
                                  </p:stCondLst>
                                  <p:childTnLst>
                                    <p:set>
                                      <p:cBhvr>
                                        <p:cTn id="62" dur="1" fill="hold">
                                          <p:stCondLst>
                                            <p:cond delay="0"/>
                                          </p:stCondLst>
                                        </p:cTn>
                                        <p:tgtEl>
                                          <p:spTgt spid="366612"/>
                                        </p:tgtEl>
                                        <p:attrNameLst>
                                          <p:attrName>style.visibility</p:attrName>
                                        </p:attrNameLst>
                                      </p:cBhvr>
                                      <p:to>
                                        <p:strVal val="visible"/>
                                      </p:to>
                                    </p:set>
                                    <p:anim calcmode="lin" valueType="num">
                                      <p:cBhvr>
                                        <p:cTn id="63" dur="500" fill="hold"/>
                                        <p:tgtEl>
                                          <p:spTgt spid="366612"/>
                                        </p:tgtEl>
                                        <p:attrNameLst>
                                          <p:attrName>ppt_w</p:attrName>
                                        </p:attrNameLst>
                                      </p:cBhvr>
                                      <p:tavLst>
                                        <p:tav tm="0">
                                          <p:val>
                                            <p:fltVal val="0"/>
                                          </p:val>
                                        </p:tav>
                                        <p:tav tm="100000">
                                          <p:val>
                                            <p:strVal val="#ppt_w"/>
                                          </p:val>
                                        </p:tav>
                                      </p:tavLst>
                                    </p:anim>
                                    <p:anim calcmode="lin" valueType="num">
                                      <p:cBhvr>
                                        <p:cTn id="64" dur="500" fill="hold"/>
                                        <p:tgtEl>
                                          <p:spTgt spid="366612"/>
                                        </p:tgtEl>
                                        <p:attrNameLst>
                                          <p:attrName>ppt_h</p:attrName>
                                        </p:attrNameLst>
                                      </p:cBhvr>
                                      <p:tavLst>
                                        <p:tav tm="0">
                                          <p:val>
                                            <p:fltVal val="0"/>
                                          </p:val>
                                        </p:tav>
                                        <p:tav tm="100000">
                                          <p:val>
                                            <p:strVal val="#ppt_h"/>
                                          </p:val>
                                        </p:tav>
                                      </p:tavLst>
                                    </p:anim>
                                  </p:childTnLst>
                                </p:cTn>
                              </p:par>
                            </p:childTnLst>
                          </p:cTn>
                        </p:par>
                      </p:childTnLst>
                    </p:cTn>
                  </p:par>
                  <p:par>
                    <p:cTn id="65" fill="hold">
                      <p:stCondLst>
                        <p:cond delay="indefinite"/>
                      </p:stCondLst>
                      <p:childTnLst>
                        <p:par>
                          <p:cTn id="66" fill="hold">
                            <p:stCondLst>
                              <p:cond delay="0"/>
                            </p:stCondLst>
                            <p:childTnLst>
                              <p:par>
                                <p:cTn id="67" presetID="23" presetClass="entr" presetSubtype="16" fill="hold" nodeType="clickEffect">
                                  <p:stCondLst>
                                    <p:cond delay="0"/>
                                  </p:stCondLst>
                                  <p:childTnLst>
                                    <p:set>
                                      <p:cBhvr>
                                        <p:cTn id="68" dur="1" fill="hold">
                                          <p:stCondLst>
                                            <p:cond delay="0"/>
                                          </p:stCondLst>
                                        </p:cTn>
                                        <p:tgtEl>
                                          <p:spTgt spid="366609"/>
                                        </p:tgtEl>
                                        <p:attrNameLst>
                                          <p:attrName>style.visibility</p:attrName>
                                        </p:attrNameLst>
                                      </p:cBhvr>
                                      <p:to>
                                        <p:strVal val="visible"/>
                                      </p:to>
                                    </p:set>
                                    <p:anim calcmode="lin" valueType="num">
                                      <p:cBhvr>
                                        <p:cTn id="69" dur="500" fill="hold"/>
                                        <p:tgtEl>
                                          <p:spTgt spid="366609"/>
                                        </p:tgtEl>
                                        <p:attrNameLst>
                                          <p:attrName>ppt_w</p:attrName>
                                        </p:attrNameLst>
                                      </p:cBhvr>
                                      <p:tavLst>
                                        <p:tav tm="0">
                                          <p:val>
                                            <p:fltVal val="0"/>
                                          </p:val>
                                        </p:tav>
                                        <p:tav tm="100000">
                                          <p:val>
                                            <p:strVal val="#ppt_w"/>
                                          </p:val>
                                        </p:tav>
                                      </p:tavLst>
                                    </p:anim>
                                    <p:anim calcmode="lin" valueType="num">
                                      <p:cBhvr>
                                        <p:cTn id="70" dur="500" fill="hold"/>
                                        <p:tgtEl>
                                          <p:spTgt spid="366609"/>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6595" grpId="0" autoUpdateAnimBg="0"/>
      <p:bldP spid="366599" grpId="0" autoUpdateAnimBg="0"/>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4"/>
          <p:cNvSpPr>
            <a:spLocks noGrp="1" noChangeArrowheads="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a:spcBef>
                <a:spcPct val="0"/>
              </a:spcBef>
              <a:buFontTx/>
              <a:buNone/>
            </a:pPr>
            <a:fld id="{159CF0DB-CADD-47E4-B0C6-68CA449A8AED}" type="datetime1">
              <a:rPr kumimoji="0" lang="zh-CN" altLang="en-US" sz="1200" smtClean="0">
                <a:solidFill>
                  <a:srgbClr val="000000"/>
                </a:solidFill>
                <a:ea typeface="宋体" panose="02010600030101010101" pitchFamily="2" charset="-122"/>
              </a:rPr>
            </a:fld>
            <a:endParaRPr kumimoji="0" lang="en-US" altLang="zh-CN" sz="1200">
              <a:solidFill>
                <a:srgbClr val="000000"/>
              </a:solidFill>
              <a:ea typeface="宋体" panose="02010600030101010101" pitchFamily="2" charset="-122"/>
            </a:endParaRPr>
          </a:p>
        </p:txBody>
      </p:sp>
      <p:graphicFrame>
        <p:nvGraphicFramePr>
          <p:cNvPr id="337922" name="Object 2"/>
          <p:cNvGraphicFramePr>
            <a:graphicFrameLocks noChangeAspect="1"/>
          </p:cNvGraphicFramePr>
          <p:nvPr/>
        </p:nvGraphicFramePr>
        <p:xfrm>
          <a:off x="1475105" y="-99060"/>
          <a:ext cx="6523990" cy="995045"/>
        </p:xfrm>
        <a:graphic>
          <a:graphicData uri="http://schemas.openxmlformats.org/presentationml/2006/ole">
            <mc:AlternateContent xmlns:mc="http://schemas.openxmlformats.org/markup-compatibility/2006">
              <mc:Choice xmlns:v="urn:schemas-microsoft-com:vml" Requires="v">
                <p:oleObj spid="_x0000_s2" name="公式" r:id="rId1" imgW="2768600" imgH="444500" progId="Equation.3">
                  <p:embed/>
                </p:oleObj>
              </mc:Choice>
              <mc:Fallback>
                <p:oleObj name="公式" r:id="rId1" imgW="2768600" imgH="444500" progId="Equation.3">
                  <p:embed/>
                  <p:pic>
                    <p:nvPicPr>
                      <p:cNvPr id="0" name="Object 2"/>
                      <p:cNvPicPr>
                        <a:picLocks noChangeAspect="1" noChangeArrowheads="1"/>
                      </p:cNvPicPr>
                      <p:nvPr/>
                    </p:nvPicPr>
                    <p:blipFill>
                      <a:blip r:embed="rId2">
                        <a:biLevel thresh="50000"/>
                        <a:grayscl/>
                        <a:extLst>
                          <a:ext uri="{28A0092B-C50C-407E-A947-70E740481C1C}">
                            <a14:useLocalDpi xmlns:a14="http://schemas.microsoft.com/office/drawing/2010/main" val="0"/>
                          </a:ext>
                        </a:extLst>
                      </a:blip>
                      <a:srcRect/>
                      <a:stretch>
                        <a:fillRect/>
                      </a:stretch>
                    </p:blipFill>
                    <p:spPr bwMode="auto">
                      <a:xfrm>
                        <a:off x="1475105" y="-99060"/>
                        <a:ext cx="6523990" cy="995045"/>
                      </a:xfrm>
                      <a:prstGeom prst="rect">
                        <a:avLst/>
                      </a:prstGeom>
                      <a:solidFill>
                        <a:schemeClr val="tx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337923" name="Object 3"/>
          <p:cNvGraphicFramePr>
            <a:graphicFrameLocks noChangeAspect="1"/>
          </p:cNvGraphicFramePr>
          <p:nvPr/>
        </p:nvGraphicFramePr>
        <p:xfrm>
          <a:off x="467360" y="980440"/>
          <a:ext cx="6828790" cy="492125"/>
        </p:xfrm>
        <a:graphic>
          <a:graphicData uri="http://schemas.openxmlformats.org/presentationml/2006/ole">
            <mc:AlternateContent xmlns:mc="http://schemas.openxmlformats.org/markup-compatibility/2006">
              <mc:Choice xmlns:v="urn:schemas-microsoft-com:vml" Requires="v">
                <p:oleObj spid="_x0000_s3" name="公式" r:id="rId3" imgW="3035300" imgH="228600" progId="Equation.3">
                  <p:embed/>
                </p:oleObj>
              </mc:Choice>
              <mc:Fallback>
                <p:oleObj name="公式" r:id="rId3" imgW="3035300" imgH="228600" progId="Equation.3">
                  <p:embed/>
                  <p:pic>
                    <p:nvPicPr>
                      <p:cNvPr id="0" name="Object 3"/>
                      <p:cNvPicPr>
                        <a:picLocks noChangeAspect="1" noChangeArrowheads="1"/>
                      </p:cNvPicPr>
                      <p:nvPr/>
                    </p:nvPicPr>
                    <p:blipFill>
                      <a:blip r:embed="rId4"/>
                      <a:srcRect/>
                      <a:stretch>
                        <a:fillRect/>
                      </a:stretch>
                    </p:blipFill>
                    <p:spPr bwMode="auto">
                      <a:xfrm>
                        <a:off x="467360" y="980440"/>
                        <a:ext cx="6828790" cy="492125"/>
                      </a:xfrm>
                      <a:prstGeom prst="rect">
                        <a:avLst/>
                      </a:prstGeom>
                      <a:solidFill>
                        <a:schemeClr val="tx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mc:AlternateContent xmlns:mc="http://schemas.openxmlformats.org/markup-compatibility/2006">
        <mc:Choice xmlns:a14="http://schemas.microsoft.com/office/drawing/2010/main" Requires="a14">
          <p:sp>
            <p:nvSpPr>
              <p:cNvPr id="337924" name="Object 4"/>
              <p:cNvSpPr txBox="1"/>
              <p:nvPr/>
            </p:nvSpPr>
            <p:spPr bwMode="auto">
              <a:xfrm>
                <a:off x="683895" y="1471930"/>
                <a:ext cx="8341360" cy="756285"/>
              </a:xfrm>
              <a:prstGeom prst="rect">
                <a:avLst/>
              </a:prstGeom>
              <a:noFill/>
              <a:ln>
                <a:noFill/>
              </a:ln>
              <a:effectLst/>
            </p:spPr>
            <p:txBody>
              <a:bodyPr>
                <a:noAutofit/>
              </a:bodyPr>
              <a:lstStyle/>
              <a:p>
                <a14:m>
                  <m:oMathPara xmlns:m="http://schemas.openxmlformats.org/officeDocument/2006/math">
                    <m:oMathParaPr>
                      <m:jc m:val="left"/>
                    </m:oMathParaPr>
                    <m:oMath xmlns:m="http://schemas.openxmlformats.org/officeDocument/2006/math">
                      <m:r>
                        <a:rPr lang="zh-CN" altLang="en-US" sz="1800" b="0" i="1">
                          <a:solidFill>
                            <a:srgbClr val="000000"/>
                          </a:solidFill>
                          <a:latin typeface="Cambria Math" panose="02040503050406030204" pitchFamily="18" charset="0"/>
                          <a:ea typeface="MS Mincho" charset="0"/>
                          <a:cs typeface="Cambria Math" panose="02040503050406030204" pitchFamily="18" charset="0"/>
                        </a:rPr>
                        <m:t>先求</m:t>
                      </m:r>
                      <m:r>
                        <a:rPr lang="en-US" altLang="zh-CN" sz="1800" b="0" i="1">
                          <a:solidFill>
                            <a:srgbClr val="000000"/>
                          </a:solidFill>
                          <a:latin typeface="Cambria Math" panose="02040503050406030204" pitchFamily="18" charset="0"/>
                          <a:ea typeface="MS Mincho" charset="0"/>
                          <a:cs typeface="Cambria Math" panose="02040503050406030204" pitchFamily="18" charset="0"/>
                        </a:rPr>
                        <m:t>𝑓</m:t>
                      </m:r>
                      <m:r>
                        <a:rPr lang="en-US" altLang="zh-CN" sz="1800" b="0" i="1" baseline="-25000">
                          <a:solidFill>
                            <a:srgbClr val="000000"/>
                          </a:solidFill>
                          <a:latin typeface="Cambria Math" panose="02040503050406030204" pitchFamily="18" charset="0"/>
                          <a:ea typeface="MS Mincho" charset="0"/>
                          <a:cs typeface="Cambria Math" panose="02040503050406030204" pitchFamily="18" charset="0"/>
                        </a:rPr>
                        <m:t>1</m:t>
                      </m:r>
                      <m:r>
                        <a:rPr lang="en-US" altLang="zh-CN" sz="1800" b="0" i="1">
                          <a:solidFill>
                            <a:srgbClr val="000000"/>
                          </a:solidFill>
                          <a:latin typeface="Cambria Math" panose="02040503050406030204" pitchFamily="18" charset="0"/>
                          <a:ea typeface="MS Mincho" charset="0"/>
                          <a:cs typeface="Cambria Math" panose="02040503050406030204" pitchFamily="18" charset="0"/>
                        </a:rPr>
                        <m:t>(</m:t>
                      </m:r>
                      <m:r>
                        <a:rPr lang="en-US" altLang="zh-CN" sz="1800" b="0" i="1">
                          <a:solidFill>
                            <a:srgbClr val="000000"/>
                          </a:solidFill>
                          <a:latin typeface="Cambria Math" panose="02040503050406030204" pitchFamily="18" charset="0"/>
                          <a:ea typeface="MS Mincho" charset="0"/>
                          <a:cs typeface="Cambria Math" panose="02040503050406030204" pitchFamily="18" charset="0"/>
                        </a:rPr>
                        <m:t>𝑡</m:t>
                      </m:r>
                      <m:r>
                        <a:rPr lang="en-US" altLang="zh-CN" sz="1800" b="0" i="1">
                          <a:solidFill>
                            <a:srgbClr val="000000"/>
                          </a:solidFill>
                          <a:latin typeface="Cambria Math" panose="02040503050406030204" pitchFamily="18" charset="0"/>
                          <a:ea typeface="MS Mincho" charset="0"/>
                          <a:cs typeface="Cambria Math" panose="02040503050406030204" pitchFamily="18" charset="0"/>
                        </a:rPr>
                        <m:t>)=</m:t>
                      </m:r>
                      <m:f>
                        <m:fPr>
                          <m:ctrlPr>
                            <a:rPr lang="zh-CN" altLang="en-US" sz="1800" b="0" i="1">
                              <a:solidFill>
                                <a:srgbClr val="000000"/>
                              </a:solidFill>
                              <a:latin typeface="Cambria Math" panose="02040503050406030204" pitchFamily="18" charset="0"/>
                              <a:ea typeface="黑体" panose="02010609060101010101" charset="-122"/>
                              <a:cs typeface="Cambria Math" panose="02040503050406030204" pitchFamily="18" charset="0"/>
                            </a:rPr>
                          </m:ctrlPr>
                        </m:fPr>
                        <m:num>
                          <m:r>
                            <m:rPr>
                              <m:sty m:val="p"/>
                            </m:rPr>
                            <a:rPr lang="zh-CN" altLang="en-US" sz="1800" b="0" i="0">
                              <a:solidFill>
                                <a:srgbClr val="000000"/>
                              </a:solidFill>
                              <a:latin typeface="Cambria Math" panose="02040503050406030204" pitchFamily="18" charset="0"/>
                              <a:ea typeface="黑体" panose="02010609060101010101" charset="-122"/>
                              <a:cs typeface="Cambria Math" panose="02040503050406030204" pitchFamily="18" charset="0"/>
                            </a:rPr>
                            <m:t>s</m:t>
                          </m:r>
                        </m:num>
                        <m:den>
                          <m:r>
                            <a:rPr lang="zh-CN" altLang="en-US" sz="1800" b="0" i="1">
                              <a:solidFill>
                                <a:srgbClr val="000000"/>
                              </a:solidFill>
                              <a:latin typeface="Cambria Math" panose="02040503050406030204" pitchFamily="18" charset="0"/>
                              <a:ea typeface="MS Mincho" charset="0"/>
                              <a:cs typeface="Cambria Math" panose="02040503050406030204" pitchFamily="18" charset="0"/>
                            </a:rPr>
                            <m:t>（</m:t>
                          </m:r>
                          <m:r>
                            <m:rPr>
                              <m:sty m:val="p"/>
                            </m:rPr>
                            <a:rPr lang="zh-CN" altLang="en-US" sz="1800" b="0" i="0">
                              <a:solidFill>
                                <a:srgbClr val="000000"/>
                              </a:solidFill>
                              <a:latin typeface="Cambria Math" panose="02040503050406030204" pitchFamily="18" charset="0"/>
                              <a:ea typeface="黑体" panose="02010609060101010101" charset="-122"/>
                              <a:cs typeface="Cambria Math" panose="02040503050406030204" pitchFamily="18" charset="0"/>
                            </a:rPr>
                            <m:t>s</m:t>
                          </m:r>
                          <m:r>
                            <a:rPr lang="zh-CN" altLang="en-US" sz="1800" b="0" i="1">
                              <a:solidFill>
                                <a:srgbClr val="000000"/>
                              </a:solidFill>
                              <a:latin typeface="Cambria Math" panose="02040503050406030204" pitchFamily="18" charset="0"/>
                              <a:ea typeface="MS Mincho" charset="0"/>
                              <a:cs typeface="Cambria Math" panose="02040503050406030204" pitchFamily="18" charset="0"/>
                            </a:rPr>
                            <m:t>+</m:t>
                          </m:r>
                          <m:r>
                            <a:rPr lang="zh-CN" altLang="en-US" sz="1800" b="0" i="0">
                              <a:solidFill>
                                <a:srgbClr val="000000"/>
                              </a:solidFill>
                              <a:latin typeface="Cambria Math" panose="02040503050406030204" pitchFamily="18" charset="0"/>
                              <a:ea typeface="MS Mincho" charset="0"/>
                              <a:cs typeface="Cambria Math" panose="02040503050406030204" pitchFamily="18" charset="0"/>
                            </a:rPr>
                            <m:t>1</m:t>
                          </m:r>
                          <m:sSup>
                            <m:sSupPr>
                              <m:ctrlPr>
                                <a:rPr lang="zh-CN" altLang="en-US" sz="1800" b="0" i="1">
                                  <a:solidFill>
                                    <a:srgbClr val="000000"/>
                                  </a:solidFill>
                                  <a:latin typeface="Cambria Math" panose="02040503050406030204" pitchFamily="18" charset="0"/>
                                  <a:ea typeface="黑体" panose="02010609060101010101" charset="-122"/>
                                  <a:cs typeface="Cambria Math" panose="02040503050406030204" pitchFamily="18" charset="0"/>
                                </a:rPr>
                              </m:ctrlPr>
                            </m:sSupPr>
                            <m:e>
                              <m:r>
                                <a:rPr lang="zh-CN" altLang="en-US" sz="1800" b="0" i="1">
                                  <a:solidFill>
                                    <a:srgbClr val="000000"/>
                                  </a:solidFill>
                                  <a:latin typeface="Cambria Math" panose="02040503050406030204" pitchFamily="18" charset="0"/>
                                  <a:ea typeface="MS Mincho" charset="0"/>
                                  <a:cs typeface="Cambria Math" panose="02040503050406030204" pitchFamily="18" charset="0"/>
                                </a:rPr>
                                <m:t>）</m:t>
                              </m:r>
                            </m:e>
                            <m:sup>
                              <m:r>
                                <a:rPr lang="zh-CN" altLang="en-US" sz="1800" b="0" i="1">
                                  <a:solidFill>
                                    <a:srgbClr val="000000"/>
                                  </a:solidFill>
                                  <a:latin typeface="Cambria Math" panose="02040503050406030204" pitchFamily="18" charset="0"/>
                                  <a:ea typeface="MS Mincho" charset="0"/>
                                  <a:cs typeface="Cambria Math" panose="02040503050406030204" pitchFamily="18" charset="0"/>
                                </a:rPr>
                                <m:t>2</m:t>
                              </m:r>
                            </m:sup>
                          </m:sSup>
                          <m:r>
                            <a:rPr lang="zh-CN" altLang="en-US" sz="1800" b="0" i="1">
                              <a:solidFill>
                                <a:srgbClr val="000000"/>
                              </a:solidFill>
                              <a:latin typeface="Cambria Math" panose="02040503050406030204" pitchFamily="18" charset="0"/>
                              <a:ea typeface="MS Mincho" charset="0"/>
                              <a:cs typeface="Cambria Math" panose="02040503050406030204" pitchFamily="18" charset="0"/>
                            </a:rPr>
                            <m:t>+</m:t>
                          </m:r>
                          <m:r>
                            <a:rPr lang="zh-CN" altLang="en-US" sz="1800" b="0" i="1">
                              <a:solidFill>
                                <a:srgbClr val="000000"/>
                              </a:solidFill>
                              <a:latin typeface="Cambria Math" panose="02040503050406030204" pitchFamily="18" charset="0"/>
                              <a:ea typeface="MS Mincho" charset="0"/>
                              <a:cs typeface="Cambria Math" panose="02040503050406030204" pitchFamily="18" charset="0"/>
                            </a:rPr>
                            <m:t>100</m:t>
                          </m:r>
                        </m:den>
                      </m:f>
                      <m:r>
                        <a:rPr lang="en-US" altLang="zh-CN" sz="1800" b="0" i="1">
                          <a:solidFill>
                            <a:srgbClr val="000000"/>
                          </a:solidFill>
                          <a:latin typeface="Cambria Math" panose="02040503050406030204" pitchFamily="18" charset="0"/>
                          <a:ea typeface="MS Mincho" charset="0"/>
                          <a:cs typeface="Cambria Math" panose="02040503050406030204" pitchFamily="18" charset="0"/>
                        </a:rPr>
                        <m:t>=</m:t>
                      </m:r>
                      <m:f>
                        <m:fPr>
                          <m:ctrlPr>
                            <a:rPr lang="zh-CN" altLang="en-US" sz="1800" b="0" i="1">
                              <a:solidFill>
                                <a:srgbClr val="000000"/>
                              </a:solidFill>
                              <a:latin typeface="Cambria Math" panose="02040503050406030204" pitchFamily="18" charset="0"/>
                              <a:ea typeface="黑体" panose="02010609060101010101" charset="-122"/>
                              <a:cs typeface="Cambria Math" panose="02040503050406030204" pitchFamily="18" charset="0"/>
                            </a:rPr>
                          </m:ctrlPr>
                        </m:fPr>
                        <m:num>
                          <m:r>
                            <m:rPr>
                              <m:sty m:val="p"/>
                            </m:rPr>
                            <a:rPr lang="en-US" altLang="zh-CN" sz="1800" b="0" i="0">
                              <a:solidFill>
                                <a:srgbClr val="000000"/>
                              </a:solidFill>
                              <a:latin typeface="Cambria Math" panose="02040503050406030204" pitchFamily="18" charset="0"/>
                              <a:ea typeface="黑体" panose="02010609060101010101" charset="-122"/>
                              <a:cs typeface="Cambria Math" panose="02040503050406030204" pitchFamily="18" charset="0"/>
                            </a:rPr>
                            <m:t>k</m:t>
                          </m:r>
                          <m:r>
                            <m:rPr>
                              <m:sty m:val="p"/>
                            </m:rPr>
                            <a:rPr lang="en-US" altLang="zh-CN" sz="1800" b="0" i="0" baseline="-25000">
                              <a:solidFill>
                                <a:srgbClr val="000000"/>
                              </a:solidFill>
                              <a:latin typeface="Cambria Math" panose="02040503050406030204" pitchFamily="18" charset="0"/>
                              <a:ea typeface="黑体" panose="02010609060101010101" charset="-122"/>
                              <a:cs typeface="Cambria Math" panose="02040503050406030204" pitchFamily="18" charset="0"/>
                            </a:rPr>
                            <m:t>1</m:t>
                          </m:r>
                        </m:num>
                        <m:den>
                          <m:r>
                            <a:rPr lang="zh-CN" altLang="en-US" sz="1800" b="0" i="1">
                              <a:solidFill>
                                <a:srgbClr val="000000"/>
                              </a:solidFill>
                              <a:latin typeface="Cambria Math" panose="02040503050406030204" pitchFamily="18" charset="0"/>
                              <a:ea typeface="MS Mincho" charset="0"/>
                              <a:cs typeface="Cambria Math" panose="02040503050406030204" pitchFamily="18" charset="0"/>
                            </a:rPr>
                            <m:t>（</m:t>
                          </m:r>
                          <m:r>
                            <m:rPr>
                              <m:sty m:val="p"/>
                            </m:rPr>
                            <a:rPr lang="zh-CN" altLang="en-US" sz="1800" b="0" i="0">
                              <a:solidFill>
                                <a:srgbClr val="000000"/>
                              </a:solidFill>
                              <a:latin typeface="Cambria Math" panose="02040503050406030204" pitchFamily="18" charset="0"/>
                              <a:ea typeface="黑体" panose="02010609060101010101" charset="-122"/>
                              <a:cs typeface="Cambria Math" panose="02040503050406030204" pitchFamily="18" charset="0"/>
                            </a:rPr>
                            <m:t>s</m:t>
                          </m:r>
                          <m:r>
                            <a:rPr lang="en-US" altLang="zh-CN" sz="1800" b="0" i="1">
                              <a:solidFill>
                                <a:srgbClr val="000000"/>
                              </a:solidFill>
                              <a:latin typeface="Cambria Math" panose="02040503050406030204" pitchFamily="18" charset="0"/>
                              <a:ea typeface="黑体" panose="02010609060101010101" charset="-122"/>
                              <a:cs typeface="Cambria Math" panose="02040503050406030204" pitchFamily="18" charset="0"/>
                            </a:rPr>
                            <m:t>−</m:t>
                          </m:r>
                          <m:r>
                            <a:rPr lang="en-US" altLang="zh-CN" sz="1800" b="0" i="1">
                              <a:solidFill>
                                <a:srgbClr val="000000"/>
                              </a:solidFill>
                              <a:latin typeface="Cambria Math" panose="02040503050406030204" pitchFamily="18" charset="0"/>
                              <a:ea typeface="MS Mincho" charset="0"/>
                              <a:cs typeface="Cambria Math" panose="02040503050406030204" pitchFamily="18" charset="0"/>
                            </a:rPr>
                            <m:t>(</m:t>
                          </m:r>
                          <m:r>
                            <a:rPr lang="en-US" altLang="zh-CN" sz="1800" b="0" i="1">
                              <a:solidFill>
                                <a:srgbClr val="000000"/>
                              </a:solidFill>
                              <a:latin typeface="Cambria Math" panose="02040503050406030204" pitchFamily="18" charset="0"/>
                              <a:ea typeface="黑体" panose="02010609060101010101" charset="-122"/>
                              <a:cs typeface="Cambria Math" panose="02040503050406030204" pitchFamily="18" charset="0"/>
                            </a:rPr>
                            <m:t>−</m:t>
                          </m:r>
                          <m:r>
                            <a:rPr lang="zh-CN" altLang="en-US" sz="1800" b="0" i="0">
                              <a:solidFill>
                                <a:srgbClr val="000000"/>
                              </a:solidFill>
                              <a:latin typeface="Cambria Math" panose="02040503050406030204" pitchFamily="18" charset="0"/>
                              <a:ea typeface="MS Mincho" charset="0"/>
                              <a:cs typeface="Cambria Math" panose="02040503050406030204" pitchFamily="18" charset="0"/>
                            </a:rPr>
                            <m:t>1</m:t>
                          </m:r>
                          <m:r>
                            <a:rPr lang="en-US" altLang="zh-CN" sz="1800" b="0" i="0">
                              <a:solidFill>
                                <a:srgbClr val="000000"/>
                              </a:solidFill>
                              <a:latin typeface="Cambria Math" panose="02040503050406030204" pitchFamily="18" charset="0"/>
                              <a:ea typeface="MS Mincho" charset="0"/>
                              <a:cs typeface="Cambria Math" panose="02040503050406030204" pitchFamily="18" charset="0"/>
                            </a:rPr>
                            <m:t>+</m:t>
                          </m:r>
                          <m:r>
                            <m:rPr>
                              <m:sty m:val="p"/>
                            </m:rPr>
                            <a:rPr lang="en-US" altLang="zh-CN" sz="1800" b="0" i="0">
                              <a:solidFill>
                                <a:srgbClr val="000000"/>
                              </a:solidFill>
                              <a:latin typeface="Cambria Math" panose="02040503050406030204" pitchFamily="18" charset="0"/>
                              <a:ea typeface="黑体" panose="02010609060101010101" charset="-122"/>
                              <a:cs typeface="Cambria Math" panose="02040503050406030204" pitchFamily="18" charset="0"/>
                            </a:rPr>
                            <m:t>j10</m:t>
                          </m:r>
                          <m:r>
                            <a:rPr lang="en-US" altLang="zh-CN" sz="1800" b="0" i="0">
                              <a:solidFill>
                                <a:srgbClr val="000000"/>
                              </a:solidFill>
                              <a:latin typeface="Cambria Math" panose="02040503050406030204" pitchFamily="18" charset="0"/>
                              <a:ea typeface="MS Mincho" charset="0"/>
                              <a:cs typeface="Cambria Math" panose="02040503050406030204" pitchFamily="18" charset="0"/>
                            </a:rPr>
                            <m:t>))</m:t>
                          </m:r>
                        </m:den>
                      </m:f>
                      <m:r>
                        <a:rPr lang="en-US" altLang="zh-CN" sz="1800" b="0" i="1">
                          <a:solidFill>
                            <a:srgbClr val="000000"/>
                          </a:solidFill>
                          <a:latin typeface="Cambria Math" panose="02040503050406030204" pitchFamily="18" charset="0"/>
                          <a:ea typeface="MS Mincho" charset="0"/>
                          <a:cs typeface="Cambria Math" panose="02040503050406030204" pitchFamily="18" charset="0"/>
                        </a:rPr>
                        <m:t>+</m:t>
                      </m:r>
                      <m:f>
                        <m:fPr>
                          <m:ctrlPr>
                            <a:rPr lang="zh-CN" altLang="en-US" sz="1800" b="0" i="1">
                              <a:solidFill>
                                <a:srgbClr val="000000"/>
                              </a:solidFill>
                              <a:latin typeface="Cambria Math" panose="02040503050406030204" pitchFamily="18" charset="0"/>
                              <a:ea typeface="黑体" panose="02010609060101010101" charset="-122"/>
                              <a:cs typeface="Cambria Math" panose="02040503050406030204" pitchFamily="18" charset="0"/>
                            </a:rPr>
                          </m:ctrlPr>
                        </m:fPr>
                        <m:num>
                          <m:r>
                            <m:rPr>
                              <m:sty m:val="p"/>
                            </m:rPr>
                            <a:rPr lang="en-US" altLang="zh-CN" sz="1800" b="0" i="0">
                              <a:solidFill>
                                <a:srgbClr val="000000"/>
                              </a:solidFill>
                              <a:latin typeface="Cambria Math" panose="02040503050406030204" pitchFamily="18" charset="0"/>
                              <a:ea typeface="黑体" panose="02010609060101010101" charset="-122"/>
                              <a:cs typeface="Cambria Math" panose="02040503050406030204" pitchFamily="18" charset="0"/>
                            </a:rPr>
                            <m:t>k</m:t>
                          </m:r>
                          <m:r>
                            <m:rPr>
                              <m:sty m:val="p"/>
                            </m:rPr>
                            <a:rPr lang="en-US" altLang="zh-CN" sz="1800" b="0" i="0" baseline="-25000">
                              <a:solidFill>
                                <a:srgbClr val="000000"/>
                              </a:solidFill>
                              <a:latin typeface="Cambria Math" panose="02040503050406030204" pitchFamily="18" charset="0"/>
                              <a:ea typeface="黑体" panose="02010609060101010101" charset="-122"/>
                              <a:cs typeface="Cambria Math" panose="02040503050406030204" pitchFamily="18" charset="0"/>
                            </a:rPr>
                            <m:t>2</m:t>
                          </m:r>
                        </m:num>
                        <m:den>
                          <m:r>
                            <a:rPr lang="zh-CN" altLang="en-US" sz="1800" b="0" i="1">
                              <a:solidFill>
                                <a:srgbClr val="000000"/>
                              </a:solidFill>
                              <a:latin typeface="Cambria Math" panose="02040503050406030204" pitchFamily="18" charset="0"/>
                              <a:ea typeface="MS Mincho" charset="0"/>
                              <a:cs typeface="Cambria Math" panose="02040503050406030204" pitchFamily="18" charset="0"/>
                            </a:rPr>
                            <m:t>（</m:t>
                          </m:r>
                          <m:r>
                            <m:rPr>
                              <m:sty m:val="p"/>
                            </m:rPr>
                            <a:rPr lang="zh-CN" altLang="en-US" sz="1800" b="0" i="0">
                              <a:solidFill>
                                <a:srgbClr val="000000"/>
                              </a:solidFill>
                              <a:latin typeface="Cambria Math" panose="02040503050406030204" pitchFamily="18" charset="0"/>
                              <a:ea typeface="黑体" panose="02010609060101010101" charset="-122"/>
                              <a:cs typeface="Cambria Math" panose="02040503050406030204" pitchFamily="18" charset="0"/>
                            </a:rPr>
                            <m:t>s</m:t>
                          </m:r>
                          <m:r>
                            <a:rPr lang="en-US" altLang="zh-CN" sz="1800" b="0" i="0">
                              <a:solidFill>
                                <a:srgbClr val="000000"/>
                              </a:solidFill>
                              <a:latin typeface="Cambria Math" panose="02040503050406030204" pitchFamily="18" charset="0"/>
                              <a:ea typeface="黑体" panose="02010609060101010101" charset="-122"/>
                              <a:cs typeface="Cambria Math" panose="02040503050406030204" pitchFamily="18" charset="0"/>
                            </a:rPr>
                            <m:t>−</m:t>
                          </m:r>
                          <m:r>
                            <a:rPr lang="en-US" altLang="zh-CN" sz="1800" b="0" i="0">
                              <a:solidFill>
                                <a:srgbClr val="000000"/>
                              </a:solidFill>
                              <a:latin typeface="Cambria Math" panose="02040503050406030204" pitchFamily="18" charset="0"/>
                              <a:ea typeface="MS Mincho" charset="0"/>
                              <a:cs typeface="Cambria Math" panose="02040503050406030204" pitchFamily="18" charset="0"/>
                            </a:rPr>
                            <m:t>(</m:t>
                          </m:r>
                          <m:r>
                            <a:rPr lang="en-US" altLang="zh-CN" sz="1800" b="0" i="0">
                              <a:solidFill>
                                <a:srgbClr val="000000"/>
                              </a:solidFill>
                              <a:latin typeface="Cambria Math" panose="02040503050406030204" pitchFamily="18" charset="0"/>
                              <a:ea typeface="黑体" panose="02010609060101010101" charset="-122"/>
                              <a:cs typeface="Cambria Math" panose="02040503050406030204" pitchFamily="18" charset="0"/>
                            </a:rPr>
                            <m:t>−</m:t>
                          </m:r>
                          <m:r>
                            <a:rPr lang="zh-CN" altLang="en-US" sz="1800" b="0" i="0">
                              <a:solidFill>
                                <a:srgbClr val="000000"/>
                              </a:solidFill>
                              <a:latin typeface="Cambria Math" panose="02040503050406030204" pitchFamily="18" charset="0"/>
                              <a:ea typeface="MS Mincho" charset="0"/>
                              <a:cs typeface="Cambria Math" panose="02040503050406030204" pitchFamily="18" charset="0"/>
                            </a:rPr>
                            <m:t>1</m:t>
                          </m:r>
                          <m:r>
                            <a:rPr lang="en-US" altLang="zh-CN" sz="1800" b="0" i="0">
                              <a:solidFill>
                                <a:srgbClr val="000000"/>
                              </a:solidFill>
                              <a:latin typeface="Cambria Math" panose="02040503050406030204" pitchFamily="18" charset="0"/>
                              <a:ea typeface="黑体" panose="02010609060101010101" charset="-122"/>
                              <a:cs typeface="Cambria Math" panose="02040503050406030204" pitchFamily="18" charset="0"/>
                            </a:rPr>
                            <m:t>−</m:t>
                          </m:r>
                          <m:r>
                            <m:rPr>
                              <m:sty m:val="p"/>
                            </m:rPr>
                            <a:rPr lang="en-US" altLang="zh-CN" sz="1800" b="0" i="0">
                              <a:solidFill>
                                <a:srgbClr val="000000"/>
                              </a:solidFill>
                              <a:latin typeface="Cambria Math" panose="02040503050406030204" pitchFamily="18" charset="0"/>
                              <a:ea typeface="黑体" panose="02010609060101010101" charset="-122"/>
                              <a:cs typeface="Cambria Math" panose="02040503050406030204" pitchFamily="18" charset="0"/>
                            </a:rPr>
                            <m:t>j10</m:t>
                          </m:r>
                          <m:r>
                            <a:rPr lang="en-US" altLang="zh-CN" sz="1800" b="0" i="0">
                              <a:solidFill>
                                <a:srgbClr val="000000"/>
                              </a:solidFill>
                              <a:latin typeface="Cambria Math" panose="02040503050406030204" pitchFamily="18" charset="0"/>
                              <a:ea typeface="MS Mincho" charset="0"/>
                              <a:cs typeface="Cambria Math" panose="02040503050406030204" pitchFamily="18" charset="0"/>
                            </a:rPr>
                            <m:t>)</m:t>
                          </m:r>
                          <m:r>
                            <a:rPr lang="en-US" altLang="zh-CN" sz="1800" b="0" i="0">
                              <a:solidFill>
                                <a:srgbClr val="000000"/>
                              </a:solidFill>
                              <a:latin typeface="Cambria Math" panose="02040503050406030204" pitchFamily="18" charset="0"/>
                              <a:ea typeface="MS Mincho" charset="0"/>
                              <a:cs typeface="Cambria Math" panose="02040503050406030204" pitchFamily="18" charset="0"/>
                            </a:rPr>
                            <m:t>)</m:t>
                          </m:r>
                        </m:den>
                      </m:f>
                      <m:r>
                        <a:rPr lang="zh-CN" altLang="en-US" sz="1800" b="0" i="1">
                          <a:solidFill>
                            <a:srgbClr val="000000"/>
                          </a:solidFill>
                          <a:latin typeface="Cambria Math" panose="02040503050406030204" pitchFamily="18" charset="0"/>
                          <a:ea typeface="MS Mincho" charset="0"/>
                          <a:cs typeface="Cambria Math" panose="02040503050406030204" pitchFamily="18" charset="0"/>
                        </a:rPr>
                        <m:t>的原函数</m:t>
                      </m:r>
                    </m:oMath>
                  </m:oMathPara>
                </a14:m>
                <a:endParaRPr lang="zh-CN" altLang="en-US" sz="2000" b="0" i="1">
                  <a:solidFill>
                    <a:srgbClr val="000000"/>
                  </a:solidFill>
                  <a:latin typeface="黑体" panose="02010609060101010101" charset="-122"/>
                  <a:ea typeface="黑体" panose="02010609060101010101" charset="-122"/>
                  <a:cs typeface="黑体" panose="02010609060101010101" charset="-122"/>
                </a:endParaRPr>
              </a:p>
              <a:p>
                <a:br>
                  <a:rPr lang="zh-CN" altLang="en-US" sz="2000" i="1">
                    <a:solidFill>
                      <a:srgbClr val="000000"/>
                    </a:solidFill>
                    <a:latin typeface="Cambria Math" panose="02040503050406030204" pitchFamily="18" charset="0"/>
                  </a:rPr>
                </a:br>
                <a:endParaRPr lang="zh-CN" altLang="en-US" sz="2000" i="1" dirty="0">
                  <a:solidFill>
                    <a:srgbClr val="000000"/>
                  </a:solidFill>
                  <a:latin typeface="Cambria Math" panose="02040503050406030204" pitchFamily="18" charset="0"/>
                  <a:ea typeface="MS Mincho" panose="02020609040205080304" charset="-128"/>
                  <a:cs typeface="Cambria Math" panose="02040503050406030204" pitchFamily="18" charset="0"/>
                </a:endParaRPr>
              </a:p>
            </p:txBody>
          </p:sp>
        </mc:Choice>
        <mc:Fallback>
          <p:sp>
            <p:nvSpPr>
              <p:cNvPr id="337924" name="Object 4"/>
              <p:cNvSpPr txBox="1">
                <a:spLocks noRot="1" noChangeAspect="1" noMove="1" noResize="1" noEditPoints="1" noAdjustHandles="1" noChangeArrowheads="1" noChangeShapeType="1" noTextEdit="1"/>
              </p:cNvSpPr>
              <p:nvPr/>
            </p:nvSpPr>
            <p:spPr bwMode="auto">
              <a:xfrm>
                <a:off x="683895" y="1471930"/>
                <a:ext cx="8341360" cy="756285"/>
              </a:xfrm>
              <a:prstGeom prst="rect">
                <a:avLst/>
              </a:prstGeom>
              <a:blipFill rotWithShape="1">
                <a:blip r:embed="rId5"/>
                <a:stretch>
                  <a:fillRect b="-61797"/>
                </a:stretch>
              </a:blipFill>
              <a:ln>
                <a:noFill/>
              </a:ln>
              <a:effectLst/>
            </p:spPr>
            <p:txBody>
              <a:bodyPr/>
              <a:lstStyle/>
              <a:p>
                <a:r>
                  <a:rPr lang="zh-CN" altLang="en-US">
                    <a:noFill/>
                  </a:rPr>
                  <a:t> </a:t>
                </a:r>
              </a:p>
            </p:txBody>
          </p:sp>
        </mc:Fallback>
      </mc:AlternateContent>
      <p:graphicFrame>
        <p:nvGraphicFramePr>
          <p:cNvPr id="337925" name="Object 5"/>
          <p:cNvGraphicFramePr>
            <a:graphicFrameLocks noChangeAspect="1"/>
          </p:cNvGraphicFramePr>
          <p:nvPr/>
        </p:nvGraphicFramePr>
        <p:xfrm>
          <a:off x="827405" y="3903980"/>
          <a:ext cx="6993890" cy="783590"/>
        </p:xfrm>
        <a:graphic>
          <a:graphicData uri="http://schemas.openxmlformats.org/presentationml/2006/ole">
            <mc:AlternateContent xmlns:mc="http://schemas.openxmlformats.org/markup-compatibility/2006">
              <mc:Choice xmlns:v="urn:schemas-microsoft-com:vml" Requires="v">
                <p:oleObj spid="_x0000_s4" name="公式" r:id="rId6" imgW="3251200" imgH="419100" progId="Equation.3">
                  <p:embed/>
                </p:oleObj>
              </mc:Choice>
              <mc:Fallback>
                <p:oleObj name="公式" r:id="rId6" imgW="3251200" imgH="419100" progId="Equation.3">
                  <p:embed/>
                  <p:pic>
                    <p:nvPicPr>
                      <p:cNvPr id="0" name="Object 5"/>
                      <p:cNvPicPr>
                        <a:picLocks noChangeAspect="1" noChangeArrowheads="1"/>
                      </p:cNvPicPr>
                      <p:nvPr/>
                    </p:nvPicPr>
                    <p:blipFill>
                      <a:blip r:embed="rId7">
                        <a:biLevel thresh="50000"/>
                        <a:grayscl/>
                        <a:extLst>
                          <a:ext uri="{28A0092B-C50C-407E-A947-70E740481C1C}">
                            <a14:useLocalDpi xmlns:a14="http://schemas.microsoft.com/office/drawing/2010/main" val="0"/>
                          </a:ext>
                        </a:extLst>
                      </a:blip>
                      <a:srcRect/>
                      <a:stretch>
                        <a:fillRect/>
                      </a:stretch>
                    </p:blipFill>
                    <p:spPr bwMode="auto">
                      <a:xfrm>
                        <a:off x="827405" y="3903980"/>
                        <a:ext cx="6993890" cy="783590"/>
                      </a:xfrm>
                      <a:prstGeom prst="rect">
                        <a:avLst/>
                      </a:prstGeom>
                      <a:solidFill>
                        <a:schemeClr val="tx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337926" name="Object 6"/>
          <p:cNvGraphicFramePr>
            <a:graphicFrameLocks noChangeAspect="1"/>
          </p:cNvGraphicFramePr>
          <p:nvPr/>
        </p:nvGraphicFramePr>
        <p:xfrm>
          <a:off x="2051685" y="4901565"/>
          <a:ext cx="4271645" cy="486410"/>
        </p:xfrm>
        <a:graphic>
          <a:graphicData uri="http://schemas.openxmlformats.org/presentationml/2006/ole">
            <mc:AlternateContent xmlns:mc="http://schemas.openxmlformats.org/markup-compatibility/2006">
              <mc:Choice xmlns:v="urn:schemas-microsoft-com:vml" Requires="v">
                <p:oleObj spid="_x0000_s5" name="公式" r:id="rId8" imgW="2057400" imgH="228600" progId="Equation.3">
                  <p:embed/>
                </p:oleObj>
              </mc:Choice>
              <mc:Fallback>
                <p:oleObj name="公式" r:id="rId8" imgW="2057400" imgH="228600" progId="Equation.3">
                  <p:embed/>
                  <p:pic>
                    <p:nvPicPr>
                      <p:cNvPr id="0" name="Object 6"/>
                      <p:cNvPicPr>
                        <a:picLocks noChangeAspect="1" noChangeArrowheads="1"/>
                      </p:cNvPicPr>
                      <p:nvPr/>
                    </p:nvPicPr>
                    <p:blipFill>
                      <a:blip r:embed="rId9">
                        <a:biLevel thresh="50000"/>
                        <a:grayscl/>
                        <a:extLst>
                          <a:ext uri="{28A0092B-C50C-407E-A947-70E740481C1C}">
                            <a14:useLocalDpi xmlns:a14="http://schemas.microsoft.com/office/drawing/2010/main" val="0"/>
                          </a:ext>
                        </a:extLst>
                      </a:blip>
                      <a:srcRect/>
                      <a:stretch>
                        <a:fillRect/>
                      </a:stretch>
                    </p:blipFill>
                    <p:spPr bwMode="auto">
                      <a:xfrm>
                        <a:off x="2051685" y="4901565"/>
                        <a:ext cx="4271645" cy="486410"/>
                      </a:xfrm>
                      <a:prstGeom prst="rect">
                        <a:avLst/>
                      </a:prstGeom>
                      <a:solidFill>
                        <a:schemeClr val="tx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pSp>
        <p:nvGrpSpPr>
          <p:cNvPr id="6" name="Group 12"/>
          <p:cNvGrpSpPr/>
          <p:nvPr/>
        </p:nvGrpSpPr>
        <p:grpSpPr bwMode="auto">
          <a:xfrm>
            <a:off x="899795" y="5445125"/>
            <a:ext cx="6684010" cy="1344930"/>
            <a:chOff x="385" y="3113"/>
            <a:chExt cx="5117" cy="775"/>
          </a:xfrm>
        </p:grpSpPr>
        <p:graphicFrame>
          <p:nvGraphicFramePr>
            <p:cNvPr id="51211" name="Object 7"/>
            <p:cNvGraphicFramePr>
              <a:graphicFrameLocks noChangeAspect="1"/>
            </p:cNvGraphicFramePr>
            <p:nvPr/>
          </p:nvGraphicFramePr>
          <p:xfrm>
            <a:off x="385" y="3203"/>
            <a:ext cx="5117" cy="685"/>
          </p:xfrm>
          <a:graphic>
            <a:graphicData uri="http://schemas.openxmlformats.org/presentationml/2006/ole">
              <mc:AlternateContent xmlns:mc="http://schemas.openxmlformats.org/markup-compatibility/2006">
                <mc:Choice xmlns:v="urn:schemas-microsoft-com:vml" Requires="v">
                  <p:oleObj spid="_x0000_s7" name="公式" r:id="rId10" imgW="2236470" imgH="290830" progId="Equation.3">
                    <p:embed/>
                  </p:oleObj>
                </mc:Choice>
                <mc:Fallback>
                  <p:oleObj name="公式" r:id="rId10" imgW="2236470" imgH="290830" progId="Equation.3">
                    <p:embed/>
                    <p:pic>
                      <p:nvPicPr>
                        <p:cNvPr id="0" name="Object 7"/>
                        <p:cNvPicPr>
                          <a:picLocks noChangeAspect="1" noChangeArrowheads="1"/>
                        </p:cNvPicPr>
                        <p:nvPr/>
                      </p:nvPicPr>
                      <p:blipFill>
                        <a:blip r:embed="rId11">
                          <a:biLevel thresh="50000"/>
                          <a:grayscl/>
                          <a:extLst>
                            <a:ext uri="{28A0092B-C50C-407E-A947-70E740481C1C}">
                              <a14:useLocalDpi xmlns:a14="http://schemas.microsoft.com/office/drawing/2010/main" val="0"/>
                            </a:ext>
                          </a:extLst>
                        </a:blip>
                        <a:srcRect/>
                        <a:stretch>
                          <a:fillRect/>
                        </a:stretch>
                      </p:blipFill>
                      <p:spPr bwMode="auto">
                        <a:xfrm>
                          <a:off x="385" y="3203"/>
                          <a:ext cx="5117" cy="685"/>
                        </a:xfrm>
                        <a:prstGeom prst="rect">
                          <a:avLst/>
                        </a:prstGeom>
                        <a:solidFill>
                          <a:schemeClr val="tx1"/>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1212" name="AutoShape 10"/>
            <p:cNvSpPr>
              <a:spLocks noChangeArrowheads="1"/>
            </p:cNvSpPr>
            <p:nvPr/>
          </p:nvSpPr>
          <p:spPr bwMode="auto">
            <a:xfrm>
              <a:off x="1429" y="3113"/>
              <a:ext cx="589" cy="362"/>
            </a:xfrm>
            <a:prstGeom prst="wedgeEllipseCallout">
              <a:avLst>
                <a:gd name="adj1" fmla="val -90745"/>
                <a:gd name="adj2" fmla="val 48343"/>
              </a:avLst>
            </a:prstGeom>
            <a:noFill/>
            <a:ln w="9525">
              <a:solidFill>
                <a:schemeClr val="bg1"/>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algn="ctr" eaLnBrk="1" hangingPunct="1">
                <a:spcBef>
                  <a:spcPct val="0"/>
                </a:spcBef>
                <a:buFontTx/>
                <a:buNone/>
              </a:pPr>
              <a:r>
                <a:rPr kumimoji="0" lang="zh-CN" altLang="en-US" sz="1400">
                  <a:solidFill>
                    <a:srgbClr val="000000"/>
                  </a:solidFill>
                  <a:ea typeface="宋体" panose="02010600030101010101" pitchFamily="2" charset="-122"/>
                </a:rPr>
                <a:t>时移性质</a:t>
              </a:r>
              <a:endParaRPr kumimoji="0" lang="zh-CN" altLang="en-US" sz="1400">
                <a:solidFill>
                  <a:srgbClr val="000000"/>
                </a:solidFill>
                <a:ea typeface="宋体" panose="02010600030101010101" pitchFamily="2" charset="-122"/>
              </a:endParaRPr>
            </a:p>
          </p:txBody>
        </p:sp>
        <p:sp>
          <p:nvSpPr>
            <p:cNvPr id="51213" name="Oval 11"/>
            <p:cNvSpPr>
              <a:spLocks noChangeArrowheads="1"/>
            </p:cNvSpPr>
            <p:nvPr/>
          </p:nvSpPr>
          <p:spPr bwMode="auto">
            <a:xfrm>
              <a:off x="1020" y="3249"/>
              <a:ext cx="318" cy="317"/>
            </a:xfrm>
            <a:prstGeom prst="ellipse">
              <a:avLst/>
            </a:prstGeom>
            <a:noFill/>
            <a:ln w="9525">
              <a:solidFill>
                <a:srgbClr val="FF0000"/>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spcBef>
                  <a:spcPct val="0"/>
                </a:spcBef>
                <a:buFontTx/>
                <a:buNone/>
              </a:pPr>
              <a:endParaRPr kumimoji="0" lang="zh-CN" altLang="en-US" sz="1800">
                <a:ea typeface="宋体" panose="02010600030101010101" pitchFamily="2" charset="-122"/>
              </a:endParaRPr>
            </a:p>
          </p:txBody>
        </p:sp>
      </p:grpSp>
      <p:graphicFrame>
        <p:nvGraphicFramePr>
          <p:cNvPr id="51209" name="Object 13"/>
          <p:cNvGraphicFramePr>
            <a:graphicFrameLocks noChangeAspect="1"/>
          </p:cNvGraphicFramePr>
          <p:nvPr/>
        </p:nvGraphicFramePr>
        <p:xfrm>
          <a:off x="1185863" y="-15875"/>
          <a:ext cx="290512" cy="549275"/>
        </p:xfrm>
        <a:graphic>
          <a:graphicData uri="http://schemas.openxmlformats.org/presentationml/2006/ole">
            <mc:AlternateContent xmlns:mc="http://schemas.openxmlformats.org/markup-compatibility/2006">
              <mc:Choice xmlns:v="urn:schemas-microsoft-com:vml" Requires="v">
                <p:oleObj spid="_x0000_s8" name="公式" r:id="rId12" imgW="114300" imgH="215900" progId="Equation.3">
                  <p:embed/>
                </p:oleObj>
              </mc:Choice>
              <mc:Fallback>
                <p:oleObj name="公式" r:id="rId12" imgW="114300" imgH="215900" progId="Equation.3">
                  <p:embed/>
                  <p:pic>
                    <p:nvPicPr>
                      <p:cNvPr id="0" name="Object 13"/>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185863" y="-15875"/>
                        <a:ext cx="290512" cy="549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sp>
        <p:nvSpPr>
          <p:cNvPr id="51210" name="Text Box 15"/>
          <p:cNvSpPr txBox="1">
            <a:spLocks noChangeArrowheads="1"/>
          </p:cNvSpPr>
          <p:nvPr/>
        </p:nvSpPr>
        <p:spPr bwMode="auto">
          <a:xfrm>
            <a:off x="395288" y="188595"/>
            <a:ext cx="158432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spcBef>
                <a:spcPct val="50000"/>
              </a:spcBef>
              <a:buFontTx/>
              <a:buNone/>
            </a:pPr>
            <a:r>
              <a:rPr kumimoji="0" lang="zh-CN" altLang="en-US" sz="1800">
                <a:solidFill>
                  <a:srgbClr val="FF0000"/>
                </a:solidFill>
                <a:ea typeface="宋体" panose="02010600030101010101" pitchFamily="2" charset="-122"/>
              </a:rPr>
              <a:t>补充例题</a:t>
            </a:r>
            <a:endParaRPr kumimoji="0" lang="en-US" altLang="zh-CN" sz="1800">
              <a:solidFill>
                <a:srgbClr val="FF0000"/>
              </a:solidFill>
              <a:ea typeface="宋体" panose="02010600030101010101" pitchFamily="2" charset="-122"/>
            </a:endParaRPr>
          </a:p>
        </p:txBody>
      </p:sp>
      <p:sp>
        <p:nvSpPr>
          <p:cNvPr id="9" name="墨迹 4"/>
          <p:cNvSpPr/>
          <p:nvPr/>
        </p:nvSpPr>
        <p:spPr bwMode="auto">
          <a:xfrm>
            <a:off x="5434560" y="91440"/>
            <a:ext cx="549000" cy="502200"/>
          </a:xfrm>
        </p:spPr>
      </p:sp>
      <mc:AlternateContent xmlns:mc="http://schemas.openxmlformats.org/markup-compatibility/2006">
        <mc:Choice xmlns:a14="http://schemas.microsoft.com/office/drawing/2010/main" Requires="a14">
          <p:sp>
            <p:nvSpPr>
              <p:cNvPr id="10" name="文本框 9"/>
              <p:cNvSpPr txBox="1"/>
              <p:nvPr/>
            </p:nvSpPr>
            <p:spPr>
              <a:xfrm>
                <a:off x="970915" y="2348865"/>
                <a:ext cx="8100695" cy="480060"/>
              </a:xfrm>
              <a:prstGeom prst="rect">
                <a:avLst/>
              </a:prstGeom>
              <a:noFill/>
            </p:spPr>
            <p:txBody>
              <a:bodyPr wrap="square" rtlCol="0" anchor="t">
                <a:noAutofit/>
              </a:bodyPr>
              <a:p>
                <a14:m>
                  <m:oMathPara xmlns:m="http://schemas.openxmlformats.org/officeDocument/2006/math">
                    <m:oMathParaPr>
                      <m:jc m:val="left"/>
                    </m:oMathParaPr>
                    <m:oMath xmlns:m="http://schemas.openxmlformats.org/officeDocument/2006/math">
                      <m:sSub>
                        <m:sSubPr>
                          <m:ctrlPr>
                            <a:rPr lang="zh-CN" altLang="en-US" sz="2000" i="1">
                              <a:solidFill>
                                <a:srgbClr val="000000"/>
                              </a:solidFill>
                              <a:latin typeface="Cambria Math" panose="02040503050406030204" pitchFamily="18" charset="0"/>
                            </a:rPr>
                          </m:ctrlPr>
                        </m:sSubPr>
                        <m:e>
                          <m:r>
                            <a:rPr lang="en-US" altLang="zh-CN" sz="2000" i="1">
                              <a:solidFill>
                                <a:srgbClr val="000000"/>
                              </a:solidFill>
                              <a:latin typeface="Cambria Math" panose="02040503050406030204" pitchFamily="18" charset="0"/>
                            </a:rPr>
                            <m:t> </m:t>
                          </m:r>
                          <m:r>
                            <a:rPr lang="zh-CN" altLang="en-US" sz="2000" b="0" i="1">
                              <a:solidFill>
                                <a:srgbClr val="000000"/>
                              </a:solidFill>
                              <a:latin typeface="Cambria Math" panose="02040503050406030204" pitchFamily="18" charset="0"/>
                              <a:ea typeface="MS Mincho" charset="0"/>
                              <a:cs typeface="Cambria Math" panose="02040503050406030204" pitchFamily="18" charset="0"/>
                            </a:rPr>
                            <m:t>解得</m:t>
                          </m:r>
                          <m:r>
                            <a:rPr lang="zh-CN" altLang="en-US" sz="2000" i="1">
                              <a:solidFill>
                                <a:srgbClr val="000000"/>
                              </a:solidFill>
                              <a:latin typeface="Cambria Math" panose="02040503050406030204" pitchFamily="18" charset="0"/>
                              <a:ea typeface="MS Mincho" charset="0"/>
                              <a:cs typeface="Cambria Math" panose="02040503050406030204" pitchFamily="18" charset="0"/>
                            </a:rPr>
                            <m:t>特征根为</m:t>
                          </m:r>
                          <m:r>
                            <a:rPr lang="en-US" altLang="zh-CN" sz="2000" i="1">
                              <a:solidFill>
                                <a:srgbClr val="000000"/>
                              </a:solidFill>
                              <a:latin typeface="Cambria Math" panose="02040503050406030204" pitchFamily="18" charset="0"/>
                              <a:ea typeface="MS Mincho" charset="0"/>
                              <a:cs typeface="Cambria Math" panose="02040503050406030204" pitchFamily="18" charset="0"/>
                            </a:rPr>
                            <m:t>：</m:t>
                          </m:r>
                          <m:r>
                            <a:rPr lang="en-US" altLang="zh-CN" sz="2000" i="1">
                              <a:solidFill>
                                <a:srgbClr val="000000"/>
                              </a:solidFill>
                              <a:latin typeface="Cambria Math" panose="02040503050406030204" pitchFamily="18" charset="0"/>
                            </a:rPr>
                            <m:t> </m:t>
                          </m:r>
                          <m:r>
                            <a:rPr lang="zh-CN" altLang="en-US" sz="2000" i="1">
                              <a:solidFill>
                                <a:srgbClr val="000000"/>
                              </a:solidFill>
                              <a:latin typeface="Cambria Math" panose="02040503050406030204" pitchFamily="18" charset="0"/>
                            </a:rPr>
                            <m:t>𝑠</m:t>
                          </m:r>
                        </m:e>
                        <m:sub>
                          <m:r>
                            <a:rPr lang="zh-CN" altLang="en-US" sz="2000" i="0">
                              <a:solidFill>
                                <a:srgbClr val="000000"/>
                              </a:solidFill>
                              <a:latin typeface="Cambria Math" panose="02040503050406030204" pitchFamily="18" charset="0"/>
                            </a:rPr>
                            <m:t>1</m:t>
                          </m:r>
                        </m:sub>
                      </m:sSub>
                      <m:r>
                        <a:rPr lang="zh-CN" altLang="en-US" sz="2000" i="1">
                          <a:solidFill>
                            <a:srgbClr val="000000"/>
                          </a:solidFill>
                          <a:latin typeface="Cambria Math" panose="02040503050406030204" pitchFamily="18" charset="0"/>
                        </a:rPr>
                        <m:t>=−</m:t>
                      </m:r>
                      <m:r>
                        <a:rPr lang="zh-CN" altLang="en-US" sz="2000" i="1">
                          <a:solidFill>
                            <a:srgbClr val="000000"/>
                          </a:solidFill>
                          <a:latin typeface="Cambria Math" panose="02040503050406030204" pitchFamily="18" charset="0"/>
                        </a:rPr>
                        <m:t>1</m:t>
                      </m:r>
                      <m:r>
                        <a:rPr lang="zh-CN" altLang="en-US" sz="2000" i="1">
                          <a:solidFill>
                            <a:srgbClr val="000000"/>
                          </a:solidFill>
                          <a:latin typeface="Cambria Math" panose="02040503050406030204" pitchFamily="18" charset="0"/>
                        </a:rPr>
                        <m:t>+</m:t>
                      </m:r>
                      <m:r>
                        <a:rPr lang="zh-CN" altLang="en-US" sz="2000" i="1">
                          <a:solidFill>
                            <a:srgbClr val="000000"/>
                          </a:solidFill>
                          <a:latin typeface="Cambria Math" panose="02040503050406030204" pitchFamily="18" charset="0"/>
                        </a:rPr>
                        <m:t>𝑗</m:t>
                      </m:r>
                      <m:r>
                        <a:rPr lang="zh-CN" altLang="en-US" sz="2000" i="1">
                          <a:solidFill>
                            <a:srgbClr val="000000"/>
                          </a:solidFill>
                          <a:latin typeface="Cambria Math" panose="02040503050406030204" pitchFamily="18" charset="0"/>
                        </a:rPr>
                        <m:t>10</m:t>
                      </m:r>
                      <m:r>
                        <m:rPr>
                          <m:nor/>
                        </m:rPr>
                        <a:rPr lang="zh-CN" altLang="en-US" sz="2000" i="0">
                          <a:solidFill>
                            <a:srgbClr val="000000"/>
                          </a:solidFill>
                          <a:latin typeface="Cambria Math" panose="02040503050406030204" pitchFamily="18" charset="0"/>
                        </a:rPr>
                        <m:t>  </m:t>
                      </m:r>
                      <m:r>
                        <a:rPr lang="zh-CN" altLang="en-US" sz="2000" i="1">
                          <a:solidFill>
                            <a:srgbClr val="000000"/>
                          </a:solidFill>
                          <a:latin typeface="Cambria Math" panose="02040503050406030204" pitchFamily="18" charset="0"/>
                        </a:rPr>
                        <m:t>，</m:t>
                      </m:r>
                      <m:sSub>
                        <m:sSubPr>
                          <m:ctrlPr>
                            <a:rPr lang="zh-CN" altLang="en-US" sz="2000" i="1">
                              <a:solidFill>
                                <a:srgbClr val="000000"/>
                              </a:solidFill>
                              <a:latin typeface="Cambria Math" panose="02040503050406030204" pitchFamily="18" charset="0"/>
                            </a:rPr>
                          </m:ctrlPr>
                        </m:sSubPr>
                        <m:e>
                          <m:r>
                            <a:rPr lang="zh-CN" altLang="en-US" sz="2000" i="1">
                              <a:solidFill>
                                <a:srgbClr val="000000"/>
                              </a:solidFill>
                              <a:latin typeface="Cambria Math" panose="02040503050406030204" pitchFamily="18" charset="0"/>
                            </a:rPr>
                            <m:t>𝑠</m:t>
                          </m:r>
                        </m:e>
                        <m:sub>
                          <m:r>
                            <a:rPr lang="zh-CN" altLang="en-US" sz="2000" i="0">
                              <a:solidFill>
                                <a:srgbClr val="000000"/>
                              </a:solidFill>
                              <a:latin typeface="Cambria Math" panose="02040503050406030204" pitchFamily="18" charset="0"/>
                            </a:rPr>
                            <m:t>2</m:t>
                          </m:r>
                        </m:sub>
                      </m:sSub>
                      <m:r>
                        <a:rPr lang="zh-CN" altLang="en-US" sz="2000" i="1">
                          <a:solidFill>
                            <a:srgbClr val="000000"/>
                          </a:solidFill>
                          <a:latin typeface="Cambria Math" panose="02040503050406030204" pitchFamily="18" charset="0"/>
                        </a:rPr>
                        <m:t>=−</m:t>
                      </m:r>
                      <m:r>
                        <a:rPr lang="zh-CN" altLang="en-US" sz="2000" i="1">
                          <a:solidFill>
                            <a:srgbClr val="000000"/>
                          </a:solidFill>
                          <a:latin typeface="Cambria Math" panose="02040503050406030204" pitchFamily="18" charset="0"/>
                        </a:rPr>
                        <m:t>1</m:t>
                      </m:r>
                      <m:r>
                        <a:rPr lang="zh-CN" altLang="en-US" sz="2000" i="1">
                          <a:solidFill>
                            <a:srgbClr val="000000"/>
                          </a:solidFill>
                          <a:latin typeface="Cambria Math" panose="02040503050406030204" pitchFamily="18" charset="0"/>
                        </a:rPr>
                        <m:t>−</m:t>
                      </m:r>
                      <m:r>
                        <a:rPr lang="zh-CN" altLang="en-US" sz="2000" i="1">
                          <a:solidFill>
                            <a:srgbClr val="000000"/>
                          </a:solidFill>
                          <a:latin typeface="Cambria Math" panose="02040503050406030204" pitchFamily="18" charset="0"/>
                        </a:rPr>
                        <m:t>𝑗</m:t>
                      </m:r>
                      <m:r>
                        <a:rPr lang="zh-CN" altLang="en-US" sz="2000" i="1">
                          <a:solidFill>
                            <a:srgbClr val="000000"/>
                          </a:solidFill>
                          <a:latin typeface="Cambria Math" panose="02040503050406030204" pitchFamily="18" charset="0"/>
                        </a:rPr>
                        <m:t>10</m:t>
                      </m:r>
                      <m:r>
                        <a:rPr lang="zh-CN" altLang="en-US" sz="2000" i="1">
                          <a:solidFill>
                            <a:srgbClr val="000000"/>
                          </a:solidFill>
                          <a:latin typeface="Cambria Math" panose="02040503050406030204" pitchFamily="18" charset="0"/>
                        </a:rPr>
                        <m:t>,</m:t>
                      </m:r>
                      <m:sSup>
                        <m:sSupPr>
                          <m:ctrlPr>
                            <a:rPr lang="zh-CN" altLang="en-US" sz="2000" i="1">
                              <a:solidFill>
                                <a:srgbClr val="FF0000"/>
                              </a:solidFill>
                              <a:latin typeface="Cambria Math" panose="02040503050406030204" pitchFamily="18" charset="0"/>
                            </a:rPr>
                          </m:ctrlPr>
                        </m:sSupPr>
                        <m:e>
                          <m:r>
                            <a:rPr lang="en-US" altLang="zh-CN" sz="2000" i="1">
                              <a:solidFill>
                                <a:srgbClr val="FF0000"/>
                              </a:solidFill>
                              <a:latin typeface="Cambria Math" panose="02040503050406030204" pitchFamily="18" charset="0"/>
                            </a:rPr>
                            <m:t>   </m:t>
                          </m:r>
                          <m:r>
                            <a:rPr lang="zh-CN" altLang="en-US" sz="2000" i="1">
                              <a:solidFill>
                                <a:srgbClr val="FF0000"/>
                              </a:solidFill>
                              <a:latin typeface="Cambria Math" panose="02040503050406030204" pitchFamily="18" charset="0"/>
                            </a:rPr>
                            <m:t>𝐷</m:t>
                          </m:r>
                        </m:e>
                        <m:sup>
                          <m:r>
                            <a:rPr lang="zh-CN" altLang="en-US" sz="2000" i="1">
                              <a:solidFill>
                                <a:srgbClr val="FF0000"/>
                              </a:solidFill>
                              <a:latin typeface="Cambria Math" panose="02040503050406030204" pitchFamily="18" charset="0"/>
                            </a:rPr>
                            <m:t>′</m:t>
                          </m:r>
                        </m:sup>
                      </m:sSup>
                      <m:r>
                        <a:rPr lang="zh-CN" altLang="en-US" sz="2000" i="1">
                          <a:solidFill>
                            <a:srgbClr val="FF0000"/>
                          </a:solidFill>
                          <a:latin typeface="Cambria Math" panose="02040503050406030204" pitchFamily="18" charset="0"/>
                        </a:rPr>
                        <m:t>(</m:t>
                      </m:r>
                      <m:r>
                        <a:rPr lang="zh-CN" altLang="en-US" sz="2000" i="1">
                          <a:solidFill>
                            <a:srgbClr val="FF0000"/>
                          </a:solidFill>
                          <a:latin typeface="Cambria Math" panose="02040503050406030204" pitchFamily="18" charset="0"/>
                        </a:rPr>
                        <m:t>𝑠</m:t>
                      </m:r>
                      <m:r>
                        <a:rPr lang="zh-CN" altLang="en-US" sz="2000" i="1">
                          <a:solidFill>
                            <a:srgbClr val="FF0000"/>
                          </a:solidFill>
                          <a:latin typeface="Cambria Math" panose="02040503050406030204" pitchFamily="18" charset="0"/>
                        </a:rPr>
                        <m:t>)=</m:t>
                      </m:r>
                      <m:r>
                        <a:rPr lang="zh-CN" altLang="en-US" sz="2000" i="1">
                          <a:solidFill>
                            <a:srgbClr val="FF0000"/>
                          </a:solidFill>
                          <a:latin typeface="Cambria Math" panose="02040503050406030204" pitchFamily="18" charset="0"/>
                        </a:rPr>
                        <m:t>2</m:t>
                      </m:r>
                      <m:r>
                        <a:rPr lang="zh-CN" altLang="en-US" sz="2000" i="1">
                          <a:solidFill>
                            <a:srgbClr val="FF0000"/>
                          </a:solidFill>
                          <a:latin typeface="Cambria Math" panose="02040503050406030204" pitchFamily="18" charset="0"/>
                        </a:rPr>
                        <m:t>𝑠</m:t>
                      </m:r>
                      <m:r>
                        <a:rPr lang="zh-CN" altLang="en-US" sz="2000" i="1">
                          <a:solidFill>
                            <a:srgbClr val="FF0000"/>
                          </a:solidFill>
                          <a:latin typeface="Cambria Math" panose="02040503050406030204" pitchFamily="18" charset="0"/>
                        </a:rPr>
                        <m:t>+</m:t>
                      </m:r>
                      <m:r>
                        <a:rPr lang="zh-CN" altLang="en-US" sz="2000" i="1">
                          <a:solidFill>
                            <a:srgbClr val="FF0000"/>
                          </a:solidFill>
                          <a:latin typeface="Cambria Math" panose="02040503050406030204" pitchFamily="18" charset="0"/>
                        </a:rPr>
                        <m:t>2</m:t>
                      </m:r>
                    </m:oMath>
                  </m:oMathPara>
                </a14:m>
                <a:endParaRPr lang="zh-CN" altLang="en-US" sz="2000" i="1">
                  <a:solidFill>
                    <a:srgbClr val="FF0000"/>
                  </a:solidFill>
                  <a:latin typeface="Cambria Math" panose="02040503050406030204" pitchFamily="18" charset="0"/>
                  <a:sym typeface="+mn-ea"/>
                </a:endParaRPr>
              </a:p>
            </p:txBody>
          </p:sp>
        </mc:Choice>
        <mc:Fallback>
          <p:sp>
            <p:nvSpPr>
              <p:cNvPr id="10" name="文本框 9"/>
              <p:cNvSpPr txBox="1">
                <a:spLocks noRot="1" noChangeAspect="1" noMove="1" noResize="1" noEditPoints="1" noAdjustHandles="1" noChangeArrowheads="1" noChangeShapeType="1" noTextEdit="1"/>
              </p:cNvSpPr>
              <p:nvPr/>
            </p:nvSpPr>
            <p:spPr>
              <a:xfrm>
                <a:off x="970915" y="2348865"/>
                <a:ext cx="8100695" cy="480060"/>
              </a:xfrm>
              <a:prstGeom prst="rect">
                <a:avLst/>
              </a:prstGeom>
              <a:blipFill rotWithShape="1">
                <a:blip r:embed="rId14"/>
                <a:stretch>
                  <a:fillRect/>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1" name="文本框 10"/>
              <p:cNvSpPr txBox="1"/>
              <p:nvPr/>
            </p:nvSpPr>
            <p:spPr>
              <a:xfrm>
                <a:off x="4686935" y="2949575"/>
                <a:ext cx="4265295" cy="883920"/>
              </a:xfrm>
              <a:prstGeom prst="rect">
                <a:avLst/>
              </a:prstGeom>
              <a:noFill/>
            </p:spPr>
            <p:txBody>
              <a:bodyPr wrap="square" rtlCol="0" anchor="t">
                <a:noAutofit/>
              </a:bodyPr>
              <a:p>
                <a14:m>
                  <m:oMathPara xmlns:m="http://schemas.openxmlformats.org/officeDocument/2006/math">
                    <m:oMathParaPr>
                      <m:jc m:val="centerGroup"/>
                    </m:oMathParaPr>
                    <m:oMath xmlns:m="http://schemas.openxmlformats.org/officeDocument/2006/math">
                      <m:sSub>
                        <m:sSubPr>
                          <m:ctrlPr>
                            <a:rPr lang="zh-CN" altLang="en-US" sz="1600" i="1">
                              <a:solidFill>
                                <a:srgbClr val="000000"/>
                              </a:solidFill>
                              <a:latin typeface="Cambria Math" panose="02040503050406030204" pitchFamily="18" charset="0"/>
                            </a:rPr>
                          </m:ctrlPr>
                        </m:sSubPr>
                        <m:e>
                          <m:r>
                            <a:rPr lang="zh-CN" altLang="en-US" sz="1600" i="1">
                              <a:solidFill>
                                <a:srgbClr val="000000"/>
                              </a:solidFill>
                              <a:latin typeface="Cambria Math" panose="02040503050406030204" pitchFamily="18" charset="0"/>
                            </a:rPr>
                            <m:t>𝑘</m:t>
                          </m:r>
                        </m:e>
                        <m:sub>
                          <m:r>
                            <a:rPr lang="zh-CN" altLang="en-US" sz="1600" i="1">
                              <a:solidFill>
                                <a:srgbClr val="000000"/>
                              </a:solidFill>
                              <a:latin typeface="Cambria Math" panose="02040503050406030204" pitchFamily="18" charset="0"/>
                            </a:rPr>
                            <m:t>2</m:t>
                          </m:r>
                        </m:sub>
                      </m:sSub>
                      <m:r>
                        <a:rPr lang="zh-CN" altLang="en-US" sz="1600" i="1">
                          <a:solidFill>
                            <a:srgbClr val="000000"/>
                          </a:solidFill>
                          <a:latin typeface="Cambria Math" panose="02040503050406030204" pitchFamily="18" charset="0"/>
                        </a:rPr>
                        <m:t>=</m:t>
                      </m:r>
                      <m:sSub>
                        <m:sSubPr>
                          <m:ctrlPr>
                            <a:rPr lang="zh-CN" altLang="en-US" sz="1600" i="1">
                              <a:solidFill>
                                <a:srgbClr val="000000"/>
                              </a:solidFill>
                              <a:latin typeface="Cambria Math" panose="02040503050406030204" pitchFamily="18" charset="0"/>
                            </a:rPr>
                          </m:ctrlPr>
                        </m:sSubPr>
                        <m:e>
                          <m:d>
                            <m:dPr>
                              <m:begChr m:val=""/>
                              <m:endChr m:val="|"/>
                              <m:ctrlPr>
                                <a:rPr lang="zh-CN" altLang="en-US" sz="1600" i="1">
                                  <a:solidFill>
                                    <a:srgbClr val="000000"/>
                                  </a:solidFill>
                                  <a:latin typeface="Cambria Math" panose="02040503050406030204" pitchFamily="18" charset="0"/>
                                </a:rPr>
                              </m:ctrlPr>
                            </m:dPr>
                            <m:e>
                              <m:f>
                                <m:fPr>
                                  <m:ctrlPr>
                                    <a:rPr lang="zh-CN" altLang="en-US" sz="1600" i="1">
                                      <a:solidFill>
                                        <a:srgbClr val="000000"/>
                                      </a:solidFill>
                                      <a:latin typeface="Cambria Math" panose="02040503050406030204" pitchFamily="18" charset="0"/>
                                    </a:rPr>
                                  </m:ctrlPr>
                                </m:fPr>
                                <m:num>
                                  <m:r>
                                    <a:rPr lang="zh-CN" altLang="en-US" sz="1600" i="1">
                                      <a:solidFill>
                                        <a:srgbClr val="000000"/>
                                      </a:solidFill>
                                      <a:latin typeface="Cambria Math" panose="02040503050406030204" pitchFamily="18" charset="0"/>
                                    </a:rPr>
                                    <m:t>𝑠</m:t>
                                  </m:r>
                                </m:num>
                                <m:den>
                                  <m:r>
                                    <a:rPr lang="zh-CN" altLang="en-US" sz="1600" i="1">
                                      <a:solidFill>
                                        <a:srgbClr val="000000"/>
                                      </a:solidFill>
                                      <a:latin typeface="Cambria Math" panose="02040503050406030204" pitchFamily="18" charset="0"/>
                                    </a:rPr>
                                    <m:t>2</m:t>
                                  </m:r>
                                  <m:r>
                                    <a:rPr lang="zh-CN" altLang="en-US" sz="1600" i="1">
                                      <a:solidFill>
                                        <a:srgbClr val="000000"/>
                                      </a:solidFill>
                                      <a:latin typeface="Cambria Math" panose="02040503050406030204" pitchFamily="18" charset="0"/>
                                    </a:rPr>
                                    <m:t>𝑠</m:t>
                                  </m:r>
                                  <m:r>
                                    <a:rPr lang="zh-CN" altLang="en-US" sz="1600" i="1">
                                      <a:solidFill>
                                        <a:srgbClr val="000000"/>
                                      </a:solidFill>
                                      <a:latin typeface="Cambria Math" panose="02040503050406030204" pitchFamily="18" charset="0"/>
                                    </a:rPr>
                                    <m:t>+</m:t>
                                  </m:r>
                                  <m:r>
                                    <a:rPr lang="zh-CN" altLang="en-US" sz="1600" i="1">
                                      <a:solidFill>
                                        <a:srgbClr val="000000"/>
                                      </a:solidFill>
                                      <a:latin typeface="Cambria Math" panose="02040503050406030204" pitchFamily="18" charset="0"/>
                                    </a:rPr>
                                    <m:t>2</m:t>
                                  </m:r>
                                </m:den>
                              </m:f>
                            </m:e>
                          </m:d>
                        </m:e>
                        <m:sub>
                          <m:r>
                            <a:rPr lang="zh-CN" altLang="en-US" sz="1600" i="1">
                              <a:solidFill>
                                <a:srgbClr val="000000"/>
                              </a:solidFill>
                              <a:latin typeface="Cambria Math" panose="02040503050406030204" pitchFamily="18" charset="0"/>
                            </a:rPr>
                            <m:t>𝑠</m:t>
                          </m:r>
                          <m:r>
                            <a:rPr lang="zh-CN" altLang="en-US" sz="1600" i="1">
                              <a:solidFill>
                                <a:srgbClr val="000000"/>
                              </a:solidFill>
                              <a:latin typeface="Cambria Math" panose="02040503050406030204" pitchFamily="18" charset="0"/>
                            </a:rPr>
                            <m:t>=−</m:t>
                          </m:r>
                          <m:r>
                            <a:rPr lang="zh-CN" altLang="en-US" sz="1600" i="1">
                              <a:solidFill>
                                <a:srgbClr val="000000"/>
                              </a:solidFill>
                              <a:latin typeface="Cambria Math" panose="02040503050406030204" pitchFamily="18" charset="0"/>
                            </a:rPr>
                            <m:t>1</m:t>
                          </m:r>
                          <m:r>
                            <a:rPr lang="zh-CN" altLang="en-US" sz="1600" i="0">
                              <a:solidFill>
                                <a:srgbClr val="000000"/>
                              </a:solidFill>
                              <a:latin typeface="Cambria Math" panose="02040503050406030204" pitchFamily="18" charset="0"/>
                            </a:rPr>
                            <m:t>−</m:t>
                          </m:r>
                          <m:r>
                            <a:rPr lang="zh-CN" altLang="en-US" sz="1600" i="1">
                              <a:solidFill>
                                <a:srgbClr val="000000"/>
                              </a:solidFill>
                              <a:latin typeface="Cambria Math" panose="02040503050406030204" pitchFamily="18" charset="0"/>
                            </a:rPr>
                            <m:t>𝑗</m:t>
                          </m:r>
                          <m:r>
                            <a:rPr lang="zh-CN" altLang="en-US" sz="1600" i="1">
                              <a:solidFill>
                                <a:srgbClr val="000000"/>
                              </a:solidFill>
                              <a:latin typeface="Cambria Math" panose="02040503050406030204" pitchFamily="18" charset="0"/>
                            </a:rPr>
                            <m:t>10</m:t>
                          </m:r>
                        </m:sub>
                      </m:sSub>
                      <m:r>
                        <a:rPr lang="zh-CN" altLang="en-US" sz="1600" i="1">
                          <a:solidFill>
                            <a:srgbClr val="FF0000"/>
                          </a:solidFill>
                          <a:latin typeface="Cambria Math" panose="02040503050406030204" pitchFamily="18" charset="0"/>
                        </a:rPr>
                        <m:t>=</m:t>
                      </m:r>
                      <m:f>
                        <m:fPr>
                          <m:ctrlPr>
                            <a:rPr lang="zh-CN" altLang="en-US" sz="1600" i="1">
                              <a:solidFill>
                                <a:srgbClr val="FF0000"/>
                              </a:solidFill>
                              <a:latin typeface="Cambria Math" panose="02040503050406030204" pitchFamily="18" charset="0"/>
                            </a:rPr>
                          </m:ctrlPr>
                        </m:fPr>
                        <m:num>
                          <m:r>
                            <a:rPr lang="zh-CN" altLang="en-US" sz="1600" i="1">
                              <a:solidFill>
                                <a:srgbClr val="FF0000"/>
                              </a:solidFill>
                              <a:latin typeface="Cambria Math" panose="02040503050406030204" pitchFamily="18" charset="0"/>
                            </a:rPr>
                            <m:t>（</m:t>
                          </m:r>
                          <m:r>
                            <a:rPr lang="zh-CN" altLang="en-US" sz="1600" i="0">
                              <a:solidFill>
                                <a:srgbClr val="FF0000"/>
                              </a:solidFill>
                              <a:latin typeface="Cambria Math" panose="02040503050406030204" pitchFamily="18" charset="0"/>
                            </a:rPr>
                            <m:t>−</m:t>
                          </m:r>
                          <m:r>
                            <a:rPr lang="zh-CN" altLang="en-US" sz="1600" i="1">
                              <a:solidFill>
                                <a:srgbClr val="FF0000"/>
                              </a:solidFill>
                              <a:latin typeface="Cambria Math" panose="02040503050406030204" pitchFamily="18" charset="0"/>
                            </a:rPr>
                            <m:t>1</m:t>
                          </m:r>
                          <m:r>
                            <m:rPr>
                              <m:nor/>
                            </m:rPr>
                            <a:rPr lang="zh-CN" altLang="en-US" sz="1600" i="0">
                              <a:solidFill>
                                <a:srgbClr val="FF0000"/>
                              </a:solidFill>
                              <a:latin typeface="Cambria Math" panose="02040503050406030204" pitchFamily="18" charset="0"/>
                            </a:rPr>
                            <m:t>−</m:t>
                          </m:r>
                          <m:r>
                            <m:rPr>
                              <m:nor/>
                            </m:rPr>
                            <a:rPr lang="zh-CN" altLang="en-US" sz="1600" i="0">
                              <a:solidFill>
                                <a:srgbClr val="FF0000"/>
                              </a:solidFill>
                              <a:latin typeface="Cambria Math" panose="02040503050406030204" pitchFamily="18" charset="0"/>
                            </a:rPr>
                            <m:t>j</m:t>
                          </m:r>
                          <m:r>
                            <a:rPr lang="zh-CN" altLang="en-US" sz="1600" i="1">
                              <a:solidFill>
                                <a:srgbClr val="FF0000"/>
                              </a:solidFill>
                              <a:latin typeface="Cambria Math" panose="02040503050406030204" pitchFamily="18" charset="0"/>
                            </a:rPr>
                            <m:t>10</m:t>
                          </m:r>
                          <m:r>
                            <a:rPr lang="zh-CN" altLang="en-US" sz="1600" i="1">
                              <a:solidFill>
                                <a:srgbClr val="FF0000"/>
                              </a:solidFill>
                              <a:latin typeface="Cambria Math" panose="02040503050406030204" pitchFamily="18" charset="0"/>
                            </a:rPr>
                            <m:t>）</m:t>
                          </m:r>
                        </m:num>
                        <m:den>
                          <m:r>
                            <m:rPr>
                              <m:nor/>
                            </m:rPr>
                            <a:rPr lang="zh-CN" altLang="en-US" sz="1600" i="0">
                              <a:solidFill>
                                <a:srgbClr val="FF0000"/>
                              </a:solidFill>
                              <a:latin typeface="Cambria Math" panose="02040503050406030204" pitchFamily="18" charset="0"/>
                            </a:rPr>
                            <m:t>−</m:t>
                          </m:r>
                          <m:r>
                            <m:rPr>
                              <m:nor/>
                            </m:rPr>
                            <a:rPr lang="zh-CN" altLang="en-US" sz="1600" i="0">
                              <a:solidFill>
                                <a:srgbClr val="FF0000"/>
                              </a:solidFill>
                              <a:latin typeface="Cambria Math" panose="02040503050406030204" pitchFamily="18" charset="0"/>
                            </a:rPr>
                            <m:t>j</m:t>
                          </m:r>
                          <m:r>
                            <a:rPr lang="zh-CN" altLang="en-US" sz="1600" i="1">
                              <a:solidFill>
                                <a:srgbClr val="FF0000"/>
                              </a:solidFill>
                              <a:latin typeface="Cambria Math" panose="02040503050406030204" pitchFamily="18" charset="0"/>
                            </a:rPr>
                            <m:t>20</m:t>
                          </m:r>
                        </m:den>
                      </m:f>
                    </m:oMath>
                  </m:oMathPara>
                </a14:m>
                <a:endParaRPr lang="zh-CN" altLang="en-US" sz="1600" i="1">
                  <a:solidFill>
                    <a:srgbClr val="FF0000"/>
                  </a:solidFill>
                  <a:latin typeface="Cambria Math" panose="02040503050406030204" pitchFamily="18" charset="0"/>
                </a:endParaRPr>
              </a:p>
            </p:txBody>
          </p:sp>
        </mc:Choice>
        <mc:Fallback>
          <p:sp>
            <p:nvSpPr>
              <p:cNvPr id="11" name="文本框 10"/>
              <p:cNvSpPr txBox="1">
                <a:spLocks noRot="1" noChangeAspect="1" noMove="1" noResize="1" noEditPoints="1" noAdjustHandles="1" noChangeArrowheads="1" noChangeShapeType="1" noTextEdit="1"/>
              </p:cNvSpPr>
              <p:nvPr/>
            </p:nvSpPr>
            <p:spPr>
              <a:xfrm>
                <a:off x="4686935" y="2949575"/>
                <a:ext cx="4265295" cy="883920"/>
              </a:xfrm>
              <a:prstGeom prst="rect">
                <a:avLst/>
              </a:prstGeom>
              <a:blipFill rotWithShape="1">
                <a:blip r:embed="rId15"/>
                <a:stretch>
                  <a:fillRect/>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2" name="文本框 11"/>
              <p:cNvSpPr txBox="1"/>
              <p:nvPr/>
            </p:nvSpPr>
            <p:spPr>
              <a:xfrm>
                <a:off x="1043940" y="2920365"/>
                <a:ext cx="4072890" cy="892175"/>
              </a:xfrm>
              <a:prstGeom prst="rect">
                <a:avLst/>
              </a:prstGeom>
              <a:noFill/>
            </p:spPr>
            <p:txBody>
              <a:bodyPr wrap="square" rtlCol="0" anchor="t">
                <a:noAutofit/>
              </a:bodyPr>
              <a:p>
                <a14:m>
                  <m:oMathPara xmlns:m="http://schemas.openxmlformats.org/officeDocument/2006/math">
                    <m:oMathParaPr>
                      <m:jc m:val="left"/>
                    </m:oMathParaPr>
                    <m:oMath xmlns:m="http://schemas.openxmlformats.org/officeDocument/2006/math">
                      <m:sSub>
                        <m:sSubPr>
                          <m:ctrlPr>
                            <a:rPr lang="zh-CN" altLang="en-US" sz="1600" i="1">
                              <a:solidFill>
                                <a:srgbClr val="000000"/>
                              </a:solidFill>
                              <a:latin typeface="Cambria Math" panose="02040503050406030204" pitchFamily="18" charset="0"/>
                            </a:rPr>
                          </m:ctrlPr>
                        </m:sSubPr>
                        <m:e>
                          <m:r>
                            <a:rPr lang="zh-CN" altLang="en-US" sz="1600" i="1">
                              <a:solidFill>
                                <a:srgbClr val="000000"/>
                              </a:solidFill>
                              <a:latin typeface="Cambria Math" panose="02040503050406030204" pitchFamily="18" charset="0"/>
                            </a:rPr>
                            <m:t>𝑘</m:t>
                          </m:r>
                        </m:e>
                        <m:sub>
                          <m:r>
                            <a:rPr lang="zh-CN" altLang="en-US" sz="1600" i="1">
                              <a:solidFill>
                                <a:srgbClr val="000000"/>
                              </a:solidFill>
                              <a:latin typeface="Cambria Math" panose="02040503050406030204" pitchFamily="18" charset="0"/>
                            </a:rPr>
                            <m:t>1</m:t>
                          </m:r>
                        </m:sub>
                      </m:sSub>
                      <m:r>
                        <a:rPr lang="zh-CN" altLang="en-US" sz="1600" i="1">
                          <a:solidFill>
                            <a:srgbClr val="000000"/>
                          </a:solidFill>
                          <a:latin typeface="Cambria Math" panose="02040503050406030204" pitchFamily="18" charset="0"/>
                        </a:rPr>
                        <m:t>=</m:t>
                      </m:r>
                      <m:sSub>
                        <m:sSubPr>
                          <m:ctrlPr>
                            <a:rPr lang="zh-CN" altLang="en-US" sz="1600" i="1">
                              <a:solidFill>
                                <a:srgbClr val="000000"/>
                              </a:solidFill>
                              <a:latin typeface="Cambria Math" panose="02040503050406030204" pitchFamily="18" charset="0"/>
                            </a:rPr>
                          </m:ctrlPr>
                        </m:sSubPr>
                        <m:e>
                          <m:d>
                            <m:dPr>
                              <m:begChr m:val=""/>
                              <m:endChr m:val="|"/>
                              <m:ctrlPr>
                                <a:rPr lang="zh-CN" altLang="en-US" sz="1600" i="1">
                                  <a:solidFill>
                                    <a:srgbClr val="000000"/>
                                  </a:solidFill>
                                  <a:latin typeface="Cambria Math" panose="02040503050406030204" pitchFamily="18" charset="0"/>
                                </a:rPr>
                              </m:ctrlPr>
                            </m:dPr>
                            <m:e>
                              <m:f>
                                <m:fPr>
                                  <m:ctrlPr>
                                    <a:rPr lang="zh-CN" altLang="en-US" sz="1600" i="1">
                                      <a:solidFill>
                                        <a:srgbClr val="000000"/>
                                      </a:solidFill>
                                      <a:latin typeface="Cambria Math" panose="02040503050406030204" pitchFamily="18" charset="0"/>
                                    </a:rPr>
                                  </m:ctrlPr>
                                </m:fPr>
                                <m:num>
                                  <m:r>
                                    <a:rPr lang="zh-CN" altLang="en-US" sz="1600" i="1">
                                      <a:solidFill>
                                        <a:srgbClr val="000000"/>
                                      </a:solidFill>
                                      <a:latin typeface="Cambria Math" panose="02040503050406030204" pitchFamily="18" charset="0"/>
                                    </a:rPr>
                                    <m:t>𝑠</m:t>
                                  </m:r>
                                </m:num>
                                <m:den>
                                  <m:r>
                                    <a:rPr lang="zh-CN" altLang="en-US" sz="1600" i="1">
                                      <a:solidFill>
                                        <a:srgbClr val="000000"/>
                                      </a:solidFill>
                                      <a:latin typeface="Cambria Math" panose="02040503050406030204" pitchFamily="18" charset="0"/>
                                    </a:rPr>
                                    <m:t>2</m:t>
                                  </m:r>
                                  <m:r>
                                    <a:rPr lang="zh-CN" altLang="en-US" sz="1600" i="1">
                                      <a:solidFill>
                                        <a:srgbClr val="000000"/>
                                      </a:solidFill>
                                      <a:latin typeface="Cambria Math" panose="02040503050406030204" pitchFamily="18" charset="0"/>
                                    </a:rPr>
                                    <m:t>𝑠</m:t>
                                  </m:r>
                                  <m:r>
                                    <a:rPr lang="zh-CN" altLang="en-US" sz="1600" i="1">
                                      <a:solidFill>
                                        <a:srgbClr val="000000"/>
                                      </a:solidFill>
                                      <a:latin typeface="Cambria Math" panose="02040503050406030204" pitchFamily="18" charset="0"/>
                                    </a:rPr>
                                    <m:t>+</m:t>
                                  </m:r>
                                  <m:r>
                                    <a:rPr lang="zh-CN" altLang="en-US" sz="1600" i="1">
                                      <a:solidFill>
                                        <a:srgbClr val="000000"/>
                                      </a:solidFill>
                                      <a:latin typeface="Cambria Math" panose="02040503050406030204" pitchFamily="18" charset="0"/>
                                    </a:rPr>
                                    <m:t>2</m:t>
                                  </m:r>
                                </m:den>
                              </m:f>
                            </m:e>
                          </m:d>
                        </m:e>
                        <m:sub>
                          <m:r>
                            <a:rPr lang="zh-CN" altLang="en-US" sz="1600" i="1">
                              <a:solidFill>
                                <a:srgbClr val="000000"/>
                              </a:solidFill>
                              <a:latin typeface="Cambria Math" panose="02040503050406030204" pitchFamily="18" charset="0"/>
                            </a:rPr>
                            <m:t>𝑠</m:t>
                          </m:r>
                          <m:r>
                            <a:rPr lang="zh-CN" altLang="en-US" sz="1600" i="1">
                              <a:solidFill>
                                <a:srgbClr val="000000"/>
                              </a:solidFill>
                              <a:latin typeface="Cambria Math" panose="02040503050406030204" pitchFamily="18" charset="0"/>
                            </a:rPr>
                            <m:t>=−</m:t>
                          </m:r>
                          <m:r>
                            <a:rPr lang="zh-CN" altLang="en-US" sz="1600" i="1">
                              <a:solidFill>
                                <a:srgbClr val="000000"/>
                              </a:solidFill>
                              <a:latin typeface="Cambria Math" panose="02040503050406030204" pitchFamily="18" charset="0"/>
                            </a:rPr>
                            <m:t>1</m:t>
                          </m:r>
                          <m:r>
                            <a:rPr lang="zh-CN" altLang="en-US" sz="1600" i="1">
                              <a:solidFill>
                                <a:srgbClr val="000000"/>
                              </a:solidFill>
                              <a:latin typeface="Cambria Math" panose="02040503050406030204" pitchFamily="18" charset="0"/>
                            </a:rPr>
                            <m:t>+</m:t>
                          </m:r>
                          <m:r>
                            <a:rPr lang="zh-CN" altLang="en-US" sz="1600" i="1">
                              <a:solidFill>
                                <a:srgbClr val="000000"/>
                              </a:solidFill>
                              <a:latin typeface="Cambria Math" panose="02040503050406030204" pitchFamily="18" charset="0"/>
                            </a:rPr>
                            <m:t>𝑗</m:t>
                          </m:r>
                          <m:r>
                            <a:rPr lang="zh-CN" altLang="en-US" sz="1600" i="1">
                              <a:solidFill>
                                <a:srgbClr val="000000"/>
                              </a:solidFill>
                              <a:latin typeface="Cambria Math" panose="02040503050406030204" pitchFamily="18" charset="0"/>
                            </a:rPr>
                            <m:t>10</m:t>
                          </m:r>
                        </m:sub>
                      </m:sSub>
                      <m:r>
                        <a:rPr lang="zh-CN" altLang="en-US" sz="1600" i="1">
                          <a:solidFill>
                            <a:srgbClr val="000000"/>
                          </a:solidFill>
                          <a:latin typeface="Cambria Math" panose="02040503050406030204" pitchFamily="18" charset="0"/>
                        </a:rPr>
                        <m:t>=</m:t>
                      </m:r>
                      <m:f>
                        <m:fPr>
                          <m:ctrlPr>
                            <a:rPr lang="zh-CN" altLang="en-US" sz="1600" i="1">
                              <a:solidFill>
                                <a:srgbClr val="FF0000"/>
                              </a:solidFill>
                              <a:latin typeface="Cambria Math" panose="02040503050406030204" pitchFamily="18" charset="0"/>
                            </a:rPr>
                          </m:ctrlPr>
                        </m:fPr>
                        <m:num>
                          <m:r>
                            <a:rPr lang="zh-CN" altLang="en-US" sz="1600" i="1">
                              <a:solidFill>
                                <a:srgbClr val="FF0000"/>
                              </a:solidFill>
                              <a:latin typeface="Cambria Math" panose="02040503050406030204" pitchFamily="18" charset="0"/>
                            </a:rPr>
                            <m:t>（</m:t>
                          </m:r>
                          <m:r>
                            <a:rPr lang="zh-CN" altLang="en-US" sz="1600" i="0">
                              <a:solidFill>
                                <a:srgbClr val="FF0000"/>
                              </a:solidFill>
                              <a:latin typeface="Cambria Math" panose="02040503050406030204" pitchFamily="18" charset="0"/>
                            </a:rPr>
                            <m:t>−</m:t>
                          </m:r>
                          <m:r>
                            <a:rPr lang="zh-CN" altLang="en-US" sz="1600" i="1">
                              <a:solidFill>
                                <a:srgbClr val="FF0000"/>
                              </a:solidFill>
                              <a:latin typeface="Cambria Math" panose="02040503050406030204" pitchFamily="18" charset="0"/>
                            </a:rPr>
                            <m:t>1</m:t>
                          </m:r>
                          <m:r>
                            <a:rPr lang="zh-CN" altLang="en-US" sz="1600" i="1">
                              <a:solidFill>
                                <a:srgbClr val="FF0000"/>
                              </a:solidFill>
                              <a:latin typeface="Cambria Math" panose="02040503050406030204" pitchFamily="18" charset="0"/>
                            </a:rPr>
                            <m:t>+</m:t>
                          </m:r>
                          <m:r>
                            <m:rPr>
                              <m:sty m:val="p"/>
                            </m:rPr>
                            <a:rPr lang="zh-CN" altLang="en-US" sz="1600" i="0">
                              <a:solidFill>
                                <a:srgbClr val="FF0000"/>
                              </a:solidFill>
                              <a:latin typeface="Cambria Math" panose="02040503050406030204" pitchFamily="18" charset="0"/>
                            </a:rPr>
                            <m:t>j</m:t>
                          </m:r>
                          <m:r>
                            <a:rPr lang="zh-CN" altLang="en-US" sz="1600" i="1">
                              <a:solidFill>
                                <a:srgbClr val="FF0000"/>
                              </a:solidFill>
                              <a:latin typeface="Cambria Math" panose="02040503050406030204" pitchFamily="18" charset="0"/>
                            </a:rPr>
                            <m:t>10</m:t>
                          </m:r>
                          <m:r>
                            <a:rPr lang="zh-CN" altLang="en-US" sz="1600" i="1">
                              <a:solidFill>
                                <a:srgbClr val="FF0000"/>
                              </a:solidFill>
                              <a:latin typeface="Cambria Math" panose="02040503050406030204" pitchFamily="18" charset="0"/>
                            </a:rPr>
                            <m:t>）</m:t>
                          </m:r>
                        </m:num>
                        <m:den>
                          <m:r>
                            <m:rPr>
                              <m:sty m:val="p"/>
                            </m:rPr>
                            <a:rPr lang="zh-CN" altLang="en-US" sz="1600" i="0">
                              <a:solidFill>
                                <a:srgbClr val="FF0000"/>
                              </a:solidFill>
                              <a:latin typeface="Cambria Math" panose="02040503050406030204" pitchFamily="18" charset="0"/>
                            </a:rPr>
                            <m:t>j</m:t>
                          </m:r>
                          <m:r>
                            <a:rPr lang="zh-CN" altLang="en-US" sz="1600" i="1">
                              <a:solidFill>
                                <a:srgbClr val="FF0000"/>
                              </a:solidFill>
                              <a:latin typeface="Cambria Math" panose="02040503050406030204" pitchFamily="18" charset="0"/>
                            </a:rPr>
                            <m:t>20</m:t>
                          </m:r>
                        </m:den>
                      </m:f>
                    </m:oMath>
                  </m:oMathPara>
                </a14:m>
                <a:endParaRPr lang="zh-CN" altLang="en-US" sz="1600" i="1">
                  <a:solidFill>
                    <a:srgbClr val="FF0000"/>
                  </a:solidFill>
                  <a:latin typeface="Cambria Math" panose="02040503050406030204" pitchFamily="18" charset="0"/>
                </a:endParaRPr>
              </a:p>
            </p:txBody>
          </p:sp>
        </mc:Choice>
        <mc:Fallback>
          <p:sp>
            <p:nvSpPr>
              <p:cNvPr id="12" name="文本框 11"/>
              <p:cNvSpPr txBox="1">
                <a:spLocks noRot="1" noChangeAspect="1" noMove="1" noResize="1" noEditPoints="1" noAdjustHandles="1" noChangeArrowheads="1" noChangeShapeType="1" noTextEdit="1"/>
              </p:cNvSpPr>
              <p:nvPr/>
            </p:nvSpPr>
            <p:spPr>
              <a:xfrm>
                <a:off x="1043940" y="2920365"/>
                <a:ext cx="4072890" cy="892175"/>
              </a:xfrm>
              <a:prstGeom prst="rect">
                <a:avLst/>
              </a:prstGeom>
              <a:blipFill rotWithShape="1">
                <a:blip r:embed="rId16"/>
                <a:stretch>
                  <a:fillRect/>
                </a:stretch>
              </a:blipFill>
            </p:spPr>
            <p:txBody>
              <a:bodyPr/>
              <a:lstStyle/>
              <a:p>
                <a:r>
                  <a:rPr lang="zh-CN" altLang="en-US">
                    <a:noFill/>
                  </a:rPr>
                  <a:t> </a:t>
                </a:r>
              </a:p>
            </p:txBody>
          </p:sp>
        </mc:Fallback>
      </mc:AlternateContent>
    </p:spTree>
    <p:custDataLst>
      <p:tags r:id="rId17"/>
    </p:custDataLst>
  </p:cSld>
  <p:clrMapOvr>
    <a:masterClrMapping/>
  </p:clrMapOvr>
  <mc:AlternateContent xmlns:mc="http://schemas.openxmlformats.org/markup-compatibility/2006">
    <mc:Choice xmlns:p14="http://schemas.microsoft.com/office/powerpoint/2010/main" Requires="p14">
      <p:transition spd="slow" p14:dur="2000" advTm="33347"/>
    </mc:Choice>
    <mc:Fallback>
      <p:transition spd="slow" advTm="33347"/>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337923"/>
                                        </p:tgtEl>
                                        <p:attrNameLst>
                                          <p:attrName>style.visibility</p:attrName>
                                        </p:attrNameLst>
                                      </p:cBhvr>
                                      <p:to>
                                        <p:strVal val="visible"/>
                                      </p:to>
                                    </p:set>
                                    <p:anim calcmode="lin" valueType="num">
                                      <p:cBhvr additive="base">
                                        <p:cTn id="7" dur="500" fill="hold"/>
                                        <p:tgtEl>
                                          <p:spTgt spid="337923"/>
                                        </p:tgtEl>
                                        <p:attrNameLst>
                                          <p:attrName>ppt_x</p:attrName>
                                        </p:attrNameLst>
                                      </p:cBhvr>
                                      <p:tavLst>
                                        <p:tav tm="0">
                                          <p:val>
                                            <p:strVal val="0-#ppt_w/2"/>
                                          </p:val>
                                        </p:tav>
                                        <p:tav tm="100000">
                                          <p:val>
                                            <p:strVal val="#ppt_x"/>
                                          </p:val>
                                        </p:tav>
                                      </p:tavLst>
                                    </p:anim>
                                    <p:anim calcmode="lin" valueType="num">
                                      <p:cBhvr additive="base">
                                        <p:cTn id="8" dur="500" fill="hold"/>
                                        <p:tgtEl>
                                          <p:spTgt spid="337923"/>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37924"/>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2"/>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1"/>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2" presetClass="entr" presetSubtype="8" fill="hold" nodeType="clickEffect">
                                  <p:stCondLst>
                                    <p:cond delay="0"/>
                                  </p:stCondLst>
                                  <p:childTnLst>
                                    <p:set>
                                      <p:cBhvr>
                                        <p:cTn id="28" dur="1" fill="hold">
                                          <p:stCondLst>
                                            <p:cond delay="0"/>
                                          </p:stCondLst>
                                        </p:cTn>
                                        <p:tgtEl>
                                          <p:spTgt spid="337925"/>
                                        </p:tgtEl>
                                        <p:attrNameLst>
                                          <p:attrName>style.visibility</p:attrName>
                                        </p:attrNameLst>
                                      </p:cBhvr>
                                      <p:to>
                                        <p:strVal val="visible"/>
                                      </p:to>
                                    </p:set>
                                    <p:anim calcmode="lin" valueType="num">
                                      <p:cBhvr additive="base">
                                        <p:cTn id="29" dur="500" fill="hold"/>
                                        <p:tgtEl>
                                          <p:spTgt spid="337925"/>
                                        </p:tgtEl>
                                        <p:attrNameLst>
                                          <p:attrName>ppt_x</p:attrName>
                                        </p:attrNameLst>
                                      </p:cBhvr>
                                      <p:tavLst>
                                        <p:tav tm="0">
                                          <p:val>
                                            <p:strVal val="0-#ppt_w/2"/>
                                          </p:val>
                                        </p:tav>
                                        <p:tav tm="100000">
                                          <p:val>
                                            <p:strVal val="#ppt_x"/>
                                          </p:val>
                                        </p:tav>
                                      </p:tavLst>
                                    </p:anim>
                                    <p:anim calcmode="lin" valueType="num">
                                      <p:cBhvr additive="base">
                                        <p:cTn id="30" dur="500" fill="hold"/>
                                        <p:tgtEl>
                                          <p:spTgt spid="337925"/>
                                        </p:tgtEl>
                                        <p:attrNameLst>
                                          <p:attrName>ppt_y</p:attrName>
                                        </p:attrNameLst>
                                      </p:cBhvr>
                                      <p:tavLst>
                                        <p:tav tm="0">
                                          <p:val>
                                            <p:strVal val="#ppt_y"/>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8" fill="hold" nodeType="clickEffect">
                                  <p:stCondLst>
                                    <p:cond delay="0"/>
                                  </p:stCondLst>
                                  <p:childTnLst>
                                    <p:set>
                                      <p:cBhvr>
                                        <p:cTn id="34" dur="1" fill="hold">
                                          <p:stCondLst>
                                            <p:cond delay="0"/>
                                          </p:stCondLst>
                                        </p:cTn>
                                        <p:tgtEl>
                                          <p:spTgt spid="337926"/>
                                        </p:tgtEl>
                                        <p:attrNameLst>
                                          <p:attrName>style.visibility</p:attrName>
                                        </p:attrNameLst>
                                      </p:cBhvr>
                                      <p:to>
                                        <p:strVal val="visible"/>
                                      </p:to>
                                    </p:set>
                                    <p:anim calcmode="lin" valueType="num">
                                      <p:cBhvr additive="base">
                                        <p:cTn id="35" dur="500" fill="hold"/>
                                        <p:tgtEl>
                                          <p:spTgt spid="337926"/>
                                        </p:tgtEl>
                                        <p:attrNameLst>
                                          <p:attrName>ppt_x</p:attrName>
                                        </p:attrNameLst>
                                      </p:cBhvr>
                                      <p:tavLst>
                                        <p:tav tm="0">
                                          <p:val>
                                            <p:strVal val="0-#ppt_w/2"/>
                                          </p:val>
                                        </p:tav>
                                        <p:tav tm="100000">
                                          <p:val>
                                            <p:strVal val="#ppt_x"/>
                                          </p:val>
                                        </p:tav>
                                      </p:tavLst>
                                    </p:anim>
                                    <p:anim calcmode="lin" valueType="num">
                                      <p:cBhvr additive="base">
                                        <p:cTn id="36" dur="500" fill="hold"/>
                                        <p:tgtEl>
                                          <p:spTgt spid="337926"/>
                                        </p:tgtEl>
                                        <p:attrNameLst>
                                          <p:attrName>ppt_y</p:attrName>
                                        </p:attrNameLst>
                                      </p:cBhvr>
                                      <p:tavLst>
                                        <p:tav tm="0">
                                          <p:val>
                                            <p:strVal val="#ppt_y"/>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7924" grpId="0" bldLvl="0" animBg="1"/>
      <p:bldP spid="10" grpId="0"/>
      <p:bldP spid="10" grpId="1"/>
      <p:bldP spid="12" grpId="0"/>
      <p:bldP spid="12" grpId="1"/>
      <p:bldP spid="11" grpId="0"/>
      <p:bldP spid="11" grpId="1"/>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37922" name="Object 2"/>
          <p:cNvGraphicFramePr>
            <a:graphicFrameLocks noChangeAspect="1"/>
          </p:cNvGraphicFramePr>
          <p:nvPr/>
        </p:nvGraphicFramePr>
        <p:xfrm>
          <a:off x="482599" y="373494"/>
          <a:ext cx="4173537" cy="912812"/>
        </p:xfrm>
        <a:graphic>
          <a:graphicData uri="http://schemas.openxmlformats.org/presentationml/2006/ole">
            <mc:AlternateContent xmlns:mc="http://schemas.openxmlformats.org/markup-compatibility/2006">
              <mc:Choice xmlns:v="urn:schemas-microsoft-com:vml" Requires="v">
                <p:oleObj spid="_x0000_s2" name="" r:id="rId1" imgW="1930400" imgH="444500" progId="Equation.3">
                  <p:embed/>
                </p:oleObj>
              </mc:Choice>
              <mc:Fallback>
                <p:oleObj name="" r:id="rId1" imgW="1930400" imgH="444500" progId="Equation.3">
                  <p:embed/>
                  <p:pic>
                    <p:nvPicPr>
                      <p:cNvPr id="0" name="Object 2"/>
                      <p:cNvPicPr/>
                      <p:nvPr/>
                    </p:nvPicPr>
                    <p:blipFill>
                      <a:blip r:embed="rId2">
                        <a:biLevel thresh="50000"/>
                        <a:grayscl/>
                      </a:blip>
                      <a:stretch>
                        <a:fillRect/>
                      </a:stretch>
                    </p:blipFill>
                    <p:spPr>
                      <a:xfrm>
                        <a:off x="482599" y="373494"/>
                        <a:ext cx="4173537" cy="912812"/>
                      </a:xfrm>
                      <a:prstGeom prst="rect">
                        <a:avLst/>
                      </a:prstGeom>
                      <a:solidFill>
                        <a:schemeClr val="tx1"/>
                      </a:solidFill>
                      <a:ln w="38100">
                        <a:noFill/>
                        <a:miter/>
                      </a:ln>
                    </p:spPr>
                  </p:pic>
                </p:oleObj>
              </mc:Fallback>
            </mc:AlternateContent>
          </a:graphicData>
        </a:graphic>
      </p:graphicFrame>
      <p:graphicFrame>
        <p:nvGraphicFramePr>
          <p:cNvPr id="337923" name="Object 3"/>
          <p:cNvGraphicFramePr>
            <a:graphicFrameLocks noChangeAspect="1"/>
          </p:cNvGraphicFramePr>
          <p:nvPr/>
        </p:nvGraphicFramePr>
        <p:xfrm>
          <a:off x="539750" y="1484630"/>
          <a:ext cx="6334760" cy="860425"/>
        </p:xfrm>
        <a:graphic>
          <a:graphicData uri="http://schemas.openxmlformats.org/presentationml/2006/ole">
            <mc:AlternateContent xmlns:mc="http://schemas.openxmlformats.org/markup-compatibility/2006">
              <mc:Choice xmlns:v="urn:schemas-microsoft-com:vml" Requires="v">
                <p:oleObj spid="_x0000_s3" name="" r:id="rId3" imgW="3302000" imgH="457200" progId="Equation.3">
                  <p:embed/>
                </p:oleObj>
              </mc:Choice>
              <mc:Fallback>
                <p:oleObj name="" r:id="rId3" imgW="3302000" imgH="457200" progId="Equation.3">
                  <p:embed/>
                  <p:pic>
                    <p:nvPicPr>
                      <p:cNvPr id="0" name="Object 3"/>
                      <p:cNvPicPr/>
                      <p:nvPr/>
                    </p:nvPicPr>
                    <p:blipFill>
                      <a:blip r:embed="rId4"/>
                      <a:stretch>
                        <a:fillRect/>
                      </a:stretch>
                    </p:blipFill>
                    <p:spPr>
                      <a:xfrm>
                        <a:off x="539750" y="1484630"/>
                        <a:ext cx="6334760" cy="860425"/>
                      </a:xfrm>
                      <a:prstGeom prst="rect">
                        <a:avLst/>
                      </a:prstGeom>
                      <a:solidFill>
                        <a:schemeClr val="tx1"/>
                      </a:solidFill>
                      <a:ln w="38100">
                        <a:noFill/>
                        <a:miter/>
                      </a:ln>
                    </p:spPr>
                  </p:pic>
                </p:oleObj>
              </mc:Fallback>
            </mc:AlternateContent>
          </a:graphicData>
        </a:graphic>
      </p:graphicFrame>
      <mc:AlternateContent xmlns:mc="http://schemas.openxmlformats.org/markup-compatibility/2006">
        <mc:Choice xmlns:a14="http://schemas.microsoft.com/office/drawing/2010/main" Requires="a14">
          <p:sp>
            <p:nvSpPr>
              <p:cNvPr id="337925" name="Object 5"/>
              <p:cNvSpPr txBox="1"/>
              <p:nvPr/>
            </p:nvSpPr>
            <p:spPr>
              <a:xfrm>
                <a:off x="1043305" y="2926715"/>
                <a:ext cx="7689850" cy="1039495"/>
              </a:xfrm>
              <a:prstGeom prst="rect">
                <a:avLst/>
              </a:prstGeom>
              <a:solidFill>
                <a:schemeClr val="tx1"/>
              </a:solidFill>
              <a:ln w="38100">
                <a:noFill/>
                <a:miter/>
              </a:ln>
            </p:spPr>
            <p:txBody>
              <a:bodyPr>
                <a:noAutofit/>
              </a:bodyPr>
              <a:lstStyle/>
              <a:p>
                <a14:m>
                  <m:oMathPara xmlns:m="http://schemas.openxmlformats.org/officeDocument/2006/math">
                    <m:oMathParaPr>
                      <m:jc m:val="left"/>
                    </m:oMathParaPr>
                    <m:oMath xmlns:m="http://schemas.openxmlformats.org/officeDocument/2006/math">
                      <m:f>
                        <m:fPr>
                          <m:ctrlPr>
                            <a:rPr lang="zh-CN" altLang="en-US" sz="2000" i="1">
                              <a:solidFill>
                                <a:srgbClr val="000000"/>
                              </a:solidFill>
                              <a:latin typeface="Cambria Math" panose="02040503050406030204" pitchFamily="18" charset="0"/>
                            </a:rPr>
                          </m:ctrlPr>
                        </m:fPr>
                        <m:num>
                          <m:r>
                            <a:rPr lang="zh-CN" altLang="en-US" sz="2000" i="1">
                              <a:solidFill>
                                <a:srgbClr val="000000"/>
                              </a:solidFill>
                              <a:latin typeface="Cambria Math" panose="02040503050406030204" pitchFamily="18" charset="0"/>
                            </a:rPr>
                            <m:t>𝑠</m:t>
                          </m:r>
                        </m:num>
                        <m:den>
                          <m:r>
                            <a:rPr lang="zh-CN" altLang="en-US" sz="2000" i="1">
                              <a:solidFill>
                                <a:srgbClr val="000000"/>
                              </a:solidFill>
                              <a:latin typeface="Cambria Math" panose="02040503050406030204" pitchFamily="18" charset="0"/>
                            </a:rPr>
                            <m:t>(</m:t>
                          </m:r>
                          <m:r>
                            <a:rPr lang="zh-CN" altLang="en-US" sz="2000" i="1">
                              <a:solidFill>
                                <a:srgbClr val="000000"/>
                              </a:solidFill>
                              <a:latin typeface="Cambria Math" panose="02040503050406030204" pitchFamily="18" charset="0"/>
                            </a:rPr>
                            <m:t>𝑠</m:t>
                          </m:r>
                          <m:r>
                            <a:rPr lang="zh-CN" altLang="en-US" sz="2000" i="1">
                              <a:solidFill>
                                <a:srgbClr val="000000"/>
                              </a:solidFill>
                              <a:latin typeface="Cambria Math" panose="02040503050406030204" pitchFamily="18" charset="0"/>
                            </a:rPr>
                            <m:t>+</m:t>
                          </m:r>
                          <m:r>
                            <a:rPr lang="zh-CN" altLang="en-US" sz="2000" i="1">
                              <a:solidFill>
                                <a:srgbClr val="000000"/>
                              </a:solidFill>
                              <a:latin typeface="Cambria Math" panose="02040503050406030204" pitchFamily="18" charset="0"/>
                            </a:rPr>
                            <m:t>1</m:t>
                          </m:r>
                          <m:sSup>
                            <m:sSupPr>
                              <m:ctrlPr>
                                <a:rPr lang="zh-CN" altLang="en-US" sz="2000" i="1">
                                  <a:solidFill>
                                    <a:srgbClr val="000000"/>
                                  </a:solidFill>
                                  <a:latin typeface="Cambria Math" panose="02040503050406030204" pitchFamily="18" charset="0"/>
                                </a:rPr>
                              </m:ctrlPr>
                            </m:sSupPr>
                            <m:e>
                              <m:r>
                                <a:rPr lang="zh-CN" altLang="en-US" sz="2000" i="1">
                                  <a:solidFill>
                                    <a:srgbClr val="000000"/>
                                  </a:solidFill>
                                  <a:latin typeface="Cambria Math" panose="02040503050406030204" pitchFamily="18" charset="0"/>
                                </a:rPr>
                                <m:t>)</m:t>
                              </m:r>
                            </m:e>
                            <m:sup>
                              <m:r>
                                <a:rPr lang="zh-CN" altLang="en-US" sz="2000" i="1">
                                  <a:solidFill>
                                    <a:srgbClr val="000000"/>
                                  </a:solidFill>
                                  <a:latin typeface="Cambria Math" panose="02040503050406030204" pitchFamily="18" charset="0"/>
                                </a:rPr>
                                <m:t>2</m:t>
                              </m:r>
                            </m:sup>
                          </m:sSup>
                          <m:r>
                            <a:rPr lang="zh-CN" altLang="en-US" sz="2000" i="1">
                              <a:solidFill>
                                <a:srgbClr val="000000"/>
                              </a:solidFill>
                              <a:latin typeface="Cambria Math" panose="02040503050406030204" pitchFamily="18" charset="0"/>
                            </a:rPr>
                            <m:t>+</m:t>
                          </m:r>
                          <m:r>
                            <a:rPr lang="zh-CN" altLang="en-US" sz="2000" i="1">
                              <a:solidFill>
                                <a:srgbClr val="000000"/>
                              </a:solidFill>
                              <a:latin typeface="Cambria Math" panose="02040503050406030204" pitchFamily="18" charset="0"/>
                            </a:rPr>
                            <m:t>100</m:t>
                          </m:r>
                        </m:den>
                      </m:f>
                      <m:r>
                        <a:rPr lang="zh-CN" altLang="en-US" sz="2000" i="1">
                          <a:solidFill>
                            <a:srgbClr val="000000"/>
                          </a:solidFill>
                          <a:latin typeface="Cambria Math" panose="02040503050406030204" pitchFamily="18" charset="0"/>
                        </a:rPr>
                        <m:t>=</m:t>
                      </m:r>
                      <m:f>
                        <m:fPr>
                          <m:ctrlPr>
                            <a:rPr lang="zh-CN" altLang="en-US" sz="2000" i="1">
                              <a:solidFill>
                                <a:srgbClr val="000000"/>
                              </a:solidFill>
                              <a:latin typeface="Cambria Math" panose="02040503050406030204" pitchFamily="18" charset="0"/>
                            </a:rPr>
                          </m:ctrlPr>
                        </m:fPr>
                        <m:num>
                          <m:r>
                            <a:rPr lang="zh-CN" altLang="en-US" sz="2000" i="1">
                              <a:solidFill>
                                <a:srgbClr val="000000"/>
                              </a:solidFill>
                              <a:latin typeface="Cambria Math" panose="02040503050406030204" pitchFamily="18" charset="0"/>
                            </a:rPr>
                            <m:t>𝑠</m:t>
                          </m:r>
                          <m:r>
                            <a:rPr lang="zh-CN" altLang="en-US" sz="2000" i="1">
                              <a:solidFill>
                                <a:srgbClr val="000000"/>
                              </a:solidFill>
                              <a:latin typeface="Cambria Math" panose="02040503050406030204" pitchFamily="18" charset="0"/>
                            </a:rPr>
                            <m:t>+</m:t>
                          </m:r>
                          <m:r>
                            <a:rPr lang="zh-CN" altLang="en-US" sz="2000" i="1">
                              <a:solidFill>
                                <a:srgbClr val="000000"/>
                              </a:solidFill>
                              <a:latin typeface="Cambria Math" panose="02040503050406030204" pitchFamily="18" charset="0"/>
                            </a:rPr>
                            <m:t>1</m:t>
                          </m:r>
                        </m:num>
                        <m:den>
                          <m:r>
                            <a:rPr lang="zh-CN" altLang="en-US" sz="2000" i="1">
                              <a:solidFill>
                                <a:srgbClr val="000000"/>
                              </a:solidFill>
                              <a:latin typeface="Cambria Math" panose="02040503050406030204" pitchFamily="18" charset="0"/>
                            </a:rPr>
                            <m:t>(</m:t>
                          </m:r>
                          <m:r>
                            <a:rPr lang="zh-CN" altLang="en-US" sz="2000" i="1">
                              <a:solidFill>
                                <a:srgbClr val="000000"/>
                              </a:solidFill>
                              <a:latin typeface="Cambria Math" panose="02040503050406030204" pitchFamily="18" charset="0"/>
                            </a:rPr>
                            <m:t>𝑠</m:t>
                          </m:r>
                          <m:r>
                            <a:rPr lang="zh-CN" altLang="en-US" sz="2000" i="1">
                              <a:solidFill>
                                <a:srgbClr val="000000"/>
                              </a:solidFill>
                              <a:latin typeface="Cambria Math" panose="02040503050406030204" pitchFamily="18" charset="0"/>
                            </a:rPr>
                            <m:t>+</m:t>
                          </m:r>
                          <m:r>
                            <a:rPr lang="zh-CN" altLang="en-US" sz="2000" i="1">
                              <a:solidFill>
                                <a:srgbClr val="000000"/>
                              </a:solidFill>
                              <a:latin typeface="Cambria Math" panose="02040503050406030204" pitchFamily="18" charset="0"/>
                            </a:rPr>
                            <m:t>1</m:t>
                          </m:r>
                          <m:sSup>
                            <m:sSupPr>
                              <m:ctrlPr>
                                <a:rPr lang="zh-CN" altLang="en-US" sz="2000" i="1">
                                  <a:solidFill>
                                    <a:srgbClr val="000000"/>
                                  </a:solidFill>
                                  <a:latin typeface="Cambria Math" panose="02040503050406030204" pitchFamily="18" charset="0"/>
                                </a:rPr>
                              </m:ctrlPr>
                            </m:sSupPr>
                            <m:e>
                              <m:r>
                                <a:rPr lang="zh-CN" altLang="en-US" sz="2000" i="1">
                                  <a:solidFill>
                                    <a:srgbClr val="000000"/>
                                  </a:solidFill>
                                  <a:latin typeface="Cambria Math" panose="02040503050406030204" pitchFamily="18" charset="0"/>
                                </a:rPr>
                                <m:t>)</m:t>
                              </m:r>
                            </m:e>
                            <m:sup>
                              <m:r>
                                <a:rPr lang="zh-CN" altLang="en-US" sz="2000" i="1">
                                  <a:solidFill>
                                    <a:srgbClr val="000000"/>
                                  </a:solidFill>
                                  <a:latin typeface="Cambria Math" panose="02040503050406030204" pitchFamily="18" charset="0"/>
                                </a:rPr>
                                <m:t>2</m:t>
                              </m:r>
                            </m:sup>
                          </m:sSup>
                          <m:r>
                            <a:rPr lang="zh-CN" altLang="en-US" sz="2000" i="1">
                              <a:solidFill>
                                <a:srgbClr val="000000"/>
                              </a:solidFill>
                              <a:latin typeface="Cambria Math" panose="02040503050406030204" pitchFamily="18" charset="0"/>
                            </a:rPr>
                            <m:t>+</m:t>
                          </m:r>
                          <m:r>
                            <a:rPr lang="zh-CN" altLang="en-US" sz="2000" i="1">
                              <a:solidFill>
                                <a:srgbClr val="000000"/>
                              </a:solidFill>
                              <a:latin typeface="Cambria Math" panose="02040503050406030204" pitchFamily="18" charset="0"/>
                            </a:rPr>
                            <m:t>1</m:t>
                          </m:r>
                          <m:sSup>
                            <m:sSupPr>
                              <m:ctrlPr>
                                <a:rPr lang="zh-CN" altLang="en-US" sz="2000" i="1">
                                  <a:solidFill>
                                    <a:srgbClr val="000000"/>
                                  </a:solidFill>
                                  <a:latin typeface="Cambria Math" panose="02040503050406030204" pitchFamily="18" charset="0"/>
                                </a:rPr>
                              </m:ctrlPr>
                            </m:sSupPr>
                            <m:e>
                              <m:r>
                                <a:rPr lang="zh-CN" altLang="en-US" sz="2000" i="1">
                                  <a:solidFill>
                                    <a:srgbClr val="000000"/>
                                  </a:solidFill>
                                  <a:latin typeface="Cambria Math" panose="02040503050406030204" pitchFamily="18" charset="0"/>
                                </a:rPr>
                                <m:t>0</m:t>
                              </m:r>
                            </m:e>
                            <m:sup>
                              <m:r>
                                <a:rPr lang="zh-CN" altLang="en-US" sz="2000" i="1">
                                  <a:solidFill>
                                    <a:srgbClr val="000000"/>
                                  </a:solidFill>
                                  <a:latin typeface="Cambria Math" panose="02040503050406030204" pitchFamily="18" charset="0"/>
                                </a:rPr>
                                <m:t>2</m:t>
                              </m:r>
                            </m:sup>
                          </m:sSup>
                        </m:den>
                      </m:f>
                      <m:r>
                        <a:rPr lang="zh-CN" altLang="en-US" sz="2000" i="0">
                          <a:solidFill>
                            <a:srgbClr val="000000"/>
                          </a:solidFill>
                          <a:latin typeface="Cambria Math" panose="02040503050406030204" pitchFamily="18" charset="0"/>
                        </a:rPr>
                        <m:t>−</m:t>
                      </m:r>
                      <m:f>
                        <m:fPr>
                          <m:ctrlPr>
                            <a:rPr lang="zh-CN" altLang="en-US" sz="2000" i="1">
                              <a:solidFill>
                                <a:srgbClr val="000000"/>
                              </a:solidFill>
                              <a:latin typeface="Cambria Math" panose="02040503050406030204" pitchFamily="18" charset="0"/>
                            </a:rPr>
                          </m:ctrlPr>
                        </m:fPr>
                        <m:num>
                          <m:r>
                            <a:rPr lang="en-US" altLang="zh-CN" sz="2000" i="1">
                              <a:solidFill>
                                <a:srgbClr val="000000"/>
                              </a:solidFill>
                              <a:latin typeface="Cambria Math" panose="02040503050406030204" pitchFamily="18" charset="0"/>
                            </a:rPr>
                            <m:t>1</m:t>
                          </m:r>
                        </m:num>
                        <m:den>
                          <m:r>
                            <a:rPr lang="en-US" altLang="zh-CN" sz="2000" i="1">
                              <a:solidFill>
                                <a:srgbClr val="000000"/>
                              </a:solidFill>
                              <a:latin typeface="Cambria Math" panose="02040503050406030204" pitchFamily="18" charset="0"/>
                            </a:rPr>
                            <m:t>10</m:t>
                          </m:r>
                        </m:den>
                      </m:f>
                      <m:f>
                        <m:fPr>
                          <m:ctrlPr>
                            <a:rPr lang="zh-CN" altLang="en-US" sz="2000" i="1">
                              <a:solidFill>
                                <a:srgbClr val="000000"/>
                              </a:solidFill>
                              <a:latin typeface="Cambria Math" panose="02040503050406030204" pitchFamily="18" charset="0"/>
                            </a:rPr>
                          </m:ctrlPr>
                        </m:fPr>
                        <m:num>
                          <m:r>
                            <a:rPr lang="zh-CN" altLang="en-US" sz="2000" i="1">
                              <a:solidFill>
                                <a:srgbClr val="000000"/>
                              </a:solidFill>
                              <a:latin typeface="Cambria Math" panose="02040503050406030204" pitchFamily="18" charset="0"/>
                            </a:rPr>
                            <m:t>1</m:t>
                          </m:r>
                          <m:r>
                            <a:rPr lang="en-US" altLang="zh-CN" sz="2000" i="1">
                              <a:solidFill>
                                <a:srgbClr val="000000"/>
                              </a:solidFill>
                              <a:latin typeface="Cambria Math" panose="02040503050406030204" pitchFamily="18" charset="0"/>
                            </a:rPr>
                            <m:t>0</m:t>
                          </m:r>
                        </m:num>
                        <m:den>
                          <m:r>
                            <a:rPr lang="zh-CN" altLang="en-US" sz="2000" i="1">
                              <a:solidFill>
                                <a:srgbClr val="000000"/>
                              </a:solidFill>
                              <a:latin typeface="Cambria Math" panose="02040503050406030204" pitchFamily="18" charset="0"/>
                            </a:rPr>
                            <m:t>(</m:t>
                          </m:r>
                          <m:r>
                            <a:rPr lang="zh-CN" altLang="en-US" sz="2000" i="1">
                              <a:solidFill>
                                <a:srgbClr val="000000"/>
                              </a:solidFill>
                              <a:latin typeface="Cambria Math" panose="02040503050406030204" pitchFamily="18" charset="0"/>
                            </a:rPr>
                            <m:t>𝑠</m:t>
                          </m:r>
                          <m:r>
                            <a:rPr lang="zh-CN" altLang="en-US" sz="2000" i="1">
                              <a:solidFill>
                                <a:srgbClr val="000000"/>
                              </a:solidFill>
                              <a:latin typeface="Cambria Math" panose="02040503050406030204" pitchFamily="18" charset="0"/>
                            </a:rPr>
                            <m:t>+</m:t>
                          </m:r>
                          <m:r>
                            <a:rPr lang="zh-CN" altLang="en-US" sz="2000" i="1">
                              <a:solidFill>
                                <a:srgbClr val="000000"/>
                              </a:solidFill>
                              <a:latin typeface="Cambria Math" panose="02040503050406030204" pitchFamily="18" charset="0"/>
                            </a:rPr>
                            <m:t>1</m:t>
                          </m:r>
                          <m:sSup>
                            <m:sSupPr>
                              <m:ctrlPr>
                                <a:rPr lang="zh-CN" altLang="en-US" sz="2000" i="1">
                                  <a:solidFill>
                                    <a:srgbClr val="000000"/>
                                  </a:solidFill>
                                  <a:latin typeface="Cambria Math" panose="02040503050406030204" pitchFamily="18" charset="0"/>
                                </a:rPr>
                              </m:ctrlPr>
                            </m:sSupPr>
                            <m:e>
                              <m:r>
                                <a:rPr lang="zh-CN" altLang="en-US" sz="2000" i="1">
                                  <a:solidFill>
                                    <a:srgbClr val="000000"/>
                                  </a:solidFill>
                                  <a:latin typeface="Cambria Math" panose="02040503050406030204" pitchFamily="18" charset="0"/>
                                </a:rPr>
                                <m:t>)</m:t>
                              </m:r>
                            </m:e>
                            <m:sup>
                              <m:r>
                                <a:rPr lang="zh-CN" altLang="en-US" sz="2000" i="1">
                                  <a:solidFill>
                                    <a:srgbClr val="000000"/>
                                  </a:solidFill>
                                  <a:latin typeface="Cambria Math" panose="02040503050406030204" pitchFamily="18" charset="0"/>
                                </a:rPr>
                                <m:t>2</m:t>
                              </m:r>
                            </m:sup>
                          </m:sSup>
                          <m:r>
                            <a:rPr lang="zh-CN" altLang="en-US" sz="2000" i="1">
                              <a:solidFill>
                                <a:srgbClr val="000000"/>
                              </a:solidFill>
                              <a:latin typeface="Cambria Math" panose="02040503050406030204" pitchFamily="18" charset="0"/>
                            </a:rPr>
                            <m:t>+</m:t>
                          </m:r>
                          <m:r>
                            <a:rPr lang="zh-CN" altLang="en-US" sz="2000" i="1">
                              <a:solidFill>
                                <a:srgbClr val="000000"/>
                              </a:solidFill>
                              <a:latin typeface="Cambria Math" panose="02040503050406030204" pitchFamily="18" charset="0"/>
                            </a:rPr>
                            <m:t>1</m:t>
                          </m:r>
                          <m:sSup>
                            <m:sSupPr>
                              <m:ctrlPr>
                                <a:rPr lang="zh-CN" altLang="en-US" sz="2000" i="1">
                                  <a:solidFill>
                                    <a:srgbClr val="000000"/>
                                  </a:solidFill>
                                  <a:latin typeface="Cambria Math" panose="02040503050406030204" pitchFamily="18" charset="0"/>
                                </a:rPr>
                              </m:ctrlPr>
                            </m:sSupPr>
                            <m:e>
                              <m:r>
                                <a:rPr lang="zh-CN" altLang="en-US" sz="2000" i="1">
                                  <a:solidFill>
                                    <a:srgbClr val="000000"/>
                                  </a:solidFill>
                                  <a:latin typeface="Cambria Math" panose="02040503050406030204" pitchFamily="18" charset="0"/>
                                </a:rPr>
                                <m:t>0</m:t>
                              </m:r>
                            </m:e>
                            <m:sup>
                              <m:r>
                                <a:rPr lang="zh-CN" altLang="en-US" sz="2000" i="1">
                                  <a:solidFill>
                                    <a:srgbClr val="000000"/>
                                  </a:solidFill>
                                  <a:latin typeface="Cambria Math" panose="02040503050406030204" pitchFamily="18" charset="0"/>
                                </a:rPr>
                                <m:t>2</m:t>
                              </m:r>
                            </m:sup>
                          </m:sSup>
                        </m:den>
                      </m:f>
                    </m:oMath>
                  </m:oMathPara>
                </a14:m>
                <a:endParaRPr lang="zh-CN" altLang="en-US" sz="2000" i="1" dirty="0">
                  <a:solidFill>
                    <a:srgbClr val="000000"/>
                  </a:solidFill>
                  <a:latin typeface="Cambria Math" panose="02040503050406030204" pitchFamily="18" charset="0"/>
                </a:endParaRPr>
              </a:p>
            </p:txBody>
          </p:sp>
        </mc:Choice>
        <mc:Fallback>
          <p:sp>
            <p:nvSpPr>
              <p:cNvPr id="337925" name="Object 5"/>
              <p:cNvSpPr txBox="1">
                <a:spLocks noRot="1" noChangeAspect="1" noMove="1" noResize="1" noEditPoints="1" noAdjustHandles="1" noChangeArrowheads="1" noChangeShapeType="1" noTextEdit="1"/>
              </p:cNvSpPr>
              <p:nvPr/>
            </p:nvSpPr>
            <p:spPr>
              <a:xfrm>
                <a:off x="1043305" y="2926715"/>
                <a:ext cx="7689850" cy="1039495"/>
              </a:xfrm>
              <a:prstGeom prst="rect">
                <a:avLst/>
              </a:prstGeom>
              <a:blipFill rotWithShape="1">
                <a:blip r:embed="rId5"/>
                <a:stretch>
                  <a:fillRect/>
                </a:stretch>
              </a:blipFill>
              <a:ln w="38100">
                <a:noFill/>
                <a:miter/>
              </a:ln>
            </p:spPr>
            <p:txBody>
              <a:bodyPr/>
              <a:lstStyle/>
              <a:p>
                <a:r>
                  <a:rPr lang="zh-CN" altLang="en-US">
                    <a:noFill/>
                  </a:rPr>
                  <a:t> </a:t>
                </a:r>
              </a:p>
            </p:txBody>
          </p:sp>
        </mc:Fallback>
      </mc:AlternateContent>
      <p:graphicFrame>
        <p:nvGraphicFramePr>
          <p:cNvPr id="337926" name="Object 6"/>
          <p:cNvGraphicFramePr>
            <a:graphicFrameLocks noChangeAspect="1"/>
          </p:cNvGraphicFramePr>
          <p:nvPr/>
        </p:nvGraphicFramePr>
        <p:xfrm>
          <a:off x="1501140" y="3716655"/>
          <a:ext cx="5133340" cy="1185545"/>
        </p:xfrm>
        <a:graphic>
          <a:graphicData uri="http://schemas.openxmlformats.org/presentationml/2006/ole">
            <mc:AlternateContent xmlns:mc="http://schemas.openxmlformats.org/markup-compatibility/2006">
              <mc:Choice xmlns:v="urn:schemas-microsoft-com:vml" Requires="v">
                <p:oleObj spid="_x0000_s4" name="" r:id="rId6" imgW="2819400" imgH="634365" progId="Equation.3">
                  <p:embed/>
                </p:oleObj>
              </mc:Choice>
              <mc:Fallback>
                <p:oleObj name="" r:id="rId6" imgW="2819400" imgH="634365" progId="Equation.3">
                  <p:embed/>
                  <p:pic>
                    <p:nvPicPr>
                      <p:cNvPr id="0" name="Object 6"/>
                      <p:cNvPicPr/>
                      <p:nvPr/>
                    </p:nvPicPr>
                    <p:blipFill>
                      <a:blip r:embed="rId7"/>
                      <a:stretch>
                        <a:fillRect/>
                      </a:stretch>
                    </p:blipFill>
                    <p:spPr>
                      <a:xfrm>
                        <a:off x="1501140" y="3716655"/>
                        <a:ext cx="5133340" cy="1185545"/>
                      </a:xfrm>
                      <a:prstGeom prst="rect">
                        <a:avLst/>
                      </a:prstGeom>
                      <a:solidFill>
                        <a:schemeClr val="tx1"/>
                      </a:solidFill>
                      <a:ln w="38100">
                        <a:noFill/>
                        <a:miter/>
                      </a:ln>
                    </p:spPr>
                  </p:pic>
                </p:oleObj>
              </mc:Fallback>
            </mc:AlternateContent>
          </a:graphicData>
        </a:graphic>
      </p:graphicFrame>
      <p:graphicFrame>
        <p:nvGraphicFramePr>
          <p:cNvPr id="337927" name="Object 7"/>
          <p:cNvGraphicFramePr>
            <a:graphicFrameLocks noChangeAspect="1"/>
          </p:cNvGraphicFramePr>
          <p:nvPr/>
        </p:nvGraphicFramePr>
        <p:xfrm>
          <a:off x="1115695" y="5516880"/>
          <a:ext cx="1813560" cy="857250"/>
        </p:xfrm>
        <a:graphic>
          <a:graphicData uri="http://schemas.openxmlformats.org/presentationml/2006/ole">
            <mc:AlternateContent xmlns:mc="http://schemas.openxmlformats.org/markup-compatibility/2006">
              <mc:Choice xmlns:v="urn:schemas-microsoft-com:vml" Requires="v">
                <p:oleObj spid="_x0000_s5" name="" r:id="rId8" imgW="1041400" imgH="444500" progId="Equation.3">
                  <p:embed/>
                </p:oleObj>
              </mc:Choice>
              <mc:Fallback>
                <p:oleObj name="" r:id="rId8" imgW="1041400" imgH="444500" progId="Equation.3">
                  <p:embed/>
                  <p:pic>
                    <p:nvPicPr>
                      <p:cNvPr id="0" name="Object 7"/>
                      <p:cNvPicPr/>
                      <p:nvPr/>
                    </p:nvPicPr>
                    <p:blipFill>
                      <a:blip r:embed="rId9">
                        <a:biLevel thresh="50000"/>
                        <a:grayscl/>
                      </a:blip>
                      <a:stretch>
                        <a:fillRect/>
                      </a:stretch>
                    </p:blipFill>
                    <p:spPr>
                      <a:xfrm>
                        <a:off x="1115695" y="5516880"/>
                        <a:ext cx="1813560" cy="857250"/>
                      </a:xfrm>
                      <a:prstGeom prst="rect">
                        <a:avLst/>
                      </a:prstGeom>
                      <a:solidFill>
                        <a:schemeClr val="tx1"/>
                      </a:solidFill>
                      <a:ln w="38100">
                        <a:noFill/>
                        <a:miter/>
                      </a:ln>
                    </p:spPr>
                  </p:pic>
                </p:oleObj>
              </mc:Fallback>
            </mc:AlternateContent>
          </a:graphicData>
        </a:graphic>
      </p:graphicFrame>
      <p:cxnSp>
        <p:nvCxnSpPr>
          <p:cNvPr id="15" name="直接连接符 14"/>
          <p:cNvCxnSpPr/>
          <p:nvPr/>
        </p:nvCxnSpPr>
        <p:spPr>
          <a:xfrm>
            <a:off x="671513" y="1482725"/>
            <a:ext cx="7800975" cy="0"/>
          </a:xfrm>
          <a:prstGeom prst="line">
            <a:avLst/>
          </a:prstGeom>
          <a:ln w="28575">
            <a:solidFill>
              <a:srgbClr val="009900"/>
            </a:solidFill>
            <a:prstDash val="dash"/>
            <a:headEnd type="none" w="med" len="med"/>
            <a:tailEnd type="none" w="med" len="med"/>
          </a:ln>
        </p:spPr>
        <p:style>
          <a:lnRef idx="1">
            <a:schemeClr val="accent5"/>
          </a:lnRef>
          <a:fillRef idx="0">
            <a:schemeClr val="accent5"/>
          </a:fillRef>
          <a:effectRef idx="0">
            <a:schemeClr val="accent5"/>
          </a:effectRef>
          <a:fontRef idx="minor">
            <a:schemeClr val="tx1"/>
          </a:fontRef>
        </p:style>
      </p:cxnSp>
      <p:cxnSp>
        <p:nvCxnSpPr>
          <p:cNvPr id="6" name="直接连接符 5"/>
          <p:cNvCxnSpPr/>
          <p:nvPr/>
        </p:nvCxnSpPr>
        <p:spPr>
          <a:xfrm>
            <a:off x="860425" y="5029835"/>
            <a:ext cx="7800975" cy="0"/>
          </a:xfrm>
          <a:prstGeom prst="line">
            <a:avLst/>
          </a:prstGeom>
          <a:ln w="28575">
            <a:solidFill>
              <a:srgbClr val="009900"/>
            </a:solidFill>
            <a:prstDash val="dash"/>
            <a:headEnd type="none" w="med" len="med"/>
            <a:tailEnd type="none" w="med" len="med"/>
          </a:ln>
        </p:spPr>
        <p:style>
          <a:lnRef idx="1">
            <a:schemeClr val="accent5"/>
          </a:lnRef>
          <a:fillRef idx="0">
            <a:schemeClr val="accent5"/>
          </a:fillRef>
          <a:effectRef idx="0">
            <a:schemeClr val="accent5"/>
          </a:effectRef>
          <a:fontRef idx="minor">
            <a:schemeClr val="tx1"/>
          </a:fontRef>
        </p:style>
      </p:cxnSp>
      <p:graphicFrame>
        <p:nvGraphicFramePr>
          <p:cNvPr id="7" name="Object 7"/>
          <p:cNvGraphicFramePr>
            <a:graphicFrameLocks noChangeAspect="1"/>
          </p:cNvGraphicFramePr>
          <p:nvPr/>
        </p:nvGraphicFramePr>
        <p:xfrm>
          <a:off x="3333750" y="5697855"/>
          <a:ext cx="4882515" cy="537845"/>
        </p:xfrm>
        <a:graphic>
          <a:graphicData uri="http://schemas.openxmlformats.org/presentationml/2006/ole">
            <mc:AlternateContent xmlns:mc="http://schemas.openxmlformats.org/markup-compatibility/2006">
              <mc:Choice xmlns:v="urn:schemas-microsoft-com:vml" Requires="v">
                <p:oleObj spid="_x0000_s8" name="" r:id="rId10" imgW="2120900" imgH="228600" progId="Equation.3">
                  <p:embed/>
                </p:oleObj>
              </mc:Choice>
              <mc:Fallback>
                <p:oleObj name="" r:id="rId10" imgW="2120900" imgH="228600" progId="Equation.3">
                  <p:embed/>
                  <p:pic>
                    <p:nvPicPr>
                      <p:cNvPr id="0" name="Object 7"/>
                      <p:cNvPicPr/>
                      <p:nvPr/>
                    </p:nvPicPr>
                    <p:blipFill>
                      <a:blip r:embed="rId11">
                        <a:biLevel thresh="50000"/>
                        <a:grayscl/>
                      </a:blip>
                      <a:stretch>
                        <a:fillRect/>
                      </a:stretch>
                    </p:blipFill>
                    <p:spPr>
                      <a:xfrm>
                        <a:off x="3333750" y="5697855"/>
                        <a:ext cx="4882515" cy="537845"/>
                      </a:xfrm>
                      <a:prstGeom prst="rect">
                        <a:avLst/>
                      </a:prstGeom>
                      <a:solidFill>
                        <a:schemeClr val="tx1"/>
                      </a:solidFill>
                      <a:ln w="38100">
                        <a:noFill/>
                        <a:miter/>
                      </a:ln>
                    </p:spPr>
                  </p:pic>
                </p:oleObj>
              </mc:Fallback>
            </mc:AlternateContent>
          </a:graphicData>
        </a:graphic>
      </p:graphicFrame>
      <p:sp>
        <p:nvSpPr>
          <p:cNvPr id="10" name="Text Box 15"/>
          <p:cNvSpPr txBox="1">
            <a:spLocks noChangeArrowheads="1"/>
          </p:cNvSpPr>
          <p:nvPr/>
        </p:nvSpPr>
        <p:spPr bwMode="auto">
          <a:xfrm>
            <a:off x="395288" y="0"/>
            <a:ext cx="158432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spcBef>
                <a:spcPct val="50000"/>
              </a:spcBef>
              <a:buFontTx/>
              <a:buNone/>
            </a:pPr>
            <a:r>
              <a:rPr kumimoji="0" lang="zh-CN" altLang="en-US" sz="1800">
                <a:solidFill>
                  <a:srgbClr val="FF0000"/>
                </a:solidFill>
                <a:ea typeface="宋体" panose="02010600030101010101" pitchFamily="2" charset="-122"/>
              </a:rPr>
              <a:t>补充例题</a:t>
            </a:r>
            <a:endParaRPr kumimoji="0" lang="en-US" altLang="zh-CN" sz="1800">
              <a:solidFill>
                <a:srgbClr val="FF0000"/>
              </a:solidFill>
              <a:ea typeface="宋体" panose="02010600030101010101" pitchFamily="2" charset="-122"/>
            </a:endParaRPr>
          </a:p>
        </p:txBody>
      </p:sp>
      <mc:AlternateContent xmlns:mc="http://schemas.openxmlformats.org/markup-compatibility/2006">
        <mc:Choice xmlns:a14="http://schemas.microsoft.com/office/drawing/2010/main" Requires="a14">
          <p:sp>
            <p:nvSpPr>
              <p:cNvPr id="9" name="矩形 8"/>
              <p:cNvSpPr/>
              <p:nvPr/>
            </p:nvSpPr>
            <p:spPr>
              <a:xfrm>
                <a:off x="899795" y="2329815"/>
                <a:ext cx="6763385" cy="700405"/>
              </a:xfrm>
              <a:prstGeom prst="rect">
                <a:avLst/>
              </a:prstGeom>
            </p:spPr>
            <p:txBody>
              <a:bodyPr wrap="square">
                <a:noAutofit/>
              </a:bodyPr>
              <a:lstStyle/>
              <a:p>
                <a14:m>
                  <m:oMathPara xmlns:m="http://schemas.openxmlformats.org/officeDocument/2006/math">
                    <m:oMathParaPr>
                      <m:jc m:val="left"/>
                    </m:oMathParaPr>
                    <m:oMath xmlns:m="http://schemas.openxmlformats.org/officeDocument/2006/math">
                      <m:r>
                        <a:rPr lang="zh-CN" altLang="en-US" sz="1800" i="1">
                          <a:solidFill>
                            <a:srgbClr val="000000"/>
                          </a:solidFill>
                          <a:latin typeface="Cambria Math" panose="02040503050406030204" pitchFamily="18" charset="0"/>
                          <a:ea typeface="+mj-ea"/>
                        </a:rPr>
                        <m:t>先求</m:t>
                      </m:r>
                      <m:f>
                        <m:fPr>
                          <m:ctrlPr>
                            <a:rPr lang="zh-CN" altLang="en-US" sz="1800" i="1">
                              <a:solidFill>
                                <a:srgbClr val="000000"/>
                              </a:solidFill>
                              <a:latin typeface="Cambria Math" panose="02040503050406030204" pitchFamily="18" charset="0"/>
                              <a:ea typeface="+mj-ea"/>
                            </a:rPr>
                          </m:ctrlPr>
                        </m:fPr>
                        <m:num>
                          <m:r>
                            <m:rPr>
                              <m:sty m:val="p"/>
                            </m:rPr>
                            <a:rPr lang="zh-CN" altLang="en-US" sz="1800">
                              <a:solidFill>
                                <a:srgbClr val="000000"/>
                              </a:solidFill>
                              <a:latin typeface="Cambria Math" panose="02040503050406030204" pitchFamily="18" charset="0"/>
                              <a:ea typeface="+mj-ea"/>
                            </a:rPr>
                            <m:t>s</m:t>
                          </m:r>
                        </m:num>
                        <m:den>
                          <m:r>
                            <a:rPr lang="zh-CN" altLang="en-US" sz="1800" i="1">
                              <a:solidFill>
                                <a:srgbClr val="000000"/>
                              </a:solidFill>
                              <a:latin typeface="Cambria Math" panose="02040503050406030204" pitchFamily="18" charset="0"/>
                              <a:ea typeface="+mj-ea"/>
                            </a:rPr>
                            <m:t>（</m:t>
                          </m:r>
                          <m:r>
                            <m:rPr>
                              <m:sty m:val="p"/>
                            </m:rPr>
                            <a:rPr lang="zh-CN" altLang="en-US" sz="1800">
                              <a:solidFill>
                                <a:srgbClr val="000000"/>
                              </a:solidFill>
                              <a:latin typeface="Cambria Math" panose="02040503050406030204" pitchFamily="18" charset="0"/>
                              <a:ea typeface="+mj-ea"/>
                            </a:rPr>
                            <m:t>s</m:t>
                          </m:r>
                          <m:r>
                            <a:rPr lang="zh-CN" altLang="en-US" sz="1800" i="1">
                              <a:solidFill>
                                <a:srgbClr val="000000"/>
                              </a:solidFill>
                              <a:latin typeface="Cambria Math" panose="02040503050406030204" pitchFamily="18" charset="0"/>
                              <a:ea typeface="+mj-ea"/>
                            </a:rPr>
                            <m:t>+</m:t>
                          </m:r>
                          <m:r>
                            <a:rPr lang="zh-CN" altLang="en-US" sz="1800">
                              <a:solidFill>
                                <a:srgbClr val="000000"/>
                              </a:solidFill>
                              <a:latin typeface="Cambria Math" panose="02040503050406030204" pitchFamily="18" charset="0"/>
                              <a:ea typeface="+mj-ea"/>
                            </a:rPr>
                            <m:t>1</m:t>
                          </m:r>
                          <m:sSup>
                            <m:sSupPr>
                              <m:ctrlPr>
                                <a:rPr lang="zh-CN" altLang="en-US" sz="1800" i="1">
                                  <a:solidFill>
                                    <a:srgbClr val="000000"/>
                                  </a:solidFill>
                                  <a:latin typeface="Cambria Math" panose="02040503050406030204" pitchFamily="18" charset="0"/>
                                  <a:ea typeface="+mj-ea"/>
                                </a:rPr>
                              </m:ctrlPr>
                            </m:sSupPr>
                            <m:e>
                              <m:r>
                                <a:rPr lang="zh-CN" altLang="en-US" sz="1800" i="1">
                                  <a:solidFill>
                                    <a:srgbClr val="000000"/>
                                  </a:solidFill>
                                  <a:latin typeface="Cambria Math" panose="02040503050406030204" pitchFamily="18" charset="0"/>
                                  <a:ea typeface="+mj-ea"/>
                                </a:rPr>
                                <m:t>）</m:t>
                              </m:r>
                            </m:e>
                            <m:sup>
                              <m:r>
                                <a:rPr lang="zh-CN" altLang="en-US" sz="1800" i="1">
                                  <a:solidFill>
                                    <a:srgbClr val="000000"/>
                                  </a:solidFill>
                                  <a:latin typeface="Cambria Math" panose="02040503050406030204" pitchFamily="18" charset="0"/>
                                  <a:ea typeface="+mj-ea"/>
                                </a:rPr>
                                <m:t>2</m:t>
                              </m:r>
                            </m:sup>
                          </m:sSup>
                          <m:r>
                            <a:rPr lang="zh-CN" altLang="en-US" sz="1800" i="1">
                              <a:solidFill>
                                <a:srgbClr val="000000"/>
                              </a:solidFill>
                              <a:latin typeface="Cambria Math" panose="02040503050406030204" pitchFamily="18" charset="0"/>
                              <a:ea typeface="+mj-ea"/>
                            </a:rPr>
                            <m:t>+</m:t>
                          </m:r>
                          <m:r>
                            <a:rPr lang="zh-CN" altLang="en-US" sz="1800" i="1">
                              <a:solidFill>
                                <a:srgbClr val="000000"/>
                              </a:solidFill>
                              <a:latin typeface="Cambria Math" panose="02040503050406030204" pitchFamily="18" charset="0"/>
                              <a:ea typeface="+mj-ea"/>
                            </a:rPr>
                            <m:t>100</m:t>
                          </m:r>
                        </m:den>
                      </m:f>
                      <m:r>
                        <a:rPr lang="zh-CN" altLang="en-US" sz="1800" i="1">
                          <a:solidFill>
                            <a:srgbClr val="000000"/>
                          </a:solidFill>
                          <a:latin typeface="Cambria Math" panose="02040503050406030204" pitchFamily="18" charset="0"/>
                          <a:ea typeface="+mj-ea"/>
                        </a:rPr>
                        <m:t>的原函数，解得</m:t>
                      </m:r>
                      <m:m>
                        <m:mPr>
                          <m:mcs>
                            <m:mc>
                              <m:mcPr>
                                <m:count m:val="2"/>
                                <m:mcJc m:val="center"/>
                              </m:mcPr>
                            </m:mc>
                          </m:mcs>
                          <m:plcHide m:val="on"/>
                          <m:ctrlPr>
                            <a:rPr lang="zh-CN" altLang="en-US" sz="1800" i="1">
                              <a:solidFill>
                                <a:srgbClr val="000000"/>
                              </a:solidFill>
                              <a:latin typeface="Cambria Math" panose="02040503050406030204" pitchFamily="18" charset="0"/>
                              <a:ea typeface="+mj-ea"/>
                            </a:rPr>
                          </m:ctrlPr>
                        </m:mPr>
                        <m:mr>
                          <m:e/>
                          <m:e/>
                        </m:mr>
                      </m:m>
                      <m:r>
                        <a:rPr lang="zh-CN" altLang="en-US" sz="1800">
                          <a:solidFill>
                            <a:srgbClr val="000000"/>
                          </a:solidFill>
                          <a:latin typeface="Cambria Math" panose="02040503050406030204" pitchFamily="18" charset="0"/>
                          <a:ea typeface="+mj-ea"/>
                        </a:rPr>
                        <m:t> </m:t>
                      </m:r>
                      <m:r>
                        <a:rPr lang="zh-CN" altLang="en-US" sz="1800" i="1">
                          <a:solidFill>
                            <a:srgbClr val="000000"/>
                          </a:solidFill>
                          <a:latin typeface="Cambria Math" panose="02040503050406030204" pitchFamily="18" charset="0"/>
                          <a:ea typeface="MS Mincho" charset="0"/>
                          <a:cs typeface="Cambria Math" panose="02040503050406030204" pitchFamily="18" charset="0"/>
                        </a:rPr>
                        <m:t>：</m:t>
                      </m:r>
                    </m:oMath>
                  </m:oMathPara>
                </a14:m>
                <a:endParaRPr lang="zh-CN" altLang="en-US" sz="1800" i="1" dirty="0">
                  <a:solidFill>
                    <a:srgbClr val="000000"/>
                  </a:solidFill>
                  <a:latin typeface="Cambria Math" panose="02040503050406030204" pitchFamily="18" charset="0"/>
                  <a:ea typeface="黑体" panose="02010609060101010101" charset="-122"/>
                </a:endParaRPr>
              </a:p>
            </p:txBody>
          </p:sp>
        </mc:Choice>
        <mc:Fallback>
          <p:sp>
            <p:nvSpPr>
              <p:cNvPr id="9" name="矩形 8"/>
              <p:cNvSpPr>
                <a:spLocks noRot="1" noChangeAspect="1" noMove="1" noResize="1" noEditPoints="1" noAdjustHandles="1" noChangeArrowheads="1" noChangeShapeType="1" noTextEdit="1"/>
              </p:cNvSpPr>
              <p:nvPr/>
            </p:nvSpPr>
            <p:spPr>
              <a:xfrm>
                <a:off x="899795" y="2329815"/>
                <a:ext cx="6763385" cy="700405"/>
              </a:xfrm>
              <a:prstGeom prst="rect">
                <a:avLst/>
              </a:prstGeom>
              <a:blipFill rotWithShape="1">
                <a:blip r:embed="rId12"/>
                <a:stretch>
                  <a:fillRect/>
                </a:stretch>
              </a:blipFill>
            </p:spPr>
            <p:txBody>
              <a:bodyPr/>
              <a:lstStyle/>
              <a:p>
                <a:r>
                  <a:rPr lang="zh-CN" altLang="en-US">
                    <a:noFill/>
                  </a:rPr>
                  <a:t> </a:t>
                </a:r>
              </a:p>
            </p:txBody>
          </p:sp>
        </mc:Fallback>
      </mc:AlternateContent>
      <p:graphicFrame>
        <p:nvGraphicFramePr>
          <p:cNvPr id="14" name="Object 4"/>
          <p:cNvGraphicFramePr>
            <a:graphicFrameLocks noGrp="1" noChangeAspect="1"/>
          </p:cNvGraphicFramePr>
          <p:nvPr>
            <p:ph sz="half" idx="1"/>
          </p:nvPr>
        </p:nvGraphicFramePr>
        <p:xfrm>
          <a:off x="5368608" y="40640"/>
          <a:ext cx="3005455" cy="1332865"/>
        </p:xfrm>
        <a:graphic>
          <a:graphicData uri="http://schemas.openxmlformats.org/presentationml/2006/ole">
            <mc:AlternateContent xmlns:mc="http://schemas.openxmlformats.org/markup-compatibility/2006">
              <mc:Choice xmlns:v="urn:schemas-microsoft-com:vml" Requires="v">
                <p:oleObj spid="_x0000_s11" name="公式" r:id="rId13" imgW="2005965" imgH="889000" progId="Equation.3">
                  <p:embed/>
                </p:oleObj>
              </mc:Choice>
              <mc:Fallback>
                <p:oleObj name="公式" r:id="rId13" imgW="2005965" imgH="889000" progId="Equation.3">
                  <p:embed/>
                  <p:pic>
                    <p:nvPicPr>
                      <p:cNvPr id="0" name="Object 4"/>
                      <p:cNvPicPr>
                        <a:picLocks noChangeAspect="1" noChangeArrowheads="1"/>
                      </p:cNvPicPr>
                      <p:nvPr/>
                    </p:nvPicPr>
                    <p:blipFill>
                      <a:blip r:embed="rId14"/>
                      <a:srcRect/>
                      <a:stretch>
                        <a:fillRect/>
                      </a:stretch>
                    </p:blipFill>
                    <p:spPr bwMode="auto">
                      <a:xfrm>
                        <a:off x="5368608" y="40640"/>
                        <a:ext cx="3005455" cy="1332865"/>
                      </a:xfrm>
                      <a:prstGeom prst="rect">
                        <a:avLst/>
                      </a:prstGeom>
                      <a:solidFill>
                        <a:schemeClr val="tx1"/>
                      </a:solidFill>
                      <a:ln w="38100">
                        <a:solidFill>
                          <a:srgbClr val="FF0000"/>
                        </a:solidFill>
                        <a:miter lim="800000"/>
                        <a:headEnd/>
                        <a:tailEnd/>
                      </a:ln>
                      <a:effectLst/>
                    </p:spPr>
                  </p:pic>
                </p:oleObj>
              </mc:Fallback>
            </mc:AlternateContent>
          </a:graphicData>
        </a:graphic>
      </p:graphicFrame>
      <p:sp>
        <p:nvSpPr>
          <p:cNvPr id="12" name="墨迹 6"/>
          <p:cNvSpPr/>
          <p:nvPr/>
        </p:nvSpPr>
        <p:spPr bwMode="auto">
          <a:xfrm>
            <a:off x="1840865" y="1411605"/>
            <a:ext cx="7129145" cy="4777105"/>
          </a:xfrm>
        </p:spPr>
      </p:sp>
      <p:sp>
        <p:nvSpPr>
          <p:cNvPr id="51212" name="AutoShape 10"/>
          <p:cNvSpPr>
            <a:spLocks noChangeArrowheads="1"/>
          </p:cNvSpPr>
          <p:nvPr/>
        </p:nvSpPr>
        <p:spPr bwMode="auto">
          <a:xfrm>
            <a:off x="2484120" y="5123180"/>
            <a:ext cx="794385" cy="574675"/>
          </a:xfrm>
          <a:prstGeom prst="wedgeEllipseCallout">
            <a:avLst>
              <a:gd name="adj1" fmla="val -90745"/>
              <a:gd name="adj2" fmla="val 48343"/>
            </a:avLst>
          </a:prstGeom>
          <a:noFill/>
          <a:ln w="9525">
            <a:solidFill>
              <a:schemeClr val="bg1"/>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algn="ctr" eaLnBrk="1" hangingPunct="1">
              <a:spcBef>
                <a:spcPct val="0"/>
              </a:spcBef>
              <a:buFontTx/>
              <a:buNone/>
            </a:pPr>
            <a:r>
              <a:rPr kumimoji="0" lang="zh-CN" altLang="en-US" sz="1400">
                <a:solidFill>
                  <a:srgbClr val="000000"/>
                </a:solidFill>
                <a:ea typeface="宋体" panose="02010600030101010101" pitchFamily="2" charset="-122"/>
              </a:rPr>
              <a:t>时移性质</a:t>
            </a:r>
            <a:endParaRPr kumimoji="0" lang="zh-CN" altLang="en-US" sz="1400">
              <a:solidFill>
                <a:srgbClr val="000000"/>
              </a:solidFill>
              <a:ea typeface="宋体" panose="02010600030101010101" pitchFamily="2" charset="-122"/>
            </a:endParaRPr>
          </a:p>
        </p:txBody>
      </p:sp>
      <p:sp>
        <p:nvSpPr>
          <p:cNvPr id="51213" name="Oval 11"/>
          <p:cNvSpPr>
            <a:spLocks noChangeArrowheads="1"/>
          </p:cNvSpPr>
          <p:nvPr/>
        </p:nvSpPr>
        <p:spPr bwMode="auto">
          <a:xfrm>
            <a:off x="1764030" y="5549265"/>
            <a:ext cx="394970" cy="382270"/>
          </a:xfrm>
          <a:prstGeom prst="ellipse">
            <a:avLst/>
          </a:prstGeom>
          <a:noFill/>
          <a:ln w="9525">
            <a:solidFill>
              <a:srgbClr val="FF0000"/>
            </a:solidFill>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spcBef>
                <a:spcPct val="0"/>
              </a:spcBef>
              <a:buFontTx/>
              <a:buNone/>
            </a:pPr>
            <a:endParaRPr kumimoji="0" lang="zh-CN" altLang="en-US" sz="1800">
              <a:ea typeface="宋体" panose="02010600030101010101" pitchFamily="2" charset="-122"/>
            </a:endParaRPr>
          </a:p>
        </p:txBody>
      </p:sp>
      <mc:AlternateContent xmlns:mc="http://schemas.openxmlformats.org/markup-compatibility/2006">
        <mc:Choice xmlns:a14="http://schemas.microsoft.com/office/drawing/2010/main" Requires="a14">
          <p:sp>
            <p:nvSpPr>
              <p:cNvPr id="17" name="文本框 16"/>
              <p:cNvSpPr txBox="1"/>
              <p:nvPr/>
            </p:nvSpPr>
            <p:spPr>
              <a:xfrm>
                <a:off x="7164070" y="3140710"/>
                <a:ext cx="1948180" cy="398780"/>
              </a:xfrm>
              <a:prstGeom prst="rect">
                <a:avLst/>
              </a:prstGeom>
              <a:noFill/>
            </p:spPr>
            <p:txBody>
              <a:bodyPr wrap="square" rtlCol="0" anchor="t">
                <a:spAutoFit/>
              </a:bodyPr>
              <a:p>
                <a14:m>
                  <m:oMathPara xmlns:m="http://schemas.openxmlformats.org/officeDocument/2006/math">
                    <m:oMathParaPr>
                      <m:jc m:val="left"/>
                    </m:oMathParaPr>
                    <m:oMath xmlns:m="http://schemas.openxmlformats.org/officeDocument/2006/math">
                      <m:r>
                        <a:rPr lang="en-US" altLang="zh-CN" sz="2000" i="1">
                          <a:solidFill>
                            <a:srgbClr val="FF0000"/>
                          </a:solidFill>
                          <a:latin typeface="Cambria Math" panose="02040503050406030204" pitchFamily="18" charset="0"/>
                          <a:cs typeface="Cambria Math" panose="02040503050406030204" pitchFamily="18" charset="0"/>
                        </a:rPr>
                        <m:t>𝒂</m:t>
                      </m:r>
                      <m:r>
                        <a:rPr lang="en-US" altLang="zh-CN" sz="2000" i="1">
                          <a:solidFill>
                            <a:srgbClr val="FF0000"/>
                          </a:solidFill>
                          <a:latin typeface="Cambria Math" panose="02040503050406030204" pitchFamily="18" charset="0"/>
                          <a:cs typeface="Cambria Math" panose="02040503050406030204" pitchFamily="18" charset="0"/>
                        </a:rPr>
                        <m:t>=</m:t>
                      </m:r>
                      <m:r>
                        <a:rPr lang="en-US" altLang="zh-CN" sz="2000" i="1">
                          <a:solidFill>
                            <a:srgbClr val="FF0000"/>
                          </a:solidFill>
                          <a:latin typeface="Cambria Math" panose="02040503050406030204" pitchFamily="18" charset="0"/>
                          <a:cs typeface="Cambria Math" panose="02040503050406030204" pitchFamily="18" charset="0"/>
                        </a:rPr>
                        <m:t>𝟏</m:t>
                      </m:r>
                      <m:r>
                        <a:rPr lang="en-US" altLang="zh-CN" sz="2000" i="1">
                          <a:solidFill>
                            <a:srgbClr val="FF0000"/>
                          </a:solidFill>
                          <a:latin typeface="Cambria Math" panose="02040503050406030204" pitchFamily="18" charset="0"/>
                          <a:cs typeface="Cambria Math" panose="02040503050406030204" pitchFamily="18" charset="0"/>
                        </a:rPr>
                        <m:t>,</m:t>
                      </m:r>
                      <m:r>
                        <a:rPr lang="en-US" altLang="zh-CN" sz="2000" b="1" i="1">
                          <a:solidFill>
                            <a:srgbClr val="FF0000"/>
                          </a:solidFill>
                          <a:latin typeface="Cambria Math" panose="02040503050406030204" pitchFamily="18" charset="0"/>
                          <a:cs typeface="Cambria Math" panose="02040503050406030204" pitchFamily="18" charset="0"/>
                        </a:rPr>
                        <m:t>𝝎</m:t>
                      </m:r>
                      <m:r>
                        <a:rPr lang="en-US" altLang="zh-CN" sz="2000" b="1" i="1">
                          <a:solidFill>
                            <a:srgbClr val="FF0000"/>
                          </a:solidFill>
                          <a:latin typeface="Cambria Math" panose="02040503050406030204" pitchFamily="18" charset="0"/>
                          <a:cs typeface="Cambria Math" panose="02040503050406030204" pitchFamily="18" charset="0"/>
                        </a:rPr>
                        <m:t>=</m:t>
                      </m:r>
                      <m:r>
                        <a:rPr lang="en-US" altLang="zh-CN" sz="2000" b="1" i="1">
                          <a:solidFill>
                            <a:srgbClr val="FF0000"/>
                          </a:solidFill>
                          <a:latin typeface="Cambria Math" panose="02040503050406030204" pitchFamily="18" charset="0"/>
                          <a:cs typeface="Cambria Math" panose="02040503050406030204" pitchFamily="18" charset="0"/>
                        </a:rPr>
                        <m:t>𝟏𝟎</m:t>
                      </m:r>
                    </m:oMath>
                  </m:oMathPara>
                </a14:m>
                <a:endParaRPr lang="en-US" altLang="zh-CN" sz="2000" b="1" i="1">
                  <a:solidFill>
                    <a:srgbClr val="FF0000"/>
                  </a:solidFill>
                  <a:latin typeface="Cambria Math" panose="02040503050406030204" pitchFamily="18" charset="0"/>
                  <a:cs typeface="Cambria Math" panose="02040503050406030204" pitchFamily="18" charset="0"/>
                </a:endParaRPr>
              </a:p>
            </p:txBody>
          </p:sp>
        </mc:Choice>
        <mc:Fallback>
          <p:sp>
            <p:nvSpPr>
              <p:cNvPr id="17" name="文本框 16"/>
              <p:cNvSpPr txBox="1">
                <a:spLocks noRot="1" noChangeAspect="1" noMove="1" noResize="1" noEditPoints="1" noAdjustHandles="1" noChangeArrowheads="1" noChangeShapeType="1" noTextEdit="1"/>
              </p:cNvSpPr>
              <p:nvPr/>
            </p:nvSpPr>
            <p:spPr>
              <a:xfrm>
                <a:off x="7164070" y="3140710"/>
                <a:ext cx="1948180" cy="398780"/>
              </a:xfrm>
              <a:prstGeom prst="rect">
                <a:avLst/>
              </a:prstGeom>
              <a:blipFill rotWithShape="1">
                <a:blip r:embed="rId15"/>
                <a:stretch>
                  <a:fillRect/>
                </a:stretch>
              </a:blipFill>
            </p:spPr>
            <p:txBody>
              <a:bodyPr/>
              <a:lstStyle/>
              <a:p>
                <a:r>
                  <a:rPr lang="zh-CN" altLang="en-US">
                    <a:noFill/>
                  </a:rPr>
                  <a:t> </a:t>
                </a:r>
              </a:p>
            </p:txBody>
          </p:sp>
        </mc:Fallback>
      </mc:AlternateContent>
    </p:spTree>
    <p:custDataLst>
      <p:tags r:id="rId16"/>
    </p:custDataLst>
  </p:cSld>
  <p:clrMapOvr>
    <a:masterClrMapping/>
  </p:clrMapOvr>
  <mc:AlternateContent xmlns:mc="http://schemas.openxmlformats.org/markup-compatibility/2006">
    <mc:Choice xmlns:p14="http://schemas.microsoft.com/office/powerpoint/2010/main" Requires="p14">
      <p:transition spd="slow" p14:dur="2000" advTm="195682"/>
    </mc:Choice>
    <mc:Fallback>
      <p:transition spd="slow" advTm="195682"/>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500" fill="hold">
                                          <p:stCondLst>
                                            <p:cond delay="0"/>
                                          </p:stCondLst>
                                        </p:cTn>
                                        <p:tgtEl>
                                          <p:spTgt spid="337922"/>
                                        </p:tgtEl>
                                        <p:attrNameLst>
                                          <p:attrName>style.visibility</p:attrName>
                                        </p:attrNameLst>
                                      </p:cBhvr>
                                      <p:to>
                                        <p:strVal val="visible"/>
                                      </p:to>
                                    </p:set>
                                    <p:anim calcmode="lin" valueType="num">
                                      <p:cBhvr additive="base">
                                        <p:cTn id="7" dur="500" fill="hold"/>
                                        <p:tgtEl>
                                          <p:spTgt spid="337922"/>
                                        </p:tgtEl>
                                        <p:attrNameLst>
                                          <p:attrName>ppt_x</p:attrName>
                                        </p:attrNameLst>
                                      </p:cBhvr>
                                      <p:tavLst>
                                        <p:tav tm="0">
                                          <p:val>
                                            <p:strVal val="0-#ppt_w/2"/>
                                          </p:val>
                                        </p:tav>
                                        <p:tav tm="100000">
                                          <p:val>
                                            <p:strVal val="#ppt_x"/>
                                          </p:val>
                                        </p:tav>
                                      </p:tavLst>
                                    </p:anim>
                                    <p:anim calcmode="lin" valueType="num">
                                      <p:cBhvr additive="base">
                                        <p:cTn id="8" dur="500" fill="hold"/>
                                        <p:tgtEl>
                                          <p:spTgt spid="337922"/>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37923"/>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37925">
                                            <p:txEl>
                                              <p:pRg st="0" end="0"/>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26" presetClass="entr" presetSubtype="0" fill="hold" nodeType="clickEffect">
                                  <p:stCondLst>
                                    <p:cond delay="0"/>
                                  </p:stCondLst>
                                  <p:childTnLst>
                                    <p:set>
                                      <p:cBhvr>
                                        <p:cTn id="24" dur="1" fill="hold">
                                          <p:stCondLst>
                                            <p:cond delay="0"/>
                                          </p:stCondLst>
                                        </p:cTn>
                                        <p:tgtEl>
                                          <p:spTgt spid="14"/>
                                        </p:tgtEl>
                                        <p:attrNameLst>
                                          <p:attrName>style.visibility</p:attrName>
                                        </p:attrNameLst>
                                      </p:cBhvr>
                                      <p:to>
                                        <p:strVal val="visible"/>
                                      </p:to>
                                    </p:set>
                                    <p:animEffect transition="in" filter="wipe(down)">
                                      <p:cBhvr>
                                        <p:cTn id="25" dur="580">
                                          <p:stCondLst>
                                            <p:cond delay="0"/>
                                          </p:stCondLst>
                                        </p:cTn>
                                        <p:tgtEl>
                                          <p:spTgt spid="14"/>
                                        </p:tgtEl>
                                      </p:cBhvr>
                                    </p:animEffect>
                                    <p:anim calcmode="lin" valueType="num">
                                      <p:cBhvr>
                                        <p:cTn id="26" dur="1822" tmFilter="0,0; 0.14,0.36; 0.43,0.73; 0.71,0.91; 1.0,1.0">
                                          <p:stCondLst>
                                            <p:cond delay="0"/>
                                          </p:stCondLst>
                                        </p:cTn>
                                        <p:tgtEl>
                                          <p:spTgt spid="14"/>
                                        </p:tgtEl>
                                        <p:attrNameLst>
                                          <p:attrName>ppt_x</p:attrName>
                                        </p:attrNameLst>
                                      </p:cBhvr>
                                      <p:tavLst>
                                        <p:tav tm="0">
                                          <p:val>
                                            <p:strVal val="#ppt_x-0.25"/>
                                          </p:val>
                                        </p:tav>
                                        <p:tav tm="100000">
                                          <p:val>
                                            <p:strVal val="#ppt_x"/>
                                          </p:val>
                                        </p:tav>
                                      </p:tavLst>
                                    </p:anim>
                                    <p:anim calcmode="lin" valueType="num">
                                      <p:cBhvr>
                                        <p:cTn id="27" dur="664" tmFilter="0.0,0.0; 0.25,0.07; 0.50,0.2; 0.75,0.467; 1.0,1.0">
                                          <p:stCondLst>
                                            <p:cond delay="0"/>
                                          </p:stCondLst>
                                        </p:cTn>
                                        <p:tgtEl>
                                          <p:spTgt spid="14"/>
                                        </p:tgtEl>
                                        <p:attrNameLst>
                                          <p:attrName>ppt_y</p:attrName>
                                        </p:attrNameLst>
                                      </p:cBhvr>
                                      <p:tavLst>
                                        <p:tav tm="0" fmla="#ppt_y-sin(pi*$)/3">
                                          <p:val>
                                            <p:fltVal val="0.5"/>
                                          </p:val>
                                        </p:tav>
                                        <p:tav tm="100000">
                                          <p:val>
                                            <p:fltVal val="1"/>
                                          </p:val>
                                        </p:tav>
                                      </p:tavLst>
                                    </p:anim>
                                    <p:anim calcmode="lin" valueType="num">
                                      <p:cBhvr>
                                        <p:cTn id="28" dur="664" tmFilter="0, 0; 0.125,0.2665; 0.25,0.4; 0.375,0.465; 0.5,0.5;  0.625,0.535; 0.75,0.6; 0.875,0.7335; 1,1">
                                          <p:stCondLst>
                                            <p:cond delay="664"/>
                                          </p:stCondLst>
                                        </p:cTn>
                                        <p:tgtEl>
                                          <p:spTgt spid="14"/>
                                        </p:tgtEl>
                                        <p:attrNameLst>
                                          <p:attrName>ppt_y</p:attrName>
                                        </p:attrNameLst>
                                      </p:cBhvr>
                                      <p:tavLst>
                                        <p:tav tm="0" fmla="#ppt_y-sin(pi*$)/9">
                                          <p:val>
                                            <p:fltVal val="0"/>
                                          </p:val>
                                        </p:tav>
                                        <p:tav tm="100000">
                                          <p:val>
                                            <p:fltVal val="1"/>
                                          </p:val>
                                        </p:tav>
                                      </p:tavLst>
                                    </p:anim>
                                    <p:anim calcmode="lin" valueType="num">
                                      <p:cBhvr>
                                        <p:cTn id="29" dur="332" tmFilter="0, 0; 0.125,0.2665; 0.25,0.4; 0.375,0.465; 0.5,0.5;  0.625,0.535; 0.75,0.6; 0.875,0.7335; 1,1">
                                          <p:stCondLst>
                                            <p:cond delay="1324"/>
                                          </p:stCondLst>
                                        </p:cTn>
                                        <p:tgtEl>
                                          <p:spTgt spid="14"/>
                                        </p:tgtEl>
                                        <p:attrNameLst>
                                          <p:attrName>ppt_y</p:attrName>
                                        </p:attrNameLst>
                                      </p:cBhvr>
                                      <p:tavLst>
                                        <p:tav tm="0" fmla="#ppt_y-sin(pi*$)/27">
                                          <p:val>
                                            <p:fltVal val="0"/>
                                          </p:val>
                                        </p:tav>
                                        <p:tav tm="100000">
                                          <p:val>
                                            <p:fltVal val="1"/>
                                          </p:val>
                                        </p:tav>
                                      </p:tavLst>
                                    </p:anim>
                                    <p:anim calcmode="lin" valueType="num">
                                      <p:cBhvr>
                                        <p:cTn id="30" dur="164" tmFilter="0, 0; 0.125,0.2665; 0.25,0.4; 0.375,0.465; 0.5,0.5;  0.625,0.535; 0.75,0.6; 0.875,0.7335; 1,1">
                                          <p:stCondLst>
                                            <p:cond delay="1656"/>
                                          </p:stCondLst>
                                        </p:cTn>
                                        <p:tgtEl>
                                          <p:spTgt spid="14"/>
                                        </p:tgtEl>
                                        <p:attrNameLst>
                                          <p:attrName>ppt_y</p:attrName>
                                        </p:attrNameLst>
                                      </p:cBhvr>
                                      <p:tavLst>
                                        <p:tav tm="0" fmla="#ppt_y-sin(pi*$)/81">
                                          <p:val>
                                            <p:fltVal val="0"/>
                                          </p:val>
                                        </p:tav>
                                        <p:tav tm="100000">
                                          <p:val>
                                            <p:fltVal val="1"/>
                                          </p:val>
                                        </p:tav>
                                      </p:tavLst>
                                    </p:anim>
                                    <p:animScale>
                                      <p:cBhvr>
                                        <p:cTn id="31" dur="26">
                                          <p:stCondLst>
                                            <p:cond delay="650"/>
                                          </p:stCondLst>
                                        </p:cTn>
                                        <p:tgtEl>
                                          <p:spTgt spid="14"/>
                                        </p:tgtEl>
                                      </p:cBhvr>
                                      <p:to x="100000" y="60000"/>
                                    </p:animScale>
                                    <p:animScale>
                                      <p:cBhvr>
                                        <p:cTn id="32" dur="166" decel="50000">
                                          <p:stCondLst>
                                            <p:cond delay="676"/>
                                          </p:stCondLst>
                                        </p:cTn>
                                        <p:tgtEl>
                                          <p:spTgt spid="14"/>
                                        </p:tgtEl>
                                      </p:cBhvr>
                                      <p:to x="100000" y="100000"/>
                                    </p:animScale>
                                    <p:animScale>
                                      <p:cBhvr>
                                        <p:cTn id="33" dur="26">
                                          <p:stCondLst>
                                            <p:cond delay="1312"/>
                                          </p:stCondLst>
                                        </p:cTn>
                                        <p:tgtEl>
                                          <p:spTgt spid="14"/>
                                        </p:tgtEl>
                                      </p:cBhvr>
                                      <p:to x="100000" y="80000"/>
                                    </p:animScale>
                                    <p:animScale>
                                      <p:cBhvr>
                                        <p:cTn id="34" dur="166" decel="50000">
                                          <p:stCondLst>
                                            <p:cond delay="1338"/>
                                          </p:stCondLst>
                                        </p:cTn>
                                        <p:tgtEl>
                                          <p:spTgt spid="14"/>
                                        </p:tgtEl>
                                      </p:cBhvr>
                                      <p:to x="100000" y="100000"/>
                                    </p:animScale>
                                    <p:animScale>
                                      <p:cBhvr>
                                        <p:cTn id="35" dur="26">
                                          <p:stCondLst>
                                            <p:cond delay="1642"/>
                                          </p:stCondLst>
                                        </p:cTn>
                                        <p:tgtEl>
                                          <p:spTgt spid="14"/>
                                        </p:tgtEl>
                                      </p:cBhvr>
                                      <p:to x="100000" y="90000"/>
                                    </p:animScale>
                                    <p:animScale>
                                      <p:cBhvr>
                                        <p:cTn id="36" dur="166" decel="50000">
                                          <p:stCondLst>
                                            <p:cond delay="1668"/>
                                          </p:stCondLst>
                                        </p:cTn>
                                        <p:tgtEl>
                                          <p:spTgt spid="14"/>
                                        </p:tgtEl>
                                      </p:cBhvr>
                                      <p:to x="100000" y="100000"/>
                                    </p:animScale>
                                    <p:animScale>
                                      <p:cBhvr>
                                        <p:cTn id="37" dur="26">
                                          <p:stCondLst>
                                            <p:cond delay="1808"/>
                                          </p:stCondLst>
                                        </p:cTn>
                                        <p:tgtEl>
                                          <p:spTgt spid="14"/>
                                        </p:tgtEl>
                                      </p:cBhvr>
                                      <p:to x="100000" y="95000"/>
                                    </p:animScale>
                                    <p:animScale>
                                      <p:cBhvr>
                                        <p:cTn id="38" dur="166" decel="50000">
                                          <p:stCondLst>
                                            <p:cond delay="1834"/>
                                          </p:stCondLst>
                                        </p:cTn>
                                        <p:tgtEl>
                                          <p:spTgt spid="14"/>
                                        </p:tgtEl>
                                      </p:cBhvr>
                                      <p:to x="100000" y="100000"/>
                                    </p:animScale>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17"/>
                                        </p:tgtEl>
                                        <p:attrNameLst>
                                          <p:attrName>style.visibility</p:attrName>
                                        </p:attrNameLst>
                                      </p:cBhvr>
                                      <p:to>
                                        <p:strVal val="visible"/>
                                      </p:to>
                                    </p:set>
                                    <p:anim calcmode="lin" valueType="num">
                                      <p:cBhvr additive="base">
                                        <p:cTn id="43" dur="500" fill="hold"/>
                                        <p:tgtEl>
                                          <p:spTgt spid="17"/>
                                        </p:tgtEl>
                                        <p:attrNameLst>
                                          <p:attrName>ppt_x</p:attrName>
                                        </p:attrNameLst>
                                      </p:cBhvr>
                                      <p:tavLst>
                                        <p:tav tm="0">
                                          <p:val>
                                            <p:strVal val="#ppt_x"/>
                                          </p:val>
                                        </p:tav>
                                        <p:tav tm="100000">
                                          <p:val>
                                            <p:strVal val="#ppt_x"/>
                                          </p:val>
                                        </p:tav>
                                      </p:tavLst>
                                    </p:anim>
                                    <p:anim calcmode="lin" valueType="num">
                                      <p:cBhvr additive="base">
                                        <p:cTn id="44"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337926"/>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nodeType="clickEffect">
                                  <p:stCondLst>
                                    <p:cond delay="0"/>
                                  </p:stCondLst>
                                  <p:childTnLst>
                                    <p:set>
                                      <p:cBhvr>
                                        <p:cTn id="52" dur="1" fill="hold">
                                          <p:stCondLst>
                                            <p:cond delay="0"/>
                                          </p:stCondLst>
                                        </p:cTn>
                                        <p:tgtEl>
                                          <p:spTgt spid="6"/>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2" presetClass="entr" presetSubtype="8" fill="hold" nodeType="clickEffect">
                                  <p:stCondLst>
                                    <p:cond delay="0"/>
                                  </p:stCondLst>
                                  <p:childTnLst>
                                    <p:set>
                                      <p:cBhvr>
                                        <p:cTn id="56" dur="1" fill="hold">
                                          <p:stCondLst>
                                            <p:cond delay="0"/>
                                          </p:stCondLst>
                                        </p:cTn>
                                        <p:tgtEl>
                                          <p:spTgt spid="337927"/>
                                        </p:tgtEl>
                                        <p:attrNameLst>
                                          <p:attrName>style.visibility</p:attrName>
                                        </p:attrNameLst>
                                      </p:cBhvr>
                                      <p:to>
                                        <p:strVal val="visible"/>
                                      </p:to>
                                    </p:set>
                                    <p:anim calcmode="lin" valueType="num">
                                      <p:cBhvr additive="base">
                                        <p:cTn id="57" dur="500" fill="hold"/>
                                        <p:tgtEl>
                                          <p:spTgt spid="337927"/>
                                        </p:tgtEl>
                                        <p:attrNameLst>
                                          <p:attrName>ppt_x</p:attrName>
                                        </p:attrNameLst>
                                      </p:cBhvr>
                                      <p:tavLst>
                                        <p:tav tm="0">
                                          <p:val>
                                            <p:strVal val="0-#ppt_w/2"/>
                                          </p:val>
                                        </p:tav>
                                        <p:tav tm="100000">
                                          <p:val>
                                            <p:strVal val="#ppt_x"/>
                                          </p:val>
                                        </p:tav>
                                      </p:tavLst>
                                    </p:anim>
                                    <p:anim calcmode="lin" valueType="num">
                                      <p:cBhvr additive="base">
                                        <p:cTn id="58" dur="500" fill="hold"/>
                                        <p:tgtEl>
                                          <p:spTgt spid="337927"/>
                                        </p:tgtEl>
                                        <p:attrNameLst>
                                          <p:attrName>ppt_y</p:attrName>
                                        </p:attrNameLst>
                                      </p:cBhvr>
                                      <p:tavLst>
                                        <p:tav tm="0">
                                          <p:val>
                                            <p:strVal val="#ppt_y"/>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2" presetClass="entr" presetSubtype="4" fill="hold" grpId="0" nodeType="clickEffect">
                                  <p:stCondLst>
                                    <p:cond delay="0"/>
                                  </p:stCondLst>
                                  <p:childTnLst>
                                    <p:set>
                                      <p:cBhvr>
                                        <p:cTn id="62" dur="1" fill="hold">
                                          <p:stCondLst>
                                            <p:cond delay="0"/>
                                          </p:stCondLst>
                                        </p:cTn>
                                        <p:tgtEl>
                                          <p:spTgt spid="51212"/>
                                        </p:tgtEl>
                                        <p:attrNameLst>
                                          <p:attrName>style.visibility</p:attrName>
                                        </p:attrNameLst>
                                      </p:cBhvr>
                                      <p:to>
                                        <p:strVal val="visible"/>
                                      </p:to>
                                    </p:set>
                                    <p:anim calcmode="lin" valueType="num">
                                      <p:cBhvr additive="base">
                                        <p:cTn id="63" dur="500" fill="hold"/>
                                        <p:tgtEl>
                                          <p:spTgt spid="51212"/>
                                        </p:tgtEl>
                                        <p:attrNameLst>
                                          <p:attrName>ppt_x</p:attrName>
                                        </p:attrNameLst>
                                      </p:cBhvr>
                                      <p:tavLst>
                                        <p:tav tm="0">
                                          <p:val>
                                            <p:strVal val="#ppt_x"/>
                                          </p:val>
                                        </p:tav>
                                        <p:tav tm="100000">
                                          <p:val>
                                            <p:strVal val="#ppt_x"/>
                                          </p:val>
                                        </p:tav>
                                      </p:tavLst>
                                    </p:anim>
                                    <p:anim calcmode="lin" valueType="num">
                                      <p:cBhvr additive="base">
                                        <p:cTn id="64" dur="500" fill="hold"/>
                                        <p:tgtEl>
                                          <p:spTgt spid="51212"/>
                                        </p:tgtEl>
                                        <p:attrNameLst>
                                          <p:attrName>ppt_y</p:attrName>
                                        </p:attrNameLst>
                                      </p:cBhvr>
                                      <p:tavLst>
                                        <p:tav tm="0">
                                          <p:val>
                                            <p:strVal val="1+#ppt_h/2"/>
                                          </p:val>
                                        </p:tav>
                                        <p:tav tm="100000">
                                          <p:val>
                                            <p:strVal val="#ppt_y"/>
                                          </p:val>
                                        </p:tav>
                                      </p:tavLst>
                                    </p:anim>
                                  </p:childTnLst>
                                </p:cTn>
                              </p:par>
                              <p:par>
                                <p:cTn id="65" presetID="2" presetClass="entr" presetSubtype="4" fill="hold" grpId="0" nodeType="withEffect">
                                  <p:stCondLst>
                                    <p:cond delay="0"/>
                                  </p:stCondLst>
                                  <p:childTnLst>
                                    <p:set>
                                      <p:cBhvr>
                                        <p:cTn id="66" dur="1" fill="hold">
                                          <p:stCondLst>
                                            <p:cond delay="0"/>
                                          </p:stCondLst>
                                        </p:cTn>
                                        <p:tgtEl>
                                          <p:spTgt spid="51213"/>
                                        </p:tgtEl>
                                        <p:attrNameLst>
                                          <p:attrName>style.visibility</p:attrName>
                                        </p:attrNameLst>
                                      </p:cBhvr>
                                      <p:to>
                                        <p:strVal val="visible"/>
                                      </p:to>
                                    </p:set>
                                    <p:anim calcmode="lin" valueType="num">
                                      <p:cBhvr additive="base">
                                        <p:cTn id="67" dur="500" fill="hold"/>
                                        <p:tgtEl>
                                          <p:spTgt spid="51213"/>
                                        </p:tgtEl>
                                        <p:attrNameLst>
                                          <p:attrName>ppt_x</p:attrName>
                                        </p:attrNameLst>
                                      </p:cBhvr>
                                      <p:tavLst>
                                        <p:tav tm="0">
                                          <p:val>
                                            <p:strVal val="#ppt_x"/>
                                          </p:val>
                                        </p:tav>
                                        <p:tav tm="100000">
                                          <p:val>
                                            <p:strVal val="#ppt_x"/>
                                          </p:val>
                                        </p:tav>
                                      </p:tavLst>
                                    </p:anim>
                                    <p:anim calcmode="lin" valueType="num">
                                      <p:cBhvr additive="base">
                                        <p:cTn id="68" dur="500" fill="hold"/>
                                        <p:tgtEl>
                                          <p:spTgt spid="51213"/>
                                        </p:tgtEl>
                                        <p:attrNameLst>
                                          <p:attrName>ppt_y</p:attrName>
                                        </p:attrNameLst>
                                      </p:cBhvr>
                                      <p:tavLst>
                                        <p:tav tm="0">
                                          <p:val>
                                            <p:strVal val="1+#ppt_h/2"/>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nodeType="clickEffect">
                                  <p:stCondLst>
                                    <p:cond delay="0"/>
                                  </p:stCondLst>
                                  <p:childTnLst>
                                    <p:set>
                                      <p:cBhvr>
                                        <p:cTn id="72"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12" grpId="0" bldLvl="0" animBg="1"/>
      <p:bldP spid="51213" grpId="0" bldLvl="0" animBg="1"/>
      <p:bldP spid="9" grpId="0"/>
      <p:bldP spid="9" grpId="1"/>
      <p:bldP spid="17" grpId="0"/>
      <p:bldP spid="17" grpId="1"/>
    </p:bldLst>
  </p:timing>
</p:sld>
</file>

<file path=ppt/slides/slide7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7586" name="Rectangle 4"/>
          <p:cNvSpPr>
            <a:spLocks noGrp="1" noChangeArrowheads="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a:spcBef>
                <a:spcPct val="0"/>
              </a:spcBef>
              <a:buFontTx/>
              <a:buNone/>
            </a:pPr>
            <a:fld id="{D0A20452-87CB-4CC9-B519-6360E44E9F2D}" type="datetime1">
              <a:rPr kumimoji="0" lang="zh-CN" altLang="en-US" sz="1200" smtClean="0">
                <a:solidFill>
                  <a:srgbClr val="000000"/>
                </a:solidFill>
                <a:ea typeface="宋体" panose="02010600030101010101" pitchFamily="2" charset="-122"/>
              </a:rPr>
            </a:fld>
            <a:endParaRPr kumimoji="0" lang="en-US" altLang="zh-CN" sz="1200">
              <a:solidFill>
                <a:srgbClr val="000000"/>
              </a:solidFill>
              <a:ea typeface="宋体" panose="02010600030101010101" pitchFamily="2" charset="-122"/>
            </a:endParaRPr>
          </a:p>
        </p:txBody>
      </p:sp>
      <p:sp>
        <p:nvSpPr>
          <p:cNvPr id="67587" name="Rectangle 4"/>
          <p:cNvSpPr>
            <a:spLocks noChangeArrowheads="1"/>
          </p:cNvSpPr>
          <p:nvPr/>
        </p:nvSpPr>
        <p:spPr bwMode="auto">
          <a:xfrm>
            <a:off x="2976563" y="29194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spcBef>
                <a:spcPct val="0"/>
              </a:spcBef>
              <a:buFontTx/>
              <a:buNone/>
            </a:pPr>
            <a:endParaRPr kumimoji="0" lang="zh-CN" altLang="en-US" sz="1800">
              <a:ea typeface="宋体" panose="02010600030101010101" pitchFamily="2" charset="-122"/>
            </a:endParaRPr>
          </a:p>
        </p:txBody>
      </p:sp>
      <p:sp>
        <p:nvSpPr>
          <p:cNvPr id="67588" name="Rectangle 10"/>
          <p:cNvSpPr>
            <a:spLocks noChangeArrowheads="1"/>
          </p:cNvSpPr>
          <p:nvPr/>
        </p:nvSpPr>
        <p:spPr bwMode="auto">
          <a:xfrm>
            <a:off x="3638550" y="31765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spcBef>
                <a:spcPct val="0"/>
              </a:spcBef>
              <a:buFontTx/>
              <a:buNone/>
            </a:pPr>
            <a:endParaRPr kumimoji="0" lang="zh-CN" altLang="en-US" sz="1800">
              <a:ea typeface="宋体" panose="02010600030101010101" pitchFamily="2" charset="-122"/>
            </a:endParaRPr>
          </a:p>
        </p:txBody>
      </p:sp>
      <p:graphicFrame>
        <p:nvGraphicFramePr>
          <p:cNvPr id="366604" name="Object 12"/>
          <p:cNvGraphicFramePr>
            <a:graphicFrameLocks noChangeAspect="1"/>
          </p:cNvGraphicFramePr>
          <p:nvPr/>
        </p:nvGraphicFramePr>
        <p:xfrm>
          <a:off x="1303338" y="116205"/>
          <a:ext cx="2735262" cy="822325"/>
        </p:xfrm>
        <a:graphic>
          <a:graphicData uri="http://schemas.openxmlformats.org/presentationml/2006/ole">
            <mc:AlternateContent xmlns:mc="http://schemas.openxmlformats.org/markup-compatibility/2006">
              <mc:Choice xmlns:v="urn:schemas-microsoft-com:vml" Requires="v">
                <p:oleObj spid="_x0000_s2" name="公式" r:id="rId1" imgW="1689100" imgH="508000" progId="Equation.3">
                  <p:embed/>
                </p:oleObj>
              </mc:Choice>
              <mc:Fallback>
                <p:oleObj name="公式" r:id="rId1" imgW="1689100" imgH="508000" progId="Equation.3">
                  <p:embed/>
                  <p:pic>
                    <p:nvPicPr>
                      <p:cNvPr id="0" name="Object 1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03338" y="116205"/>
                        <a:ext cx="2735262"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aphicFrame>
        <p:nvGraphicFramePr>
          <p:cNvPr id="366605" name="Object 13"/>
          <p:cNvGraphicFramePr>
            <a:graphicFrameLocks noChangeAspect="1"/>
          </p:cNvGraphicFramePr>
          <p:nvPr/>
        </p:nvGraphicFramePr>
        <p:xfrm>
          <a:off x="2124075" y="1268413"/>
          <a:ext cx="1368425" cy="466725"/>
        </p:xfrm>
        <a:graphic>
          <a:graphicData uri="http://schemas.openxmlformats.org/presentationml/2006/ole">
            <mc:AlternateContent xmlns:mc="http://schemas.openxmlformats.org/markup-compatibility/2006">
              <mc:Choice xmlns:v="urn:schemas-microsoft-com:vml" Requires="v">
                <p:oleObj spid="_x0000_s3" name="公式" r:id="rId3" imgW="634365" imgH="215900" progId="Equation.3">
                  <p:embed/>
                </p:oleObj>
              </mc:Choice>
              <mc:Fallback>
                <p:oleObj name="公式" r:id="rId3" imgW="634365" imgH="215900" progId="Equation.3">
                  <p:embed/>
                  <p:pic>
                    <p:nvPicPr>
                      <p:cNvPr id="0" name="Object 1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24075" y="1268413"/>
                        <a:ext cx="1368425" cy="466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aphicFrame>
        <p:nvGraphicFramePr>
          <p:cNvPr id="366606" name="Object 14"/>
          <p:cNvGraphicFramePr>
            <a:graphicFrameLocks noChangeAspect="1"/>
          </p:cNvGraphicFramePr>
          <p:nvPr/>
        </p:nvGraphicFramePr>
        <p:xfrm>
          <a:off x="1979295" y="3619818"/>
          <a:ext cx="3226435" cy="914400"/>
        </p:xfrm>
        <a:graphic>
          <a:graphicData uri="http://schemas.openxmlformats.org/presentationml/2006/ole">
            <mc:AlternateContent xmlns:mc="http://schemas.openxmlformats.org/markup-compatibility/2006">
              <mc:Choice xmlns:v="urn:schemas-microsoft-com:vml" Requires="v">
                <p:oleObj spid="_x0000_s4" name="Equation" r:id="rId5" imgW="1511300" imgH="431800" progId="Equation.3">
                  <p:embed/>
                </p:oleObj>
              </mc:Choice>
              <mc:Fallback>
                <p:oleObj name="Equation" r:id="rId5" imgW="1511300" imgH="431800" progId="Equation.3">
                  <p:embed/>
                  <p:pic>
                    <p:nvPicPr>
                      <p:cNvPr id="0" name="Object 14"/>
                      <p:cNvPicPr>
                        <a:picLocks noChangeAspect="1" noChangeArrowheads="1"/>
                      </p:cNvPicPr>
                      <p:nvPr/>
                    </p:nvPicPr>
                    <p:blipFill>
                      <a:blip r:embed="rId6"/>
                      <a:srcRect/>
                      <a:stretch>
                        <a:fillRect/>
                      </a:stretch>
                    </p:blipFill>
                    <p:spPr bwMode="auto">
                      <a:xfrm>
                        <a:off x="1979295" y="3619818"/>
                        <a:ext cx="3226435"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sp>
        <p:nvSpPr>
          <p:cNvPr id="366607" name="Rectangle 15"/>
          <p:cNvSpPr>
            <a:spLocks noChangeArrowheads="1"/>
          </p:cNvSpPr>
          <p:nvPr/>
        </p:nvSpPr>
        <p:spPr bwMode="auto">
          <a:xfrm>
            <a:off x="1403350" y="2924175"/>
            <a:ext cx="2736850" cy="576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spcBef>
                <a:spcPct val="0"/>
              </a:spcBef>
              <a:buFontTx/>
              <a:buNone/>
            </a:pPr>
            <a:r>
              <a:rPr lang="zh-CN" altLang="en-US" sz="2000">
                <a:solidFill>
                  <a:srgbClr val="800000"/>
                </a:solidFill>
                <a:latin typeface="Tahoma" panose="020B0604030504040204" pitchFamily="34" charset="0"/>
                <a:ea typeface="宋体" panose="02010600030101010101" pitchFamily="2" charset="-122"/>
              </a:rPr>
              <a:t>抽样信号的拉氏变换</a:t>
            </a:r>
            <a:r>
              <a:rPr lang="zh-CN" altLang="en-US" sz="4400">
                <a:solidFill>
                  <a:srgbClr val="FF3300"/>
                </a:solidFill>
                <a:latin typeface="Tahoma" panose="020B0604030504040204" pitchFamily="34" charset="0"/>
                <a:ea typeface="宋体" panose="02010600030101010101" pitchFamily="2" charset="-122"/>
              </a:rPr>
              <a:t> </a:t>
            </a:r>
            <a:endParaRPr lang="zh-CN" altLang="en-US" sz="4400">
              <a:solidFill>
                <a:srgbClr val="FF3300"/>
              </a:solidFill>
              <a:latin typeface="Tahoma" panose="020B0604030504040204" pitchFamily="34" charset="0"/>
              <a:ea typeface="宋体" panose="02010600030101010101" pitchFamily="2" charset="-122"/>
            </a:endParaRPr>
          </a:p>
        </p:txBody>
      </p:sp>
      <p:sp>
        <p:nvSpPr>
          <p:cNvPr id="67593" name="Rectangle 16"/>
          <p:cNvSpPr>
            <a:spLocks noChangeArrowheads="1"/>
          </p:cNvSpPr>
          <p:nvPr/>
        </p:nvSpPr>
        <p:spPr bwMode="auto">
          <a:xfrm>
            <a:off x="4038600" y="32766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spcBef>
                <a:spcPct val="0"/>
              </a:spcBef>
              <a:buFontTx/>
              <a:buNone/>
            </a:pPr>
            <a:endParaRPr kumimoji="0" lang="zh-CN" altLang="en-US" sz="1800">
              <a:ea typeface="宋体" panose="02010600030101010101" pitchFamily="2" charset="-122"/>
            </a:endParaRPr>
          </a:p>
        </p:txBody>
      </p:sp>
      <p:graphicFrame>
        <p:nvGraphicFramePr>
          <p:cNvPr id="366610" name="Object 18"/>
          <p:cNvGraphicFramePr>
            <a:graphicFrameLocks noChangeAspect="1"/>
          </p:cNvGraphicFramePr>
          <p:nvPr/>
        </p:nvGraphicFramePr>
        <p:xfrm>
          <a:off x="1979295" y="5156518"/>
          <a:ext cx="1035050" cy="484187"/>
        </p:xfrm>
        <a:graphic>
          <a:graphicData uri="http://schemas.openxmlformats.org/presentationml/2006/ole">
            <mc:AlternateContent xmlns:mc="http://schemas.openxmlformats.org/markup-compatibility/2006">
              <mc:Choice xmlns:v="urn:schemas-microsoft-com:vml" Requires="v">
                <p:oleObj spid="_x0000_s5" name="公式" r:id="rId7" imgW="318770" imgH="133350" progId="Equation.3">
                  <p:embed/>
                </p:oleObj>
              </mc:Choice>
              <mc:Fallback>
                <p:oleObj name="公式" r:id="rId7" imgW="318770" imgH="133350" progId="Equation.3">
                  <p:embed/>
                  <p:pic>
                    <p:nvPicPr>
                      <p:cNvPr id="0" name="Object 1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979295" y="5156518"/>
                        <a:ext cx="1035050" cy="4841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sp>
        <p:nvSpPr>
          <p:cNvPr id="366613" name="Text Box 21"/>
          <p:cNvSpPr txBox="1">
            <a:spLocks noChangeArrowheads="1"/>
          </p:cNvSpPr>
          <p:nvPr/>
        </p:nvSpPr>
        <p:spPr bwMode="auto">
          <a:xfrm>
            <a:off x="539433" y="188595"/>
            <a:ext cx="11430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spcBef>
                <a:spcPct val="50000"/>
              </a:spcBef>
              <a:buFontTx/>
              <a:buNone/>
            </a:pPr>
            <a:r>
              <a:rPr lang="zh-CN" altLang="en-US" sz="2000">
                <a:solidFill>
                  <a:srgbClr val="9900FF"/>
                </a:solidFill>
                <a:latin typeface="Tahoma" panose="020B0604030504040204" pitchFamily="34" charset="0"/>
                <a:ea typeface="宋体" panose="02010600030101010101" pitchFamily="2" charset="-122"/>
              </a:rPr>
              <a:t>练习：</a:t>
            </a:r>
            <a:endParaRPr lang="zh-CN" altLang="en-US" sz="2000">
              <a:solidFill>
                <a:srgbClr val="9900FF"/>
              </a:solidFill>
              <a:latin typeface="Tahoma" panose="020B0604030504040204" pitchFamily="34" charset="0"/>
              <a:ea typeface="宋体" panose="02010600030101010101" pitchFamily="2" charset="-122"/>
            </a:endParaRPr>
          </a:p>
        </p:txBody>
      </p:sp>
      <p:graphicFrame>
        <p:nvGraphicFramePr>
          <p:cNvPr id="6" name="Object 6"/>
          <p:cNvGraphicFramePr>
            <a:graphicFrameLocks noChangeAspect="1"/>
          </p:cNvGraphicFramePr>
          <p:nvPr/>
        </p:nvGraphicFramePr>
        <p:xfrm>
          <a:off x="3276600" y="2060575"/>
          <a:ext cx="1439863" cy="931863"/>
        </p:xfrm>
        <a:graphic>
          <a:graphicData uri="http://schemas.openxmlformats.org/presentationml/2006/ole">
            <mc:AlternateContent xmlns:mc="http://schemas.openxmlformats.org/markup-compatibility/2006">
              <mc:Choice xmlns:v="urn:schemas-microsoft-com:vml" Requires="v">
                <p:oleObj spid="_x0000_s7" name="公式" r:id="rId9" imgW="609600" imgH="393700" progId="Equation.3">
                  <p:embed/>
                </p:oleObj>
              </mc:Choice>
              <mc:Fallback>
                <p:oleObj name="公式" r:id="rId9" imgW="609600" imgH="393700" progId="Equation.3">
                  <p:embed/>
                  <p:pic>
                    <p:nvPicPr>
                      <p:cNvPr id="0" name="Object 6"/>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276600" y="2060575"/>
                        <a:ext cx="1439863" cy="9318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aphicFrame>
        <p:nvGraphicFramePr>
          <p:cNvPr id="8" name="Object 7"/>
          <p:cNvGraphicFramePr>
            <a:graphicFrameLocks noChangeAspect="1"/>
          </p:cNvGraphicFramePr>
          <p:nvPr/>
        </p:nvGraphicFramePr>
        <p:xfrm>
          <a:off x="3635375" y="1196975"/>
          <a:ext cx="3529013" cy="604838"/>
        </p:xfrm>
        <a:graphic>
          <a:graphicData uri="http://schemas.openxmlformats.org/presentationml/2006/ole">
            <mc:AlternateContent xmlns:mc="http://schemas.openxmlformats.org/markup-compatibility/2006">
              <mc:Choice xmlns:v="urn:schemas-microsoft-com:vml" Requires="v">
                <p:oleObj spid="_x0000_s9" name="公式" r:id="rId11" imgW="1333500" imgH="228600" progId="Equation.3">
                  <p:embed/>
                </p:oleObj>
              </mc:Choice>
              <mc:Fallback>
                <p:oleObj name="公式" r:id="rId11" imgW="1333500" imgH="228600" progId="Equation.3">
                  <p:embed/>
                  <p:pic>
                    <p:nvPicPr>
                      <p:cNvPr id="0" name="Object 7"/>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635375" y="1196975"/>
                        <a:ext cx="3529013" cy="6048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aphicFrame>
        <p:nvGraphicFramePr>
          <p:cNvPr id="10" name="Object 8"/>
          <p:cNvGraphicFramePr>
            <a:graphicFrameLocks noChangeAspect="1"/>
          </p:cNvGraphicFramePr>
          <p:nvPr/>
        </p:nvGraphicFramePr>
        <p:xfrm>
          <a:off x="3347720" y="4843780"/>
          <a:ext cx="2368550" cy="1176655"/>
        </p:xfrm>
        <a:graphic>
          <a:graphicData uri="http://schemas.openxmlformats.org/presentationml/2006/ole">
            <mc:AlternateContent xmlns:mc="http://schemas.openxmlformats.org/markup-compatibility/2006">
              <mc:Choice xmlns:v="urn:schemas-microsoft-com:vml" Requires="v">
                <p:oleObj spid="_x0000_s11" name="公式" r:id="rId13" imgW="914400" imgH="431800" progId="Equation.3">
                  <p:embed/>
                </p:oleObj>
              </mc:Choice>
              <mc:Fallback>
                <p:oleObj name="公式" r:id="rId13" imgW="914400" imgH="431800" progId="Equation.3">
                  <p:embed/>
                  <p:pic>
                    <p:nvPicPr>
                      <p:cNvPr id="0" name="Object 8"/>
                      <p:cNvPicPr>
                        <a:picLocks noChangeAspect="1" noChangeArrowheads="1"/>
                      </p:cNvPicPr>
                      <p:nvPr/>
                    </p:nvPicPr>
                    <p:blipFill>
                      <a:blip r:embed="rId14">
                        <a:duotone>
                          <a:schemeClr val="accent1">
                            <a:shade val="45000"/>
                            <a:satMod val="135000"/>
                          </a:schemeClr>
                          <a:prstClr val="white"/>
                        </a:duotone>
                      </a:blip>
                      <a:srcRect/>
                      <a:stretch>
                        <a:fillRect/>
                      </a:stretch>
                    </p:blipFill>
                    <p:spPr bwMode="auto">
                      <a:xfrm>
                        <a:off x="3347720" y="4843780"/>
                        <a:ext cx="2368550" cy="1176655"/>
                      </a:xfrm>
                      <a:prstGeom prst="rect">
                        <a:avLst/>
                      </a:prstGeom>
                      <a:solidFill>
                        <a:schemeClr val="tx1"/>
                      </a:solidFill>
                      <a:ln w="9525">
                        <a:solidFill>
                          <a:srgbClr val="C0C0C0"/>
                        </a:solidFill>
                        <a:miter lim="800000"/>
                        <a:headEnd/>
                        <a:tailEnd/>
                      </a:ln>
                      <a:effectLst>
                        <a:outerShdw dist="35921" dir="2700000" algn="ctr" rotWithShape="0">
                          <a:schemeClr val="bg2">
                            <a:alpha val="74997"/>
                          </a:schemeClr>
                        </a:outerShdw>
                      </a:effectLst>
                    </p:spPr>
                  </p:pic>
                </p:oleObj>
              </mc:Fallback>
            </mc:AlternateContent>
          </a:graphicData>
        </a:graphic>
      </p:graphicFrame>
      <p:sp>
        <p:nvSpPr>
          <p:cNvPr id="12" name="墨迹 4"/>
          <p:cNvSpPr/>
          <p:nvPr/>
        </p:nvSpPr>
        <p:spPr bwMode="auto">
          <a:xfrm>
            <a:off x="2091240" y="147600"/>
            <a:ext cx="6233760" cy="5442840"/>
          </a:xfrm>
        </p:spPr>
      </p:sp>
      <p:graphicFrame>
        <p:nvGraphicFramePr>
          <p:cNvPr id="365575" name="Object 7"/>
          <p:cNvGraphicFramePr>
            <a:graphicFrameLocks noChangeAspect="1"/>
          </p:cNvGraphicFramePr>
          <p:nvPr/>
        </p:nvGraphicFramePr>
        <p:xfrm>
          <a:off x="7584440" y="309880"/>
          <a:ext cx="1252220" cy="496570"/>
        </p:xfrm>
        <a:graphic>
          <a:graphicData uri="http://schemas.openxmlformats.org/presentationml/2006/ole">
            <mc:AlternateContent xmlns:mc="http://schemas.openxmlformats.org/markup-compatibility/2006">
              <mc:Choice xmlns:v="urn:schemas-microsoft-com:vml" Requires="v">
                <p:oleObj spid="_x0000_s15" name="公式" r:id="rId15" imgW="584200" imgH="228600" progId="Equation.3">
                  <p:embed/>
                </p:oleObj>
              </mc:Choice>
              <mc:Fallback>
                <p:oleObj name="公式" r:id="rId15" imgW="584200" imgH="228600" progId="Equation.3">
                  <p:embed/>
                  <p:pic>
                    <p:nvPicPr>
                      <p:cNvPr id="0" name="Object 7"/>
                      <p:cNvPicPr>
                        <a:picLocks noChangeAspect="1" noChangeArrowheads="1"/>
                      </p:cNvPicPr>
                      <p:nvPr/>
                    </p:nvPicPr>
                    <p:blipFill>
                      <a:blip r:embed="rId16">
                        <a:duotone>
                          <a:schemeClr val="accent1">
                            <a:shade val="45000"/>
                            <a:satMod val="135000"/>
                          </a:schemeClr>
                          <a:prstClr val="white"/>
                        </a:duotone>
                      </a:blip>
                      <a:srcRect/>
                      <a:stretch>
                        <a:fillRect/>
                      </a:stretch>
                    </p:blipFill>
                    <p:spPr bwMode="auto">
                      <a:xfrm>
                        <a:off x="7584440" y="309880"/>
                        <a:ext cx="1252220" cy="49657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16" name="Object 9"/>
          <p:cNvGraphicFramePr>
            <a:graphicFrameLocks noChangeAspect="1"/>
          </p:cNvGraphicFramePr>
          <p:nvPr/>
        </p:nvGraphicFramePr>
        <p:xfrm>
          <a:off x="4499610" y="309880"/>
          <a:ext cx="3006725" cy="404495"/>
        </p:xfrm>
        <a:graphic>
          <a:graphicData uri="http://schemas.openxmlformats.org/presentationml/2006/ole">
            <mc:AlternateContent xmlns:mc="http://schemas.openxmlformats.org/markup-compatibility/2006">
              <mc:Choice xmlns:v="urn:schemas-microsoft-com:vml" Requires="v">
                <p:oleObj spid="_x0000_s17" name="公式" r:id="rId17" imgW="1511300" imgH="215900" progId="Equation.3">
                  <p:embed/>
                </p:oleObj>
              </mc:Choice>
              <mc:Fallback>
                <p:oleObj name="公式" r:id="rId17" imgW="1511300" imgH="215900" progId="Equation.3">
                  <p:embed/>
                  <p:pic>
                    <p:nvPicPr>
                      <p:cNvPr id="0" name="Object 9"/>
                      <p:cNvPicPr>
                        <a:picLocks noChangeAspect="1" noChangeArrowheads="1"/>
                      </p:cNvPicPr>
                      <p:nvPr/>
                    </p:nvPicPr>
                    <p:blipFill>
                      <a:blip r:embed="rId18">
                        <a:duotone>
                          <a:schemeClr val="accent1">
                            <a:shade val="45000"/>
                            <a:satMod val="135000"/>
                          </a:schemeClr>
                          <a:prstClr val="white"/>
                        </a:duotone>
                      </a:blip>
                      <a:srcRect/>
                      <a:stretch>
                        <a:fillRect/>
                      </a:stretch>
                    </p:blipFill>
                    <p:spPr bwMode="auto">
                      <a:xfrm>
                        <a:off x="4499610" y="309880"/>
                        <a:ext cx="3006725" cy="4044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spTree>
    <p:custDataLst>
      <p:tags r:id="rId19"/>
    </p:custDataLst>
  </p:cSld>
  <p:clrMapOvr>
    <a:masterClrMapping/>
  </p:clrMapOvr>
  <mc:AlternateContent xmlns:mc="http://schemas.openxmlformats.org/markup-compatibility/2006">
    <mc:Choice xmlns:p14="http://schemas.microsoft.com/office/powerpoint/2010/main" Requires="p14">
      <p:transition spd="slow" p14:dur="2000" advTm="105592"/>
    </mc:Choice>
    <mc:Fallback>
      <p:transition spd="slow" advTm="105592"/>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5" presetClass="entr" presetSubtype="0" fill="hold" grpId="0" nodeType="afterEffect">
                                  <p:stCondLst>
                                    <p:cond delay="0"/>
                                  </p:stCondLst>
                                  <p:childTnLst>
                                    <p:set>
                                      <p:cBhvr>
                                        <p:cTn id="6" dur="1" fill="hold">
                                          <p:stCondLst>
                                            <p:cond delay="0"/>
                                          </p:stCondLst>
                                        </p:cTn>
                                        <p:tgtEl>
                                          <p:spTgt spid="366613"/>
                                        </p:tgtEl>
                                        <p:attrNameLst>
                                          <p:attrName>style.visibility</p:attrName>
                                        </p:attrNameLst>
                                      </p:cBhvr>
                                      <p:to>
                                        <p:strVal val="visible"/>
                                      </p:to>
                                    </p:set>
                                    <p:anim calcmode="lin" valueType="num">
                                      <p:cBhvr>
                                        <p:cTn id="7" dur="1000" fill="hold"/>
                                        <p:tgtEl>
                                          <p:spTgt spid="366613"/>
                                        </p:tgtEl>
                                        <p:attrNameLst>
                                          <p:attrName>ppt_w</p:attrName>
                                        </p:attrNameLst>
                                      </p:cBhvr>
                                      <p:tavLst>
                                        <p:tav tm="0">
                                          <p:val>
                                            <p:fltVal val="0"/>
                                          </p:val>
                                        </p:tav>
                                        <p:tav tm="100000">
                                          <p:val>
                                            <p:strVal val="#ppt_w"/>
                                          </p:val>
                                        </p:tav>
                                      </p:tavLst>
                                    </p:anim>
                                    <p:anim calcmode="lin" valueType="num">
                                      <p:cBhvr>
                                        <p:cTn id="8" dur="1000" fill="hold"/>
                                        <p:tgtEl>
                                          <p:spTgt spid="366613"/>
                                        </p:tgtEl>
                                        <p:attrNameLst>
                                          <p:attrName>ppt_h</p:attrName>
                                        </p:attrNameLst>
                                      </p:cBhvr>
                                      <p:tavLst>
                                        <p:tav tm="0">
                                          <p:val>
                                            <p:fltVal val="0"/>
                                          </p:val>
                                        </p:tav>
                                        <p:tav tm="100000">
                                          <p:val>
                                            <p:strVal val="#ppt_h"/>
                                          </p:val>
                                        </p:tav>
                                      </p:tavLst>
                                    </p:anim>
                                    <p:anim calcmode="lin" valueType="num">
                                      <p:cBhvr>
                                        <p:cTn id="9" dur="1000" fill="hold"/>
                                        <p:tgtEl>
                                          <p:spTgt spid="366613"/>
                                        </p:tgtEl>
                                        <p:attrNameLst>
                                          <p:attrName>ppt_x</p:attrName>
                                        </p:attrNameLst>
                                      </p:cBhvr>
                                      <p:tavLst>
                                        <p:tav tm="0" fmla="#ppt_x+(cos(-2*pi*(1-$))*-#ppt_x-sin(-2*pi*(1-$))*(1-#ppt_y))*(1-$)">
                                          <p:val>
                                            <p:fltVal val="0"/>
                                          </p:val>
                                        </p:tav>
                                        <p:tav tm="100000">
                                          <p:val>
                                            <p:fltVal val="1"/>
                                          </p:val>
                                        </p:tav>
                                      </p:tavLst>
                                    </p:anim>
                                    <p:anim calcmode="lin" valueType="num">
                                      <p:cBhvr>
                                        <p:cTn id="10" dur="1000" fill="hold"/>
                                        <p:tgtEl>
                                          <p:spTgt spid="366613"/>
                                        </p:tgtEl>
                                        <p:attrNameLst>
                                          <p:attrName>ppt_y</p:attrName>
                                        </p:attrNameLst>
                                      </p:cBhvr>
                                      <p:tavLst>
                                        <p:tav tm="0" fmla="#ppt_y+(sin(-2*pi*(1-$))*-#ppt_x+cos(-2*pi*(1-$))*(1-#ppt_y))*(1-$)">
                                          <p:val>
                                            <p:fltVal val="0"/>
                                          </p:val>
                                        </p:tav>
                                        <p:tav tm="100000">
                                          <p:val>
                                            <p:fltVal val="1"/>
                                          </p:val>
                                        </p:tav>
                                      </p:tavLst>
                                    </p:anim>
                                  </p:childTnLst>
                                </p:cTn>
                              </p:par>
                            </p:childTnLst>
                          </p:cTn>
                        </p:par>
                        <p:par>
                          <p:cTn id="11" fill="hold">
                            <p:stCondLst>
                              <p:cond delay="1000"/>
                            </p:stCondLst>
                            <p:childTnLst>
                              <p:par>
                                <p:cTn id="12" presetID="16" presetClass="entr" presetSubtype="37" fill="hold" nodeType="afterEffect">
                                  <p:stCondLst>
                                    <p:cond delay="0"/>
                                  </p:stCondLst>
                                  <p:childTnLst>
                                    <p:set>
                                      <p:cBhvr>
                                        <p:cTn id="13" dur="1" fill="hold">
                                          <p:stCondLst>
                                            <p:cond delay="0"/>
                                          </p:stCondLst>
                                        </p:cTn>
                                        <p:tgtEl>
                                          <p:spTgt spid="366604"/>
                                        </p:tgtEl>
                                        <p:attrNameLst>
                                          <p:attrName>style.visibility</p:attrName>
                                        </p:attrNameLst>
                                      </p:cBhvr>
                                      <p:to>
                                        <p:strVal val="visible"/>
                                      </p:to>
                                    </p:set>
                                    <p:animEffect transition="in" filter="barn(outVertical)">
                                      <p:cBhvr>
                                        <p:cTn id="14" dur="500"/>
                                        <p:tgtEl>
                                          <p:spTgt spid="366604"/>
                                        </p:tgtEl>
                                      </p:cBhvr>
                                    </p:animEffect>
                                  </p:childTnLst>
                                </p:cTn>
                              </p:par>
                            </p:childTnLst>
                          </p:cTn>
                        </p:par>
                      </p:childTnLst>
                    </p:cTn>
                  </p:par>
                  <p:par>
                    <p:cTn id="15" fill="hold">
                      <p:stCondLst>
                        <p:cond delay="indefinite"/>
                      </p:stCondLst>
                      <p:childTnLst>
                        <p:par>
                          <p:cTn id="16" fill="hold">
                            <p:stCondLst>
                              <p:cond delay="0"/>
                            </p:stCondLst>
                            <p:childTnLst>
                              <p:par>
                                <p:cTn id="17" presetID="55" presetClass="entr" presetSubtype="0" fill="hold" nodeType="clickEffect">
                                  <p:stCondLst>
                                    <p:cond delay="0"/>
                                  </p:stCondLst>
                                  <p:childTnLst>
                                    <p:set>
                                      <p:cBhvr>
                                        <p:cTn id="18" dur="1" fill="hold">
                                          <p:stCondLst>
                                            <p:cond delay="0"/>
                                          </p:stCondLst>
                                        </p:cTn>
                                        <p:tgtEl>
                                          <p:spTgt spid="16"/>
                                        </p:tgtEl>
                                        <p:attrNameLst>
                                          <p:attrName>style.visibility</p:attrName>
                                        </p:attrNameLst>
                                      </p:cBhvr>
                                      <p:to>
                                        <p:strVal val="visible"/>
                                      </p:to>
                                    </p:set>
                                    <p:anim calcmode="lin" valueType="num">
                                      <p:cBhvr>
                                        <p:cTn id="19" dur="1000" fill="hold"/>
                                        <p:tgtEl>
                                          <p:spTgt spid="16"/>
                                        </p:tgtEl>
                                        <p:attrNameLst>
                                          <p:attrName>ppt_w</p:attrName>
                                        </p:attrNameLst>
                                      </p:cBhvr>
                                      <p:tavLst>
                                        <p:tav tm="0">
                                          <p:val>
                                            <p:strVal val="#ppt_w*0.70"/>
                                          </p:val>
                                        </p:tav>
                                        <p:tav tm="100000">
                                          <p:val>
                                            <p:strVal val="#ppt_w"/>
                                          </p:val>
                                        </p:tav>
                                      </p:tavLst>
                                    </p:anim>
                                    <p:anim calcmode="lin" valueType="num">
                                      <p:cBhvr>
                                        <p:cTn id="20" dur="1000" fill="hold"/>
                                        <p:tgtEl>
                                          <p:spTgt spid="16"/>
                                        </p:tgtEl>
                                        <p:attrNameLst>
                                          <p:attrName>ppt_h</p:attrName>
                                        </p:attrNameLst>
                                      </p:cBhvr>
                                      <p:tavLst>
                                        <p:tav tm="0">
                                          <p:val>
                                            <p:strVal val="#ppt_h"/>
                                          </p:val>
                                        </p:tav>
                                        <p:tav tm="100000">
                                          <p:val>
                                            <p:strVal val="#ppt_h"/>
                                          </p:val>
                                        </p:tav>
                                      </p:tavLst>
                                    </p:anim>
                                    <p:animEffect transition="in" filter="fade">
                                      <p:cBhvr>
                                        <p:cTn id="21" dur="1000"/>
                                        <p:tgtEl>
                                          <p:spTgt spid="16"/>
                                        </p:tgtEl>
                                      </p:cBhvr>
                                    </p:animEffect>
                                  </p:childTnLst>
                                </p:cTn>
                              </p:par>
                            </p:childTnLst>
                          </p:cTn>
                        </p:par>
                        <p:par>
                          <p:cTn id="22" fill="hold">
                            <p:stCondLst>
                              <p:cond delay="1000"/>
                            </p:stCondLst>
                            <p:childTnLst>
                              <p:par>
                                <p:cTn id="23" presetID="55" presetClass="entr" presetSubtype="0" fill="hold" nodeType="afterEffect">
                                  <p:stCondLst>
                                    <p:cond delay="0"/>
                                  </p:stCondLst>
                                  <p:childTnLst>
                                    <p:set>
                                      <p:cBhvr>
                                        <p:cTn id="24" dur="1" fill="hold">
                                          <p:stCondLst>
                                            <p:cond delay="0"/>
                                          </p:stCondLst>
                                        </p:cTn>
                                        <p:tgtEl>
                                          <p:spTgt spid="365575"/>
                                        </p:tgtEl>
                                        <p:attrNameLst>
                                          <p:attrName>style.visibility</p:attrName>
                                        </p:attrNameLst>
                                      </p:cBhvr>
                                      <p:to>
                                        <p:strVal val="visible"/>
                                      </p:to>
                                    </p:set>
                                    <p:anim calcmode="lin" valueType="num">
                                      <p:cBhvr>
                                        <p:cTn id="25" dur="1000" fill="hold"/>
                                        <p:tgtEl>
                                          <p:spTgt spid="365575"/>
                                        </p:tgtEl>
                                        <p:attrNameLst>
                                          <p:attrName>ppt_w</p:attrName>
                                        </p:attrNameLst>
                                      </p:cBhvr>
                                      <p:tavLst>
                                        <p:tav tm="0">
                                          <p:val>
                                            <p:strVal val="#ppt_w*0.70"/>
                                          </p:val>
                                        </p:tav>
                                        <p:tav tm="100000">
                                          <p:val>
                                            <p:strVal val="#ppt_w"/>
                                          </p:val>
                                        </p:tav>
                                      </p:tavLst>
                                    </p:anim>
                                    <p:anim calcmode="lin" valueType="num">
                                      <p:cBhvr>
                                        <p:cTn id="26" dur="1000" fill="hold"/>
                                        <p:tgtEl>
                                          <p:spTgt spid="365575"/>
                                        </p:tgtEl>
                                        <p:attrNameLst>
                                          <p:attrName>ppt_h</p:attrName>
                                        </p:attrNameLst>
                                      </p:cBhvr>
                                      <p:tavLst>
                                        <p:tav tm="0">
                                          <p:val>
                                            <p:strVal val="#ppt_h"/>
                                          </p:val>
                                        </p:tav>
                                        <p:tav tm="100000">
                                          <p:val>
                                            <p:strVal val="#ppt_h"/>
                                          </p:val>
                                        </p:tav>
                                      </p:tavLst>
                                    </p:anim>
                                    <p:animEffect transition="in" filter="fade">
                                      <p:cBhvr>
                                        <p:cTn id="27" dur="1000"/>
                                        <p:tgtEl>
                                          <p:spTgt spid="365575"/>
                                        </p:tgtEl>
                                      </p:cBhvr>
                                    </p:animEffect>
                                  </p:childTnLst>
                                </p:cTn>
                              </p:par>
                            </p:childTnLst>
                          </p:cTn>
                        </p:par>
                      </p:childTnLst>
                    </p:cTn>
                  </p:par>
                  <p:par>
                    <p:cTn id="28" fill="hold">
                      <p:stCondLst>
                        <p:cond delay="indefinite"/>
                      </p:stCondLst>
                      <p:childTnLst>
                        <p:par>
                          <p:cTn id="29" fill="hold">
                            <p:stCondLst>
                              <p:cond delay="0"/>
                            </p:stCondLst>
                            <p:childTnLst>
                              <p:par>
                                <p:cTn id="30" presetID="2" presetClass="entr" presetSubtype="2" fill="hold" nodeType="clickEffect">
                                  <p:stCondLst>
                                    <p:cond delay="0"/>
                                  </p:stCondLst>
                                  <p:childTnLst>
                                    <p:set>
                                      <p:cBhvr>
                                        <p:cTn id="31" dur="1" fill="hold">
                                          <p:stCondLst>
                                            <p:cond delay="0"/>
                                          </p:stCondLst>
                                        </p:cTn>
                                        <p:tgtEl>
                                          <p:spTgt spid="366605"/>
                                        </p:tgtEl>
                                        <p:attrNameLst>
                                          <p:attrName>style.visibility</p:attrName>
                                        </p:attrNameLst>
                                      </p:cBhvr>
                                      <p:to>
                                        <p:strVal val="visible"/>
                                      </p:to>
                                    </p:set>
                                    <p:anim calcmode="lin" valueType="num">
                                      <p:cBhvr additive="base">
                                        <p:cTn id="32" dur="500" fill="hold"/>
                                        <p:tgtEl>
                                          <p:spTgt spid="366605"/>
                                        </p:tgtEl>
                                        <p:attrNameLst>
                                          <p:attrName>ppt_x</p:attrName>
                                        </p:attrNameLst>
                                      </p:cBhvr>
                                      <p:tavLst>
                                        <p:tav tm="0">
                                          <p:val>
                                            <p:strVal val="1+#ppt_w/2"/>
                                          </p:val>
                                        </p:tav>
                                        <p:tav tm="100000">
                                          <p:val>
                                            <p:strVal val="#ppt_x"/>
                                          </p:val>
                                        </p:tav>
                                      </p:tavLst>
                                    </p:anim>
                                    <p:anim calcmode="lin" valueType="num">
                                      <p:cBhvr additive="base">
                                        <p:cTn id="33" dur="500" fill="hold"/>
                                        <p:tgtEl>
                                          <p:spTgt spid="366605"/>
                                        </p:tgtEl>
                                        <p:attrNameLst>
                                          <p:attrName>ppt_y</p:attrName>
                                        </p:attrNameLst>
                                      </p:cBhvr>
                                      <p:tavLst>
                                        <p:tav tm="0">
                                          <p:val>
                                            <p:strVal val="#ppt_y"/>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1" presetClass="entr" presetSubtype="0" fill="hold" nodeType="clickEffect">
                                  <p:stCondLst>
                                    <p:cond delay="0"/>
                                  </p:stCondLst>
                                  <p:childTnLst>
                                    <p:set>
                                      <p:cBhvr>
                                        <p:cTn id="37" dur="1" fill="hold">
                                          <p:stCondLst>
                                            <p:cond delay="0"/>
                                          </p:stCondLst>
                                        </p:cTn>
                                        <p:tgtEl>
                                          <p:spTgt spid="8"/>
                                        </p:tgtEl>
                                        <p:attrNameLst>
                                          <p:attrName>style.visibility</p:attrName>
                                        </p:attrNameLst>
                                      </p:cBhvr>
                                      <p:to>
                                        <p:strVal val="visible"/>
                                      </p:to>
                                    </p:set>
                                  </p:childTnLst>
                                </p:cTn>
                              </p:par>
                            </p:childTnLst>
                          </p:cTn>
                        </p:par>
                      </p:childTnLst>
                    </p:cTn>
                  </p:par>
                  <p:par>
                    <p:cTn id="38" fill="hold">
                      <p:stCondLst>
                        <p:cond delay="indefinite"/>
                      </p:stCondLst>
                      <p:childTnLst>
                        <p:par>
                          <p:cTn id="39" fill="hold">
                            <p:stCondLst>
                              <p:cond delay="0"/>
                            </p:stCondLst>
                            <p:childTnLst>
                              <p:par>
                                <p:cTn id="40" presetID="2" presetClass="entr" presetSubtype="4" fill="hold" nodeType="clickEffect">
                                  <p:stCondLst>
                                    <p:cond delay="0"/>
                                  </p:stCondLst>
                                  <p:childTnLst>
                                    <p:set>
                                      <p:cBhvr>
                                        <p:cTn id="41" dur="1" fill="hold">
                                          <p:stCondLst>
                                            <p:cond delay="0"/>
                                          </p:stCondLst>
                                        </p:cTn>
                                        <p:tgtEl>
                                          <p:spTgt spid="6"/>
                                        </p:tgtEl>
                                        <p:attrNameLst>
                                          <p:attrName>style.visibility</p:attrName>
                                        </p:attrNameLst>
                                      </p:cBhvr>
                                      <p:to>
                                        <p:strVal val="visible"/>
                                      </p:to>
                                    </p:set>
                                    <p:anim calcmode="lin" valueType="num">
                                      <p:cBhvr additive="base">
                                        <p:cTn id="42" dur="500" fill="hold"/>
                                        <p:tgtEl>
                                          <p:spTgt spid="6"/>
                                        </p:tgtEl>
                                        <p:attrNameLst>
                                          <p:attrName>ppt_x</p:attrName>
                                        </p:attrNameLst>
                                      </p:cBhvr>
                                      <p:tavLst>
                                        <p:tav tm="0">
                                          <p:val>
                                            <p:strVal val="#ppt_x"/>
                                          </p:val>
                                        </p:tav>
                                        <p:tav tm="100000">
                                          <p:val>
                                            <p:strVal val="#ppt_x"/>
                                          </p:val>
                                        </p:tav>
                                      </p:tavLst>
                                    </p:anim>
                                    <p:anim calcmode="lin" valueType="num">
                                      <p:cBhvr additive="base">
                                        <p:cTn id="43"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44" fill="hold">
                      <p:stCondLst>
                        <p:cond delay="indefinite"/>
                      </p:stCondLst>
                      <p:childTnLst>
                        <p:par>
                          <p:cTn id="45" fill="hold">
                            <p:stCondLst>
                              <p:cond delay="0"/>
                            </p:stCondLst>
                            <p:childTnLst>
                              <p:par>
                                <p:cTn id="46" presetID="2" presetClass="entr" presetSubtype="2" fill="hold" grpId="0" nodeType="clickEffect">
                                  <p:stCondLst>
                                    <p:cond delay="0"/>
                                  </p:stCondLst>
                                  <p:childTnLst>
                                    <p:set>
                                      <p:cBhvr>
                                        <p:cTn id="47" dur="1" fill="hold">
                                          <p:stCondLst>
                                            <p:cond delay="0"/>
                                          </p:stCondLst>
                                        </p:cTn>
                                        <p:tgtEl>
                                          <p:spTgt spid="366607"/>
                                        </p:tgtEl>
                                        <p:attrNameLst>
                                          <p:attrName>style.visibility</p:attrName>
                                        </p:attrNameLst>
                                      </p:cBhvr>
                                      <p:to>
                                        <p:strVal val="visible"/>
                                      </p:to>
                                    </p:set>
                                    <p:anim calcmode="lin" valueType="num">
                                      <p:cBhvr additive="base">
                                        <p:cTn id="48" dur="500" fill="hold"/>
                                        <p:tgtEl>
                                          <p:spTgt spid="366607"/>
                                        </p:tgtEl>
                                        <p:attrNameLst>
                                          <p:attrName>ppt_x</p:attrName>
                                        </p:attrNameLst>
                                      </p:cBhvr>
                                      <p:tavLst>
                                        <p:tav tm="0">
                                          <p:val>
                                            <p:strVal val="1+#ppt_w/2"/>
                                          </p:val>
                                        </p:tav>
                                        <p:tav tm="100000">
                                          <p:val>
                                            <p:strVal val="#ppt_x"/>
                                          </p:val>
                                        </p:tav>
                                      </p:tavLst>
                                    </p:anim>
                                    <p:anim calcmode="lin" valueType="num">
                                      <p:cBhvr additive="base">
                                        <p:cTn id="49" dur="500" fill="hold"/>
                                        <p:tgtEl>
                                          <p:spTgt spid="366607"/>
                                        </p:tgtEl>
                                        <p:attrNameLst>
                                          <p:attrName>ppt_y</p:attrName>
                                        </p:attrNameLst>
                                      </p:cBhvr>
                                      <p:tavLst>
                                        <p:tav tm="0">
                                          <p:val>
                                            <p:strVal val="#ppt_y"/>
                                          </p:val>
                                        </p:tav>
                                        <p:tav tm="100000">
                                          <p:val>
                                            <p:strVal val="#ppt_y"/>
                                          </p:val>
                                        </p:tav>
                                      </p:tavLst>
                                    </p:anim>
                                  </p:childTnLst>
                                </p:cTn>
                              </p:par>
                            </p:childTnLst>
                          </p:cTn>
                        </p:par>
                        <p:par>
                          <p:cTn id="50" fill="hold">
                            <p:stCondLst>
                              <p:cond delay="500"/>
                            </p:stCondLst>
                            <p:childTnLst>
                              <p:par>
                                <p:cTn id="51" presetID="23" presetClass="entr" presetSubtype="16" fill="hold" nodeType="afterEffect">
                                  <p:stCondLst>
                                    <p:cond delay="0"/>
                                  </p:stCondLst>
                                  <p:childTnLst>
                                    <p:set>
                                      <p:cBhvr>
                                        <p:cTn id="52" dur="1" fill="hold">
                                          <p:stCondLst>
                                            <p:cond delay="0"/>
                                          </p:stCondLst>
                                        </p:cTn>
                                        <p:tgtEl>
                                          <p:spTgt spid="366606"/>
                                        </p:tgtEl>
                                        <p:attrNameLst>
                                          <p:attrName>style.visibility</p:attrName>
                                        </p:attrNameLst>
                                      </p:cBhvr>
                                      <p:to>
                                        <p:strVal val="visible"/>
                                      </p:to>
                                    </p:set>
                                    <p:anim calcmode="lin" valueType="num">
                                      <p:cBhvr>
                                        <p:cTn id="53" dur="500" fill="hold"/>
                                        <p:tgtEl>
                                          <p:spTgt spid="366606"/>
                                        </p:tgtEl>
                                        <p:attrNameLst>
                                          <p:attrName>ppt_w</p:attrName>
                                        </p:attrNameLst>
                                      </p:cBhvr>
                                      <p:tavLst>
                                        <p:tav tm="0">
                                          <p:val>
                                            <p:fltVal val="0"/>
                                          </p:val>
                                        </p:tav>
                                        <p:tav tm="100000">
                                          <p:val>
                                            <p:strVal val="#ppt_w"/>
                                          </p:val>
                                        </p:tav>
                                      </p:tavLst>
                                    </p:anim>
                                    <p:anim calcmode="lin" valueType="num">
                                      <p:cBhvr>
                                        <p:cTn id="54" dur="500" fill="hold"/>
                                        <p:tgtEl>
                                          <p:spTgt spid="366606"/>
                                        </p:tgtEl>
                                        <p:attrNameLst>
                                          <p:attrName>ppt_h</p:attrName>
                                        </p:attrNameLst>
                                      </p:cBhvr>
                                      <p:tavLst>
                                        <p:tav tm="0">
                                          <p:val>
                                            <p:fltVal val="0"/>
                                          </p:val>
                                        </p:tav>
                                        <p:tav tm="100000">
                                          <p:val>
                                            <p:strVal val="#ppt_h"/>
                                          </p:val>
                                        </p:tav>
                                      </p:tavLst>
                                    </p:anim>
                                  </p:childTnLst>
                                </p:cTn>
                              </p:par>
                            </p:childTnLst>
                          </p:cTn>
                        </p:par>
                        <p:par>
                          <p:cTn id="55" fill="hold">
                            <p:stCondLst>
                              <p:cond delay="1000"/>
                            </p:stCondLst>
                            <p:childTnLst>
                              <p:par>
                                <p:cTn id="56" presetID="2" presetClass="entr" presetSubtype="2" fill="hold" nodeType="afterEffect">
                                  <p:stCondLst>
                                    <p:cond delay="0"/>
                                  </p:stCondLst>
                                  <p:childTnLst>
                                    <p:set>
                                      <p:cBhvr>
                                        <p:cTn id="57" dur="1" fill="hold">
                                          <p:stCondLst>
                                            <p:cond delay="0"/>
                                          </p:stCondLst>
                                        </p:cTn>
                                        <p:tgtEl>
                                          <p:spTgt spid="366610"/>
                                        </p:tgtEl>
                                        <p:attrNameLst>
                                          <p:attrName>style.visibility</p:attrName>
                                        </p:attrNameLst>
                                      </p:cBhvr>
                                      <p:to>
                                        <p:strVal val="visible"/>
                                      </p:to>
                                    </p:set>
                                    <p:anim calcmode="lin" valueType="num">
                                      <p:cBhvr additive="base">
                                        <p:cTn id="58" dur="500" fill="hold"/>
                                        <p:tgtEl>
                                          <p:spTgt spid="366610"/>
                                        </p:tgtEl>
                                        <p:attrNameLst>
                                          <p:attrName>ppt_x</p:attrName>
                                        </p:attrNameLst>
                                      </p:cBhvr>
                                      <p:tavLst>
                                        <p:tav tm="0">
                                          <p:val>
                                            <p:strVal val="1+#ppt_w/2"/>
                                          </p:val>
                                        </p:tav>
                                        <p:tav tm="100000">
                                          <p:val>
                                            <p:strVal val="#ppt_x"/>
                                          </p:val>
                                        </p:tav>
                                      </p:tavLst>
                                    </p:anim>
                                    <p:anim calcmode="lin" valueType="num">
                                      <p:cBhvr additive="base">
                                        <p:cTn id="59" dur="500" fill="hold"/>
                                        <p:tgtEl>
                                          <p:spTgt spid="366610"/>
                                        </p:tgtEl>
                                        <p:attrNameLst>
                                          <p:attrName>ppt_y</p:attrName>
                                        </p:attrNameLst>
                                      </p:cBhvr>
                                      <p:tavLst>
                                        <p:tav tm="0">
                                          <p:val>
                                            <p:strVal val="#ppt_y"/>
                                          </p:val>
                                        </p:tav>
                                        <p:tav tm="100000">
                                          <p:val>
                                            <p:strVal val="#ppt_y"/>
                                          </p:val>
                                        </p:tav>
                                      </p:tavLst>
                                    </p:anim>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clickEffect">
                                  <p:stCondLst>
                                    <p:cond delay="0"/>
                                  </p:stCondLst>
                                  <p:childTnLst>
                                    <p:set>
                                      <p:cBhvr>
                                        <p:cTn id="63"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6607" grpId="0" autoUpdateAnimBg="0"/>
      <p:bldP spid="366613" grpId="0" autoUpdateAnimBg="0"/>
    </p:bldLst>
  </p:timing>
</p:sld>
</file>

<file path=ppt/slides/slide7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8610" name="Rectangle 4"/>
          <p:cNvSpPr>
            <a:spLocks noGrp="1" noChangeArrowheads="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a:spcBef>
                <a:spcPct val="0"/>
              </a:spcBef>
              <a:buFontTx/>
              <a:buNone/>
            </a:pPr>
            <a:fld id="{D2A79AB2-C3A9-4DF2-BC9A-1A9C47B17DF8}" type="datetime1">
              <a:rPr kumimoji="0" lang="zh-CN" altLang="en-US" sz="1200" smtClean="0">
                <a:solidFill>
                  <a:srgbClr val="000000"/>
                </a:solidFill>
                <a:ea typeface="宋体" panose="02010600030101010101" pitchFamily="2" charset="-122"/>
              </a:rPr>
            </a:fld>
            <a:endParaRPr kumimoji="0" lang="en-US" altLang="zh-CN" sz="1200">
              <a:solidFill>
                <a:srgbClr val="000000"/>
              </a:solidFill>
              <a:ea typeface="宋体" panose="02010600030101010101" pitchFamily="2" charset="-122"/>
            </a:endParaRPr>
          </a:p>
        </p:txBody>
      </p:sp>
      <p:graphicFrame>
        <p:nvGraphicFramePr>
          <p:cNvPr id="367618" name="Object 2"/>
          <p:cNvGraphicFramePr>
            <a:graphicFrameLocks noChangeAspect="1"/>
          </p:cNvGraphicFramePr>
          <p:nvPr/>
        </p:nvGraphicFramePr>
        <p:xfrm>
          <a:off x="2268538" y="908050"/>
          <a:ext cx="3743325" cy="574675"/>
        </p:xfrm>
        <a:graphic>
          <a:graphicData uri="http://schemas.openxmlformats.org/presentationml/2006/ole">
            <mc:AlternateContent xmlns:mc="http://schemas.openxmlformats.org/markup-compatibility/2006">
              <mc:Choice xmlns:v="urn:schemas-microsoft-com:vml" Requires="v">
                <p:oleObj spid="_x0000_s2" name="Equation" r:id="rId1" imgW="880110" imgH="140335" progId="Equation.3">
                  <p:embed/>
                </p:oleObj>
              </mc:Choice>
              <mc:Fallback>
                <p:oleObj name="Equation" r:id="rId1" imgW="880110" imgH="140335" progId="Equation.3">
                  <p:embed/>
                  <p:pic>
                    <p:nvPicPr>
                      <p:cNvPr id="0" name="Object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68538" y="908050"/>
                        <a:ext cx="3743325" cy="574675"/>
                      </a:xfrm>
                      <a:prstGeom prst="rect">
                        <a:avLst/>
                      </a:prstGeom>
                      <a:solidFill>
                        <a:schemeClr val="tx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367619" name="Rectangle 3"/>
          <p:cNvSpPr>
            <a:spLocks noGrp="1" noChangeArrowheads="1"/>
          </p:cNvSpPr>
          <p:nvPr>
            <p:ph type="title" idx="4294967295"/>
          </p:nvPr>
        </p:nvSpPr>
        <p:spPr>
          <a:xfrm>
            <a:off x="684213" y="179388"/>
            <a:ext cx="2124075" cy="412750"/>
          </a:xfrm>
        </p:spPr>
        <p:txBody>
          <a:bodyPr/>
          <a:lstStyle/>
          <a:p>
            <a:pPr eaLnBrk="1" hangingPunct="1">
              <a:lnSpc>
                <a:spcPct val="140000"/>
              </a:lnSpc>
              <a:defRPr/>
            </a:pPr>
            <a:r>
              <a:rPr kumimoji="0" lang="en-US" altLang="zh-CN" sz="2400" dirty="0">
                <a:solidFill>
                  <a:srgbClr val="FF0000"/>
                </a:solidFill>
              </a:rPr>
              <a:t>  4</a:t>
            </a:r>
            <a:r>
              <a:rPr kumimoji="0" lang="zh-CN" altLang="en-US" sz="2400" dirty="0">
                <a:solidFill>
                  <a:srgbClr val="FF0000"/>
                </a:solidFill>
              </a:rPr>
              <a:t>、频移性：</a:t>
            </a:r>
            <a:endParaRPr kumimoji="0" lang="zh-CN" altLang="en-US" sz="2400" dirty="0">
              <a:solidFill>
                <a:srgbClr val="FF0000"/>
              </a:solidFill>
            </a:endParaRPr>
          </a:p>
        </p:txBody>
      </p:sp>
      <p:sp>
        <p:nvSpPr>
          <p:cNvPr id="367620" name="Text Box 4"/>
          <p:cNvSpPr txBox="1">
            <a:spLocks noChangeArrowheads="1"/>
          </p:cNvSpPr>
          <p:nvPr/>
        </p:nvSpPr>
        <p:spPr bwMode="auto">
          <a:xfrm>
            <a:off x="2916238" y="260350"/>
            <a:ext cx="25209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spcBef>
                <a:spcPct val="50000"/>
              </a:spcBef>
              <a:buFontTx/>
              <a:buNone/>
            </a:pPr>
            <a:r>
              <a:rPr lang="zh-CN" altLang="en-US" sz="2000">
                <a:solidFill>
                  <a:srgbClr val="003300"/>
                </a:solidFill>
                <a:latin typeface="Tahoma" panose="020B0604030504040204" pitchFamily="34" charset="0"/>
                <a:ea typeface="宋体" panose="02010600030101010101" pitchFamily="2" charset="-122"/>
              </a:rPr>
              <a:t>若</a:t>
            </a:r>
            <a:r>
              <a:rPr lang="en-US" altLang="zh-CN" sz="2000">
                <a:solidFill>
                  <a:srgbClr val="003300"/>
                </a:solidFill>
                <a:latin typeface="Tahoma" panose="020B0604030504040204" pitchFamily="34" charset="0"/>
                <a:ea typeface="宋体" panose="02010600030101010101" pitchFamily="2" charset="-122"/>
              </a:rPr>
              <a:t>f(t) </a:t>
            </a:r>
            <a:r>
              <a:rPr lang="en-US" altLang="zh-CN" sz="2000">
                <a:solidFill>
                  <a:srgbClr val="003300"/>
                </a:solidFill>
                <a:latin typeface="Tahoma" panose="020B0604030504040204" pitchFamily="34" charset="0"/>
                <a:ea typeface="宋体" panose="02010600030101010101" pitchFamily="2" charset="-122"/>
                <a:sym typeface="Symbol" panose="05050102010706020507" pitchFamily="18" charset="2"/>
              </a:rPr>
              <a:t> </a:t>
            </a:r>
            <a:r>
              <a:rPr lang="en-US" altLang="zh-CN" sz="2000">
                <a:solidFill>
                  <a:srgbClr val="003300"/>
                </a:solidFill>
                <a:latin typeface="Tahoma" panose="020B0604030504040204" pitchFamily="34" charset="0"/>
                <a:ea typeface="宋体" panose="02010600030101010101" pitchFamily="2" charset="-122"/>
              </a:rPr>
              <a:t>F(s</a:t>
            </a:r>
            <a:r>
              <a:rPr lang="en-US" altLang="zh-CN" sz="2000">
                <a:solidFill>
                  <a:srgbClr val="003300"/>
                </a:solidFill>
                <a:latin typeface="Tahoma" panose="020B0604030504040204" pitchFamily="34" charset="0"/>
                <a:ea typeface="宋体" panose="02010600030101010101" pitchFamily="2" charset="-122"/>
                <a:sym typeface="Symbol" panose="05050102010706020507" pitchFamily="18" charset="2"/>
              </a:rPr>
              <a:t>)</a:t>
            </a:r>
            <a:r>
              <a:rPr lang="zh-CN" altLang="en-US" sz="2000">
                <a:solidFill>
                  <a:srgbClr val="003300"/>
                </a:solidFill>
                <a:latin typeface="Tahoma" panose="020B0604030504040204" pitchFamily="34" charset="0"/>
                <a:ea typeface="宋体" panose="02010600030101010101" pitchFamily="2" charset="-122"/>
                <a:sym typeface="Symbol" panose="05050102010706020507" pitchFamily="18" charset="2"/>
              </a:rPr>
              <a:t>，则</a:t>
            </a:r>
            <a:endParaRPr lang="zh-CN" altLang="en-US" sz="2000">
              <a:solidFill>
                <a:srgbClr val="003300"/>
              </a:solidFill>
              <a:latin typeface="Tahoma" panose="020B0604030504040204" pitchFamily="34" charset="0"/>
              <a:ea typeface="宋体" panose="02010600030101010101" pitchFamily="2" charset="-122"/>
            </a:endParaRPr>
          </a:p>
        </p:txBody>
      </p:sp>
      <p:sp>
        <p:nvSpPr>
          <p:cNvPr id="68614" name="Text Box 5"/>
          <p:cNvSpPr txBox="1">
            <a:spLocks noChangeArrowheads="1"/>
          </p:cNvSpPr>
          <p:nvPr/>
        </p:nvSpPr>
        <p:spPr bwMode="auto">
          <a:xfrm>
            <a:off x="685800" y="3124200"/>
            <a:ext cx="129381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lnSpc>
                <a:spcPct val="140000"/>
              </a:lnSpc>
              <a:spcBef>
                <a:spcPct val="0"/>
              </a:spcBef>
              <a:buFontTx/>
              <a:buNone/>
            </a:pPr>
            <a:r>
              <a:rPr lang="zh-CN" altLang="en-US" sz="2000">
                <a:latin typeface="Tahoma" panose="020B0604030504040204" pitchFamily="34" charset="0"/>
                <a:ea typeface="宋体" panose="02010600030101010101" pitchFamily="2" charset="-122"/>
              </a:rPr>
              <a:t>解：</a:t>
            </a:r>
            <a:endParaRPr lang="zh-CN" altLang="en-US" sz="2000">
              <a:latin typeface="Tahoma" panose="020B0604030504040204" pitchFamily="34" charset="0"/>
              <a:ea typeface="宋体" panose="02010600030101010101" pitchFamily="2" charset="-122"/>
            </a:endParaRPr>
          </a:p>
        </p:txBody>
      </p:sp>
      <p:sp>
        <p:nvSpPr>
          <p:cNvPr id="68615" name="Rectangle 6"/>
          <p:cNvSpPr>
            <a:spLocks noChangeArrowheads="1"/>
          </p:cNvSpPr>
          <p:nvPr/>
        </p:nvSpPr>
        <p:spPr bwMode="auto">
          <a:xfrm>
            <a:off x="3481388" y="312896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spcBef>
                <a:spcPct val="0"/>
              </a:spcBef>
              <a:buFontTx/>
              <a:buNone/>
            </a:pPr>
            <a:endParaRPr kumimoji="0" lang="zh-CN" altLang="en-US" sz="1800">
              <a:ea typeface="宋体" panose="02010600030101010101" pitchFamily="2" charset="-122"/>
            </a:endParaRPr>
          </a:p>
        </p:txBody>
      </p:sp>
      <p:sp>
        <p:nvSpPr>
          <p:cNvPr id="68616" name="Rectangle 7"/>
          <p:cNvSpPr>
            <a:spLocks noChangeArrowheads="1"/>
          </p:cNvSpPr>
          <p:nvPr/>
        </p:nvSpPr>
        <p:spPr bwMode="auto">
          <a:xfrm>
            <a:off x="3128963" y="31765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spcBef>
                <a:spcPct val="0"/>
              </a:spcBef>
              <a:buFontTx/>
              <a:buNone/>
            </a:pPr>
            <a:endParaRPr kumimoji="0" lang="zh-CN" altLang="en-US" sz="1800">
              <a:ea typeface="宋体" panose="02010600030101010101" pitchFamily="2" charset="-122"/>
            </a:endParaRPr>
          </a:p>
        </p:txBody>
      </p:sp>
      <p:graphicFrame>
        <p:nvGraphicFramePr>
          <p:cNvPr id="367624" name="Object 8"/>
          <p:cNvGraphicFramePr>
            <a:graphicFrameLocks noChangeAspect="1"/>
          </p:cNvGraphicFramePr>
          <p:nvPr/>
        </p:nvGraphicFramePr>
        <p:xfrm>
          <a:off x="1258888" y="2565400"/>
          <a:ext cx="2305050" cy="504825"/>
        </p:xfrm>
        <a:graphic>
          <a:graphicData uri="http://schemas.openxmlformats.org/presentationml/2006/ole">
            <mc:AlternateContent xmlns:mc="http://schemas.openxmlformats.org/markup-compatibility/2006">
              <mc:Choice xmlns:v="urn:schemas-microsoft-com:vml" Requires="v">
                <p:oleObj spid="_x0000_s3" name="Equation" r:id="rId3" imgW="681355" imgH="133350" progId="Equation.3">
                  <p:embed/>
                </p:oleObj>
              </mc:Choice>
              <mc:Fallback>
                <p:oleObj name="Equation" r:id="rId3" imgW="681355" imgH="133350" progId="Equation.3">
                  <p:embed/>
                  <p:pic>
                    <p:nvPicPr>
                      <p:cNvPr id="0" name="Object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58888" y="2565400"/>
                        <a:ext cx="2305050" cy="5048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367625" name="Object 9"/>
          <p:cNvGraphicFramePr>
            <a:graphicFrameLocks noChangeAspect="1"/>
          </p:cNvGraphicFramePr>
          <p:nvPr/>
        </p:nvGraphicFramePr>
        <p:xfrm>
          <a:off x="1259205" y="3637280"/>
          <a:ext cx="3757613" cy="857250"/>
        </p:xfrm>
        <a:graphic>
          <a:graphicData uri="http://schemas.openxmlformats.org/presentationml/2006/ole">
            <mc:AlternateContent xmlns:mc="http://schemas.openxmlformats.org/markup-compatibility/2006">
              <mc:Choice xmlns:v="urn:schemas-microsoft-com:vml" Requires="v">
                <p:oleObj spid="_x0000_s4" name="Document" r:id="rId5" imgW="2505710" imgH="571500" progId="Word.Document.8">
                  <p:embed/>
                </p:oleObj>
              </mc:Choice>
              <mc:Fallback>
                <p:oleObj name="Document" r:id="rId5" imgW="2505710" imgH="571500" progId="Word.Document.8">
                  <p:embed/>
                  <p:pic>
                    <p:nvPicPr>
                      <p:cNvPr id="0" name="Object 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259205" y="3637280"/>
                        <a:ext cx="3757613" cy="857250"/>
                      </a:xfrm>
                      <a:prstGeom prst="rect">
                        <a:avLst/>
                      </a:prstGeom>
                      <a:solidFill>
                        <a:schemeClr val="tx1"/>
                      </a:solidFill>
                      <a:ln w="9525">
                        <a:solidFill>
                          <a:srgbClr val="FF0000"/>
                        </a:solidFill>
                        <a:miter lim="800000"/>
                        <a:headEnd/>
                        <a:tailEnd/>
                      </a:ln>
                      <a:effectLst>
                        <a:outerShdw dist="35921" dir="2700000" algn="ctr" rotWithShape="0">
                          <a:schemeClr val="bg2">
                            <a:alpha val="74997"/>
                          </a:schemeClr>
                        </a:outerShdw>
                      </a:effectLst>
                    </p:spPr>
                  </p:pic>
                </p:oleObj>
              </mc:Fallback>
            </mc:AlternateContent>
          </a:graphicData>
        </a:graphic>
      </p:graphicFrame>
      <p:graphicFrame>
        <p:nvGraphicFramePr>
          <p:cNvPr id="367626" name="Object 10"/>
          <p:cNvGraphicFramePr>
            <a:graphicFrameLocks noChangeAspect="1"/>
          </p:cNvGraphicFramePr>
          <p:nvPr/>
        </p:nvGraphicFramePr>
        <p:xfrm>
          <a:off x="3779838" y="2349500"/>
          <a:ext cx="1512887" cy="1008063"/>
        </p:xfrm>
        <a:graphic>
          <a:graphicData uri="http://schemas.openxmlformats.org/presentationml/2006/ole">
            <mc:AlternateContent xmlns:mc="http://schemas.openxmlformats.org/markup-compatibility/2006">
              <mc:Choice xmlns:v="urn:schemas-microsoft-com:vml" Requires="v">
                <p:oleObj spid="_x0000_s5" name="Equation" r:id="rId7" imgW="373380" imgH="290830" progId="Equation.3">
                  <p:embed/>
                </p:oleObj>
              </mc:Choice>
              <mc:Fallback>
                <p:oleObj name="Equation" r:id="rId7" imgW="373380" imgH="290830" progId="Equation.3">
                  <p:embed/>
                  <p:pic>
                    <p:nvPicPr>
                      <p:cNvPr id="0" name="Object 10"/>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779838" y="2349500"/>
                        <a:ext cx="1512887" cy="1008063"/>
                      </a:xfrm>
                      <a:prstGeom prst="rect">
                        <a:avLst/>
                      </a:prstGeom>
                      <a:solidFill>
                        <a:schemeClr val="tx1"/>
                      </a:solidFill>
                      <a:ln w="9525">
                        <a:solidFill>
                          <a:srgbClr val="C0C0C0"/>
                        </a:solidFill>
                        <a:miter lim="800000"/>
                        <a:headEnd/>
                        <a:tailEnd/>
                      </a:ln>
                      <a:effectLst>
                        <a:outerShdw dist="35921" dir="2700000" algn="ctr" rotWithShape="0">
                          <a:schemeClr val="bg2">
                            <a:alpha val="74997"/>
                          </a:schemeClr>
                        </a:outerShdw>
                      </a:effectLst>
                    </p:spPr>
                  </p:pic>
                </p:oleObj>
              </mc:Fallback>
            </mc:AlternateContent>
          </a:graphicData>
        </a:graphic>
      </p:graphicFrame>
      <p:graphicFrame>
        <p:nvGraphicFramePr>
          <p:cNvPr id="367627" name="Object 11"/>
          <p:cNvGraphicFramePr>
            <a:graphicFrameLocks noChangeAspect="1"/>
          </p:cNvGraphicFramePr>
          <p:nvPr/>
        </p:nvGraphicFramePr>
        <p:xfrm>
          <a:off x="827088" y="1773238"/>
          <a:ext cx="4681537" cy="517525"/>
        </p:xfrm>
        <a:graphic>
          <a:graphicData uri="http://schemas.openxmlformats.org/presentationml/2006/ole">
            <mc:AlternateContent xmlns:mc="http://schemas.openxmlformats.org/markup-compatibility/2006">
              <mc:Choice xmlns:v="urn:schemas-microsoft-com:vml" Requires="v">
                <p:oleObj spid="_x0000_s6" name="Equation" r:id="rId9" imgW="1455420" imgH="140335" progId="Equation.3">
                  <p:embed/>
                </p:oleObj>
              </mc:Choice>
              <mc:Fallback>
                <p:oleObj name="Equation" r:id="rId9" imgW="1455420" imgH="140335" progId="Equation.3">
                  <p:embed/>
                  <p:pic>
                    <p:nvPicPr>
                      <p:cNvPr id="0" name="Object 11"/>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827088" y="1773238"/>
                        <a:ext cx="4681537" cy="5175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68621" name="Rectangle 12"/>
          <p:cNvSpPr>
            <a:spLocks noChangeArrowheads="1"/>
          </p:cNvSpPr>
          <p:nvPr/>
        </p:nvSpPr>
        <p:spPr bwMode="auto">
          <a:xfrm>
            <a:off x="762000" y="990600"/>
            <a:ext cx="1143000" cy="465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lnSpc>
                <a:spcPct val="140000"/>
              </a:lnSpc>
              <a:spcBef>
                <a:spcPct val="0"/>
              </a:spcBef>
              <a:buFontTx/>
              <a:buNone/>
            </a:pPr>
            <a:r>
              <a:rPr lang="en-US" altLang="zh-CN" sz="2400">
                <a:latin typeface="Tahoma" panose="020B0604030504040204" pitchFamily="34" charset="0"/>
                <a:ea typeface="宋体" panose="02010600030101010101" pitchFamily="2" charset="-122"/>
              </a:rPr>
              <a:t>  </a:t>
            </a:r>
            <a:r>
              <a:rPr lang="zh-CN" altLang="en-US" sz="2000">
                <a:latin typeface="Tahoma" panose="020B0604030504040204" pitchFamily="34" charset="0"/>
                <a:ea typeface="宋体" panose="02010600030101010101" pitchFamily="2" charset="-122"/>
              </a:rPr>
              <a:t>证明：</a:t>
            </a:r>
            <a:endParaRPr lang="zh-CN" altLang="en-US" sz="2000">
              <a:latin typeface="Tahoma" panose="020B0604030504040204" pitchFamily="34" charset="0"/>
              <a:ea typeface="宋体" panose="02010600030101010101" pitchFamily="2" charset="-122"/>
            </a:endParaRPr>
          </a:p>
        </p:txBody>
      </p:sp>
      <p:graphicFrame>
        <p:nvGraphicFramePr>
          <p:cNvPr id="367632" name="Object 16"/>
          <p:cNvGraphicFramePr>
            <a:graphicFrameLocks noChangeAspect="1"/>
          </p:cNvGraphicFramePr>
          <p:nvPr/>
        </p:nvGraphicFramePr>
        <p:xfrm>
          <a:off x="4932363" y="4652963"/>
          <a:ext cx="3135312" cy="889000"/>
        </p:xfrm>
        <a:graphic>
          <a:graphicData uri="http://schemas.openxmlformats.org/presentationml/2006/ole">
            <mc:AlternateContent xmlns:mc="http://schemas.openxmlformats.org/markup-compatibility/2006">
              <mc:Choice xmlns:v="urn:schemas-microsoft-com:vml" Requires="v">
                <p:oleObj spid="_x0000_s7" name="Equation" r:id="rId11" imgW="1037590" imgH="290830" progId="Equation.3">
                  <p:embed/>
                </p:oleObj>
              </mc:Choice>
              <mc:Fallback>
                <p:oleObj name="Equation" r:id="rId11" imgW="1037590" imgH="290830" progId="Equation.3">
                  <p:embed/>
                  <p:pic>
                    <p:nvPicPr>
                      <p:cNvPr id="0" name="Object 16"/>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932363" y="4652963"/>
                        <a:ext cx="3135312" cy="889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367633" name="Object 17"/>
          <p:cNvGraphicFramePr>
            <a:graphicFrameLocks noChangeAspect="1"/>
          </p:cNvGraphicFramePr>
          <p:nvPr/>
        </p:nvGraphicFramePr>
        <p:xfrm>
          <a:off x="755650" y="4797425"/>
          <a:ext cx="3316288" cy="463550"/>
        </p:xfrm>
        <a:graphic>
          <a:graphicData uri="http://schemas.openxmlformats.org/presentationml/2006/ole">
            <mc:AlternateContent xmlns:mc="http://schemas.openxmlformats.org/markup-compatibility/2006">
              <mc:Choice xmlns:v="urn:schemas-microsoft-com:vml" Requires="v">
                <p:oleObj spid="_x0000_s8" name="Equation" r:id="rId13" imgW="1147445" imgH="140335" progId="Equation.3">
                  <p:embed/>
                </p:oleObj>
              </mc:Choice>
              <mc:Fallback>
                <p:oleObj name="Equation" r:id="rId13" imgW="1147445" imgH="140335" progId="Equation.3">
                  <p:embed/>
                  <p:pic>
                    <p:nvPicPr>
                      <p:cNvPr id="0" name="Object 17"/>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755650" y="4797425"/>
                        <a:ext cx="3316288" cy="4635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52244" name="Object 20"/>
          <p:cNvGraphicFramePr>
            <a:graphicFrameLocks noChangeAspect="1"/>
          </p:cNvGraphicFramePr>
          <p:nvPr/>
        </p:nvGraphicFramePr>
        <p:xfrm>
          <a:off x="1476375" y="5589588"/>
          <a:ext cx="4464050" cy="958850"/>
        </p:xfrm>
        <a:graphic>
          <a:graphicData uri="http://schemas.openxmlformats.org/presentationml/2006/ole">
            <mc:AlternateContent xmlns:mc="http://schemas.openxmlformats.org/markup-compatibility/2006">
              <mc:Choice xmlns:v="urn:schemas-microsoft-com:vml" Requires="v">
                <p:oleObj spid="_x0000_s9" name="公式" r:id="rId15" imgW="2070100" imgH="444500" progId="Equation.3">
                  <p:embed/>
                </p:oleObj>
              </mc:Choice>
              <mc:Fallback>
                <p:oleObj name="公式" r:id="rId15" imgW="2070100" imgH="444500" progId="Equation.3">
                  <p:embed/>
                  <p:pic>
                    <p:nvPicPr>
                      <p:cNvPr id="0" name="Object 20"/>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1476375" y="5589588"/>
                        <a:ext cx="4464050" cy="958850"/>
                      </a:xfrm>
                      <a:prstGeom prst="rect">
                        <a:avLst/>
                      </a:prstGeom>
                      <a:solidFill>
                        <a:schemeClr val="tx1"/>
                      </a:solidFill>
                      <a:ln w="9525">
                        <a:solidFill>
                          <a:srgbClr val="FF0000"/>
                        </a:solidFill>
                        <a:miter lim="800000"/>
                        <a:headEnd/>
                        <a:tailEnd/>
                      </a:ln>
                      <a:effectLst>
                        <a:outerShdw dist="35921" dir="2700000" algn="ctr" rotWithShape="0">
                          <a:schemeClr val="bg2">
                            <a:alpha val="74997"/>
                          </a:schemeClr>
                        </a:outerShdw>
                      </a:effectLst>
                    </p:spPr>
                  </p:pic>
                </p:oleObj>
              </mc:Fallback>
            </mc:AlternateContent>
          </a:graphicData>
        </a:graphic>
      </p:graphicFrame>
      <p:sp>
        <p:nvSpPr>
          <p:cNvPr id="10" name="墨迹 2"/>
          <p:cNvSpPr/>
          <p:nvPr/>
        </p:nvSpPr>
        <p:spPr bwMode="auto">
          <a:xfrm>
            <a:off x="1953000" y="1353600"/>
            <a:ext cx="6020280" cy="1929240"/>
          </a:xfrm>
        </p:spPr>
      </p:sp>
    </p:spTree>
    <p:custDataLst>
      <p:tags r:id="rId17"/>
    </p:custDataLst>
  </p:cSld>
  <p:clrMapOvr>
    <a:masterClrMapping/>
  </p:clrMapOvr>
  <mc:AlternateContent xmlns:mc="http://schemas.openxmlformats.org/markup-compatibility/2006">
    <mc:Choice xmlns:p14="http://schemas.microsoft.com/office/powerpoint/2010/main" Requires="p14">
      <p:transition spd="slow" p14:dur="2000" advTm="222391"/>
    </mc:Choice>
    <mc:Fallback>
      <p:transition spd="slow" advTm="222391"/>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367619"/>
                                        </p:tgtEl>
                                        <p:attrNameLst>
                                          <p:attrName>style.visibility</p:attrName>
                                        </p:attrNameLst>
                                      </p:cBhvr>
                                      <p:to>
                                        <p:strVal val="visible"/>
                                      </p:to>
                                    </p:set>
                                    <p:anim calcmode="lin" valueType="num">
                                      <p:cBhvr additive="base">
                                        <p:cTn id="7" dur="500" fill="hold"/>
                                        <p:tgtEl>
                                          <p:spTgt spid="367619"/>
                                        </p:tgtEl>
                                        <p:attrNameLst>
                                          <p:attrName>ppt_x</p:attrName>
                                        </p:attrNameLst>
                                      </p:cBhvr>
                                      <p:tavLst>
                                        <p:tav tm="0">
                                          <p:val>
                                            <p:strVal val="0-#ppt_w/2"/>
                                          </p:val>
                                        </p:tav>
                                        <p:tav tm="100000">
                                          <p:val>
                                            <p:strVal val="#ppt_x"/>
                                          </p:val>
                                        </p:tav>
                                      </p:tavLst>
                                    </p:anim>
                                    <p:anim calcmode="lin" valueType="num">
                                      <p:cBhvr additive="base">
                                        <p:cTn id="8" dur="500" fill="hold"/>
                                        <p:tgtEl>
                                          <p:spTgt spid="367619"/>
                                        </p:tgtEl>
                                        <p:attrNameLst>
                                          <p:attrName>ppt_y</p:attrName>
                                        </p:attrNameLst>
                                      </p:cBhvr>
                                      <p:tavLst>
                                        <p:tav tm="0">
                                          <p:val>
                                            <p:strVal val="#ppt_y"/>
                                          </p:val>
                                        </p:tav>
                                        <p:tav tm="100000">
                                          <p:val>
                                            <p:strVal val="#ppt_y"/>
                                          </p:val>
                                        </p:tav>
                                      </p:tavLst>
                                    </p:anim>
                                  </p:childTnLst>
                                </p:cTn>
                              </p:par>
                              <p:par>
                                <p:cTn id="9" presetID="2" presetClass="entr" presetSubtype="1" fill="hold" grpId="0" nodeType="withEffect">
                                  <p:stCondLst>
                                    <p:cond delay="0"/>
                                  </p:stCondLst>
                                  <p:childTnLst>
                                    <p:set>
                                      <p:cBhvr>
                                        <p:cTn id="10" dur="1" fill="hold">
                                          <p:stCondLst>
                                            <p:cond delay="0"/>
                                          </p:stCondLst>
                                        </p:cTn>
                                        <p:tgtEl>
                                          <p:spTgt spid="367620"/>
                                        </p:tgtEl>
                                        <p:attrNameLst>
                                          <p:attrName>style.visibility</p:attrName>
                                        </p:attrNameLst>
                                      </p:cBhvr>
                                      <p:to>
                                        <p:strVal val="visible"/>
                                      </p:to>
                                    </p:set>
                                    <p:anim calcmode="lin" valueType="num">
                                      <p:cBhvr additive="base">
                                        <p:cTn id="11" dur="500" fill="hold"/>
                                        <p:tgtEl>
                                          <p:spTgt spid="367620"/>
                                        </p:tgtEl>
                                        <p:attrNameLst>
                                          <p:attrName>ppt_x</p:attrName>
                                        </p:attrNameLst>
                                      </p:cBhvr>
                                      <p:tavLst>
                                        <p:tav tm="0">
                                          <p:val>
                                            <p:strVal val="#ppt_x"/>
                                          </p:val>
                                        </p:tav>
                                        <p:tav tm="100000">
                                          <p:val>
                                            <p:strVal val="#ppt_x"/>
                                          </p:val>
                                        </p:tav>
                                      </p:tavLst>
                                    </p:anim>
                                    <p:anim calcmode="lin" valueType="num">
                                      <p:cBhvr additive="base">
                                        <p:cTn id="12" dur="500" fill="hold"/>
                                        <p:tgtEl>
                                          <p:spTgt spid="367620"/>
                                        </p:tgtEl>
                                        <p:attrNameLst>
                                          <p:attrName>ppt_y</p:attrName>
                                        </p:attrNameLst>
                                      </p:cBhvr>
                                      <p:tavLst>
                                        <p:tav tm="0">
                                          <p:val>
                                            <p:strVal val="0-#ppt_h/2"/>
                                          </p:val>
                                        </p:tav>
                                        <p:tav tm="100000">
                                          <p:val>
                                            <p:strVal val="#ppt_y"/>
                                          </p:val>
                                        </p:tav>
                                      </p:tavLst>
                                    </p:anim>
                                  </p:childTnLst>
                                </p:cTn>
                              </p:par>
                            </p:childTnLst>
                          </p:cTn>
                        </p:par>
                        <p:par>
                          <p:cTn id="13" fill="hold">
                            <p:stCondLst>
                              <p:cond delay="500"/>
                            </p:stCondLst>
                            <p:childTnLst>
                              <p:par>
                                <p:cTn id="14" presetID="9" presetClass="entr" presetSubtype="0" fill="hold" nodeType="afterEffect">
                                  <p:stCondLst>
                                    <p:cond delay="0"/>
                                  </p:stCondLst>
                                  <p:childTnLst>
                                    <p:set>
                                      <p:cBhvr>
                                        <p:cTn id="15" dur="1" fill="hold">
                                          <p:stCondLst>
                                            <p:cond delay="0"/>
                                          </p:stCondLst>
                                        </p:cTn>
                                        <p:tgtEl>
                                          <p:spTgt spid="367618"/>
                                        </p:tgtEl>
                                        <p:attrNameLst>
                                          <p:attrName>style.visibility</p:attrName>
                                        </p:attrNameLst>
                                      </p:cBhvr>
                                      <p:to>
                                        <p:strVal val="visible"/>
                                      </p:to>
                                    </p:set>
                                    <p:animEffect transition="in" filter="dissolve">
                                      <p:cBhvr>
                                        <p:cTn id="16" dur="500"/>
                                        <p:tgtEl>
                                          <p:spTgt spid="367618"/>
                                        </p:tgtEl>
                                      </p:cBhvr>
                                    </p:animEffect>
                                  </p:childTnLst>
                                </p:cTn>
                              </p:par>
                            </p:childTnLst>
                          </p:cTn>
                        </p:par>
                        <p:par>
                          <p:cTn id="17" fill="hold">
                            <p:stCondLst>
                              <p:cond delay="1000"/>
                            </p:stCondLst>
                            <p:childTnLst>
                              <p:par>
                                <p:cTn id="18" presetID="12" presetClass="entr" presetSubtype="8" fill="hold" nodeType="afterEffect">
                                  <p:stCondLst>
                                    <p:cond delay="0"/>
                                  </p:stCondLst>
                                  <p:childTnLst>
                                    <p:set>
                                      <p:cBhvr>
                                        <p:cTn id="19" dur="1" fill="hold">
                                          <p:stCondLst>
                                            <p:cond delay="0"/>
                                          </p:stCondLst>
                                        </p:cTn>
                                        <p:tgtEl>
                                          <p:spTgt spid="367627"/>
                                        </p:tgtEl>
                                        <p:attrNameLst>
                                          <p:attrName>style.visibility</p:attrName>
                                        </p:attrNameLst>
                                      </p:cBhvr>
                                      <p:to>
                                        <p:strVal val="visible"/>
                                      </p:to>
                                    </p:set>
                                    <p:animEffect transition="in" filter="slide(fromLeft)">
                                      <p:cBhvr>
                                        <p:cTn id="20" dur="500"/>
                                        <p:tgtEl>
                                          <p:spTgt spid="367627"/>
                                        </p:tgtEl>
                                      </p:cBhvr>
                                    </p:animEffect>
                                  </p:childTnLst>
                                </p:cTn>
                              </p:par>
                            </p:childTnLst>
                          </p:cTn>
                        </p:par>
                      </p:childTnLst>
                    </p:cTn>
                  </p:par>
                  <p:par>
                    <p:cTn id="21" fill="hold">
                      <p:stCondLst>
                        <p:cond delay="indefinite"/>
                      </p:stCondLst>
                      <p:childTnLst>
                        <p:par>
                          <p:cTn id="22" fill="hold">
                            <p:stCondLst>
                              <p:cond delay="0"/>
                            </p:stCondLst>
                            <p:childTnLst>
                              <p:par>
                                <p:cTn id="23" presetID="9" presetClass="entr" presetSubtype="0" fill="hold" nodeType="clickEffect">
                                  <p:stCondLst>
                                    <p:cond delay="0"/>
                                  </p:stCondLst>
                                  <p:childTnLst>
                                    <p:set>
                                      <p:cBhvr>
                                        <p:cTn id="24" dur="1" fill="hold">
                                          <p:stCondLst>
                                            <p:cond delay="0"/>
                                          </p:stCondLst>
                                        </p:cTn>
                                        <p:tgtEl>
                                          <p:spTgt spid="367624"/>
                                        </p:tgtEl>
                                        <p:attrNameLst>
                                          <p:attrName>style.visibility</p:attrName>
                                        </p:attrNameLst>
                                      </p:cBhvr>
                                      <p:to>
                                        <p:strVal val="visible"/>
                                      </p:to>
                                    </p:set>
                                    <p:animEffect transition="in" filter="dissolve">
                                      <p:cBhvr>
                                        <p:cTn id="25" dur="500"/>
                                        <p:tgtEl>
                                          <p:spTgt spid="367624"/>
                                        </p:tgtEl>
                                      </p:cBhvr>
                                    </p:animEffect>
                                  </p:childTnLst>
                                </p:cTn>
                              </p:par>
                            </p:childTnLst>
                          </p:cTn>
                        </p:par>
                      </p:childTnLst>
                    </p:cTn>
                  </p:par>
                  <p:par>
                    <p:cTn id="26" fill="hold">
                      <p:stCondLst>
                        <p:cond delay="indefinite"/>
                      </p:stCondLst>
                      <p:childTnLst>
                        <p:par>
                          <p:cTn id="27" fill="hold">
                            <p:stCondLst>
                              <p:cond delay="0"/>
                            </p:stCondLst>
                            <p:childTnLst>
                              <p:par>
                                <p:cTn id="28" presetID="23" presetClass="entr" presetSubtype="16" fill="hold" nodeType="clickEffect">
                                  <p:stCondLst>
                                    <p:cond delay="0"/>
                                  </p:stCondLst>
                                  <p:childTnLst>
                                    <p:set>
                                      <p:cBhvr>
                                        <p:cTn id="29" dur="1" fill="hold">
                                          <p:stCondLst>
                                            <p:cond delay="0"/>
                                          </p:stCondLst>
                                        </p:cTn>
                                        <p:tgtEl>
                                          <p:spTgt spid="367626"/>
                                        </p:tgtEl>
                                        <p:attrNameLst>
                                          <p:attrName>style.visibility</p:attrName>
                                        </p:attrNameLst>
                                      </p:cBhvr>
                                      <p:to>
                                        <p:strVal val="visible"/>
                                      </p:to>
                                    </p:set>
                                    <p:anim calcmode="lin" valueType="num">
                                      <p:cBhvr>
                                        <p:cTn id="30" dur="500" fill="hold"/>
                                        <p:tgtEl>
                                          <p:spTgt spid="367626"/>
                                        </p:tgtEl>
                                        <p:attrNameLst>
                                          <p:attrName>ppt_w</p:attrName>
                                        </p:attrNameLst>
                                      </p:cBhvr>
                                      <p:tavLst>
                                        <p:tav tm="0">
                                          <p:val>
                                            <p:fltVal val="0"/>
                                          </p:val>
                                        </p:tav>
                                        <p:tav tm="100000">
                                          <p:val>
                                            <p:strVal val="#ppt_w"/>
                                          </p:val>
                                        </p:tav>
                                      </p:tavLst>
                                    </p:anim>
                                    <p:anim calcmode="lin" valueType="num">
                                      <p:cBhvr>
                                        <p:cTn id="31" dur="500" fill="hold"/>
                                        <p:tgtEl>
                                          <p:spTgt spid="367626"/>
                                        </p:tgtEl>
                                        <p:attrNameLst>
                                          <p:attrName>ppt_h</p:attrName>
                                        </p:attrNameLst>
                                      </p:cBhvr>
                                      <p:tavLst>
                                        <p:tav tm="0">
                                          <p:val>
                                            <p:fltVal val="0"/>
                                          </p:val>
                                        </p:tav>
                                        <p:tav tm="100000">
                                          <p:val>
                                            <p:strVal val="#ppt_h"/>
                                          </p:val>
                                        </p:tav>
                                      </p:tavLst>
                                    </p:anim>
                                  </p:childTnLst>
                                </p:cTn>
                              </p:par>
                            </p:childTnLst>
                          </p:cTn>
                        </p:par>
                      </p:childTnLst>
                    </p:cTn>
                  </p:par>
                  <p:par>
                    <p:cTn id="32" fill="hold">
                      <p:stCondLst>
                        <p:cond delay="indefinite"/>
                      </p:stCondLst>
                      <p:childTnLst>
                        <p:par>
                          <p:cTn id="33" fill="hold">
                            <p:stCondLst>
                              <p:cond delay="0"/>
                            </p:stCondLst>
                            <p:childTnLst>
                              <p:par>
                                <p:cTn id="34" presetID="2" presetClass="entr" presetSubtype="2" fill="hold" nodeType="clickEffect">
                                  <p:stCondLst>
                                    <p:cond delay="0"/>
                                  </p:stCondLst>
                                  <p:childTnLst>
                                    <p:set>
                                      <p:cBhvr>
                                        <p:cTn id="35" dur="1" fill="hold">
                                          <p:stCondLst>
                                            <p:cond delay="0"/>
                                          </p:stCondLst>
                                        </p:cTn>
                                        <p:tgtEl>
                                          <p:spTgt spid="367625"/>
                                        </p:tgtEl>
                                        <p:attrNameLst>
                                          <p:attrName>style.visibility</p:attrName>
                                        </p:attrNameLst>
                                      </p:cBhvr>
                                      <p:to>
                                        <p:strVal val="visible"/>
                                      </p:to>
                                    </p:set>
                                    <p:anim calcmode="lin" valueType="num">
                                      <p:cBhvr additive="base">
                                        <p:cTn id="36" dur="500" fill="hold"/>
                                        <p:tgtEl>
                                          <p:spTgt spid="367625"/>
                                        </p:tgtEl>
                                        <p:attrNameLst>
                                          <p:attrName>ppt_x</p:attrName>
                                        </p:attrNameLst>
                                      </p:cBhvr>
                                      <p:tavLst>
                                        <p:tav tm="0">
                                          <p:val>
                                            <p:strVal val="1+#ppt_w/2"/>
                                          </p:val>
                                        </p:tav>
                                        <p:tav tm="100000">
                                          <p:val>
                                            <p:strVal val="#ppt_x"/>
                                          </p:val>
                                        </p:tav>
                                      </p:tavLst>
                                    </p:anim>
                                    <p:anim calcmode="lin" valueType="num">
                                      <p:cBhvr additive="base">
                                        <p:cTn id="37" dur="500" fill="hold"/>
                                        <p:tgtEl>
                                          <p:spTgt spid="367625"/>
                                        </p:tgtEl>
                                        <p:attrNameLst>
                                          <p:attrName>ppt_y</p:attrName>
                                        </p:attrNameLst>
                                      </p:cBhvr>
                                      <p:tavLst>
                                        <p:tav tm="0">
                                          <p:val>
                                            <p:strVal val="#ppt_y"/>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12" presetClass="entr" presetSubtype="8" fill="hold" nodeType="clickEffect">
                                  <p:stCondLst>
                                    <p:cond delay="0"/>
                                  </p:stCondLst>
                                  <p:childTnLst>
                                    <p:set>
                                      <p:cBhvr>
                                        <p:cTn id="41" dur="1" fill="hold">
                                          <p:stCondLst>
                                            <p:cond delay="0"/>
                                          </p:stCondLst>
                                        </p:cTn>
                                        <p:tgtEl>
                                          <p:spTgt spid="367633"/>
                                        </p:tgtEl>
                                        <p:attrNameLst>
                                          <p:attrName>style.visibility</p:attrName>
                                        </p:attrNameLst>
                                      </p:cBhvr>
                                      <p:to>
                                        <p:strVal val="visible"/>
                                      </p:to>
                                    </p:set>
                                    <p:animEffect transition="in" filter="slide(fromLeft)">
                                      <p:cBhvr>
                                        <p:cTn id="42" dur="500"/>
                                        <p:tgtEl>
                                          <p:spTgt spid="367633"/>
                                        </p:tgtEl>
                                      </p:cBhvr>
                                    </p:animEffect>
                                  </p:childTnLst>
                                </p:cTn>
                              </p:par>
                            </p:childTnLst>
                          </p:cTn>
                        </p:par>
                      </p:childTnLst>
                    </p:cTn>
                  </p:par>
                  <p:par>
                    <p:cTn id="43" fill="hold">
                      <p:stCondLst>
                        <p:cond delay="indefinite"/>
                      </p:stCondLst>
                      <p:childTnLst>
                        <p:par>
                          <p:cTn id="44" fill="hold">
                            <p:stCondLst>
                              <p:cond delay="0"/>
                            </p:stCondLst>
                            <p:childTnLst>
                              <p:par>
                                <p:cTn id="45" presetID="9" presetClass="entr" presetSubtype="0" fill="hold" nodeType="clickEffect">
                                  <p:stCondLst>
                                    <p:cond delay="0"/>
                                  </p:stCondLst>
                                  <p:childTnLst>
                                    <p:set>
                                      <p:cBhvr>
                                        <p:cTn id="46" dur="1" fill="hold">
                                          <p:stCondLst>
                                            <p:cond delay="0"/>
                                          </p:stCondLst>
                                        </p:cTn>
                                        <p:tgtEl>
                                          <p:spTgt spid="367632"/>
                                        </p:tgtEl>
                                        <p:attrNameLst>
                                          <p:attrName>style.visibility</p:attrName>
                                        </p:attrNameLst>
                                      </p:cBhvr>
                                      <p:to>
                                        <p:strVal val="visible"/>
                                      </p:to>
                                    </p:set>
                                    <p:animEffect transition="in" filter="dissolve">
                                      <p:cBhvr>
                                        <p:cTn id="47" dur="500"/>
                                        <p:tgtEl>
                                          <p:spTgt spid="367632"/>
                                        </p:tgtEl>
                                      </p:cBhvr>
                                    </p:animEffect>
                                  </p:childTnLst>
                                </p:cTn>
                              </p:par>
                            </p:childTnLst>
                          </p:cTn>
                        </p:par>
                      </p:childTnLst>
                    </p:cTn>
                  </p:par>
                  <p:par>
                    <p:cTn id="48" fill="hold">
                      <p:stCondLst>
                        <p:cond delay="indefinite"/>
                      </p:stCondLst>
                      <p:childTnLst>
                        <p:par>
                          <p:cTn id="49" fill="hold">
                            <p:stCondLst>
                              <p:cond delay="0"/>
                            </p:stCondLst>
                            <p:childTnLst>
                              <p:par>
                                <p:cTn id="50" presetID="55" presetClass="entr" presetSubtype="0" fill="hold" nodeType="clickEffect">
                                  <p:stCondLst>
                                    <p:cond delay="0"/>
                                  </p:stCondLst>
                                  <p:childTnLst>
                                    <p:set>
                                      <p:cBhvr>
                                        <p:cTn id="51" dur="1" fill="hold">
                                          <p:stCondLst>
                                            <p:cond delay="0"/>
                                          </p:stCondLst>
                                        </p:cTn>
                                        <p:tgtEl>
                                          <p:spTgt spid="52244"/>
                                        </p:tgtEl>
                                        <p:attrNameLst>
                                          <p:attrName>style.visibility</p:attrName>
                                        </p:attrNameLst>
                                      </p:cBhvr>
                                      <p:to>
                                        <p:strVal val="visible"/>
                                      </p:to>
                                    </p:set>
                                    <p:anim calcmode="lin" valueType="num">
                                      <p:cBhvr>
                                        <p:cTn id="52" dur="1000" fill="hold"/>
                                        <p:tgtEl>
                                          <p:spTgt spid="52244"/>
                                        </p:tgtEl>
                                        <p:attrNameLst>
                                          <p:attrName>ppt_w</p:attrName>
                                        </p:attrNameLst>
                                      </p:cBhvr>
                                      <p:tavLst>
                                        <p:tav tm="0">
                                          <p:val>
                                            <p:strVal val="#ppt_w*0.70"/>
                                          </p:val>
                                        </p:tav>
                                        <p:tav tm="100000">
                                          <p:val>
                                            <p:strVal val="#ppt_w"/>
                                          </p:val>
                                        </p:tav>
                                      </p:tavLst>
                                    </p:anim>
                                    <p:anim calcmode="lin" valueType="num">
                                      <p:cBhvr>
                                        <p:cTn id="53" dur="1000" fill="hold"/>
                                        <p:tgtEl>
                                          <p:spTgt spid="52244"/>
                                        </p:tgtEl>
                                        <p:attrNameLst>
                                          <p:attrName>ppt_h</p:attrName>
                                        </p:attrNameLst>
                                      </p:cBhvr>
                                      <p:tavLst>
                                        <p:tav tm="0">
                                          <p:val>
                                            <p:strVal val="#ppt_h"/>
                                          </p:val>
                                        </p:tav>
                                        <p:tav tm="100000">
                                          <p:val>
                                            <p:strVal val="#ppt_h"/>
                                          </p:val>
                                        </p:tav>
                                      </p:tavLst>
                                    </p:anim>
                                    <p:animEffect transition="in" filter="fade">
                                      <p:cBhvr>
                                        <p:cTn id="54" dur="1000"/>
                                        <p:tgtEl>
                                          <p:spTgt spid="522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7619" grpId="0" autoUpdateAnimBg="0"/>
      <p:bldP spid="367620" grpId="0" autoUpdateAnimBg="0"/>
    </p:bldLst>
  </p:timing>
</p:sld>
</file>

<file path=ppt/slides/slide7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9634" name="Rectangle 4"/>
          <p:cNvSpPr>
            <a:spLocks noGrp="1" noChangeArrowheads="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a:spcBef>
                <a:spcPct val="0"/>
              </a:spcBef>
              <a:buFontTx/>
              <a:buNone/>
            </a:pPr>
            <a:fld id="{F623868B-2206-4C54-A471-6EC99B8201AD}" type="datetime1">
              <a:rPr kumimoji="0" lang="zh-CN" altLang="en-US" sz="1200" smtClean="0">
                <a:solidFill>
                  <a:srgbClr val="000000"/>
                </a:solidFill>
                <a:ea typeface="宋体" panose="02010600030101010101" pitchFamily="2" charset="-122"/>
              </a:rPr>
            </a:fld>
            <a:endParaRPr kumimoji="0" lang="en-US" altLang="zh-CN" sz="1200">
              <a:solidFill>
                <a:srgbClr val="000000"/>
              </a:solidFill>
              <a:ea typeface="宋体" panose="02010600030101010101" pitchFamily="2" charset="-122"/>
            </a:endParaRPr>
          </a:p>
        </p:txBody>
      </p:sp>
      <p:sp>
        <p:nvSpPr>
          <p:cNvPr id="368645" name="Rectangle 5"/>
          <p:cNvSpPr>
            <a:spLocks noGrp="1" noChangeArrowheads="1"/>
          </p:cNvSpPr>
          <p:nvPr>
            <p:ph type="title" idx="4294967295"/>
          </p:nvPr>
        </p:nvSpPr>
        <p:spPr>
          <a:xfrm>
            <a:off x="323850" y="115888"/>
            <a:ext cx="2987675" cy="428625"/>
          </a:xfrm>
        </p:spPr>
        <p:txBody>
          <a:bodyPr/>
          <a:lstStyle/>
          <a:p>
            <a:pPr eaLnBrk="1" hangingPunct="1">
              <a:lnSpc>
                <a:spcPct val="140000"/>
              </a:lnSpc>
              <a:defRPr/>
            </a:pPr>
            <a:r>
              <a:rPr kumimoji="0" lang="en-US" altLang="zh-CN" sz="2400" dirty="0">
                <a:solidFill>
                  <a:srgbClr val="FF0000"/>
                </a:solidFill>
              </a:rPr>
              <a:t>5</a:t>
            </a:r>
            <a:r>
              <a:rPr kumimoji="0" lang="zh-CN" altLang="en-US" sz="2400" dirty="0">
                <a:solidFill>
                  <a:srgbClr val="FF0000"/>
                </a:solidFill>
              </a:rPr>
              <a:t>、时域微分性：</a:t>
            </a:r>
            <a:endParaRPr kumimoji="0" lang="zh-CN" altLang="en-US" sz="2400" dirty="0">
              <a:solidFill>
                <a:srgbClr val="FF0000"/>
              </a:solidFill>
            </a:endParaRPr>
          </a:p>
        </p:txBody>
      </p:sp>
      <p:sp>
        <p:nvSpPr>
          <p:cNvPr id="69636" name="Text Box 14"/>
          <p:cNvSpPr txBox="1">
            <a:spLocks noChangeArrowheads="1"/>
          </p:cNvSpPr>
          <p:nvPr/>
        </p:nvSpPr>
        <p:spPr bwMode="auto">
          <a:xfrm>
            <a:off x="2627313" y="549275"/>
            <a:ext cx="29718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spcBef>
                <a:spcPct val="50000"/>
              </a:spcBef>
              <a:buFontTx/>
              <a:buNone/>
            </a:pPr>
            <a:r>
              <a:rPr lang="zh-CN" altLang="en-US" sz="2000">
                <a:solidFill>
                  <a:srgbClr val="003300"/>
                </a:solidFill>
                <a:latin typeface="Tahoma" panose="020B0604030504040204" pitchFamily="34" charset="0"/>
                <a:ea typeface="宋体" panose="02010600030101010101" pitchFamily="2" charset="-122"/>
              </a:rPr>
              <a:t>若</a:t>
            </a:r>
            <a:r>
              <a:rPr lang="en-US" altLang="zh-CN" sz="2000">
                <a:solidFill>
                  <a:srgbClr val="003300"/>
                </a:solidFill>
                <a:latin typeface="Tahoma" panose="020B0604030504040204" pitchFamily="34" charset="0"/>
                <a:ea typeface="宋体" panose="02010600030101010101" pitchFamily="2" charset="-122"/>
              </a:rPr>
              <a:t>f(t) </a:t>
            </a:r>
            <a:r>
              <a:rPr lang="en-US" altLang="zh-CN" sz="2000">
                <a:solidFill>
                  <a:srgbClr val="003300"/>
                </a:solidFill>
                <a:latin typeface="Tahoma" panose="020B0604030504040204" pitchFamily="34" charset="0"/>
                <a:ea typeface="宋体" panose="02010600030101010101" pitchFamily="2" charset="-122"/>
                <a:sym typeface="Symbol" panose="05050102010706020507" pitchFamily="18" charset="2"/>
              </a:rPr>
              <a:t> </a:t>
            </a:r>
            <a:r>
              <a:rPr lang="en-US" altLang="zh-CN" sz="2000">
                <a:solidFill>
                  <a:srgbClr val="003300"/>
                </a:solidFill>
                <a:latin typeface="Tahoma" panose="020B0604030504040204" pitchFamily="34" charset="0"/>
                <a:ea typeface="宋体" panose="02010600030101010101" pitchFamily="2" charset="-122"/>
              </a:rPr>
              <a:t>F(s</a:t>
            </a:r>
            <a:r>
              <a:rPr lang="en-US" altLang="zh-CN" sz="2000">
                <a:solidFill>
                  <a:srgbClr val="003300"/>
                </a:solidFill>
                <a:latin typeface="Tahoma" panose="020B0604030504040204" pitchFamily="34" charset="0"/>
                <a:ea typeface="宋体" panose="02010600030101010101" pitchFamily="2" charset="-122"/>
                <a:sym typeface="Symbol" panose="05050102010706020507" pitchFamily="18" charset="2"/>
              </a:rPr>
              <a:t>)</a:t>
            </a:r>
            <a:r>
              <a:rPr lang="zh-CN" altLang="en-US" sz="2000">
                <a:solidFill>
                  <a:srgbClr val="003300"/>
                </a:solidFill>
                <a:latin typeface="Tahoma" panose="020B0604030504040204" pitchFamily="34" charset="0"/>
                <a:ea typeface="宋体" panose="02010600030101010101" pitchFamily="2" charset="-122"/>
                <a:sym typeface="Symbol" panose="05050102010706020507" pitchFamily="18" charset="2"/>
              </a:rPr>
              <a:t>，则</a:t>
            </a:r>
            <a:endParaRPr lang="zh-CN" altLang="en-US" sz="2000">
              <a:solidFill>
                <a:srgbClr val="003300"/>
              </a:solidFill>
              <a:latin typeface="Tahoma" panose="020B0604030504040204" pitchFamily="34" charset="0"/>
              <a:ea typeface="宋体" panose="02010600030101010101" pitchFamily="2" charset="-122"/>
            </a:endParaRPr>
          </a:p>
        </p:txBody>
      </p:sp>
      <p:graphicFrame>
        <p:nvGraphicFramePr>
          <p:cNvPr id="368655" name="Object 15"/>
          <p:cNvGraphicFramePr>
            <a:graphicFrameLocks noChangeAspect="1"/>
          </p:cNvGraphicFramePr>
          <p:nvPr/>
        </p:nvGraphicFramePr>
        <p:xfrm>
          <a:off x="2124075" y="1052513"/>
          <a:ext cx="3600450" cy="514350"/>
        </p:xfrm>
        <a:graphic>
          <a:graphicData uri="http://schemas.openxmlformats.org/presentationml/2006/ole">
            <mc:AlternateContent xmlns:mc="http://schemas.openxmlformats.org/markup-compatibility/2006">
              <mc:Choice xmlns:v="urn:schemas-microsoft-com:vml" Requires="v">
                <p:oleObj spid="_x0000_s2" name="Equation" r:id="rId1" imgW="921385" imgH="133350" progId="Equation.3">
                  <p:embed/>
                </p:oleObj>
              </mc:Choice>
              <mc:Fallback>
                <p:oleObj name="Equation" r:id="rId1" imgW="921385" imgH="133350" progId="Equation.3">
                  <p:embed/>
                  <p:pic>
                    <p:nvPicPr>
                      <p:cNvPr id="0" name="Object 1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24075" y="1052513"/>
                        <a:ext cx="3600450" cy="5143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mc:AlternateContent xmlns:mc="http://schemas.openxmlformats.org/markup-compatibility/2006">
        <mc:Choice xmlns:a14="http://schemas.microsoft.com/office/drawing/2010/main" Requires="a14">
          <p:sp>
            <p:nvSpPr>
              <p:cNvPr id="368656" name="Object 16"/>
              <p:cNvSpPr txBox="1"/>
              <p:nvPr/>
            </p:nvSpPr>
            <p:spPr bwMode="auto">
              <a:xfrm>
                <a:off x="1908175" y="2636838"/>
                <a:ext cx="5184775" cy="919162"/>
              </a:xfrm>
              <a:prstGeom prst="rect">
                <a:avLst/>
              </a:prstGeom>
              <a:solidFill>
                <a:schemeClr val="folHlink"/>
              </a:solidFill>
              <a:ln>
                <a:noFill/>
              </a:ln>
              <a:effectLst/>
            </p:spPr>
            <p:txBody>
              <a:bodyPr>
                <a:noAutofit/>
              </a:bodyPr>
              <a:lstStyle/>
              <a:p>
                <a14:m>
                  <m:oMathPara xmlns:m="http://schemas.openxmlformats.org/officeDocument/2006/math">
                    <m:oMathParaPr>
                      <m:jc m:val="left"/>
                    </m:oMathParaPr>
                    <m:oMath xmlns:m="http://schemas.openxmlformats.org/officeDocument/2006/math">
                      <m:sSup>
                        <m:sSupPr>
                          <m:ctrlPr>
                            <a:rPr lang="zh-CN" altLang="en-US" sz="2000" i="1">
                              <a:solidFill>
                                <a:srgbClr val="000000"/>
                              </a:solidFill>
                              <a:latin typeface="Cambria Math" panose="02040503050406030204" pitchFamily="18" charset="0"/>
                            </a:rPr>
                          </m:ctrlPr>
                        </m:sSupPr>
                        <m:e>
                          <m:r>
                            <a:rPr lang="zh-CN" altLang="en-US" sz="2000" i="1">
                              <a:solidFill>
                                <a:srgbClr val="000000"/>
                              </a:solidFill>
                              <a:latin typeface="Cambria Math" panose="02040503050406030204" pitchFamily="18" charset="0"/>
                            </a:rPr>
                            <m:t>𝑓</m:t>
                          </m:r>
                        </m:e>
                        <m:sup>
                          <m:r>
                            <a:rPr lang="zh-CN" altLang="en-US" sz="2000" i="1">
                              <a:solidFill>
                                <a:srgbClr val="000000"/>
                              </a:solidFill>
                              <a:latin typeface="Cambria Math" panose="02040503050406030204" pitchFamily="18" charset="0"/>
                            </a:rPr>
                            <m:t>(</m:t>
                          </m:r>
                          <m:r>
                            <a:rPr lang="zh-CN" altLang="en-US" sz="2000" i="1">
                              <a:solidFill>
                                <a:srgbClr val="000000"/>
                              </a:solidFill>
                              <a:latin typeface="Cambria Math" panose="02040503050406030204" pitchFamily="18" charset="0"/>
                            </a:rPr>
                            <m:t>𝑛</m:t>
                          </m:r>
                          <m:r>
                            <a:rPr lang="zh-CN" altLang="en-US" sz="2000" i="1">
                              <a:solidFill>
                                <a:srgbClr val="000000"/>
                              </a:solidFill>
                              <a:latin typeface="Cambria Math" panose="02040503050406030204" pitchFamily="18" charset="0"/>
                            </a:rPr>
                            <m:t>)</m:t>
                          </m:r>
                        </m:sup>
                      </m:sSup>
                      <m:r>
                        <a:rPr lang="zh-CN" altLang="en-US" sz="2000" i="1">
                          <a:solidFill>
                            <a:srgbClr val="000000"/>
                          </a:solidFill>
                          <a:latin typeface="Cambria Math" panose="02040503050406030204" pitchFamily="18" charset="0"/>
                        </a:rPr>
                        <m:t>(</m:t>
                      </m:r>
                      <m:r>
                        <a:rPr lang="zh-CN" altLang="en-US" sz="2000" i="1">
                          <a:solidFill>
                            <a:srgbClr val="000000"/>
                          </a:solidFill>
                          <a:latin typeface="Cambria Math" panose="02040503050406030204" pitchFamily="18" charset="0"/>
                        </a:rPr>
                        <m:t>𝑡</m:t>
                      </m:r>
                      <m:r>
                        <a:rPr lang="zh-CN" altLang="en-US" sz="2000" i="1">
                          <a:solidFill>
                            <a:srgbClr val="000000"/>
                          </a:solidFill>
                          <a:latin typeface="Cambria Math" panose="02040503050406030204" pitchFamily="18" charset="0"/>
                        </a:rPr>
                        <m:t>)</m:t>
                      </m:r>
                      <m:r>
                        <a:rPr lang="zh-CN" altLang="en-US" sz="2000" i="1">
                          <a:solidFill>
                            <a:srgbClr val="000000"/>
                          </a:solidFill>
                          <a:latin typeface="Cambria Math" panose="02040503050406030204" pitchFamily="18" charset="0"/>
                        </a:rPr>
                        <m:t>↔</m:t>
                      </m:r>
                      <m:sSup>
                        <m:sSupPr>
                          <m:ctrlPr>
                            <a:rPr lang="zh-CN" altLang="en-US" sz="2000" i="1">
                              <a:solidFill>
                                <a:srgbClr val="000000"/>
                              </a:solidFill>
                              <a:latin typeface="Cambria Math" panose="02040503050406030204" pitchFamily="18" charset="0"/>
                            </a:rPr>
                          </m:ctrlPr>
                        </m:sSupPr>
                        <m:e>
                          <m:r>
                            <a:rPr lang="zh-CN" altLang="en-US" sz="2000" i="1">
                              <a:solidFill>
                                <a:srgbClr val="000000"/>
                              </a:solidFill>
                              <a:latin typeface="Cambria Math" panose="02040503050406030204" pitchFamily="18" charset="0"/>
                            </a:rPr>
                            <m:t>𝑠</m:t>
                          </m:r>
                        </m:e>
                        <m:sup>
                          <m:r>
                            <a:rPr lang="zh-CN" altLang="en-US" sz="2000" i="1">
                              <a:solidFill>
                                <a:srgbClr val="000000"/>
                              </a:solidFill>
                              <a:latin typeface="Cambria Math" panose="02040503050406030204" pitchFamily="18" charset="0"/>
                            </a:rPr>
                            <m:t>𝑛</m:t>
                          </m:r>
                        </m:sup>
                      </m:sSup>
                      <m:r>
                        <a:rPr lang="zh-CN" altLang="en-US" sz="2000" i="1">
                          <a:solidFill>
                            <a:srgbClr val="000000"/>
                          </a:solidFill>
                          <a:latin typeface="Cambria Math" panose="02040503050406030204" pitchFamily="18" charset="0"/>
                        </a:rPr>
                        <m:t>𝐹</m:t>
                      </m:r>
                      <m:r>
                        <a:rPr lang="zh-CN" altLang="en-US" sz="2000" i="1">
                          <a:solidFill>
                            <a:srgbClr val="000000"/>
                          </a:solidFill>
                          <a:latin typeface="Cambria Math" panose="02040503050406030204" pitchFamily="18" charset="0"/>
                        </a:rPr>
                        <m:t>(</m:t>
                      </m:r>
                      <m:r>
                        <a:rPr lang="zh-CN" altLang="en-US" sz="2000" i="1">
                          <a:solidFill>
                            <a:srgbClr val="000000"/>
                          </a:solidFill>
                          <a:latin typeface="Cambria Math" panose="02040503050406030204" pitchFamily="18" charset="0"/>
                        </a:rPr>
                        <m:t>𝑠</m:t>
                      </m:r>
                      <m:r>
                        <a:rPr lang="zh-CN" altLang="en-US" sz="2000" i="1">
                          <a:solidFill>
                            <a:srgbClr val="000000"/>
                          </a:solidFill>
                          <a:latin typeface="Cambria Math" panose="02040503050406030204" pitchFamily="18" charset="0"/>
                        </a:rPr>
                        <m:t>)−</m:t>
                      </m:r>
                      <m:nary>
                        <m:naryPr>
                          <m:chr m:val="∑"/>
                          <m:ctrlPr>
                            <a:rPr lang="zh-CN" altLang="en-US" sz="2000" i="1">
                              <a:solidFill>
                                <a:srgbClr val="000000"/>
                              </a:solidFill>
                              <a:latin typeface="Cambria Math" panose="02040503050406030204" pitchFamily="18" charset="0"/>
                            </a:rPr>
                          </m:ctrlPr>
                        </m:naryPr>
                        <m:sub>
                          <m:r>
                            <a:rPr lang="zh-CN" altLang="en-US" sz="2000" i="1">
                              <a:solidFill>
                                <a:srgbClr val="000000"/>
                              </a:solidFill>
                              <a:latin typeface="Cambria Math" panose="02040503050406030204" pitchFamily="18" charset="0"/>
                            </a:rPr>
                            <m:t>𝑚</m:t>
                          </m:r>
                          <m:r>
                            <a:rPr lang="zh-CN" altLang="en-US" sz="2000" i="1">
                              <a:solidFill>
                                <a:srgbClr val="000000"/>
                              </a:solidFill>
                              <a:latin typeface="Cambria Math" panose="02040503050406030204" pitchFamily="18" charset="0"/>
                            </a:rPr>
                            <m:t>=</m:t>
                          </m:r>
                          <m:r>
                            <a:rPr lang="zh-CN" altLang="en-US" sz="2000" i="1">
                              <a:solidFill>
                                <a:srgbClr val="000000"/>
                              </a:solidFill>
                              <a:latin typeface="Cambria Math" panose="02040503050406030204" pitchFamily="18" charset="0"/>
                            </a:rPr>
                            <m:t>0</m:t>
                          </m:r>
                        </m:sub>
                        <m:sup>
                          <m:r>
                            <a:rPr lang="zh-CN" altLang="en-US" sz="2000" i="1">
                              <a:solidFill>
                                <a:srgbClr val="000000"/>
                              </a:solidFill>
                              <a:latin typeface="Cambria Math" panose="02040503050406030204" pitchFamily="18" charset="0"/>
                            </a:rPr>
                            <m:t>𝑛</m:t>
                          </m:r>
                          <m:r>
                            <a:rPr lang="zh-CN" altLang="en-US" sz="2000" i="1">
                              <a:solidFill>
                                <a:srgbClr val="000000"/>
                              </a:solidFill>
                              <a:latin typeface="Cambria Math" panose="02040503050406030204" pitchFamily="18" charset="0"/>
                            </a:rPr>
                            <m:t>−</m:t>
                          </m:r>
                          <m:r>
                            <a:rPr lang="zh-CN" altLang="en-US" sz="2000" i="1">
                              <a:solidFill>
                                <a:srgbClr val="000000"/>
                              </a:solidFill>
                              <a:latin typeface="Cambria Math" panose="02040503050406030204" pitchFamily="18" charset="0"/>
                            </a:rPr>
                            <m:t>1</m:t>
                          </m:r>
                        </m:sup>
                        <m:e>
                          <m:sSup>
                            <m:sSupPr>
                              <m:ctrlPr>
                                <a:rPr lang="zh-CN" altLang="en-US" sz="2000" i="1">
                                  <a:solidFill>
                                    <a:srgbClr val="000000"/>
                                  </a:solidFill>
                                  <a:latin typeface="Cambria Math" panose="02040503050406030204" pitchFamily="18" charset="0"/>
                                </a:rPr>
                              </m:ctrlPr>
                            </m:sSupPr>
                            <m:e>
                              <m:r>
                                <a:rPr lang="zh-CN" altLang="en-US" sz="2000" i="1">
                                  <a:solidFill>
                                    <a:srgbClr val="000000"/>
                                  </a:solidFill>
                                  <a:latin typeface="Cambria Math" panose="02040503050406030204" pitchFamily="18" charset="0"/>
                                </a:rPr>
                                <m:t>𝑠</m:t>
                              </m:r>
                            </m:e>
                            <m:sup>
                              <m:r>
                                <a:rPr lang="zh-CN" altLang="en-US" sz="2000" i="1">
                                  <a:solidFill>
                                    <a:srgbClr val="000000"/>
                                  </a:solidFill>
                                  <a:latin typeface="Cambria Math" panose="02040503050406030204" pitchFamily="18" charset="0"/>
                                </a:rPr>
                                <m:t>𝑛</m:t>
                              </m:r>
                              <m:r>
                                <a:rPr lang="zh-CN" altLang="en-US" sz="2000" i="1">
                                  <a:solidFill>
                                    <a:srgbClr val="000000"/>
                                  </a:solidFill>
                                  <a:latin typeface="Cambria Math" panose="02040503050406030204" pitchFamily="18" charset="0"/>
                                </a:rPr>
                                <m:t>−</m:t>
                              </m:r>
                              <m:r>
                                <a:rPr lang="zh-CN" altLang="en-US" sz="2000" i="1">
                                  <a:solidFill>
                                    <a:srgbClr val="000000"/>
                                  </a:solidFill>
                                  <a:latin typeface="Cambria Math" panose="02040503050406030204" pitchFamily="18" charset="0"/>
                                </a:rPr>
                                <m:t>𝑚</m:t>
                              </m:r>
                              <m:r>
                                <a:rPr lang="en-US" altLang="zh-CN" sz="2000" i="1">
                                  <a:solidFill>
                                    <a:srgbClr val="000000"/>
                                  </a:solidFill>
                                  <a:latin typeface="Cambria Math" panose="02040503050406030204" pitchFamily="18" charset="0"/>
                                </a:rPr>
                                <m:t>−</m:t>
                              </m:r>
                              <m:r>
                                <a:rPr lang="en-US" altLang="zh-CN" sz="2000" i="1">
                                  <a:solidFill>
                                    <a:srgbClr val="000000"/>
                                  </a:solidFill>
                                  <a:latin typeface="Cambria Math" panose="02040503050406030204" pitchFamily="18" charset="0"/>
                                </a:rPr>
                                <m:t>1</m:t>
                              </m:r>
                            </m:sup>
                          </m:sSup>
                        </m:e>
                      </m:nary>
                      <m:sSup>
                        <m:sSupPr>
                          <m:ctrlPr>
                            <a:rPr lang="zh-CN" altLang="en-US" sz="2000" i="1">
                              <a:solidFill>
                                <a:srgbClr val="000000"/>
                              </a:solidFill>
                              <a:latin typeface="Cambria Math" panose="02040503050406030204" pitchFamily="18" charset="0"/>
                            </a:rPr>
                          </m:ctrlPr>
                        </m:sSupPr>
                        <m:e>
                          <m:r>
                            <a:rPr lang="zh-CN" altLang="en-US" sz="2000" i="1">
                              <a:solidFill>
                                <a:srgbClr val="000000"/>
                              </a:solidFill>
                              <a:latin typeface="Cambria Math" panose="02040503050406030204" pitchFamily="18" charset="0"/>
                            </a:rPr>
                            <m:t>𝑓</m:t>
                          </m:r>
                        </m:e>
                        <m:sup>
                          <m:r>
                            <a:rPr lang="zh-CN" altLang="en-US" sz="2000" i="1">
                              <a:solidFill>
                                <a:srgbClr val="000000"/>
                              </a:solidFill>
                              <a:latin typeface="Cambria Math" panose="02040503050406030204" pitchFamily="18" charset="0"/>
                            </a:rPr>
                            <m:t>(</m:t>
                          </m:r>
                          <m:r>
                            <a:rPr lang="zh-CN" altLang="en-US" sz="2000" i="1">
                              <a:solidFill>
                                <a:srgbClr val="000000"/>
                              </a:solidFill>
                              <a:latin typeface="Cambria Math" panose="02040503050406030204" pitchFamily="18" charset="0"/>
                            </a:rPr>
                            <m:t>𝑚</m:t>
                          </m:r>
                          <m:r>
                            <a:rPr lang="zh-CN" altLang="en-US" sz="2000" i="1">
                              <a:solidFill>
                                <a:srgbClr val="000000"/>
                              </a:solidFill>
                              <a:latin typeface="Cambria Math" panose="02040503050406030204" pitchFamily="18" charset="0"/>
                            </a:rPr>
                            <m:t>)</m:t>
                          </m:r>
                        </m:sup>
                      </m:sSup>
                      <m:r>
                        <a:rPr lang="zh-CN" altLang="en-US" sz="2000" i="1">
                          <a:solidFill>
                            <a:srgbClr val="000000"/>
                          </a:solidFill>
                          <a:latin typeface="Cambria Math" panose="02040503050406030204" pitchFamily="18" charset="0"/>
                        </a:rPr>
                        <m:t>(</m:t>
                      </m:r>
                      <m:sSup>
                        <m:sSupPr>
                          <m:ctrlPr>
                            <a:rPr lang="zh-CN" altLang="en-US" sz="2000" i="1">
                              <a:solidFill>
                                <a:srgbClr val="000000"/>
                              </a:solidFill>
                              <a:latin typeface="Cambria Math" panose="02040503050406030204" pitchFamily="18" charset="0"/>
                            </a:rPr>
                          </m:ctrlPr>
                        </m:sSupPr>
                        <m:e>
                          <m:r>
                            <a:rPr lang="zh-CN" altLang="en-US" sz="2000" i="1">
                              <a:solidFill>
                                <a:srgbClr val="000000"/>
                              </a:solidFill>
                              <a:latin typeface="Cambria Math" panose="02040503050406030204" pitchFamily="18" charset="0"/>
                            </a:rPr>
                            <m:t>0</m:t>
                          </m:r>
                        </m:e>
                        <m:sup>
                          <m:r>
                            <a:rPr lang="zh-CN" altLang="en-US" sz="2000" i="1">
                              <a:solidFill>
                                <a:srgbClr val="000000"/>
                              </a:solidFill>
                              <a:latin typeface="Cambria Math" panose="02040503050406030204" pitchFamily="18" charset="0"/>
                            </a:rPr>
                            <m:t>−</m:t>
                          </m:r>
                        </m:sup>
                      </m:sSup>
                      <m:r>
                        <a:rPr lang="zh-CN" altLang="en-US" sz="2000" i="1">
                          <a:solidFill>
                            <a:srgbClr val="000000"/>
                          </a:solidFill>
                          <a:latin typeface="Cambria Math" panose="02040503050406030204" pitchFamily="18" charset="0"/>
                        </a:rPr>
                        <m:t>)</m:t>
                      </m:r>
                    </m:oMath>
                  </m:oMathPara>
                </a14:m>
                <a:endParaRPr lang="zh-CN" altLang="en-US" sz="2000" dirty="0"/>
              </a:p>
            </p:txBody>
          </p:sp>
        </mc:Choice>
        <mc:Fallback>
          <p:sp>
            <p:nvSpPr>
              <p:cNvPr id="368656" name="Object 16"/>
              <p:cNvSpPr txBox="1">
                <a:spLocks noRot="1" noChangeAspect="1" noMove="1" noResize="1" noEditPoints="1" noAdjustHandles="1" noChangeArrowheads="1" noChangeShapeType="1" noTextEdit="1"/>
              </p:cNvSpPr>
              <p:nvPr/>
            </p:nvSpPr>
            <p:spPr bwMode="auto">
              <a:xfrm>
                <a:off x="1908175" y="2636838"/>
                <a:ext cx="5184775" cy="919162"/>
              </a:xfrm>
              <a:prstGeom prst="rect">
                <a:avLst/>
              </a:prstGeom>
              <a:blipFill rotWithShape="1">
                <a:blip r:embed="rId3"/>
                <a:stretch>
                  <a:fillRect t="-35"/>
                </a:stretch>
              </a:blipFill>
              <a:ln>
                <a:noFill/>
              </a:ln>
              <a:effectLst/>
            </p:spPr>
            <p:txBody>
              <a:bodyPr/>
              <a:lstStyle/>
              <a:p>
                <a:r>
                  <a:rPr lang="zh-CN" altLang="en-US">
                    <a:noFill/>
                  </a:rPr>
                  <a:t> </a:t>
                </a:r>
              </a:p>
            </p:txBody>
          </p:sp>
        </mc:Fallback>
      </mc:AlternateContent>
      <p:graphicFrame>
        <p:nvGraphicFramePr>
          <p:cNvPr id="368657" name="Object 17"/>
          <p:cNvGraphicFramePr>
            <a:graphicFrameLocks noChangeAspect="1"/>
          </p:cNvGraphicFramePr>
          <p:nvPr/>
        </p:nvGraphicFramePr>
        <p:xfrm>
          <a:off x="2051050" y="1844675"/>
          <a:ext cx="4681538" cy="555625"/>
        </p:xfrm>
        <a:graphic>
          <a:graphicData uri="http://schemas.openxmlformats.org/presentationml/2006/ole">
            <mc:AlternateContent xmlns:mc="http://schemas.openxmlformats.org/markup-compatibility/2006">
              <mc:Choice xmlns:v="urn:schemas-microsoft-com:vml" Requires="v">
                <p:oleObj spid="_x0000_s3" name="公式" r:id="rId4" imgW="1359535" imgH="133350" progId="Equation.3">
                  <p:embed/>
                </p:oleObj>
              </mc:Choice>
              <mc:Fallback>
                <p:oleObj name="公式" r:id="rId4" imgW="1359535" imgH="133350" progId="Equation.3">
                  <p:embed/>
                  <p:pic>
                    <p:nvPicPr>
                      <p:cNvPr id="0" name="Object 1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051050" y="1844675"/>
                        <a:ext cx="4681538" cy="5556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369668" name="Text Box 4"/>
          <p:cNvSpPr txBox="1">
            <a:spLocks noChangeArrowheads="1"/>
          </p:cNvSpPr>
          <p:nvPr/>
        </p:nvSpPr>
        <p:spPr bwMode="auto">
          <a:xfrm>
            <a:off x="3419793" y="3860483"/>
            <a:ext cx="251936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spcBef>
                <a:spcPct val="50000"/>
              </a:spcBef>
              <a:buFontTx/>
              <a:buNone/>
            </a:pPr>
            <a:r>
              <a:rPr lang="zh-CN" altLang="en-US" sz="2000">
                <a:solidFill>
                  <a:srgbClr val="003300"/>
                </a:solidFill>
                <a:latin typeface="Tahoma" panose="020B0604030504040204" pitchFamily="34" charset="0"/>
                <a:ea typeface="宋体" panose="02010600030101010101" pitchFamily="2" charset="-122"/>
              </a:rPr>
              <a:t>若</a:t>
            </a:r>
            <a:r>
              <a:rPr lang="en-US" altLang="zh-CN" sz="2000">
                <a:solidFill>
                  <a:srgbClr val="003300"/>
                </a:solidFill>
                <a:latin typeface="Tahoma" panose="020B0604030504040204" pitchFamily="34" charset="0"/>
                <a:ea typeface="宋体" panose="02010600030101010101" pitchFamily="2" charset="-122"/>
              </a:rPr>
              <a:t>f(t) </a:t>
            </a:r>
            <a:r>
              <a:rPr lang="en-US" altLang="zh-CN" sz="2000">
                <a:solidFill>
                  <a:srgbClr val="003300"/>
                </a:solidFill>
                <a:latin typeface="Tahoma" panose="020B0604030504040204" pitchFamily="34" charset="0"/>
                <a:ea typeface="宋体" panose="02010600030101010101" pitchFamily="2" charset="-122"/>
                <a:sym typeface="Symbol" panose="05050102010706020507" pitchFamily="18" charset="2"/>
              </a:rPr>
              <a:t> </a:t>
            </a:r>
            <a:r>
              <a:rPr lang="en-US" altLang="zh-CN" sz="2000">
                <a:solidFill>
                  <a:srgbClr val="003300"/>
                </a:solidFill>
                <a:latin typeface="Tahoma" panose="020B0604030504040204" pitchFamily="34" charset="0"/>
                <a:ea typeface="宋体" panose="02010600030101010101" pitchFamily="2" charset="-122"/>
              </a:rPr>
              <a:t>F(s</a:t>
            </a:r>
            <a:r>
              <a:rPr lang="en-US" altLang="zh-CN" sz="2000">
                <a:solidFill>
                  <a:srgbClr val="003300"/>
                </a:solidFill>
                <a:latin typeface="Tahoma" panose="020B0604030504040204" pitchFamily="34" charset="0"/>
                <a:ea typeface="宋体" panose="02010600030101010101" pitchFamily="2" charset="-122"/>
                <a:sym typeface="Symbol" panose="05050102010706020507" pitchFamily="18" charset="2"/>
              </a:rPr>
              <a:t>)</a:t>
            </a:r>
            <a:r>
              <a:rPr lang="zh-CN" altLang="en-US" sz="2000">
                <a:solidFill>
                  <a:srgbClr val="003300"/>
                </a:solidFill>
                <a:latin typeface="Tahoma" panose="020B0604030504040204" pitchFamily="34" charset="0"/>
                <a:ea typeface="宋体" panose="02010600030101010101" pitchFamily="2" charset="-122"/>
                <a:sym typeface="Symbol" panose="05050102010706020507" pitchFamily="18" charset="2"/>
              </a:rPr>
              <a:t>，则</a:t>
            </a:r>
            <a:endParaRPr lang="zh-CN" altLang="en-US" sz="2000">
              <a:solidFill>
                <a:srgbClr val="003300"/>
              </a:solidFill>
              <a:latin typeface="Tahoma" panose="020B0604030504040204" pitchFamily="34" charset="0"/>
              <a:ea typeface="宋体" panose="02010600030101010101" pitchFamily="2" charset="-122"/>
            </a:endParaRPr>
          </a:p>
        </p:txBody>
      </p:sp>
      <p:sp>
        <p:nvSpPr>
          <p:cNvPr id="369672" name="Rectangle 8"/>
          <p:cNvSpPr>
            <a:spLocks noChangeArrowheads="1"/>
          </p:cNvSpPr>
          <p:nvPr/>
        </p:nvSpPr>
        <p:spPr bwMode="auto">
          <a:xfrm>
            <a:off x="539552" y="3644900"/>
            <a:ext cx="2771775" cy="617538"/>
          </a:xfrm>
          <a:prstGeom prst="rect">
            <a:avLst/>
          </a:prstGeom>
          <a:noFill/>
          <a:ln>
            <a:noFill/>
          </a:ln>
        </p:spPr>
        <p:txBody>
          <a:bodyPr anchor="ctr"/>
          <a:lstStyle/>
          <a:p>
            <a:pPr algn="ctr" eaLnBrk="1" hangingPunct="1">
              <a:lnSpc>
                <a:spcPct val="140000"/>
              </a:lnSpc>
              <a:defRPr/>
            </a:pPr>
            <a:r>
              <a:rPr lang="en-US" altLang="zh-CN" sz="2400" b="0" dirty="0">
                <a:solidFill>
                  <a:srgbClr val="FF0000"/>
                </a:solidFill>
                <a:effectLst>
                  <a:outerShdw blurRad="38100" dist="38100" dir="2700000" algn="tl">
                    <a:srgbClr val="C0C0C0"/>
                  </a:outerShdw>
                </a:effectLst>
                <a:ea typeface="黑体" panose="02010609060101010101" charset="-122"/>
              </a:rPr>
              <a:t>6</a:t>
            </a:r>
            <a:r>
              <a:rPr lang="zh-CN" altLang="en-US" sz="2400" b="0" dirty="0">
                <a:solidFill>
                  <a:srgbClr val="FF0000"/>
                </a:solidFill>
                <a:effectLst>
                  <a:outerShdw blurRad="38100" dist="38100" dir="2700000" algn="tl">
                    <a:srgbClr val="C0C0C0"/>
                  </a:outerShdw>
                </a:effectLst>
                <a:ea typeface="黑体" panose="02010609060101010101" charset="-122"/>
              </a:rPr>
              <a:t>、时域积分性：</a:t>
            </a:r>
            <a:endParaRPr lang="zh-CN" altLang="en-US" sz="2400" b="0" dirty="0">
              <a:solidFill>
                <a:srgbClr val="FF0000"/>
              </a:solidFill>
              <a:effectLst>
                <a:outerShdw blurRad="38100" dist="38100" dir="2700000" algn="tl">
                  <a:srgbClr val="C0C0C0"/>
                </a:outerShdw>
              </a:effectLst>
              <a:ea typeface="黑体" panose="02010609060101010101" charset="-122"/>
            </a:endParaRPr>
          </a:p>
        </p:txBody>
      </p:sp>
      <p:graphicFrame>
        <p:nvGraphicFramePr>
          <p:cNvPr id="369687" name="Object 23"/>
          <p:cNvGraphicFramePr>
            <a:graphicFrameLocks noChangeAspect="1"/>
          </p:cNvGraphicFramePr>
          <p:nvPr/>
        </p:nvGraphicFramePr>
        <p:xfrm>
          <a:off x="3132138" y="4508500"/>
          <a:ext cx="3284076" cy="792708"/>
        </p:xfrm>
        <a:graphic>
          <a:graphicData uri="http://schemas.openxmlformats.org/presentationml/2006/ole">
            <mc:AlternateContent xmlns:mc="http://schemas.openxmlformats.org/markup-compatibility/2006">
              <mc:Choice xmlns:v="urn:schemas-microsoft-com:vml" Requires="v">
                <p:oleObj spid="_x0000_s4" name="公式" r:id="rId6" imgW="1058545" imgH="253365" progId="Equation.3">
                  <p:embed/>
                </p:oleObj>
              </mc:Choice>
              <mc:Fallback>
                <p:oleObj name="公式" r:id="rId6" imgW="1058545" imgH="253365" progId="Equation.3">
                  <p:embed/>
                  <p:pic>
                    <p:nvPicPr>
                      <p:cNvPr id="0" name="Object 2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132138" y="4508500"/>
                        <a:ext cx="3284076" cy="792708"/>
                      </a:xfrm>
                      <a:prstGeom prst="rect">
                        <a:avLst/>
                      </a:prstGeom>
                      <a:noFill/>
                      <a:ln>
                        <a:noFill/>
                      </a:ln>
                      <a:effectLst/>
                    </p:spPr>
                  </p:pic>
                </p:oleObj>
              </mc:Fallback>
            </mc:AlternateContent>
          </a:graphicData>
        </a:graphic>
      </p:graphicFrame>
      <mc:AlternateContent xmlns:mc="http://schemas.openxmlformats.org/markup-compatibility/2006">
        <mc:Choice xmlns:a14="http://schemas.microsoft.com/office/drawing/2010/main" Requires="a14">
          <p:sp>
            <p:nvSpPr>
              <p:cNvPr id="369688" name="Object 24"/>
              <p:cNvSpPr txBox="1"/>
              <p:nvPr/>
            </p:nvSpPr>
            <p:spPr bwMode="auto">
              <a:xfrm>
                <a:off x="3059832" y="5516563"/>
                <a:ext cx="4176464" cy="952500"/>
              </a:xfrm>
              <a:prstGeom prst="rect">
                <a:avLst/>
              </a:prstGeom>
              <a:solidFill>
                <a:schemeClr val="folHlink"/>
              </a:solidFill>
              <a:ln>
                <a:noFill/>
              </a:ln>
              <a:effectLst/>
            </p:spPr>
            <p:txBody>
              <a:bodyPr>
                <a:normAutofit/>
              </a:bodyPr>
              <a:lstStyle/>
              <a:p>
                <a14:m>
                  <m:oMathPara xmlns:m="http://schemas.openxmlformats.org/officeDocument/2006/math">
                    <m:oMathParaPr>
                      <m:jc m:val="left"/>
                    </m:oMathParaPr>
                    <m:oMath xmlns:m="http://schemas.openxmlformats.org/officeDocument/2006/math">
                      <m:r>
                        <m:rPr>
                          <m:sty m:val="p"/>
                        </m:rPr>
                        <a:rPr lang="zh-CN" altLang="en-US" i="0" smtClean="0">
                          <a:solidFill>
                            <a:srgbClr val="000000"/>
                          </a:solidFill>
                          <a:latin typeface="Cambria Math" panose="02040503050406030204" pitchFamily="18" charset="0"/>
                        </a:rPr>
                        <m:t>y</m:t>
                      </m:r>
                      <m:d>
                        <m:dPr>
                          <m:ctrlPr>
                            <a:rPr lang="zh-CN" altLang="en-US" i="1">
                              <a:solidFill>
                                <a:srgbClr val="000000"/>
                              </a:solidFill>
                              <a:latin typeface="Cambria Math" panose="02040503050406030204" pitchFamily="18" charset="0"/>
                            </a:rPr>
                          </m:ctrlPr>
                        </m:dPr>
                        <m:e>
                          <m:r>
                            <m:rPr>
                              <m:sty m:val="p"/>
                            </m:rPr>
                            <a:rPr lang="zh-CN" altLang="en-US" i="0">
                              <a:solidFill>
                                <a:srgbClr val="000000"/>
                              </a:solidFill>
                              <a:latin typeface="Cambria Math" panose="02040503050406030204" pitchFamily="18" charset="0"/>
                            </a:rPr>
                            <m:t>t</m:t>
                          </m:r>
                        </m:e>
                      </m:d>
                      <m:r>
                        <a:rPr lang="zh-CN" altLang="en-US" i="1">
                          <a:solidFill>
                            <a:srgbClr val="000000"/>
                          </a:solidFill>
                          <a:latin typeface="Cambria Math" panose="02040503050406030204" pitchFamily="18" charset="0"/>
                        </a:rPr>
                        <m:t>=</m:t>
                      </m:r>
                      <m:nary>
                        <m:naryPr>
                          <m:limLoc m:val="undOvr"/>
                          <m:ctrlPr>
                            <a:rPr lang="zh-CN" altLang="en-US" i="1">
                              <a:solidFill>
                                <a:srgbClr val="000000"/>
                              </a:solidFill>
                              <a:latin typeface="Cambria Math" panose="02040503050406030204" pitchFamily="18" charset="0"/>
                            </a:rPr>
                          </m:ctrlPr>
                        </m:naryPr>
                        <m:sub>
                          <m:r>
                            <a:rPr lang="zh-CN" altLang="en-US" i="1">
                              <a:solidFill>
                                <a:srgbClr val="000000"/>
                              </a:solidFill>
                              <a:latin typeface="Cambria Math" panose="02040503050406030204" pitchFamily="18" charset="0"/>
                            </a:rPr>
                            <m:t>−∞</m:t>
                          </m:r>
                        </m:sub>
                        <m:sup>
                          <m:r>
                            <m:rPr>
                              <m:sty m:val="p"/>
                            </m:rPr>
                            <a:rPr lang="zh-CN" altLang="en-US" i="0">
                              <a:solidFill>
                                <a:srgbClr val="000000"/>
                              </a:solidFill>
                              <a:latin typeface="Cambria Math" panose="02040503050406030204" pitchFamily="18" charset="0"/>
                            </a:rPr>
                            <m:t>t</m:t>
                          </m:r>
                        </m:sup>
                        <m:e>
                          <m:r>
                            <m:rPr>
                              <m:sty m:val="p"/>
                            </m:rPr>
                            <a:rPr lang="zh-CN" altLang="en-US" i="0">
                              <a:solidFill>
                                <a:srgbClr val="000000"/>
                              </a:solidFill>
                              <a:latin typeface="Cambria Math" panose="02040503050406030204" pitchFamily="18" charset="0"/>
                            </a:rPr>
                            <m:t>f</m:t>
                          </m:r>
                          <m:d>
                            <m:dPr>
                              <m:ctrlPr>
                                <a:rPr lang="zh-CN" altLang="en-US" i="1">
                                  <a:solidFill>
                                    <a:srgbClr val="000000"/>
                                  </a:solidFill>
                                  <a:latin typeface="Cambria Math" panose="02040503050406030204" pitchFamily="18" charset="0"/>
                                </a:rPr>
                              </m:ctrlPr>
                            </m:dPr>
                            <m:e>
                              <m:r>
                                <a:rPr lang="zh-CN" altLang="en-US" i="1">
                                  <a:solidFill>
                                    <a:srgbClr val="000000"/>
                                  </a:solidFill>
                                  <a:latin typeface="Cambria Math" panose="02040503050406030204" pitchFamily="18" charset="0"/>
                                </a:rPr>
                                <m:t>𝜏</m:t>
                              </m:r>
                            </m:e>
                          </m:d>
                          <m:r>
                            <m:rPr>
                              <m:sty m:val="p"/>
                            </m:rPr>
                            <a:rPr lang="zh-CN" altLang="en-US" i="0">
                              <a:solidFill>
                                <a:srgbClr val="000000"/>
                              </a:solidFill>
                              <a:latin typeface="Cambria Math" panose="02040503050406030204" pitchFamily="18" charset="0"/>
                            </a:rPr>
                            <m:t>d</m:t>
                          </m:r>
                          <m:r>
                            <a:rPr lang="zh-CN" altLang="en-US" i="1">
                              <a:solidFill>
                                <a:srgbClr val="000000"/>
                              </a:solidFill>
                              <a:latin typeface="Cambria Math" panose="02040503050406030204" pitchFamily="18" charset="0"/>
                            </a:rPr>
                            <m:t>𝜏</m:t>
                          </m:r>
                        </m:e>
                      </m:nary>
                      <m:r>
                        <a:rPr lang="zh-CN" altLang="en-US" i="1">
                          <a:solidFill>
                            <a:srgbClr val="000000"/>
                          </a:solidFill>
                          <a:latin typeface="Cambria Math" panose="02040503050406030204" pitchFamily="18" charset="0"/>
                        </a:rPr>
                        <m:t>↔</m:t>
                      </m:r>
                      <m:r>
                        <a:rPr lang="en-US" altLang="zh-CN" b="1" i="1" smtClean="0">
                          <a:solidFill>
                            <a:srgbClr val="000000"/>
                          </a:solidFill>
                          <a:latin typeface="Cambria Math" panose="02040503050406030204" pitchFamily="18" charset="0"/>
                        </a:rPr>
                        <m:t>       </m:t>
                      </m:r>
                      <m:f>
                        <m:fPr>
                          <m:ctrlPr>
                            <a:rPr lang="zh-CN" altLang="en-US" i="1">
                              <a:solidFill>
                                <a:srgbClr val="000000"/>
                              </a:solidFill>
                              <a:latin typeface="Cambria Math" panose="02040503050406030204" pitchFamily="18" charset="0"/>
                            </a:rPr>
                          </m:ctrlPr>
                        </m:fPr>
                        <m:num>
                          <m:r>
                            <m:rPr>
                              <m:sty m:val="p"/>
                            </m:rPr>
                            <a:rPr lang="en-US" altLang="zh-CN" i="1">
                              <a:solidFill>
                                <a:srgbClr val="000000"/>
                              </a:solidFill>
                              <a:latin typeface="Cambria Math" panose="02040503050406030204" pitchFamily="18" charset="0"/>
                            </a:rPr>
                            <m:t>f</m:t>
                          </m:r>
                          <m:r>
                            <a:rPr lang="zh-CN" altLang="en-US" i="1">
                              <a:solidFill>
                                <a:srgbClr val="000000"/>
                              </a:solidFill>
                              <a:latin typeface="Cambria Math" panose="02040503050406030204" pitchFamily="18" charset="0"/>
                            </a:rPr>
                            <m:t>(</m:t>
                          </m:r>
                          <m:sSup>
                            <m:sSupPr>
                              <m:ctrlPr>
                                <a:rPr lang="zh-CN" altLang="en-US" i="1">
                                  <a:solidFill>
                                    <a:srgbClr val="000000"/>
                                  </a:solidFill>
                                  <a:latin typeface="Cambria Math" panose="02040503050406030204" pitchFamily="18" charset="0"/>
                                </a:rPr>
                              </m:ctrlPr>
                            </m:sSupPr>
                            <m:e>
                              <m:r>
                                <a:rPr lang="zh-CN" altLang="en-US" i="0">
                                  <a:solidFill>
                                    <a:srgbClr val="000000"/>
                                  </a:solidFill>
                                  <a:latin typeface="Cambria Math" panose="02040503050406030204" pitchFamily="18" charset="0"/>
                                </a:rPr>
                                <m:t>0</m:t>
                              </m:r>
                            </m:e>
                            <m:sup>
                              <m:r>
                                <a:rPr lang="zh-CN" altLang="en-US" i="1">
                                  <a:solidFill>
                                    <a:srgbClr val="000000"/>
                                  </a:solidFill>
                                  <a:latin typeface="Cambria Math" panose="02040503050406030204" pitchFamily="18" charset="0"/>
                                </a:rPr>
                                <m:t>−</m:t>
                              </m:r>
                            </m:sup>
                          </m:sSup>
                          <m:r>
                            <a:rPr lang="zh-CN" altLang="en-US" i="1">
                              <a:solidFill>
                                <a:srgbClr val="000000"/>
                              </a:solidFill>
                              <a:latin typeface="Cambria Math" panose="02040503050406030204" pitchFamily="18" charset="0"/>
                            </a:rPr>
                            <m:t>)</m:t>
                          </m:r>
                        </m:num>
                        <m:den>
                          <m:r>
                            <m:rPr>
                              <m:sty m:val="p"/>
                            </m:rPr>
                            <a:rPr lang="zh-CN" altLang="en-US" i="0">
                              <a:solidFill>
                                <a:srgbClr val="000000"/>
                              </a:solidFill>
                              <a:latin typeface="Cambria Math" panose="02040503050406030204" pitchFamily="18" charset="0"/>
                            </a:rPr>
                            <m:t>s</m:t>
                          </m:r>
                        </m:den>
                      </m:f>
                      <m: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r>
                            <m:rPr>
                              <m:sty m:val="p"/>
                            </m:rPr>
                            <a:rPr lang="zh-CN" altLang="en-US" i="0">
                              <a:solidFill>
                                <a:srgbClr val="000000"/>
                              </a:solidFill>
                              <a:latin typeface="Cambria Math" panose="02040503050406030204" pitchFamily="18" charset="0"/>
                            </a:rPr>
                            <m:t>F</m:t>
                          </m:r>
                          <m:r>
                            <a:rPr lang="zh-CN" altLang="en-US" i="1">
                              <a:solidFill>
                                <a:srgbClr val="000000"/>
                              </a:solidFill>
                              <a:latin typeface="Cambria Math" panose="02040503050406030204" pitchFamily="18" charset="0"/>
                            </a:rPr>
                            <m:t>(</m:t>
                          </m:r>
                          <m:r>
                            <m:rPr>
                              <m:sty m:val="p"/>
                            </m:rPr>
                            <a:rPr lang="zh-CN" altLang="en-US" i="0">
                              <a:solidFill>
                                <a:srgbClr val="000000"/>
                              </a:solidFill>
                              <a:latin typeface="Cambria Math" panose="02040503050406030204" pitchFamily="18" charset="0"/>
                            </a:rPr>
                            <m:t>s</m:t>
                          </m:r>
                          <m:r>
                            <a:rPr lang="zh-CN" altLang="en-US" i="1">
                              <a:solidFill>
                                <a:srgbClr val="000000"/>
                              </a:solidFill>
                              <a:latin typeface="Cambria Math" panose="02040503050406030204" pitchFamily="18" charset="0"/>
                            </a:rPr>
                            <m:t>)</m:t>
                          </m:r>
                        </m:num>
                        <m:den>
                          <m:r>
                            <m:rPr>
                              <m:sty m:val="p"/>
                            </m:rPr>
                            <a:rPr lang="zh-CN" altLang="en-US" i="0">
                              <a:solidFill>
                                <a:srgbClr val="000000"/>
                              </a:solidFill>
                              <a:latin typeface="Cambria Math" panose="02040503050406030204" pitchFamily="18" charset="0"/>
                            </a:rPr>
                            <m:t>s</m:t>
                          </m:r>
                        </m:den>
                      </m:f>
                    </m:oMath>
                  </m:oMathPara>
                </a14:m>
                <a:endParaRPr lang="zh-CN" altLang="en-US" dirty="0"/>
              </a:p>
            </p:txBody>
          </p:sp>
        </mc:Choice>
        <mc:Fallback>
          <p:sp>
            <p:nvSpPr>
              <p:cNvPr id="369688" name="Object 24"/>
              <p:cNvSpPr txBox="1">
                <a:spLocks noRot="1" noChangeAspect="1" noMove="1" noResize="1" noEditPoints="1" noAdjustHandles="1" noChangeArrowheads="1" noChangeShapeType="1" noTextEdit="1"/>
              </p:cNvSpPr>
              <p:nvPr/>
            </p:nvSpPr>
            <p:spPr bwMode="auto">
              <a:xfrm>
                <a:off x="3059832" y="5516563"/>
                <a:ext cx="4176464" cy="952500"/>
              </a:xfrm>
              <a:prstGeom prst="rect">
                <a:avLst/>
              </a:prstGeom>
              <a:blipFill rotWithShape="1">
                <a:blip r:embed="rId8"/>
                <a:stretch>
                  <a:fillRect l="-10" t="-33" r="11" b="33"/>
                </a:stretch>
              </a:blipFill>
              <a:ln>
                <a:noFill/>
              </a:ln>
              <a:effectLst/>
            </p:spPr>
            <p:txBody>
              <a:bodyPr/>
              <a:lstStyle/>
              <a:p>
                <a:r>
                  <a:rPr lang="zh-CN" altLang="en-US">
                    <a:noFill/>
                  </a:rPr>
                  <a:t> </a:t>
                </a:r>
              </a:p>
            </p:txBody>
          </p:sp>
        </mc:Fallback>
      </mc:AlternateContent>
      <p:sp>
        <p:nvSpPr>
          <p:cNvPr id="5" name="墨迹 3"/>
          <p:cNvSpPr/>
          <p:nvPr/>
        </p:nvSpPr>
        <p:spPr bwMode="auto">
          <a:xfrm>
            <a:off x="705600" y="55080"/>
            <a:ext cx="8363160" cy="6492600"/>
          </a:xfrm>
        </p:spPr>
      </p:sp>
    </p:spTree>
    <p:custDataLst>
      <p:tags r:id="rId9"/>
    </p:custDataLst>
  </p:cSld>
  <p:clrMapOvr>
    <a:masterClrMapping/>
  </p:clrMapOvr>
  <mc:AlternateContent xmlns:mc="http://schemas.openxmlformats.org/markup-compatibility/2006">
    <mc:Choice xmlns:p14="http://schemas.microsoft.com/office/powerpoint/2010/main" Requires="p14">
      <p:transition spd="slow" p14:dur="2000" advTm="323373"/>
    </mc:Choice>
    <mc:Fallback>
      <p:transition spd="slow" advTm="323373"/>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5" presetClass="entr" presetSubtype="0" fill="hold" nodeType="afterEffect">
                                  <p:stCondLst>
                                    <p:cond delay="0"/>
                                  </p:stCondLst>
                                  <p:childTnLst>
                                    <p:set>
                                      <p:cBhvr>
                                        <p:cTn id="6" dur="1" fill="hold">
                                          <p:stCondLst>
                                            <p:cond delay="0"/>
                                          </p:stCondLst>
                                        </p:cTn>
                                        <p:tgtEl>
                                          <p:spTgt spid="368655"/>
                                        </p:tgtEl>
                                        <p:attrNameLst>
                                          <p:attrName>style.visibility</p:attrName>
                                        </p:attrNameLst>
                                      </p:cBhvr>
                                      <p:to>
                                        <p:strVal val="visible"/>
                                      </p:to>
                                    </p:set>
                                    <p:anim calcmode="lin" valueType="num">
                                      <p:cBhvr>
                                        <p:cTn id="7" dur="1000" fill="hold"/>
                                        <p:tgtEl>
                                          <p:spTgt spid="368655"/>
                                        </p:tgtEl>
                                        <p:attrNameLst>
                                          <p:attrName>ppt_w</p:attrName>
                                        </p:attrNameLst>
                                      </p:cBhvr>
                                      <p:tavLst>
                                        <p:tav tm="0">
                                          <p:val>
                                            <p:strVal val="#ppt_w*0.70"/>
                                          </p:val>
                                        </p:tav>
                                        <p:tav tm="100000">
                                          <p:val>
                                            <p:strVal val="#ppt_w"/>
                                          </p:val>
                                        </p:tav>
                                      </p:tavLst>
                                    </p:anim>
                                    <p:anim calcmode="lin" valueType="num">
                                      <p:cBhvr>
                                        <p:cTn id="8" dur="1000" fill="hold"/>
                                        <p:tgtEl>
                                          <p:spTgt spid="368655"/>
                                        </p:tgtEl>
                                        <p:attrNameLst>
                                          <p:attrName>ppt_h</p:attrName>
                                        </p:attrNameLst>
                                      </p:cBhvr>
                                      <p:tavLst>
                                        <p:tav tm="0">
                                          <p:val>
                                            <p:strVal val="#ppt_h"/>
                                          </p:val>
                                        </p:tav>
                                        <p:tav tm="100000">
                                          <p:val>
                                            <p:strVal val="#ppt_h"/>
                                          </p:val>
                                        </p:tav>
                                      </p:tavLst>
                                    </p:anim>
                                    <p:animEffect transition="in" filter="fade">
                                      <p:cBhvr>
                                        <p:cTn id="9" dur="1000"/>
                                        <p:tgtEl>
                                          <p:spTgt spid="368655"/>
                                        </p:tgtEl>
                                      </p:cBhvr>
                                    </p:animEffect>
                                  </p:childTnLst>
                                </p:cTn>
                              </p:par>
                            </p:childTnLst>
                          </p:cTn>
                        </p:par>
                        <p:par>
                          <p:cTn id="10" fill="hold">
                            <p:stCondLst>
                              <p:cond delay="1000"/>
                            </p:stCondLst>
                            <p:childTnLst>
                              <p:par>
                                <p:cTn id="11" presetID="55" presetClass="entr" presetSubtype="0" fill="hold" nodeType="afterEffect">
                                  <p:stCondLst>
                                    <p:cond delay="0"/>
                                  </p:stCondLst>
                                  <p:childTnLst>
                                    <p:set>
                                      <p:cBhvr>
                                        <p:cTn id="12" dur="1" fill="hold">
                                          <p:stCondLst>
                                            <p:cond delay="0"/>
                                          </p:stCondLst>
                                        </p:cTn>
                                        <p:tgtEl>
                                          <p:spTgt spid="368657"/>
                                        </p:tgtEl>
                                        <p:attrNameLst>
                                          <p:attrName>style.visibility</p:attrName>
                                        </p:attrNameLst>
                                      </p:cBhvr>
                                      <p:to>
                                        <p:strVal val="visible"/>
                                      </p:to>
                                    </p:set>
                                    <p:anim calcmode="lin" valueType="num">
                                      <p:cBhvr>
                                        <p:cTn id="13" dur="1000" fill="hold"/>
                                        <p:tgtEl>
                                          <p:spTgt spid="368657"/>
                                        </p:tgtEl>
                                        <p:attrNameLst>
                                          <p:attrName>ppt_w</p:attrName>
                                        </p:attrNameLst>
                                      </p:cBhvr>
                                      <p:tavLst>
                                        <p:tav tm="0">
                                          <p:val>
                                            <p:strVal val="#ppt_w*0.70"/>
                                          </p:val>
                                        </p:tav>
                                        <p:tav tm="100000">
                                          <p:val>
                                            <p:strVal val="#ppt_w"/>
                                          </p:val>
                                        </p:tav>
                                      </p:tavLst>
                                    </p:anim>
                                    <p:anim calcmode="lin" valueType="num">
                                      <p:cBhvr>
                                        <p:cTn id="14" dur="1000" fill="hold"/>
                                        <p:tgtEl>
                                          <p:spTgt spid="368657"/>
                                        </p:tgtEl>
                                        <p:attrNameLst>
                                          <p:attrName>ppt_h</p:attrName>
                                        </p:attrNameLst>
                                      </p:cBhvr>
                                      <p:tavLst>
                                        <p:tav tm="0">
                                          <p:val>
                                            <p:strVal val="#ppt_h"/>
                                          </p:val>
                                        </p:tav>
                                        <p:tav tm="100000">
                                          <p:val>
                                            <p:strVal val="#ppt_h"/>
                                          </p:val>
                                        </p:tav>
                                      </p:tavLst>
                                    </p:anim>
                                    <p:animEffect transition="in" filter="fade">
                                      <p:cBhvr>
                                        <p:cTn id="15" dur="1000"/>
                                        <p:tgtEl>
                                          <p:spTgt spid="368657"/>
                                        </p:tgtEl>
                                      </p:cBhvr>
                                    </p:animEffec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0" nodeType="clickEffect">
                                  <p:stCondLst>
                                    <p:cond delay="0"/>
                                  </p:stCondLst>
                                  <p:childTnLst>
                                    <p:set>
                                      <p:cBhvr>
                                        <p:cTn id="19" dur="1" fill="hold">
                                          <p:stCondLst>
                                            <p:cond delay="0"/>
                                          </p:stCondLst>
                                        </p:cTn>
                                        <p:tgtEl>
                                          <p:spTgt spid="368656"/>
                                        </p:tgtEl>
                                        <p:attrNameLst>
                                          <p:attrName>style.visibility</p:attrName>
                                        </p:attrNameLst>
                                      </p:cBhvr>
                                      <p:to>
                                        <p:strVal val="visible"/>
                                      </p:to>
                                    </p:set>
                                  </p:childTnLst>
                                </p:cTn>
                              </p:par>
                            </p:childTnLst>
                          </p:cTn>
                        </p:par>
                        <p:par>
                          <p:cTn id="20" fill="hold">
                            <p:stCondLst>
                              <p:cond delay="0"/>
                            </p:stCondLst>
                            <p:childTnLst>
                              <p:par>
                                <p:cTn id="21" presetID="1" presetClass="entr" presetSubtype="0" fill="hold" nodeType="afterEffect">
                                  <p:stCondLst>
                                    <p:cond delay="0"/>
                                  </p:stCondLst>
                                  <p:childTnLst>
                                    <p:set>
                                      <p:cBhvr>
                                        <p:cTn id="22" dur="1" fill="hold">
                                          <p:stCondLst>
                                            <p:cond delay="0"/>
                                          </p:stCondLst>
                                        </p:cTn>
                                        <p:tgtEl>
                                          <p:spTgt spid="368656">
                                            <p:txEl>
                                              <p:pRg st="0" end="0"/>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69672"/>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2" presetClass="entr" presetSubtype="2" fill="hold" grpId="0" nodeType="clickEffect">
                                  <p:stCondLst>
                                    <p:cond delay="0"/>
                                  </p:stCondLst>
                                  <p:childTnLst>
                                    <p:set>
                                      <p:cBhvr>
                                        <p:cTn id="30" dur="1" fill="hold">
                                          <p:stCondLst>
                                            <p:cond delay="0"/>
                                          </p:stCondLst>
                                        </p:cTn>
                                        <p:tgtEl>
                                          <p:spTgt spid="369668"/>
                                        </p:tgtEl>
                                        <p:attrNameLst>
                                          <p:attrName>style.visibility</p:attrName>
                                        </p:attrNameLst>
                                      </p:cBhvr>
                                      <p:to>
                                        <p:strVal val="visible"/>
                                      </p:to>
                                    </p:set>
                                    <p:anim calcmode="lin" valueType="num">
                                      <p:cBhvr additive="base">
                                        <p:cTn id="31" dur="500" fill="hold"/>
                                        <p:tgtEl>
                                          <p:spTgt spid="369668"/>
                                        </p:tgtEl>
                                        <p:attrNameLst>
                                          <p:attrName>ppt_x</p:attrName>
                                        </p:attrNameLst>
                                      </p:cBhvr>
                                      <p:tavLst>
                                        <p:tav tm="0">
                                          <p:val>
                                            <p:strVal val="1+#ppt_w/2"/>
                                          </p:val>
                                        </p:tav>
                                        <p:tav tm="100000">
                                          <p:val>
                                            <p:strVal val="#ppt_x"/>
                                          </p:val>
                                        </p:tav>
                                      </p:tavLst>
                                    </p:anim>
                                    <p:anim calcmode="lin" valueType="num">
                                      <p:cBhvr additive="base">
                                        <p:cTn id="32" dur="500" fill="hold"/>
                                        <p:tgtEl>
                                          <p:spTgt spid="369668"/>
                                        </p:tgtEl>
                                        <p:attrNameLst>
                                          <p:attrName>ppt_y</p:attrName>
                                        </p:attrNameLst>
                                      </p:cBhvr>
                                      <p:tavLst>
                                        <p:tav tm="0">
                                          <p:val>
                                            <p:strVal val="#ppt_y"/>
                                          </p:val>
                                        </p:tav>
                                        <p:tav tm="100000">
                                          <p:val>
                                            <p:strVal val="#ppt_y"/>
                                          </p:val>
                                        </p:tav>
                                      </p:tavLst>
                                    </p:anim>
                                  </p:childTnLst>
                                </p:cTn>
                              </p:par>
                            </p:childTnLst>
                          </p:cTn>
                        </p:par>
                        <p:par>
                          <p:cTn id="33" fill="hold">
                            <p:stCondLst>
                              <p:cond delay="500"/>
                            </p:stCondLst>
                            <p:childTnLst>
                              <p:par>
                                <p:cTn id="34" presetID="9" presetClass="entr" presetSubtype="0" fill="hold" nodeType="afterEffect">
                                  <p:stCondLst>
                                    <p:cond delay="0"/>
                                  </p:stCondLst>
                                  <p:childTnLst>
                                    <p:set>
                                      <p:cBhvr>
                                        <p:cTn id="35" dur="1" fill="hold">
                                          <p:stCondLst>
                                            <p:cond delay="0"/>
                                          </p:stCondLst>
                                        </p:cTn>
                                        <p:tgtEl>
                                          <p:spTgt spid="369687"/>
                                        </p:tgtEl>
                                        <p:attrNameLst>
                                          <p:attrName>style.visibility</p:attrName>
                                        </p:attrNameLst>
                                      </p:cBhvr>
                                      <p:to>
                                        <p:strVal val="visible"/>
                                      </p:to>
                                    </p:set>
                                    <p:animEffect transition="in" filter="dissolve">
                                      <p:cBhvr>
                                        <p:cTn id="36" dur="500"/>
                                        <p:tgtEl>
                                          <p:spTgt spid="369687"/>
                                        </p:tgtEl>
                                      </p:cBhvr>
                                    </p:animEffect>
                                  </p:childTnLst>
                                </p:cTn>
                              </p:par>
                            </p:childTnLst>
                          </p:cTn>
                        </p:par>
                      </p:childTnLst>
                    </p:cTn>
                  </p:par>
                  <p:par>
                    <p:cTn id="37" fill="hold">
                      <p:stCondLst>
                        <p:cond delay="indefinite"/>
                      </p:stCondLst>
                      <p:childTnLst>
                        <p:par>
                          <p:cTn id="38" fill="hold">
                            <p:stCondLst>
                              <p:cond delay="0"/>
                            </p:stCondLst>
                            <p:childTnLst>
                              <p:par>
                                <p:cTn id="39" presetID="2" presetClass="entr" presetSubtype="4" fill="hold" grpId="0" nodeType="clickEffect">
                                  <p:stCondLst>
                                    <p:cond delay="0"/>
                                  </p:stCondLst>
                                  <p:childTnLst>
                                    <p:set>
                                      <p:cBhvr>
                                        <p:cTn id="40" dur="1" fill="hold">
                                          <p:stCondLst>
                                            <p:cond delay="0"/>
                                          </p:stCondLst>
                                        </p:cTn>
                                        <p:tgtEl>
                                          <p:spTgt spid="369688"/>
                                        </p:tgtEl>
                                        <p:attrNameLst>
                                          <p:attrName>style.visibility</p:attrName>
                                        </p:attrNameLst>
                                      </p:cBhvr>
                                      <p:to>
                                        <p:strVal val="visible"/>
                                      </p:to>
                                    </p:set>
                                    <p:anim calcmode="lin" valueType="num">
                                      <p:cBhvr additive="base">
                                        <p:cTn id="41" dur="500" fill="hold"/>
                                        <p:tgtEl>
                                          <p:spTgt spid="369688"/>
                                        </p:tgtEl>
                                        <p:attrNameLst>
                                          <p:attrName>ppt_x</p:attrName>
                                        </p:attrNameLst>
                                      </p:cBhvr>
                                      <p:tavLst>
                                        <p:tav tm="0">
                                          <p:val>
                                            <p:strVal val="#ppt_x"/>
                                          </p:val>
                                        </p:tav>
                                        <p:tav tm="100000">
                                          <p:val>
                                            <p:strVal val="#ppt_x"/>
                                          </p:val>
                                        </p:tav>
                                      </p:tavLst>
                                    </p:anim>
                                    <p:anim calcmode="lin" valueType="num">
                                      <p:cBhvr additive="base">
                                        <p:cTn id="42" dur="500" fill="hold"/>
                                        <p:tgtEl>
                                          <p:spTgt spid="369688"/>
                                        </p:tgtEl>
                                        <p:attrNameLst>
                                          <p:attrName>ppt_y</p:attrName>
                                        </p:attrNameLst>
                                      </p:cBhvr>
                                      <p:tavLst>
                                        <p:tav tm="0">
                                          <p:val>
                                            <p:strVal val="1+#ppt_h/2"/>
                                          </p:val>
                                        </p:tav>
                                        <p:tav tm="100000">
                                          <p:val>
                                            <p:strVal val="#ppt_y"/>
                                          </p:val>
                                        </p:tav>
                                      </p:tavLst>
                                    </p:anim>
                                  </p:childTnLst>
                                </p:cTn>
                              </p:par>
                            </p:childTnLst>
                          </p:cTn>
                        </p:par>
                        <p:par>
                          <p:cTn id="43" fill="hold">
                            <p:stCondLst>
                              <p:cond delay="500"/>
                            </p:stCondLst>
                            <p:childTnLst>
                              <p:par>
                                <p:cTn id="44" presetID="1" presetClass="entr" presetSubtype="0" fill="hold" nodeType="afterEffect">
                                  <p:stCondLst>
                                    <p:cond delay="0"/>
                                  </p:stCondLst>
                                  <p:childTnLst>
                                    <p:set>
                                      <p:cBhvr>
                                        <p:cTn id="45" dur="1" fill="hold">
                                          <p:stCondLst>
                                            <p:cond delay="0"/>
                                          </p:stCondLst>
                                        </p:cTn>
                                        <p:tgtEl>
                                          <p:spTgt spid="369688">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8656" grpId="0" animBg="1"/>
      <p:bldP spid="369668" grpId="0" autoUpdateAnimBg="0"/>
      <p:bldP spid="369672" grpId="0"/>
      <p:bldP spid="369688" grpId="0" animBg="1"/>
    </p:bldLst>
  </p:timing>
</p:sld>
</file>

<file path=ppt/slides/slide7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0658" name="Rectangle 4"/>
          <p:cNvSpPr>
            <a:spLocks noGrp="1" noChangeArrowheads="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a:spcBef>
                <a:spcPct val="0"/>
              </a:spcBef>
              <a:buFontTx/>
              <a:buNone/>
            </a:pPr>
            <a:fld id="{2C9268EE-7E44-496D-B110-487B79A56E18}" type="datetime1">
              <a:rPr kumimoji="0" lang="zh-CN" altLang="en-US" sz="1200" smtClean="0">
                <a:solidFill>
                  <a:srgbClr val="000000"/>
                </a:solidFill>
                <a:ea typeface="宋体" panose="02010600030101010101" pitchFamily="2" charset="-122"/>
              </a:rPr>
            </a:fld>
            <a:endParaRPr kumimoji="0" lang="en-US" altLang="zh-CN" sz="1200">
              <a:solidFill>
                <a:srgbClr val="000000"/>
              </a:solidFill>
              <a:ea typeface="宋体" panose="02010600030101010101" pitchFamily="2" charset="-122"/>
            </a:endParaRPr>
          </a:p>
        </p:txBody>
      </p:sp>
      <p:graphicFrame>
        <p:nvGraphicFramePr>
          <p:cNvPr id="368642" name="Object 2"/>
          <p:cNvGraphicFramePr>
            <a:graphicFrameLocks noChangeAspect="1"/>
          </p:cNvGraphicFramePr>
          <p:nvPr/>
        </p:nvGraphicFramePr>
        <p:xfrm>
          <a:off x="539750" y="188913"/>
          <a:ext cx="3733800" cy="406400"/>
        </p:xfrm>
        <a:graphic>
          <a:graphicData uri="http://schemas.openxmlformats.org/presentationml/2006/ole">
            <mc:AlternateContent xmlns:mc="http://schemas.openxmlformats.org/markup-compatibility/2006">
              <mc:Choice xmlns:v="urn:schemas-microsoft-com:vml" Requires="v">
                <p:oleObj spid="_x0000_s2" name="公式" r:id="rId1" imgW="1209040" imgH="127000" progId="Equation.3">
                  <p:embed/>
                </p:oleObj>
              </mc:Choice>
              <mc:Fallback>
                <p:oleObj name="公式" r:id="rId1" imgW="1209040" imgH="127000" progId="Equation.3">
                  <p:embed/>
                  <p:pic>
                    <p:nvPicPr>
                      <p:cNvPr id="0" name="Object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9750" y="188913"/>
                        <a:ext cx="3733800" cy="406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sp>
        <p:nvSpPr>
          <p:cNvPr id="368643" name="Text Box 3"/>
          <p:cNvSpPr txBox="1">
            <a:spLocks noChangeArrowheads="1"/>
          </p:cNvSpPr>
          <p:nvPr/>
        </p:nvSpPr>
        <p:spPr bwMode="auto">
          <a:xfrm>
            <a:off x="539433" y="949008"/>
            <a:ext cx="100806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spcBef>
                <a:spcPct val="50000"/>
              </a:spcBef>
              <a:buFontTx/>
              <a:buNone/>
            </a:pPr>
            <a:r>
              <a:rPr lang="zh-CN" altLang="en-US" sz="2000">
                <a:solidFill>
                  <a:schemeClr val="bg2"/>
                </a:solidFill>
                <a:latin typeface="Tahoma" panose="020B0604030504040204" pitchFamily="34" charset="0"/>
                <a:ea typeface="宋体" panose="02010600030101010101" pitchFamily="2" charset="-122"/>
              </a:rPr>
              <a:t>解：</a:t>
            </a:r>
            <a:endParaRPr lang="zh-CN" altLang="en-US" sz="2000">
              <a:solidFill>
                <a:schemeClr val="bg2"/>
              </a:solidFill>
              <a:latin typeface="Tahoma" panose="020B0604030504040204" pitchFamily="34" charset="0"/>
              <a:ea typeface="宋体" panose="02010600030101010101" pitchFamily="2" charset="-122"/>
            </a:endParaRPr>
          </a:p>
        </p:txBody>
      </p:sp>
      <p:graphicFrame>
        <p:nvGraphicFramePr>
          <p:cNvPr id="368644" name="Object 4"/>
          <p:cNvGraphicFramePr>
            <a:graphicFrameLocks noChangeAspect="1"/>
          </p:cNvGraphicFramePr>
          <p:nvPr/>
        </p:nvGraphicFramePr>
        <p:xfrm>
          <a:off x="1187450" y="1051878"/>
          <a:ext cx="1060450" cy="415925"/>
        </p:xfrm>
        <a:graphic>
          <a:graphicData uri="http://schemas.openxmlformats.org/presentationml/2006/ole">
            <mc:AlternateContent xmlns:mc="http://schemas.openxmlformats.org/markup-compatibility/2006">
              <mc:Choice xmlns:v="urn:schemas-microsoft-com:vml" Requires="v">
                <p:oleObj spid="_x0000_s3" name="公式" r:id="rId3" imgW="318770" imgH="113030" progId="Equation.3">
                  <p:embed/>
                </p:oleObj>
              </mc:Choice>
              <mc:Fallback>
                <p:oleObj name="公式" r:id="rId3" imgW="318770" imgH="113030" progId="Equation.3">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87450" y="1051878"/>
                        <a:ext cx="1060450" cy="415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mc:AlternateContent xmlns:mc="http://schemas.openxmlformats.org/markup-compatibility/2006">
        <mc:Choice xmlns:a14="http://schemas.microsoft.com/office/drawing/2010/main" Requires="a14">
          <p:sp>
            <p:nvSpPr>
              <p:cNvPr id="368646" name="Object 6"/>
              <p:cNvSpPr txBox="1"/>
              <p:nvPr>
                <p:custDataLst>
                  <p:tags r:id="rId5"/>
                </p:custDataLst>
              </p:nvPr>
            </p:nvSpPr>
            <p:spPr bwMode="auto">
              <a:xfrm>
                <a:off x="1127760" y="2210435"/>
                <a:ext cx="1012190" cy="379730"/>
              </a:xfrm>
              <a:prstGeom prst="rect">
                <a:avLst/>
              </a:prstGeom>
              <a:noFill/>
              <a:ln>
                <a:noFill/>
              </a:ln>
              <a:effectLst/>
            </p:spPr>
            <p:txBody>
              <a:bodyPr>
                <a:normAutofit fontScale="70000"/>
              </a:bodyPr>
              <a:lstStyle/>
              <a:p>
                <a14:m>
                  <m:oMathPara xmlns:m="http://schemas.openxmlformats.org/officeDocument/2006/math">
                    <m:oMathParaPr>
                      <m:jc m:val="left"/>
                    </m:oMathParaPr>
                    <m:oMath xmlns:m="http://schemas.openxmlformats.org/officeDocument/2006/math">
                      <m:r>
                        <m:rPr>
                          <m:sty m:val="p"/>
                        </m:rPr>
                        <a:rPr lang="en-US" altLang="zh-CN" sz="2400" i="1">
                          <a:solidFill>
                            <a:srgbClr val="000000"/>
                          </a:solidFill>
                          <a:latin typeface="Cambria Math" panose="02040503050406030204" pitchFamily="18" charset="0"/>
                        </a:rPr>
                        <m:t>F</m:t>
                      </m:r>
                      <m:r>
                        <a:rPr lang="en-US" altLang="zh-CN" sz="2400" i="1" baseline="-25000">
                          <a:solidFill>
                            <a:srgbClr val="000000"/>
                          </a:solidFill>
                          <a:latin typeface="Cambria Math" panose="02040503050406030204" pitchFamily="18" charset="0"/>
                        </a:rPr>
                        <m:t>2</m:t>
                      </m:r>
                      <m:r>
                        <a:rPr lang="zh-CN" altLang="en-US" sz="2400" i="1">
                          <a:solidFill>
                            <a:srgbClr val="000000"/>
                          </a:solidFill>
                          <a:latin typeface="Cambria Math" panose="02040503050406030204" pitchFamily="18" charset="0"/>
                        </a:rPr>
                        <m:t>(</m:t>
                      </m:r>
                      <m:r>
                        <a:rPr lang="zh-CN" altLang="en-US" sz="2400" i="1">
                          <a:solidFill>
                            <a:srgbClr val="000000"/>
                          </a:solidFill>
                          <a:latin typeface="Cambria Math" panose="02040503050406030204" pitchFamily="18" charset="0"/>
                        </a:rPr>
                        <m:t>𝑠</m:t>
                      </m:r>
                      <m:r>
                        <a:rPr lang="zh-CN" altLang="en-US" sz="2400" i="1">
                          <a:solidFill>
                            <a:srgbClr val="000000"/>
                          </a:solidFill>
                          <a:latin typeface="Cambria Math" panose="02040503050406030204" pitchFamily="18" charset="0"/>
                        </a:rPr>
                        <m:t>)=</m:t>
                      </m:r>
                    </m:oMath>
                  </m:oMathPara>
                </a14:m>
                <a:endParaRPr lang="zh-CN" altLang="en-US" sz="2400" dirty="0"/>
              </a:p>
            </p:txBody>
          </p:sp>
        </mc:Choice>
        <mc:Fallback>
          <p:sp>
            <p:nvSpPr>
              <p:cNvPr id="368646" name="Object 6"/>
              <p:cNvSpPr txBox="1">
                <a:spLocks noRot="1" noChangeAspect="1" noMove="1" noResize="1" noEditPoints="1" noAdjustHandles="1" noChangeArrowheads="1" noChangeShapeType="1" noTextEdit="1"/>
              </p:cNvSpPr>
              <p:nvPr>
                <p:custDataLst>
                  <p:tags r:id="rId6"/>
                </p:custDataLst>
              </p:nvPr>
            </p:nvSpPr>
            <p:spPr bwMode="auto">
              <a:xfrm>
                <a:off x="1127760" y="2210435"/>
                <a:ext cx="1012190" cy="379730"/>
              </a:xfrm>
              <a:prstGeom prst="rect">
                <a:avLst/>
              </a:prstGeom>
              <a:blipFill rotWithShape="1">
                <a:blip r:embed="rId7"/>
                <a:stretch>
                  <a:fillRect/>
                </a:stretch>
              </a:blipFill>
              <a:ln>
                <a:noFill/>
              </a:ln>
              <a:effectLst/>
            </p:spPr>
            <p:txBody>
              <a:bodyPr/>
              <a:lstStyle/>
              <a:p>
                <a:r>
                  <a:rPr lang="zh-CN" altLang="en-US">
                    <a:noFill/>
                  </a:rPr>
                  <a:t> </a:t>
                </a:r>
              </a:p>
            </p:txBody>
          </p:sp>
        </mc:Fallback>
      </mc:AlternateContent>
      <p:graphicFrame>
        <p:nvGraphicFramePr>
          <p:cNvPr id="368648" name="Object 8"/>
          <p:cNvGraphicFramePr>
            <a:graphicFrameLocks noChangeAspect="1"/>
          </p:cNvGraphicFramePr>
          <p:nvPr/>
        </p:nvGraphicFramePr>
        <p:xfrm>
          <a:off x="6856095" y="44450"/>
          <a:ext cx="2257425" cy="1695450"/>
        </p:xfrm>
        <a:graphic>
          <a:graphicData uri="http://schemas.openxmlformats.org/presentationml/2006/ole">
            <mc:AlternateContent xmlns:mc="http://schemas.openxmlformats.org/markup-compatibility/2006">
              <mc:Choice xmlns:v="urn:schemas-microsoft-com:vml" Requires="v">
                <p:oleObj spid="_x0000_s4" name="BMP 图象" r:id="rId8" imgW="2257425" imgH="1695450" progId="Paint.Picture">
                  <p:embed/>
                </p:oleObj>
              </mc:Choice>
              <mc:Fallback>
                <p:oleObj name="BMP 图象" r:id="rId8" imgW="2257425" imgH="1695450" progId="Paint.Picture">
                  <p:embed/>
                  <p:pic>
                    <p:nvPicPr>
                      <p:cNvPr id="0" name="Object 8"/>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856095" y="44450"/>
                        <a:ext cx="2257425" cy="1695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aphicFrame>
        <p:nvGraphicFramePr>
          <p:cNvPr id="368649" name="Object 9"/>
          <p:cNvGraphicFramePr>
            <a:graphicFrameLocks noChangeAspect="1"/>
          </p:cNvGraphicFramePr>
          <p:nvPr/>
        </p:nvGraphicFramePr>
        <p:xfrm>
          <a:off x="6804025" y="1988820"/>
          <a:ext cx="2381250" cy="1905000"/>
        </p:xfrm>
        <a:graphic>
          <a:graphicData uri="http://schemas.openxmlformats.org/presentationml/2006/ole">
            <mc:AlternateContent xmlns:mc="http://schemas.openxmlformats.org/markup-compatibility/2006">
              <mc:Choice xmlns:v="urn:schemas-microsoft-com:vml" Requires="v">
                <p:oleObj spid="_x0000_s5" name="BMP 图象" r:id="rId10" imgW="2381250" imgH="1905000" progId="Paint.Picture">
                  <p:embed/>
                </p:oleObj>
              </mc:Choice>
              <mc:Fallback>
                <p:oleObj name="BMP 图象" r:id="rId10" imgW="2381250" imgH="1905000" progId="Paint.Picture">
                  <p:embed/>
                  <p:pic>
                    <p:nvPicPr>
                      <p:cNvPr id="0" name="Object 9"/>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6804025" y="1988820"/>
                        <a:ext cx="2381250" cy="1905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aphicFrame>
        <p:nvGraphicFramePr>
          <p:cNvPr id="368650" name="Object 10"/>
          <p:cNvGraphicFramePr>
            <a:graphicFrameLocks noChangeAspect="1"/>
          </p:cNvGraphicFramePr>
          <p:nvPr/>
        </p:nvGraphicFramePr>
        <p:xfrm>
          <a:off x="6588125" y="4292600"/>
          <a:ext cx="2609850" cy="2019300"/>
        </p:xfrm>
        <a:graphic>
          <a:graphicData uri="http://schemas.openxmlformats.org/presentationml/2006/ole">
            <mc:AlternateContent xmlns:mc="http://schemas.openxmlformats.org/markup-compatibility/2006">
              <mc:Choice xmlns:v="urn:schemas-microsoft-com:vml" Requires="v">
                <p:oleObj spid="_x0000_s6" name="BMP 图象" r:id="rId12" imgW="2609850" imgH="2019300" progId="Paint.Picture">
                  <p:embed/>
                </p:oleObj>
              </mc:Choice>
              <mc:Fallback>
                <p:oleObj name="BMP 图象" r:id="rId12" imgW="2609850" imgH="2019300" progId="Paint.Picture">
                  <p:embed/>
                  <p:pic>
                    <p:nvPicPr>
                      <p:cNvPr id="0" name="Object 10"/>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6588125" y="4292600"/>
                        <a:ext cx="2609850" cy="2019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aphicFrame>
        <p:nvGraphicFramePr>
          <p:cNvPr id="368651" name="Object 11"/>
          <p:cNvGraphicFramePr>
            <a:graphicFrameLocks noChangeAspect="1"/>
          </p:cNvGraphicFramePr>
          <p:nvPr/>
        </p:nvGraphicFramePr>
        <p:xfrm>
          <a:off x="1259205" y="4556125"/>
          <a:ext cx="975995" cy="431800"/>
        </p:xfrm>
        <a:graphic>
          <a:graphicData uri="http://schemas.openxmlformats.org/presentationml/2006/ole">
            <mc:AlternateContent xmlns:mc="http://schemas.openxmlformats.org/markup-compatibility/2006">
              <mc:Choice xmlns:v="urn:schemas-microsoft-com:vml" Requires="v">
                <p:oleObj spid="_x0000_s7" name="公式" r:id="rId14" imgW="297815" imgH="113030" progId="Equation.3">
                  <p:embed/>
                </p:oleObj>
              </mc:Choice>
              <mc:Fallback>
                <p:oleObj name="公式" r:id="rId14" imgW="297815" imgH="113030" progId="Equation.3">
                  <p:embed/>
                  <p:pic>
                    <p:nvPicPr>
                      <p:cNvPr id="0" name="Object 11"/>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1259205" y="4556125"/>
                        <a:ext cx="975995" cy="431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aphicFrame>
        <p:nvGraphicFramePr>
          <p:cNvPr id="368652" name="Object 12"/>
          <p:cNvGraphicFramePr>
            <a:graphicFrameLocks noChangeAspect="1"/>
          </p:cNvGraphicFramePr>
          <p:nvPr/>
        </p:nvGraphicFramePr>
        <p:xfrm>
          <a:off x="2051685" y="5348605"/>
          <a:ext cx="2446655" cy="912495"/>
        </p:xfrm>
        <a:graphic>
          <a:graphicData uri="http://schemas.openxmlformats.org/presentationml/2006/ole">
            <mc:AlternateContent xmlns:mc="http://schemas.openxmlformats.org/markup-compatibility/2006">
              <mc:Choice xmlns:v="urn:schemas-microsoft-com:vml" Requires="v">
                <p:oleObj spid="_x0000_s8" name="Equation" r:id="rId16" imgW="729615" imgH="253365" progId="Equation.3">
                  <p:embed/>
                </p:oleObj>
              </mc:Choice>
              <mc:Fallback>
                <p:oleObj name="Equation" r:id="rId16" imgW="729615" imgH="253365" progId="Equation.3">
                  <p:embed/>
                  <p:pic>
                    <p:nvPicPr>
                      <p:cNvPr id="0" name="Object 12"/>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2051685" y="5348605"/>
                        <a:ext cx="2446655" cy="9124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aphicFrame>
        <p:nvGraphicFramePr>
          <p:cNvPr id="9" name="Object 11"/>
          <p:cNvGraphicFramePr>
            <a:graphicFrameLocks noChangeAspect="1"/>
          </p:cNvGraphicFramePr>
          <p:nvPr/>
        </p:nvGraphicFramePr>
        <p:xfrm>
          <a:off x="2268538" y="835978"/>
          <a:ext cx="4078287" cy="804862"/>
        </p:xfrm>
        <a:graphic>
          <a:graphicData uri="http://schemas.openxmlformats.org/presentationml/2006/ole">
            <mc:AlternateContent xmlns:mc="http://schemas.openxmlformats.org/markup-compatibility/2006">
              <mc:Choice xmlns:v="urn:schemas-microsoft-com:vml" Requires="v">
                <p:oleObj spid="_x0000_s10" name="公式" r:id="rId18" imgW="1304925" imgH="253365" progId="Equation.3">
                  <p:embed/>
                </p:oleObj>
              </mc:Choice>
              <mc:Fallback>
                <p:oleObj name="公式" r:id="rId18" imgW="1304925" imgH="253365" progId="Equation.3">
                  <p:embed/>
                  <p:pic>
                    <p:nvPicPr>
                      <p:cNvPr id="0" name="Object 11"/>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2268538" y="835978"/>
                        <a:ext cx="4078287" cy="8048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aphicFrame>
        <p:nvGraphicFramePr>
          <p:cNvPr id="11" name="Object 12"/>
          <p:cNvGraphicFramePr>
            <a:graphicFrameLocks noChangeAspect="1"/>
          </p:cNvGraphicFramePr>
          <p:nvPr>
            <p:custDataLst>
              <p:tags r:id="rId20"/>
            </p:custDataLst>
          </p:nvPr>
        </p:nvGraphicFramePr>
        <p:xfrm>
          <a:off x="2123440" y="2049780"/>
          <a:ext cx="4369435" cy="676910"/>
        </p:xfrm>
        <a:graphic>
          <a:graphicData uri="http://schemas.openxmlformats.org/presentationml/2006/ole">
            <mc:AlternateContent xmlns:mc="http://schemas.openxmlformats.org/markup-compatibility/2006">
              <mc:Choice xmlns:v="urn:schemas-microsoft-com:vml" Requires="v">
                <p:oleObj spid="_x0000_s12" name="公式" r:id="rId21" imgW="2654300" imgH="393700" progId="Equation.3">
                  <p:embed/>
                </p:oleObj>
              </mc:Choice>
              <mc:Fallback>
                <p:oleObj name="公式" r:id="rId21" imgW="2654300" imgH="393700" progId="Equation.3">
                  <p:embed/>
                  <p:pic>
                    <p:nvPicPr>
                      <p:cNvPr id="0" name="Object 12"/>
                      <p:cNvPicPr>
                        <a:picLocks noChangeAspect="1" noChangeArrowheads="1"/>
                      </p:cNvPicPr>
                      <p:nvPr/>
                    </p:nvPicPr>
                    <p:blipFill>
                      <a:blip r:embed="rId22"/>
                      <a:srcRect/>
                      <a:stretch>
                        <a:fillRect/>
                      </a:stretch>
                    </p:blipFill>
                    <p:spPr bwMode="auto">
                      <a:xfrm>
                        <a:off x="2123440" y="2049780"/>
                        <a:ext cx="4369435" cy="6769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aphicFrame>
        <p:nvGraphicFramePr>
          <p:cNvPr id="15" name="Object 14"/>
          <p:cNvGraphicFramePr>
            <a:graphicFrameLocks noChangeAspect="1"/>
          </p:cNvGraphicFramePr>
          <p:nvPr/>
        </p:nvGraphicFramePr>
        <p:xfrm>
          <a:off x="2411730" y="4411980"/>
          <a:ext cx="2842895" cy="838200"/>
        </p:xfrm>
        <a:graphic>
          <a:graphicData uri="http://schemas.openxmlformats.org/presentationml/2006/ole">
            <mc:AlternateContent xmlns:mc="http://schemas.openxmlformats.org/markup-compatibility/2006">
              <mc:Choice xmlns:v="urn:schemas-microsoft-com:vml" Requires="v">
                <p:oleObj spid="_x0000_s16" name="公式" r:id="rId23" imgW="928370" imgH="253365" progId="Equation.3">
                  <p:embed/>
                </p:oleObj>
              </mc:Choice>
              <mc:Fallback>
                <p:oleObj name="公式" r:id="rId23" imgW="928370" imgH="253365" progId="Equation.3">
                  <p:embed/>
                  <p:pic>
                    <p:nvPicPr>
                      <p:cNvPr id="0" name="Object 14"/>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2411730" y="4411980"/>
                        <a:ext cx="2842895" cy="838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sp>
        <p:nvSpPr>
          <p:cNvPr id="17" name="墨迹 9"/>
          <p:cNvSpPr/>
          <p:nvPr/>
        </p:nvSpPr>
        <p:spPr bwMode="auto">
          <a:xfrm>
            <a:off x="796680" y="0"/>
            <a:ext cx="8252640" cy="6540120"/>
          </a:xfrm>
        </p:spPr>
      </p:sp>
      <mc:AlternateContent xmlns:mc="http://schemas.openxmlformats.org/markup-compatibility/2006">
        <mc:Choice xmlns:a14="http://schemas.microsoft.com/office/drawing/2010/main" Requires="a14">
          <p:sp>
            <p:nvSpPr>
              <p:cNvPr id="18" name="Object 7"/>
              <p:cNvSpPr txBox="1"/>
              <p:nvPr>
                <p:custDataLst>
                  <p:tags r:id="rId25"/>
                </p:custDataLst>
              </p:nvPr>
            </p:nvSpPr>
            <p:spPr bwMode="auto">
              <a:xfrm>
                <a:off x="1232217" y="3308667"/>
                <a:ext cx="1312862" cy="487363"/>
              </a:xfrm>
              <a:prstGeom prst="rect">
                <a:avLst/>
              </a:prstGeom>
              <a:noFill/>
              <a:ln>
                <a:noFill/>
              </a:ln>
              <a:effectLst/>
            </p:spPr>
            <p:txBody>
              <a:bodyPr>
                <a:noAutofit/>
              </a:bodyPr>
              <a:lstStyle/>
              <a:p>
                <a14:m>
                  <m:oMathPara xmlns:m="http://schemas.openxmlformats.org/officeDocument/2006/math">
                    <m:oMathParaPr>
                      <m:jc m:val="left"/>
                    </m:oMathParaPr>
                    <m:oMath xmlns:m="http://schemas.openxmlformats.org/officeDocument/2006/math">
                      <m:r>
                        <m:rPr>
                          <m:sty m:val="p"/>
                        </m:rPr>
                        <a:rPr lang="en-US" altLang="zh-CN" sz="2400" i="1" smtClean="0">
                          <a:solidFill>
                            <a:srgbClr val="000000"/>
                          </a:solidFill>
                          <a:latin typeface="Cambria Math" panose="02040503050406030204" pitchFamily="18" charset="0"/>
                        </a:rPr>
                        <m:t>F</m:t>
                      </m:r>
                      <m:r>
                        <a:rPr lang="en-US" altLang="zh-CN" sz="2400" i="1" baseline="-25000">
                          <a:solidFill>
                            <a:srgbClr val="000000"/>
                          </a:solidFill>
                          <a:latin typeface="Cambria Math" panose="02040503050406030204" pitchFamily="18" charset="0"/>
                        </a:rPr>
                        <m:t>1</m:t>
                      </m:r>
                      <m:r>
                        <a:rPr lang="zh-CN" altLang="en-US" sz="2400" i="1">
                          <a:solidFill>
                            <a:srgbClr val="000000"/>
                          </a:solidFill>
                          <a:latin typeface="Cambria Math" panose="02040503050406030204" pitchFamily="18" charset="0"/>
                        </a:rPr>
                        <m:t>(</m:t>
                      </m:r>
                      <m:r>
                        <a:rPr lang="zh-CN" altLang="en-US" sz="2400" i="1">
                          <a:solidFill>
                            <a:srgbClr val="000000"/>
                          </a:solidFill>
                          <a:latin typeface="Cambria Math" panose="02040503050406030204" pitchFamily="18" charset="0"/>
                        </a:rPr>
                        <m:t>𝑠</m:t>
                      </m:r>
                      <m:r>
                        <a:rPr lang="zh-CN" altLang="en-US" sz="2400" i="1">
                          <a:solidFill>
                            <a:srgbClr val="000000"/>
                          </a:solidFill>
                          <a:latin typeface="Cambria Math" panose="02040503050406030204" pitchFamily="18" charset="0"/>
                        </a:rPr>
                        <m:t>)=</m:t>
                      </m:r>
                    </m:oMath>
                  </m:oMathPara>
                </a14:m>
                <a:endParaRPr lang="zh-CN" altLang="en-US" sz="2400" dirty="0"/>
              </a:p>
            </p:txBody>
          </p:sp>
        </mc:Choice>
        <mc:Fallback>
          <p:sp>
            <p:nvSpPr>
              <p:cNvPr id="18" name="Object 7"/>
              <p:cNvSpPr txBox="1">
                <a:spLocks noRot="1" noChangeAspect="1" noMove="1" noResize="1" noEditPoints="1" noAdjustHandles="1" noChangeArrowheads="1" noChangeShapeType="1" noTextEdit="1"/>
              </p:cNvSpPr>
              <p:nvPr>
                <p:custDataLst>
                  <p:tags r:id="rId26"/>
                </p:custDataLst>
              </p:nvPr>
            </p:nvSpPr>
            <p:spPr bwMode="auto">
              <a:xfrm>
                <a:off x="1232217" y="3308667"/>
                <a:ext cx="1312862" cy="487363"/>
              </a:xfrm>
              <a:prstGeom prst="rect">
                <a:avLst/>
              </a:prstGeom>
              <a:blipFill rotWithShape="1">
                <a:blip r:embed="rId27"/>
                <a:stretch>
                  <a:fillRect l="-24" t="-65" r="48"/>
                </a:stretch>
              </a:blipFill>
              <a:ln>
                <a:noFill/>
              </a:ln>
              <a:effectLst/>
            </p:spPr>
            <p:txBody>
              <a:bodyPr/>
              <a:lstStyle/>
              <a:p>
                <a:r>
                  <a:rPr lang="zh-CN" altLang="en-US">
                    <a:noFill/>
                  </a:rPr>
                  <a:t> </a:t>
                </a:r>
              </a:p>
            </p:txBody>
          </p:sp>
        </mc:Fallback>
      </mc:AlternateContent>
      <p:graphicFrame>
        <p:nvGraphicFramePr>
          <p:cNvPr id="19" name="Object 13"/>
          <p:cNvGraphicFramePr>
            <a:graphicFrameLocks noChangeAspect="1"/>
          </p:cNvGraphicFramePr>
          <p:nvPr>
            <p:custDataLst>
              <p:tags r:id="rId28"/>
            </p:custDataLst>
          </p:nvPr>
        </p:nvGraphicFramePr>
        <p:xfrm>
          <a:off x="2483485" y="3102610"/>
          <a:ext cx="2658110" cy="899160"/>
        </p:xfrm>
        <a:graphic>
          <a:graphicData uri="http://schemas.openxmlformats.org/presentationml/2006/ole">
            <mc:AlternateContent xmlns:mc="http://schemas.openxmlformats.org/markup-compatibility/2006">
              <mc:Choice xmlns:v="urn:schemas-microsoft-com:vml" Requires="v">
                <p:oleObj spid="_x0000_s20" name="公式" r:id="rId29" imgW="1384300" imgH="393700" progId="Equation.3">
                  <p:embed/>
                </p:oleObj>
              </mc:Choice>
              <mc:Fallback>
                <p:oleObj name="公式" r:id="rId29" imgW="1384300" imgH="393700" progId="Equation.3">
                  <p:embed/>
                  <p:pic>
                    <p:nvPicPr>
                      <p:cNvPr id="0" name="Object 13"/>
                      <p:cNvPicPr>
                        <a:picLocks noChangeAspect="1" noChangeArrowheads="1"/>
                      </p:cNvPicPr>
                      <p:nvPr/>
                    </p:nvPicPr>
                    <p:blipFill>
                      <a:blip r:embed="rId30">
                        <a:duotone>
                          <a:schemeClr val="accent1">
                            <a:shade val="45000"/>
                            <a:satMod val="135000"/>
                          </a:schemeClr>
                          <a:prstClr val="white"/>
                        </a:duotone>
                      </a:blip>
                      <a:srcRect/>
                      <a:stretch>
                        <a:fillRect/>
                      </a:stretch>
                    </p:blipFill>
                    <p:spPr bwMode="auto">
                      <a:xfrm>
                        <a:off x="2483485" y="3102610"/>
                        <a:ext cx="2658110" cy="8991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spTree>
    <p:custDataLst>
      <p:tags r:id="rId31"/>
    </p:custDataLst>
  </p:cSld>
  <p:clrMapOvr>
    <a:masterClrMapping/>
  </p:clrMapOvr>
  <mc:AlternateContent xmlns:mc="http://schemas.openxmlformats.org/markup-compatibility/2006">
    <mc:Choice xmlns:p14="http://schemas.microsoft.com/office/powerpoint/2010/main" Requires="p14">
      <p:transition spd="slow" p14:dur="2000" advTm="501714"/>
    </mc:Choice>
    <mc:Fallback>
      <p:transition spd="slow" advTm="501714"/>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nodeType="withEffect">
                                  <p:stCondLst>
                                    <p:cond delay="0"/>
                                  </p:stCondLst>
                                  <p:childTnLst>
                                    <p:set>
                                      <p:cBhvr>
                                        <p:cTn id="6" dur="1" fill="hold">
                                          <p:stCondLst>
                                            <p:cond delay="0"/>
                                          </p:stCondLst>
                                        </p:cTn>
                                        <p:tgtEl>
                                          <p:spTgt spid="368642"/>
                                        </p:tgtEl>
                                        <p:attrNameLst>
                                          <p:attrName>style.visibility</p:attrName>
                                        </p:attrNameLst>
                                      </p:cBhvr>
                                      <p:to>
                                        <p:strVal val="visible"/>
                                      </p:to>
                                    </p:set>
                                    <p:animEffect transition="in" filter="dissolve">
                                      <p:cBhvr>
                                        <p:cTn id="7" dur="500"/>
                                        <p:tgtEl>
                                          <p:spTgt spid="368642"/>
                                        </p:tgtEl>
                                      </p:cBhvr>
                                    </p:animEffect>
                                  </p:childTnLst>
                                </p:cTn>
                              </p:par>
                              <p:par>
                                <p:cTn id="8" presetID="2" presetClass="entr" presetSubtype="2" fill="hold" nodeType="withEffect">
                                  <p:stCondLst>
                                    <p:cond delay="0"/>
                                  </p:stCondLst>
                                  <p:childTnLst>
                                    <p:set>
                                      <p:cBhvr>
                                        <p:cTn id="9" dur="1" fill="hold">
                                          <p:stCondLst>
                                            <p:cond delay="0"/>
                                          </p:stCondLst>
                                        </p:cTn>
                                        <p:tgtEl>
                                          <p:spTgt spid="368648"/>
                                        </p:tgtEl>
                                        <p:attrNameLst>
                                          <p:attrName>style.visibility</p:attrName>
                                        </p:attrNameLst>
                                      </p:cBhvr>
                                      <p:to>
                                        <p:strVal val="visible"/>
                                      </p:to>
                                    </p:set>
                                    <p:anim calcmode="lin" valueType="num">
                                      <p:cBhvr additive="base">
                                        <p:cTn id="10" dur="500" fill="hold"/>
                                        <p:tgtEl>
                                          <p:spTgt spid="368648"/>
                                        </p:tgtEl>
                                        <p:attrNameLst>
                                          <p:attrName>ppt_x</p:attrName>
                                        </p:attrNameLst>
                                      </p:cBhvr>
                                      <p:tavLst>
                                        <p:tav tm="0">
                                          <p:val>
                                            <p:strVal val="1+#ppt_w/2"/>
                                          </p:val>
                                        </p:tav>
                                        <p:tav tm="100000">
                                          <p:val>
                                            <p:strVal val="#ppt_x"/>
                                          </p:val>
                                        </p:tav>
                                      </p:tavLst>
                                    </p:anim>
                                    <p:anim calcmode="lin" valueType="num">
                                      <p:cBhvr additive="base">
                                        <p:cTn id="11" dur="500" fill="hold"/>
                                        <p:tgtEl>
                                          <p:spTgt spid="368648"/>
                                        </p:tgtEl>
                                        <p:attrNameLst>
                                          <p:attrName>ppt_y</p:attrName>
                                        </p:attrNameLst>
                                      </p:cBhvr>
                                      <p:tavLst>
                                        <p:tav tm="0">
                                          <p:val>
                                            <p:strVal val="#ppt_y"/>
                                          </p:val>
                                        </p:tav>
                                        <p:tav tm="100000">
                                          <p:val>
                                            <p:strVal val="#ppt_y"/>
                                          </p:val>
                                        </p:tav>
                                      </p:tavLst>
                                    </p:anim>
                                  </p:childTnLst>
                                </p:cTn>
                              </p:par>
                            </p:childTnLst>
                          </p:cTn>
                        </p:par>
                        <p:par>
                          <p:cTn id="12" fill="hold">
                            <p:stCondLst>
                              <p:cond delay="500"/>
                            </p:stCondLst>
                            <p:childTnLst>
                              <p:par>
                                <p:cTn id="13" presetID="2" presetClass="entr" presetSubtype="8" fill="hold" grpId="0" nodeType="afterEffect">
                                  <p:stCondLst>
                                    <p:cond delay="0"/>
                                  </p:stCondLst>
                                  <p:childTnLst>
                                    <p:set>
                                      <p:cBhvr>
                                        <p:cTn id="14" dur="1" fill="hold">
                                          <p:stCondLst>
                                            <p:cond delay="0"/>
                                          </p:stCondLst>
                                        </p:cTn>
                                        <p:tgtEl>
                                          <p:spTgt spid="368643"/>
                                        </p:tgtEl>
                                        <p:attrNameLst>
                                          <p:attrName>style.visibility</p:attrName>
                                        </p:attrNameLst>
                                      </p:cBhvr>
                                      <p:to>
                                        <p:strVal val="visible"/>
                                      </p:to>
                                    </p:set>
                                    <p:anim calcmode="lin" valueType="num">
                                      <p:cBhvr additive="base">
                                        <p:cTn id="15" dur="500" fill="hold"/>
                                        <p:tgtEl>
                                          <p:spTgt spid="368643"/>
                                        </p:tgtEl>
                                        <p:attrNameLst>
                                          <p:attrName>ppt_x</p:attrName>
                                        </p:attrNameLst>
                                      </p:cBhvr>
                                      <p:tavLst>
                                        <p:tav tm="0">
                                          <p:val>
                                            <p:strVal val="0-#ppt_w/2"/>
                                          </p:val>
                                        </p:tav>
                                        <p:tav tm="100000">
                                          <p:val>
                                            <p:strVal val="#ppt_x"/>
                                          </p:val>
                                        </p:tav>
                                      </p:tavLst>
                                    </p:anim>
                                    <p:anim calcmode="lin" valueType="num">
                                      <p:cBhvr additive="base">
                                        <p:cTn id="16" dur="500" fill="hold"/>
                                        <p:tgtEl>
                                          <p:spTgt spid="368643"/>
                                        </p:tgtEl>
                                        <p:attrNameLst>
                                          <p:attrName>ppt_y</p:attrName>
                                        </p:attrNameLst>
                                      </p:cBhvr>
                                      <p:tavLst>
                                        <p:tav tm="0">
                                          <p:val>
                                            <p:strVal val="#ppt_y"/>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5" presetClass="entr" presetSubtype="10" fill="hold" nodeType="clickEffect">
                                  <p:stCondLst>
                                    <p:cond delay="0"/>
                                  </p:stCondLst>
                                  <p:childTnLst>
                                    <p:set>
                                      <p:cBhvr>
                                        <p:cTn id="20" dur="1" fill="hold">
                                          <p:stCondLst>
                                            <p:cond delay="0"/>
                                          </p:stCondLst>
                                        </p:cTn>
                                        <p:tgtEl>
                                          <p:spTgt spid="368649"/>
                                        </p:tgtEl>
                                        <p:attrNameLst>
                                          <p:attrName>style.visibility</p:attrName>
                                        </p:attrNameLst>
                                      </p:cBhvr>
                                      <p:to>
                                        <p:strVal val="visible"/>
                                      </p:to>
                                    </p:set>
                                    <p:animEffect transition="in" filter="checkerboard(across)">
                                      <p:cBhvr>
                                        <p:cTn id="21" dur="500"/>
                                        <p:tgtEl>
                                          <p:spTgt spid="368649"/>
                                        </p:tgtEl>
                                      </p:cBhvr>
                                    </p:animEffect>
                                  </p:childTnLst>
                                </p:cTn>
                              </p:par>
                              <p:par>
                                <p:cTn id="22" presetID="1" presetClass="entr" presetSubtype="0" fill="hold" nodeType="withEffect">
                                  <p:stCondLst>
                                    <p:cond delay="0"/>
                                  </p:stCondLst>
                                  <p:childTnLst>
                                    <p:set>
                                      <p:cBhvr>
                                        <p:cTn id="23" dur="1" fill="hold">
                                          <p:stCondLst>
                                            <p:cond delay="499"/>
                                          </p:stCondLst>
                                        </p:cTn>
                                        <p:tgtEl>
                                          <p:spTgt spid="368644"/>
                                        </p:tgtEl>
                                        <p:attrNameLst>
                                          <p:attrName>style.visibility</p:attrName>
                                        </p:attrNameLst>
                                      </p:cBhvr>
                                      <p:to>
                                        <p:strVal val="visible"/>
                                      </p:to>
                                    </p:set>
                                  </p:childTnLst>
                                </p:cTn>
                              </p:par>
                            </p:childTnLst>
                          </p:cTn>
                        </p:par>
                        <p:par>
                          <p:cTn id="24" fill="hold">
                            <p:stCondLst>
                              <p:cond delay="500"/>
                            </p:stCondLst>
                            <p:childTnLst>
                              <p:par>
                                <p:cTn id="25" presetID="4" presetClass="entr" presetSubtype="16" fill="hold" nodeType="afterEffect">
                                  <p:stCondLst>
                                    <p:cond delay="0"/>
                                  </p:stCondLst>
                                  <p:childTnLst>
                                    <p:set>
                                      <p:cBhvr>
                                        <p:cTn id="26" dur="1" fill="hold">
                                          <p:stCondLst>
                                            <p:cond delay="0"/>
                                          </p:stCondLst>
                                        </p:cTn>
                                        <p:tgtEl>
                                          <p:spTgt spid="368650"/>
                                        </p:tgtEl>
                                        <p:attrNameLst>
                                          <p:attrName>style.visibility</p:attrName>
                                        </p:attrNameLst>
                                      </p:cBhvr>
                                      <p:to>
                                        <p:strVal val="visible"/>
                                      </p:to>
                                    </p:set>
                                    <p:animEffect transition="in" filter="box(in)">
                                      <p:cBhvr>
                                        <p:cTn id="27" dur="500"/>
                                        <p:tgtEl>
                                          <p:spTgt spid="368650"/>
                                        </p:tgtEl>
                                      </p:cBhvr>
                                    </p:animEffec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nodeType="clickEffect">
                                  <p:stCondLst>
                                    <p:cond delay="0"/>
                                  </p:stCondLst>
                                  <p:childTnLst>
                                    <p:set>
                                      <p:cBhvr>
                                        <p:cTn id="31" dur="1" fill="hold">
                                          <p:stCondLst>
                                            <p:cond delay="0"/>
                                          </p:stCondLst>
                                        </p:cTn>
                                        <p:tgtEl>
                                          <p:spTgt spid="9"/>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nodeType="clickEffect">
                                  <p:stCondLst>
                                    <p:cond delay="0"/>
                                  </p:stCondLst>
                                  <p:childTnLst>
                                    <p:set>
                                      <p:cBhvr>
                                        <p:cTn id="35" dur="1" fill="hold">
                                          <p:stCondLst>
                                            <p:cond delay="0"/>
                                          </p:stCondLst>
                                        </p:cTn>
                                        <p:tgtEl>
                                          <p:spTgt spid="368646">
                                            <p:txEl>
                                              <p:pRg st="0" end="0"/>
                                            </p:txEl>
                                          </p:spTgt>
                                        </p:tgtEl>
                                        <p:attrNameLst>
                                          <p:attrName>style.visibility</p:attrName>
                                        </p:attrNameLst>
                                      </p:cBhvr>
                                      <p:to>
                                        <p:strVal val="visible"/>
                                      </p:to>
                                    </p:set>
                                  </p:childTnLst>
                                </p:cTn>
                              </p:par>
                            </p:childTnLst>
                          </p:cTn>
                        </p:par>
                      </p:childTnLst>
                    </p:cTn>
                  </p:par>
                  <p:par>
                    <p:cTn id="36" fill="hold">
                      <p:stCondLst>
                        <p:cond delay="indefinite"/>
                      </p:stCondLst>
                      <p:childTnLst>
                        <p:par>
                          <p:cTn id="37" fill="hold">
                            <p:stCondLst>
                              <p:cond delay="0"/>
                            </p:stCondLst>
                            <p:childTnLst>
                              <p:par>
                                <p:cTn id="38" presetID="1" presetClass="entr" presetSubtype="0" fill="hold" nodeType="clickEffect">
                                  <p:stCondLst>
                                    <p:cond delay="0"/>
                                  </p:stCondLst>
                                  <p:childTnLst>
                                    <p:set>
                                      <p:cBhvr>
                                        <p:cTn id="39" dur="1" fill="hold">
                                          <p:stCondLst>
                                            <p:cond delay="0"/>
                                          </p:stCondLst>
                                        </p:cTn>
                                        <p:tgtEl>
                                          <p:spTgt spid="11"/>
                                        </p:tgtEl>
                                        <p:attrNameLst>
                                          <p:attrName>style.visibility</p:attrName>
                                        </p:attrNameLst>
                                      </p:cBhvr>
                                      <p:to>
                                        <p:strVal val="visible"/>
                                      </p:to>
                                    </p:se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clickEffect">
                                  <p:stCondLst>
                                    <p:cond delay="0"/>
                                  </p:stCondLst>
                                  <p:childTnLst>
                                    <p:set>
                                      <p:cBhvr>
                                        <p:cTn id="43" dur="1" fill="hold">
                                          <p:stCondLst>
                                            <p:cond delay="0"/>
                                          </p:stCondLst>
                                        </p:cTn>
                                        <p:tgtEl>
                                          <p:spTgt spid="18">
                                            <p:txEl>
                                              <p:pRg st="0" end="0"/>
                                            </p:txEl>
                                          </p:spTgt>
                                        </p:tgtEl>
                                        <p:attrNameLst>
                                          <p:attrName>style.visibility</p:attrName>
                                        </p:attrNameLst>
                                      </p:cBhvr>
                                      <p:to>
                                        <p:strVal val="visible"/>
                                      </p:to>
                                    </p:set>
                                  </p:childTnLst>
                                </p:cTn>
                              </p:par>
                            </p:childTnLst>
                          </p:cTn>
                        </p:par>
                      </p:childTnLst>
                    </p:cTn>
                  </p:par>
                  <p:par>
                    <p:cTn id="44" fill="hold">
                      <p:stCondLst>
                        <p:cond delay="indefinite"/>
                      </p:stCondLst>
                      <p:childTnLst>
                        <p:par>
                          <p:cTn id="45" fill="hold">
                            <p:stCondLst>
                              <p:cond delay="0"/>
                            </p:stCondLst>
                            <p:childTnLst>
                              <p:par>
                                <p:cTn id="46" presetID="1" presetClass="entr" presetSubtype="0" fill="hold" nodeType="clickEffect">
                                  <p:stCondLst>
                                    <p:cond delay="0"/>
                                  </p:stCondLst>
                                  <p:childTnLst>
                                    <p:set>
                                      <p:cBhvr>
                                        <p:cTn id="47" dur="1" fill="hold">
                                          <p:stCondLst>
                                            <p:cond delay="0"/>
                                          </p:stCondLst>
                                        </p:cTn>
                                        <p:tgtEl>
                                          <p:spTgt spid="19"/>
                                        </p:tgtEl>
                                        <p:attrNameLst>
                                          <p:attrName>style.visibility</p:attrName>
                                        </p:attrNameLst>
                                      </p:cBhvr>
                                      <p:to>
                                        <p:strVal val="visible"/>
                                      </p:to>
                                    </p:set>
                                  </p:childTnLst>
                                </p:cTn>
                              </p:par>
                              <p:par>
                                <p:cTn id="48" presetID="16" presetClass="entr" presetSubtype="26" fill="hold" nodeType="withEffect">
                                  <p:stCondLst>
                                    <p:cond delay="0"/>
                                  </p:stCondLst>
                                  <p:childTnLst>
                                    <p:set>
                                      <p:cBhvr>
                                        <p:cTn id="49" dur="1" fill="hold">
                                          <p:stCondLst>
                                            <p:cond delay="0"/>
                                          </p:stCondLst>
                                        </p:cTn>
                                        <p:tgtEl>
                                          <p:spTgt spid="368651"/>
                                        </p:tgtEl>
                                        <p:attrNameLst>
                                          <p:attrName>style.visibility</p:attrName>
                                        </p:attrNameLst>
                                      </p:cBhvr>
                                      <p:to>
                                        <p:strVal val="visible"/>
                                      </p:to>
                                    </p:set>
                                    <p:animEffect transition="in" filter="barn(inHorizontal)">
                                      <p:cBhvr>
                                        <p:cTn id="50" dur="500"/>
                                        <p:tgtEl>
                                          <p:spTgt spid="368651"/>
                                        </p:tgtEl>
                                      </p:cBhvr>
                                    </p:animEffec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15"/>
                                        </p:tgtEl>
                                        <p:attrNameLst>
                                          <p:attrName>style.visibility</p:attrName>
                                        </p:attrNameLst>
                                      </p:cBhvr>
                                      <p:to>
                                        <p:strVal val="visible"/>
                                      </p:to>
                                    </p:set>
                                  </p:childTnLst>
                                </p:cTn>
                              </p:par>
                              <p:par>
                                <p:cTn id="55" presetID="16" presetClass="entr" presetSubtype="21" fill="hold" nodeType="withEffect">
                                  <p:stCondLst>
                                    <p:cond delay="0"/>
                                  </p:stCondLst>
                                  <p:childTnLst>
                                    <p:set>
                                      <p:cBhvr>
                                        <p:cTn id="56" dur="1" fill="hold">
                                          <p:stCondLst>
                                            <p:cond delay="0"/>
                                          </p:stCondLst>
                                        </p:cTn>
                                        <p:tgtEl>
                                          <p:spTgt spid="368652"/>
                                        </p:tgtEl>
                                        <p:attrNameLst>
                                          <p:attrName>style.visibility</p:attrName>
                                        </p:attrNameLst>
                                      </p:cBhvr>
                                      <p:to>
                                        <p:strVal val="visible"/>
                                      </p:to>
                                    </p:set>
                                    <p:animEffect transition="in" filter="barn(inVertical)">
                                      <p:cBhvr>
                                        <p:cTn id="57" dur="500"/>
                                        <p:tgtEl>
                                          <p:spTgt spid="3686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8643" grpId="0" autoUpdateAnimBg="0"/>
    </p:bldLst>
  </p:timing>
</p:sld>
</file>

<file path=ppt/slides/slide7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1682" name="Rectangle 4"/>
          <p:cNvSpPr>
            <a:spLocks noGrp="1" noChangeArrowheads="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a:spcBef>
                <a:spcPct val="0"/>
              </a:spcBef>
              <a:buFontTx/>
              <a:buNone/>
            </a:pPr>
            <a:fld id="{43DED930-CE0C-432C-B9DC-A9A9A7A6DA30}" type="datetime1">
              <a:rPr kumimoji="0" lang="zh-CN" altLang="en-US" sz="1200" smtClean="0">
                <a:solidFill>
                  <a:srgbClr val="000000"/>
                </a:solidFill>
                <a:ea typeface="宋体" panose="02010600030101010101" pitchFamily="2" charset="-122"/>
              </a:rPr>
            </a:fld>
            <a:endParaRPr kumimoji="0" lang="en-US" altLang="zh-CN" sz="1200">
              <a:solidFill>
                <a:srgbClr val="000000"/>
              </a:solidFill>
              <a:ea typeface="宋体" panose="02010600030101010101" pitchFamily="2" charset="-122"/>
            </a:endParaRPr>
          </a:p>
        </p:txBody>
      </p:sp>
      <p:sp>
        <p:nvSpPr>
          <p:cNvPr id="369676" name="Rectangle 12"/>
          <p:cNvSpPr>
            <a:spLocks noChangeArrowheads="1"/>
          </p:cNvSpPr>
          <p:nvPr/>
        </p:nvSpPr>
        <p:spPr bwMode="auto">
          <a:xfrm>
            <a:off x="684213" y="549275"/>
            <a:ext cx="2962275" cy="396875"/>
          </a:xfrm>
          <a:prstGeom prst="rect">
            <a:avLst/>
          </a:prstGeom>
          <a:noFill/>
          <a:ln w="9525" algn="ctr">
            <a:noFill/>
            <a:miter lim="800000"/>
          </a:ln>
          <a:effectLst/>
        </p:spPr>
        <p:txBody>
          <a:bodyPr anchor="ctr"/>
          <a:lstStyle/>
          <a:p>
            <a:pPr algn="ctr" eaLnBrk="1" hangingPunct="1">
              <a:lnSpc>
                <a:spcPct val="140000"/>
              </a:lnSpc>
              <a:defRPr/>
            </a:pPr>
            <a:r>
              <a:rPr lang="en-US" altLang="zh-CN" sz="2800" dirty="0">
                <a:solidFill>
                  <a:srgbClr val="FF0000"/>
                </a:solidFill>
                <a:effectLst>
                  <a:outerShdw blurRad="38100" dist="38100" dir="2700000" algn="tl">
                    <a:srgbClr val="C0C0C0"/>
                  </a:outerShdw>
                </a:effectLst>
                <a:latin typeface="楷体_GB2312" pitchFamily="49" charset="-122"/>
                <a:ea typeface="楷体_GB2312" pitchFamily="49" charset="-122"/>
              </a:rPr>
              <a:t>7</a:t>
            </a:r>
            <a:r>
              <a:rPr lang="zh-CN" altLang="en-US" sz="2800" dirty="0">
                <a:solidFill>
                  <a:srgbClr val="FF0000"/>
                </a:solidFill>
                <a:effectLst>
                  <a:outerShdw blurRad="38100" dist="38100" dir="2700000" algn="tl">
                    <a:srgbClr val="C0C0C0"/>
                  </a:outerShdw>
                </a:effectLst>
                <a:latin typeface="楷体_GB2312" pitchFamily="49" charset="-122"/>
                <a:ea typeface="楷体_GB2312" pitchFamily="49" charset="-122"/>
              </a:rPr>
              <a:t>、复频域微分性：</a:t>
            </a:r>
            <a:endParaRPr lang="zh-CN" altLang="en-US" sz="2800" dirty="0">
              <a:solidFill>
                <a:srgbClr val="FF0000"/>
              </a:solidFill>
              <a:effectLst>
                <a:outerShdw blurRad="38100" dist="38100" dir="2700000" algn="tl">
                  <a:srgbClr val="C0C0C0"/>
                </a:outerShdw>
              </a:effectLst>
              <a:latin typeface="楷体_GB2312" pitchFamily="49" charset="-122"/>
              <a:ea typeface="楷体_GB2312" pitchFamily="49" charset="-122"/>
            </a:endParaRPr>
          </a:p>
        </p:txBody>
      </p:sp>
      <p:sp>
        <p:nvSpPr>
          <p:cNvPr id="369677" name="Text Box 13"/>
          <p:cNvSpPr txBox="1">
            <a:spLocks noChangeArrowheads="1"/>
          </p:cNvSpPr>
          <p:nvPr/>
        </p:nvSpPr>
        <p:spPr bwMode="auto">
          <a:xfrm>
            <a:off x="1258888" y="1557338"/>
            <a:ext cx="25209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spcBef>
                <a:spcPct val="50000"/>
              </a:spcBef>
              <a:buFontTx/>
              <a:buNone/>
            </a:pPr>
            <a:r>
              <a:rPr lang="zh-CN" altLang="en-US" sz="2000">
                <a:solidFill>
                  <a:srgbClr val="003300"/>
                </a:solidFill>
                <a:latin typeface="Tahoma" panose="020B0604030504040204" pitchFamily="34" charset="0"/>
                <a:ea typeface="宋体" panose="02010600030101010101" pitchFamily="2" charset="-122"/>
              </a:rPr>
              <a:t>若</a:t>
            </a:r>
            <a:r>
              <a:rPr lang="en-US" altLang="zh-CN" sz="2000">
                <a:solidFill>
                  <a:srgbClr val="003300"/>
                </a:solidFill>
                <a:latin typeface="Tahoma" panose="020B0604030504040204" pitchFamily="34" charset="0"/>
                <a:ea typeface="宋体" panose="02010600030101010101" pitchFamily="2" charset="-122"/>
              </a:rPr>
              <a:t>f(t) </a:t>
            </a:r>
            <a:r>
              <a:rPr lang="en-US" altLang="zh-CN" sz="2000">
                <a:solidFill>
                  <a:srgbClr val="003300"/>
                </a:solidFill>
                <a:latin typeface="Tahoma" panose="020B0604030504040204" pitchFamily="34" charset="0"/>
                <a:ea typeface="宋体" panose="02010600030101010101" pitchFamily="2" charset="-122"/>
                <a:sym typeface="Symbol" panose="05050102010706020507" pitchFamily="18" charset="2"/>
              </a:rPr>
              <a:t> </a:t>
            </a:r>
            <a:r>
              <a:rPr lang="en-US" altLang="zh-CN" sz="2000">
                <a:solidFill>
                  <a:srgbClr val="003300"/>
                </a:solidFill>
                <a:latin typeface="Tahoma" panose="020B0604030504040204" pitchFamily="34" charset="0"/>
                <a:ea typeface="宋体" panose="02010600030101010101" pitchFamily="2" charset="-122"/>
              </a:rPr>
              <a:t>F(s</a:t>
            </a:r>
            <a:r>
              <a:rPr lang="en-US" altLang="zh-CN" sz="2000">
                <a:solidFill>
                  <a:srgbClr val="003300"/>
                </a:solidFill>
                <a:latin typeface="Tahoma" panose="020B0604030504040204" pitchFamily="34" charset="0"/>
                <a:ea typeface="宋体" panose="02010600030101010101" pitchFamily="2" charset="-122"/>
                <a:sym typeface="Symbol" panose="05050102010706020507" pitchFamily="18" charset="2"/>
              </a:rPr>
              <a:t>)</a:t>
            </a:r>
            <a:r>
              <a:rPr lang="zh-CN" altLang="en-US" sz="2000">
                <a:solidFill>
                  <a:srgbClr val="003300"/>
                </a:solidFill>
                <a:latin typeface="Tahoma" panose="020B0604030504040204" pitchFamily="34" charset="0"/>
                <a:ea typeface="宋体" panose="02010600030101010101" pitchFamily="2" charset="-122"/>
                <a:sym typeface="Symbol" panose="05050102010706020507" pitchFamily="18" charset="2"/>
              </a:rPr>
              <a:t>，则</a:t>
            </a:r>
            <a:endParaRPr lang="zh-CN" altLang="en-US" sz="2000">
              <a:solidFill>
                <a:srgbClr val="003300"/>
              </a:solidFill>
              <a:latin typeface="Tahoma" panose="020B0604030504040204" pitchFamily="34" charset="0"/>
              <a:ea typeface="宋体" panose="02010600030101010101" pitchFamily="2" charset="-122"/>
            </a:endParaRPr>
          </a:p>
        </p:txBody>
      </p:sp>
      <p:graphicFrame>
        <p:nvGraphicFramePr>
          <p:cNvPr id="369678" name="Object 14"/>
          <p:cNvGraphicFramePr>
            <a:graphicFrameLocks noChangeAspect="1"/>
          </p:cNvGraphicFramePr>
          <p:nvPr/>
        </p:nvGraphicFramePr>
        <p:xfrm>
          <a:off x="4140200" y="1052513"/>
          <a:ext cx="3384550" cy="1608137"/>
        </p:xfrm>
        <a:graphic>
          <a:graphicData uri="http://schemas.openxmlformats.org/presentationml/2006/ole">
            <mc:AlternateContent xmlns:mc="http://schemas.openxmlformats.org/markup-compatibility/2006">
              <mc:Choice xmlns:v="urn:schemas-microsoft-com:vml" Requires="v">
                <p:oleObj spid="_x0000_s2" name="公式" r:id="rId1" imgW="894080" imgH="572135" progId="Equation.3">
                  <p:embed/>
                </p:oleObj>
              </mc:Choice>
              <mc:Fallback>
                <p:oleObj name="公式" r:id="rId1" imgW="894080" imgH="572135" progId="Equation.3">
                  <p:embed/>
                  <p:pic>
                    <p:nvPicPr>
                      <p:cNvPr id="0" name="Object 1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40200" y="1052513"/>
                        <a:ext cx="3384550" cy="1608137"/>
                      </a:xfrm>
                      <a:prstGeom prst="rect">
                        <a:avLst/>
                      </a:prstGeom>
                      <a:solidFill>
                        <a:schemeClr val="tx1"/>
                      </a:solidFill>
                      <a:ln>
                        <a:noFill/>
                      </a:ln>
                      <a:effectLst>
                        <a:outerShdw dist="35921" dir="2700000" algn="ctr" rotWithShape="0">
                          <a:srgbClr val="808080">
                            <a:alpha val="74997"/>
                          </a:srgbClr>
                        </a:outerShdw>
                      </a:effectLst>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69680" name="Rectangle 16"/>
          <p:cNvSpPr>
            <a:spLocks noChangeArrowheads="1"/>
          </p:cNvSpPr>
          <p:nvPr/>
        </p:nvSpPr>
        <p:spPr bwMode="auto">
          <a:xfrm>
            <a:off x="611188" y="2852738"/>
            <a:ext cx="3203575" cy="465137"/>
          </a:xfrm>
          <a:prstGeom prst="rect">
            <a:avLst/>
          </a:prstGeom>
          <a:noFill/>
          <a:ln w="9525" algn="ctr">
            <a:noFill/>
            <a:miter lim="800000"/>
          </a:ln>
          <a:effectLst/>
        </p:spPr>
        <p:txBody>
          <a:bodyPr anchor="ctr"/>
          <a:lstStyle/>
          <a:p>
            <a:pPr algn="ctr" eaLnBrk="1" hangingPunct="1">
              <a:lnSpc>
                <a:spcPct val="140000"/>
              </a:lnSpc>
              <a:defRPr/>
            </a:pPr>
            <a:r>
              <a:rPr lang="en-US" altLang="zh-CN" sz="2800" dirty="0">
                <a:solidFill>
                  <a:srgbClr val="FF0000"/>
                </a:solidFill>
                <a:effectLst>
                  <a:outerShdw blurRad="38100" dist="38100" dir="2700000" algn="tl">
                    <a:srgbClr val="C0C0C0"/>
                  </a:outerShdw>
                </a:effectLst>
                <a:latin typeface="楷体_GB2312" pitchFamily="49" charset="-122"/>
                <a:ea typeface="楷体_GB2312" pitchFamily="49" charset="-122"/>
              </a:rPr>
              <a:t>8</a:t>
            </a:r>
            <a:r>
              <a:rPr lang="zh-CN" altLang="en-US" sz="2800" dirty="0">
                <a:solidFill>
                  <a:srgbClr val="FF0000"/>
                </a:solidFill>
                <a:effectLst>
                  <a:outerShdw blurRad="38100" dist="38100" dir="2700000" algn="tl">
                    <a:srgbClr val="C0C0C0"/>
                  </a:outerShdw>
                </a:effectLst>
                <a:latin typeface="楷体_GB2312" pitchFamily="49" charset="-122"/>
                <a:ea typeface="楷体_GB2312" pitchFamily="49" charset="-122"/>
              </a:rPr>
              <a:t>、复频域积分性：</a:t>
            </a:r>
            <a:endParaRPr lang="zh-CN" altLang="en-US" sz="2800" dirty="0">
              <a:solidFill>
                <a:srgbClr val="FF0000"/>
              </a:solidFill>
              <a:effectLst>
                <a:outerShdw blurRad="38100" dist="38100" dir="2700000" algn="tl">
                  <a:srgbClr val="C0C0C0"/>
                </a:outerShdw>
              </a:effectLst>
              <a:latin typeface="楷体_GB2312" pitchFamily="49" charset="-122"/>
              <a:ea typeface="楷体_GB2312" pitchFamily="49" charset="-122"/>
            </a:endParaRPr>
          </a:p>
        </p:txBody>
      </p:sp>
      <p:sp>
        <p:nvSpPr>
          <p:cNvPr id="369681" name="Text Box 17"/>
          <p:cNvSpPr txBox="1">
            <a:spLocks noChangeArrowheads="1"/>
          </p:cNvSpPr>
          <p:nvPr/>
        </p:nvSpPr>
        <p:spPr bwMode="auto">
          <a:xfrm>
            <a:off x="1908175" y="3933825"/>
            <a:ext cx="259238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spcBef>
                <a:spcPct val="50000"/>
              </a:spcBef>
              <a:buFontTx/>
              <a:buNone/>
            </a:pPr>
            <a:r>
              <a:rPr lang="zh-CN" altLang="en-US" sz="2000">
                <a:solidFill>
                  <a:srgbClr val="003300"/>
                </a:solidFill>
                <a:latin typeface="Tahoma" panose="020B0604030504040204" pitchFamily="34" charset="0"/>
                <a:ea typeface="宋体" panose="02010600030101010101" pitchFamily="2" charset="-122"/>
              </a:rPr>
              <a:t>若</a:t>
            </a:r>
            <a:r>
              <a:rPr lang="en-US" altLang="zh-CN" sz="2000">
                <a:solidFill>
                  <a:srgbClr val="003300"/>
                </a:solidFill>
                <a:latin typeface="Tahoma" panose="020B0604030504040204" pitchFamily="34" charset="0"/>
                <a:ea typeface="宋体" panose="02010600030101010101" pitchFamily="2" charset="-122"/>
              </a:rPr>
              <a:t>f(t) </a:t>
            </a:r>
            <a:r>
              <a:rPr lang="en-US" altLang="zh-CN" sz="2000">
                <a:solidFill>
                  <a:srgbClr val="003300"/>
                </a:solidFill>
                <a:latin typeface="Tahoma" panose="020B0604030504040204" pitchFamily="34" charset="0"/>
                <a:ea typeface="宋体" panose="02010600030101010101" pitchFamily="2" charset="-122"/>
                <a:sym typeface="Symbol" panose="05050102010706020507" pitchFamily="18" charset="2"/>
              </a:rPr>
              <a:t> </a:t>
            </a:r>
            <a:r>
              <a:rPr lang="en-US" altLang="zh-CN" sz="2000">
                <a:solidFill>
                  <a:srgbClr val="003300"/>
                </a:solidFill>
                <a:latin typeface="Tahoma" panose="020B0604030504040204" pitchFamily="34" charset="0"/>
                <a:ea typeface="宋体" panose="02010600030101010101" pitchFamily="2" charset="-122"/>
              </a:rPr>
              <a:t>F(s</a:t>
            </a:r>
            <a:r>
              <a:rPr lang="en-US" altLang="zh-CN" sz="2000">
                <a:solidFill>
                  <a:srgbClr val="003300"/>
                </a:solidFill>
                <a:latin typeface="Tahoma" panose="020B0604030504040204" pitchFamily="34" charset="0"/>
                <a:ea typeface="宋体" panose="02010600030101010101" pitchFamily="2" charset="-122"/>
                <a:sym typeface="Symbol" panose="05050102010706020507" pitchFamily="18" charset="2"/>
              </a:rPr>
              <a:t>)</a:t>
            </a:r>
            <a:r>
              <a:rPr lang="zh-CN" altLang="en-US" sz="2000">
                <a:solidFill>
                  <a:srgbClr val="003300"/>
                </a:solidFill>
                <a:latin typeface="Tahoma" panose="020B0604030504040204" pitchFamily="34" charset="0"/>
                <a:ea typeface="宋体" panose="02010600030101010101" pitchFamily="2" charset="-122"/>
                <a:sym typeface="Symbol" panose="05050102010706020507" pitchFamily="18" charset="2"/>
              </a:rPr>
              <a:t>，则</a:t>
            </a:r>
            <a:endParaRPr lang="zh-CN" altLang="en-US" sz="2000">
              <a:solidFill>
                <a:srgbClr val="003300"/>
              </a:solidFill>
              <a:latin typeface="Tahoma" panose="020B0604030504040204" pitchFamily="34" charset="0"/>
              <a:ea typeface="宋体" panose="02010600030101010101" pitchFamily="2" charset="-122"/>
            </a:endParaRPr>
          </a:p>
        </p:txBody>
      </p:sp>
      <p:graphicFrame>
        <p:nvGraphicFramePr>
          <p:cNvPr id="369682" name="Object 18"/>
          <p:cNvGraphicFramePr>
            <a:graphicFrameLocks noChangeAspect="1"/>
          </p:cNvGraphicFramePr>
          <p:nvPr/>
        </p:nvGraphicFramePr>
        <p:xfrm>
          <a:off x="2700338" y="4868863"/>
          <a:ext cx="3600450" cy="968375"/>
        </p:xfrm>
        <a:graphic>
          <a:graphicData uri="http://schemas.openxmlformats.org/presentationml/2006/ole">
            <mc:AlternateContent xmlns:mc="http://schemas.openxmlformats.org/markup-compatibility/2006">
              <mc:Choice xmlns:v="urn:schemas-microsoft-com:vml" Requires="v">
                <p:oleObj spid="_x0000_s3" name="Equation" r:id="rId3" imgW="855980" imgH="253365" progId="Equation.3">
                  <p:embed/>
                </p:oleObj>
              </mc:Choice>
              <mc:Fallback>
                <p:oleObj name="Equation" r:id="rId3" imgW="855980" imgH="253365" progId="Equation.3">
                  <p:embed/>
                  <p:pic>
                    <p:nvPicPr>
                      <p:cNvPr id="0" name="Object 1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00338" y="4868863"/>
                        <a:ext cx="3600450" cy="9683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4" name="墨迹 1"/>
          <p:cNvSpPr/>
          <p:nvPr/>
        </p:nvSpPr>
        <p:spPr bwMode="auto">
          <a:xfrm>
            <a:off x="1059480" y="259920"/>
            <a:ext cx="6064200" cy="5714640"/>
          </a:xfrm>
        </p:spPr>
      </p:sp>
    </p:spTree>
    <p:custDataLst>
      <p:tags r:id="rId5"/>
    </p:custDataLst>
  </p:cSld>
  <p:clrMapOvr>
    <a:masterClrMapping/>
  </p:clrMapOvr>
  <mc:AlternateContent xmlns:mc="http://schemas.openxmlformats.org/markup-compatibility/2006">
    <mc:Choice xmlns:p14="http://schemas.microsoft.com/office/powerpoint/2010/main" Requires="p14">
      <p:transition spd="slow" p14:dur="2000" advTm="84207"/>
    </mc:Choice>
    <mc:Fallback>
      <p:transition spd="slow" advTm="84207"/>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369676"/>
                                        </p:tgtEl>
                                        <p:attrNameLst>
                                          <p:attrName>style.visibility</p:attrName>
                                        </p:attrNameLst>
                                      </p:cBhvr>
                                      <p:to>
                                        <p:strVal val="visible"/>
                                      </p:to>
                                    </p:set>
                                    <p:anim calcmode="lin" valueType="num">
                                      <p:cBhvr additive="base">
                                        <p:cTn id="7" dur="500" fill="hold"/>
                                        <p:tgtEl>
                                          <p:spTgt spid="369676"/>
                                        </p:tgtEl>
                                        <p:attrNameLst>
                                          <p:attrName>ppt_x</p:attrName>
                                        </p:attrNameLst>
                                      </p:cBhvr>
                                      <p:tavLst>
                                        <p:tav tm="0">
                                          <p:val>
                                            <p:strVal val="0-#ppt_w/2"/>
                                          </p:val>
                                        </p:tav>
                                        <p:tav tm="100000">
                                          <p:val>
                                            <p:strVal val="#ppt_x"/>
                                          </p:val>
                                        </p:tav>
                                      </p:tavLst>
                                    </p:anim>
                                    <p:anim calcmode="lin" valueType="num">
                                      <p:cBhvr additive="base">
                                        <p:cTn id="8" dur="500" fill="hold"/>
                                        <p:tgtEl>
                                          <p:spTgt spid="369676"/>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 presetClass="entr" presetSubtype="2" fill="hold" grpId="0" nodeType="afterEffect">
                                  <p:stCondLst>
                                    <p:cond delay="0"/>
                                  </p:stCondLst>
                                  <p:childTnLst>
                                    <p:set>
                                      <p:cBhvr>
                                        <p:cTn id="11" dur="1" fill="hold">
                                          <p:stCondLst>
                                            <p:cond delay="0"/>
                                          </p:stCondLst>
                                        </p:cTn>
                                        <p:tgtEl>
                                          <p:spTgt spid="369677"/>
                                        </p:tgtEl>
                                        <p:attrNameLst>
                                          <p:attrName>style.visibility</p:attrName>
                                        </p:attrNameLst>
                                      </p:cBhvr>
                                      <p:to>
                                        <p:strVal val="visible"/>
                                      </p:to>
                                    </p:set>
                                    <p:anim calcmode="lin" valueType="num">
                                      <p:cBhvr additive="base">
                                        <p:cTn id="12" dur="500" fill="hold"/>
                                        <p:tgtEl>
                                          <p:spTgt spid="369677"/>
                                        </p:tgtEl>
                                        <p:attrNameLst>
                                          <p:attrName>ppt_x</p:attrName>
                                        </p:attrNameLst>
                                      </p:cBhvr>
                                      <p:tavLst>
                                        <p:tav tm="0">
                                          <p:val>
                                            <p:strVal val="1+#ppt_w/2"/>
                                          </p:val>
                                        </p:tav>
                                        <p:tav tm="100000">
                                          <p:val>
                                            <p:strVal val="#ppt_x"/>
                                          </p:val>
                                        </p:tav>
                                      </p:tavLst>
                                    </p:anim>
                                    <p:anim calcmode="lin" valueType="num">
                                      <p:cBhvr additive="base">
                                        <p:cTn id="13" dur="500" fill="hold"/>
                                        <p:tgtEl>
                                          <p:spTgt spid="369677"/>
                                        </p:tgtEl>
                                        <p:attrNameLst>
                                          <p:attrName>ppt_y</p:attrName>
                                        </p:attrNameLst>
                                      </p:cBhvr>
                                      <p:tavLst>
                                        <p:tav tm="0">
                                          <p:val>
                                            <p:strVal val="#ppt_y"/>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9" presetClass="entr" presetSubtype="0" fill="hold" nodeType="clickEffect">
                                  <p:stCondLst>
                                    <p:cond delay="0"/>
                                  </p:stCondLst>
                                  <p:childTnLst>
                                    <p:set>
                                      <p:cBhvr>
                                        <p:cTn id="17" dur="1" fill="hold">
                                          <p:stCondLst>
                                            <p:cond delay="0"/>
                                          </p:stCondLst>
                                        </p:cTn>
                                        <p:tgtEl>
                                          <p:spTgt spid="369678"/>
                                        </p:tgtEl>
                                        <p:attrNameLst>
                                          <p:attrName>style.visibility</p:attrName>
                                        </p:attrNameLst>
                                      </p:cBhvr>
                                      <p:to>
                                        <p:strVal val="visible"/>
                                      </p:to>
                                    </p:set>
                                    <p:animEffect transition="in" filter="dissolve">
                                      <p:cBhvr>
                                        <p:cTn id="18" dur="500"/>
                                        <p:tgtEl>
                                          <p:spTgt spid="369678"/>
                                        </p:tgtEl>
                                      </p:cBhvr>
                                    </p:animEffect>
                                  </p:childTnLst>
                                </p:cTn>
                              </p:par>
                            </p:childTnLst>
                          </p:cTn>
                        </p:par>
                      </p:childTnLst>
                    </p:cTn>
                  </p:par>
                  <p:par>
                    <p:cTn id="19" fill="hold">
                      <p:stCondLst>
                        <p:cond delay="indefinite"/>
                      </p:stCondLst>
                      <p:childTnLst>
                        <p:par>
                          <p:cTn id="20" fill="hold">
                            <p:stCondLst>
                              <p:cond delay="0"/>
                            </p:stCondLst>
                            <p:childTnLst>
                              <p:par>
                                <p:cTn id="21" presetID="2" presetClass="entr" presetSubtype="8" fill="hold" grpId="0" nodeType="clickEffect">
                                  <p:stCondLst>
                                    <p:cond delay="0"/>
                                  </p:stCondLst>
                                  <p:childTnLst>
                                    <p:set>
                                      <p:cBhvr>
                                        <p:cTn id="22" dur="1" fill="hold">
                                          <p:stCondLst>
                                            <p:cond delay="0"/>
                                          </p:stCondLst>
                                        </p:cTn>
                                        <p:tgtEl>
                                          <p:spTgt spid="369680"/>
                                        </p:tgtEl>
                                        <p:attrNameLst>
                                          <p:attrName>style.visibility</p:attrName>
                                        </p:attrNameLst>
                                      </p:cBhvr>
                                      <p:to>
                                        <p:strVal val="visible"/>
                                      </p:to>
                                    </p:set>
                                    <p:anim calcmode="lin" valueType="num">
                                      <p:cBhvr additive="base">
                                        <p:cTn id="23" dur="500" fill="hold"/>
                                        <p:tgtEl>
                                          <p:spTgt spid="369680"/>
                                        </p:tgtEl>
                                        <p:attrNameLst>
                                          <p:attrName>ppt_x</p:attrName>
                                        </p:attrNameLst>
                                      </p:cBhvr>
                                      <p:tavLst>
                                        <p:tav tm="0">
                                          <p:val>
                                            <p:strVal val="0-#ppt_w/2"/>
                                          </p:val>
                                        </p:tav>
                                        <p:tav tm="100000">
                                          <p:val>
                                            <p:strVal val="#ppt_x"/>
                                          </p:val>
                                        </p:tav>
                                      </p:tavLst>
                                    </p:anim>
                                    <p:anim calcmode="lin" valueType="num">
                                      <p:cBhvr additive="base">
                                        <p:cTn id="24" dur="500" fill="hold"/>
                                        <p:tgtEl>
                                          <p:spTgt spid="369680"/>
                                        </p:tgtEl>
                                        <p:attrNameLst>
                                          <p:attrName>ppt_y</p:attrName>
                                        </p:attrNameLst>
                                      </p:cBhvr>
                                      <p:tavLst>
                                        <p:tav tm="0">
                                          <p:val>
                                            <p:strVal val="#ppt_y"/>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2" fill="hold" grpId="0" nodeType="clickEffect">
                                  <p:stCondLst>
                                    <p:cond delay="0"/>
                                  </p:stCondLst>
                                  <p:childTnLst>
                                    <p:set>
                                      <p:cBhvr>
                                        <p:cTn id="28" dur="1" fill="hold">
                                          <p:stCondLst>
                                            <p:cond delay="0"/>
                                          </p:stCondLst>
                                        </p:cTn>
                                        <p:tgtEl>
                                          <p:spTgt spid="369681"/>
                                        </p:tgtEl>
                                        <p:attrNameLst>
                                          <p:attrName>style.visibility</p:attrName>
                                        </p:attrNameLst>
                                      </p:cBhvr>
                                      <p:to>
                                        <p:strVal val="visible"/>
                                      </p:to>
                                    </p:set>
                                    <p:anim calcmode="lin" valueType="num">
                                      <p:cBhvr additive="base">
                                        <p:cTn id="29" dur="500" fill="hold"/>
                                        <p:tgtEl>
                                          <p:spTgt spid="369681"/>
                                        </p:tgtEl>
                                        <p:attrNameLst>
                                          <p:attrName>ppt_x</p:attrName>
                                        </p:attrNameLst>
                                      </p:cBhvr>
                                      <p:tavLst>
                                        <p:tav tm="0">
                                          <p:val>
                                            <p:strVal val="1+#ppt_w/2"/>
                                          </p:val>
                                        </p:tav>
                                        <p:tav tm="100000">
                                          <p:val>
                                            <p:strVal val="#ppt_x"/>
                                          </p:val>
                                        </p:tav>
                                      </p:tavLst>
                                    </p:anim>
                                    <p:anim calcmode="lin" valueType="num">
                                      <p:cBhvr additive="base">
                                        <p:cTn id="30" dur="500" fill="hold"/>
                                        <p:tgtEl>
                                          <p:spTgt spid="369681"/>
                                        </p:tgtEl>
                                        <p:attrNameLst>
                                          <p:attrName>ppt_y</p:attrName>
                                        </p:attrNameLst>
                                      </p:cBhvr>
                                      <p:tavLst>
                                        <p:tav tm="0">
                                          <p:val>
                                            <p:strVal val="#ppt_y"/>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9" presetClass="entr" presetSubtype="0" fill="hold" nodeType="clickEffect">
                                  <p:stCondLst>
                                    <p:cond delay="0"/>
                                  </p:stCondLst>
                                  <p:childTnLst>
                                    <p:set>
                                      <p:cBhvr>
                                        <p:cTn id="34" dur="1" fill="hold">
                                          <p:stCondLst>
                                            <p:cond delay="0"/>
                                          </p:stCondLst>
                                        </p:cTn>
                                        <p:tgtEl>
                                          <p:spTgt spid="369682"/>
                                        </p:tgtEl>
                                        <p:attrNameLst>
                                          <p:attrName>style.visibility</p:attrName>
                                        </p:attrNameLst>
                                      </p:cBhvr>
                                      <p:to>
                                        <p:strVal val="visible"/>
                                      </p:to>
                                    </p:set>
                                    <p:animEffect transition="in" filter="dissolve">
                                      <p:cBhvr>
                                        <p:cTn id="35" dur="500"/>
                                        <p:tgtEl>
                                          <p:spTgt spid="36968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9676" grpId="0" autoUpdateAnimBg="0"/>
      <p:bldP spid="369677" grpId="0" autoUpdateAnimBg="0"/>
      <p:bldP spid="369680" grpId="0" autoUpdateAnimBg="0"/>
      <p:bldP spid="369681" grpId="0" autoUpdateAnimBg="0"/>
    </p:bldLst>
  </p:timing>
</p:sld>
</file>

<file path=ppt/slides/slide7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2706" name="Rectangle 4"/>
          <p:cNvSpPr>
            <a:spLocks noGrp="1" noChangeArrowheads="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a:spcBef>
                <a:spcPct val="0"/>
              </a:spcBef>
              <a:buFontTx/>
              <a:buNone/>
            </a:pPr>
            <a:fld id="{1E97CE93-8855-47B8-8123-D21C248966EE}" type="datetime1">
              <a:rPr kumimoji="0" lang="zh-CN" altLang="en-US" sz="1200" smtClean="0">
                <a:solidFill>
                  <a:srgbClr val="000000"/>
                </a:solidFill>
                <a:ea typeface="宋体" panose="02010600030101010101" pitchFamily="2" charset="-122"/>
              </a:rPr>
            </a:fld>
            <a:endParaRPr kumimoji="0" lang="en-US" altLang="zh-CN" sz="1200">
              <a:solidFill>
                <a:srgbClr val="000000"/>
              </a:solidFill>
              <a:ea typeface="宋体" panose="02010600030101010101" pitchFamily="2" charset="-122"/>
            </a:endParaRPr>
          </a:p>
        </p:txBody>
      </p:sp>
      <p:sp>
        <p:nvSpPr>
          <p:cNvPr id="72707" name="Rectangle 2"/>
          <p:cNvSpPr>
            <a:spLocks noChangeArrowheads="1"/>
          </p:cNvSpPr>
          <p:nvPr/>
        </p:nvSpPr>
        <p:spPr bwMode="auto">
          <a:xfrm>
            <a:off x="4953000" y="457200"/>
            <a:ext cx="2667000" cy="465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lnSpc>
                <a:spcPct val="140000"/>
              </a:lnSpc>
              <a:spcBef>
                <a:spcPct val="0"/>
              </a:spcBef>
              <a:buFontTx/>
              <a:buNone/>
            </a:pPr>
            <a:r>
              <a:rPr lang="en-US" altLang="zh-CN" sz="2400">
                <a:solidFill>
                  <a:srgbClr val="0000FF"/>
                </a:solidFill>
                <a:latin typeface="Tahoma" panose="020B0604030504040204" pitchFamily="34" charset="0"/>
                <a:ea typeface="宋体" panose="02010600030101010101" pitchFamily="2" charset="-122"/>
              </a:rPr>
              <a:t>  </a:t>
            </a:r>
            <a:endParaRPr lang="en-US" altLang="zh-CN" sz="2000">
              <a:solidFill>
                <a:schemeClr val="hlink"/>
              </a:solidFill>
              <a:latin typeface="Tahoma" panose="020B0604030504040204" pitchFamily="34" charset="0"/>
              <a:ea typeface="宋体" panose="02010600030101010101" pitchFamily="2" charset="-122"/>
            </a:endParaRPr>
          </a:p>
        </p:txBody>
      </p:sp>
      <p:sp>
        <p:nvSpPr>
          <p:cNvPr id="369667" name="Rectangle 3"/>
          <p:cNvSpPr>
            <a:spLocks noChangeArrowheads="1"/>
          </p:cNvSpPr>
          <p:nvPr/>
        </p:nvSpPr>
        <p:spPr bwMode="auto">
          <a:xfrm>
            <a:off x="1116013" y="1268413"/>
            <a:ext cx="1719262"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spcBef>
                <a:spcPct val="0"/>
              </a:spcBef>
              <a:buFontTx/>
              <a:buNone/>
            </a:pPr>
            <a:r>
              <a:rPr lang="en-US" altLang="zh-CN" sz="2800">
                <a:solidFill>
                  <a:srgbClr val="800000"/>
                </a:solidFill>
                <a:latin typeface="Tahoma" panose="020B0604030504040204" pitchFamily="34" charset="0"/>
                <a:ea typeface="宋体" panose="02010600030101010101" pitchFamily="2" charset="-122"/>
              </a:rPr>
              <a:t>sin(</a:t>
            </a:r>
            <a:r>
              <a:rPr lang="en-US" altLang="zh-CN" sz="2800">
                <a:solidFill>
                  <a:srgbClr val="800000"/>
                </a:solidFill>
                <a:latin typeface="Tahoma" panose="020B0604030504040204" pitchFamily="34" charset="0"/>
                <a:ea typeface="宋体" panose="02010600030101010101" pitchFamily="2" charset="-122"/>
                <a:sym typeface="Symbol" panose="05050102010706020507" pitchFamily="18" charset="2"/>
              </a:rPr>
              <a:t></a:t>
            </a:r>
            <a:r>
              <a:rPr lang="en-US" altLang="zh-CN" sz="2800" baseline="-25000">
                <a:solidFill>
                  <a:srgbClr val="800000"/>
                </a:solidFill>
                <a:latin typeface="Tahoma" panose="020B0604030504040204" pitchFamily="34" charset="0"/>
                <a:ea typeface="宋体" panose="02010600030101010101" pitchFamily="2" charset="-122"/>
                <a:sym typeface="Symbol" panose="05050102010706020507" pitchFamily="18" charset="2"/>
              </a:rPr>
              <a:t>o</a:t>
            </a:r>
            <a:r>
              <a:rPr lang="en-US" altLang="zh-CN" sz="2800">
                <a:solidFill>
                  <a:srgbClr val="800000"/>
                </a:solidFill>
                <a:latin typeface="Tahoma" panose="020B0604030504040204" pitchFamily="34" charset="0"/>
                <a:ea typeface="宋体" panose="02010600030101010101" pitchFamily="2" charset="-122"/>
              </a:rPr>
              <a:t>t )</a:t>
            </a:r>
            <a:endParaRPr lang="en-US" altLang="zh-CN" sz="2800">
              <a:solidFill>
                <a:srgbClr val="800000"/>
              </a:solidFill>
              <a:latin typeface="Tahoma" panose="020B0604030504040204" pitchFamily="34" charset="0"/>
              <a:ea typeface="楷体_GB2312" pitchFamily="49" charset="-122"/>
              <a:sym typeface="Symbol" panose="05050102010706020507" pitchFamily="18" charset="2"/>
            </a:endParaRPr>
          </a:p>
        </p:txBody>
      </p:sp>
      <p:graphicFrame>
        <p:nvGraphicFramePr>
          <p:cNvPr id="72709" name="Object 5"/>
          <p:cNvGraphicFramePr>
            <a:graphicFrameLocks noChangeAspect="1"/>
          </p:cNvGraphicFramePr>
          <p:nvPr/>
        </p:nvGraphicFramePr>
        <p:xfrm>
          <a:off x="1547813" y="188913"/>
          <a:ext cx="3673475" cy="879475"/>
        </p:xfrm>
        <a:graphic>
          <a:graphicData uri="http://schemas.openxmlformats.org/presentationml/2006/ole">
            <mc:AlternateContent xmlns:mc="http://schemas.openxmlformats.org/markup-compatibility/2006">
              <mc:Choice xmlns:v="urn:schemas-microsoft-com:vml" Requires="v">
                <p:oleObj spid="_x0000_s2" name="Equation" r:id="rId1" imgW="989965" imgH="253365" progId="Equation.3">
                  <p:embed/>
                </p:oleObj>
              </mc:Choice>
              <mc:Fallback>
                <p:oleObj name="Equation" r:id="rId1" imgW="989965" imgH="253365" progId="Equation.3">
                  <p:embed/>
                  <p:pic>
                    <p:nvPicPr>
                      <p:cNvPr id="0" name="Object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47813" y="188913"/>
                        <a:ext cx="3673475" cy="879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aphicFrame>
        <p:nvGraphicFramePr>
          <p:cNvPr id="72710" name="Object 6"/>
          <p:cNvGraphicFramePr>
            <a:graphicFrameLocks noChangeAspect="1"/>
          </p:cNvGraphicFramePr>
          <p:nvPr/>
        </p:nvGraphicFramePr>
        <p:xfrm>
          <a:off x="1116013" y="3789363"/>
          <a:ext cx="4248150" cy="1158875"/>
        </p:xfrm>
        <a:graphic>
          <a:graphicData uri="http://schemas.openxmlformats.org/presentationml/2006/ole">
            <mc:AlternateContent xmlns:mc="http://schemas.openxmlformats.org/markup-compatibility/2006">
              <mc:Choice xmlns:v="urn:schemas-microsoft-com:vml" Requires="v">
                <p:oleObj spid="_x0000_s3" name="Equation" r:id="rId3" imgW="1250315" imgH="318770" progId="Equation.3">
                  <p:embed/>
                </p:oleObj>
              </mc:Choice>
              <mc:Fallback>
                <p:oleObj name="Equation" r:id="rId3" imgW="1250315" imgH="318770" progId="Equation.3">
                  <p:embed/>
                  <p:pic>
                    <p:nvPicPr>
                      <p:cNvPr id="0"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16013" y="3789363"/>
                        <a:ext cx="4248150" cy="1158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sp>
        <p:nvSpPr>
          <p:cNvPr id="72711" name="Text Box 7"/>
          <p:cNvSpPr txBox="1">
            <a:spLocks noChangeArrowheads="1"/>
          </p:cNvSpPr>
          <p:nvPr/>
        </p:nvSpPr>
        <p:spPr bwMode="auto">
          <a:xfrm>
            <a:off x="663887" y="422931"/>
            <a:ext cx="83820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spcBef>
                <a:spcPct val="50000"/>
              </a:spcBef>
              <a:buFontTx/>
              <a:buNone/>
            </a:pPr>
            <a:r>
              <a:rPr lang="zh-CN" altLang="en-US" sz="2800">
                <a:solidFill>
                  <a:srgbClr val="FF0000"/>
                </a:solidFill>
                <a:latin typeface="Tahoma" panose="020B0604030504040204" pitchFamily="34" charset="0"/>
                <a:ea typeface="宋体" panose="02010600030101010101" pitchFamily="2" charset="-122"/>
              </a:rPr>
              <a:t>例：</a:t>
            </a:r>
            <a:endParaRPr lang="zh-CN" altLang="en-US" sz="2800">
              <a:solidFill>
                <a:srgbClr val="800000"/>
              </a:solidFill>
              <a:latin typeface="Tahoma" panose="020B0604030504040204" pitchFamily="34" charset="0"/>
              <a:ea typeface="宋体" panose="02010600030101010101" pitchFamily="2" charset="-122"/>
            </a:endParaRPr>
          </a:p>
        </p:txBody>
      </p:sp>
      <p:sp>
        <p:nvSpPr>
          <p:cNvPr id="72712" name="Text Box 9"/>
          <p:cNvSpPr txBox="1">
            <a:spLocks noChangeArrowheads="1"/>
          </p:cNvSpPr>
          <p:nvPr/>
        </p:nvSpPr>
        <p:spPr bwMode="auto">
          <a:xfrm>
            <a:off x="965200" y="1824038"/>
            <a:ext cx="101441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spcBef>
                <a:spcPct val="50000"/>
              </a:spcBef>
              <a:buFontTx/>
              <a:buNone/>
            </a:pPr>
            <a:r>
              <a:rPr lang="zh-CN" altLang="en-US" sz="2000">
                <a:latin typeface="Tahoma" panose="020B0604030504040204" pitchFamily="34" charset="0"/>
                <a:ea typeface="宋体" panose="02010600030101010101" pitchFamily="2" charset="-122"/>
              </a:rPr>
              <a:t>解：</a:t>
            </a:r>
            <a:endParaRPr lang="zh-CN" altLang="en-US" sz="2000">
              <a:latin typeface="Tahoma" panose="020B0604030504040204" pitchFamily="34" charset="0"/>
              <a:ea typeface="宋体" panose="02010600030101010101" pitchFamily="2" charset="-122"/>
            </a:endParaRPr>
          </a:p>
        </p:txBody>
      </p:sp>
      <p:graphicFrame>
        <p:nvGraphicFramePr>
          <p:cNvPr id="369674" name="Object 10"/>
          <p:cNvGraphicFramePr>
            <a:graphicFrameLocks noChangeAspect="1"/>
          </p:cNvGraphicFramePr>
          <p:nvPr/>
        </p:nvGraphicFramePr>
        <p:xfrm>
          <a:off x="2843213" y="981075"/>
          <a:ext cx="1944687" cy="1052513"/>
        </p:xfrm>
        <a:graphic>
          <a:graphicData uri="http://schemas.openxmlformats.org/presentationml/2006/ole">
            <mc:AlternateContent xmlns:mc="http://schemas.openxmlformats.org/markup-compatibility/2006">
              <mc:Choice xmlns:v="urn:schemas-microsoft-com:vml" Requires="v">
                <p:oleObj spid="_x0000_s4" name="Equation" r:id="rId5" imgW="516890" imgH="290830" progId="Equation.3">
                  <p:embed/>
                </p:oleObj>
              </mc:Choice>
              <mc:Fallback>
                <p:oleObj name="Equation" r:id="rId5" imgW="516890" imgH="290830" progId="Equation.3">
                  <p:embed/>
                  <p:pic>
                    <p:nvPicPr>
                      <p:cNvPr id="0" name="Object 1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43213" y="981075"/>
                        <a:ext cx="1944687" cy="10525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aphicFrame>
        <p:nvGraphicFramePr>
          <p:cNvPr id="369675" name="Object 11"/>
          <p:cNvGraphicFramePr>
            <a:graphicFrameLocks noChangeAspect="1"/>
          </p:cNvGraphicFramePr>
          <p:nvPr/>
        </p:nvGraphicFramePr>
        <p:xfrm>
          <a:off x="5651500" y="981075"/>
          <a:ext cx="2520950" cy="1066800"/>
        </p:xfrm>
        <a:graphic>
          <a:graphicData uri="http://schemas.openxmlformats.org/presentationml/2006/ole">
            <mc:AlternateContent xmlns:mc="http://schemas.openxmlformats.org/markup-compatibility/2006">
              <mc:Choice xmlns:v="urn:schemas-microsoft-com:vml" Requires="v">
                <p:oleObj spid="_x0000_s5" name="Equation" r:id="rId7" imgW="592455" imgH="253365" progId="Equation.3">
                  <p:embed/>
                </p:oleObj>
              </mc:Choice>
              <mc:Fallback>
                <p:oleObj name="Equation" r:id="rId7" imgW="592455" imgH="253365" progId="Equation.3">
                  <p:embed/>
                  <p:pic>
                    <p:nvPicPr>
                      <p:cNvPr id="0" name="Object 11"/>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651500" y="981075"/>
                        <a:ext cx="2520950" cy="1066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aphicFrame>
        <p:nvGraphicFramePr>
          <p:cNvPr id="369683" name="Object 19"/>
          <p:cNvGraphicFramePr>
            <a:graphicFrameLocks noChangeAspect="1"/>
          </p:cNvGraphicFramePr>
          <p:nvPr/>
        </p:nvGraphicFramePr>
        <p:xfrm>
          <a:off x="1187450" y="2420938"/>
          <a:ext cx="1584325" cy="931862"/>
        </p:xfrm>
        <a:graphic>
          <a:graphicData uri="http://schemas.openxmlformats.org/presentationml/2006/ole">
            <mc:AlternateContent xmlns:mc="http://schemas.openxmlformats.org/markup-compatibility/2006">
              <mc:Choice xmlns:v="urn:schemas-microsoft-com:vml" Requires="v">
                <p:oleObj spid="_x0000_s6" name="Equation" r:id="rId9" imgW="346075" imgH="253365" progId="Equation.3">
                  <p:embed/>
                </p:oleObj>
              </mc:Choice>
              <mc:Fallback>
                <p:oleObj name="Equation" r:id="rId9" imgW="346075" imgH="253365" progId="Equation.3">
                  <p:embed/>
                  <p:pic>
                    <p:nvPicPr>
                      <p:cNvPr id="0" name="Object 19"/>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187450" y="2420938"/>
                        <a:ext cx="1584325" cy="9318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aphicFrame>
        <p:nvGraphicFramePr>
          <p:cNvPr id="369684" name="Object 20"/>
          <p:cNvGraphicFramePr>
            <a:graphicFrameLocks noChangeAspect="1"/>
          </p:cNvGraphicFramePr>
          <p:nvPr/>
        </p:nvGraphicFramePr>
        <p:xfrm>
          <a:off x="2627313" y="2349500"/>
          <a:ext cx="2016125" cy="1055688"/>
        </p:xfrm>
        <a:graphic>
          <a:graphicData uri="http://schemas.openxmlformats.org/presentationml/2006/ole">
            <mc:AlternateContent xmlns:mc="http://schemas.openxmlformats.org/markup-compatibility/2006">
              <mc:Choice xmlns:v="urn:schemas-microsoft-com:vml" Requires="v">
                <p:oleObj spid="_x0000_s7" name="Equation" r:id="rId11" imgW="472440" imgH="253365" progId="Equation.3">
                  <p:embed/>
                </p:oleObj>
              </mc:Choice>
              <mc:Fallback>
                <p:oleObj name="Equation" r:id="rId11" imgW="472440" imgH="253365" progId="Equation.3">
                  <p:embed/>
                  <p:pic>
                    <p:nvPicPr>
                      <p:cNvPr id="0" name="Object 20"/>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627313" y="2349500"/>
                        <a:ext cx="2016125" cy="10556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aphicFrame>
        <p:nvGraphicFramePr>
          <p:cNvPr id="369685" name="Object 21"/>
          <p:cNvGraphicFramePr>
            <a:graphicFrameLocks noChangeAspect="1"/>
          </p:cNvGraphicFramePr>
          <p:nvPr/>
        </p:nvGraphicFramePr>
        <p:xfrm>
          <a:off x="4787900" y="2276475"/>
          <a:ext cx="1944688" cy="1165225"/>
        </p:xfrm>
        <a:graphic>
          <a:graphicData uri="http://schemas.openxmlformats.org/presentationml/2006/ole">
            <mc:AlternateContent xmlns:mc="http://schemas.openxmlformats.org/markup-compatibility/2006">
              <mc:Choice xmlns:v="urn:schemas-microsoft-com:vml" Requires="v">
                <p:oleObj spid="_x0000_s8" name="Equation" r:id="rId13" imgW="407670" imgH="253365" progId="Equation.3">
                  <p:embed/>
                </p:oleObj>
              </mc:Choice>
              <mc:Fallback>
                <p:oleObj name="Equation" r:id="rId13" imgW="407670" imgH="253365" progId="Equation.3">
                  <p:embed/>
                  <p:pic>
                    <p:nvPicPr>
                      <p:cNvPr id="0" name="Object 21"/>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4787900" y="2276475"/>
                        <a:ext cx="1944688" cy="1165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aphicFrame>
        <p:nvGraphicFramePr>
          <p:cNvPr id="369686" name="Object 22"/>
          <p:cNvGraphicFramePr>
            <a:graphicFrameLocks noChangeAspect="1"/>
          </p:cNvGraphicFramePr>
          <p:nvPr/>
        </p:nvGraphicFramePr>
        <p:xfrm>
          <a:off x="2268538" y="5157788"/>
          <a:ext cx="3543300" cy="1198562"/>
        </p:xfrm>
        <a:graphic>
          <a:graphicData uri="http://schemas.openxmlformats.org/presentationml/2006/ole">
            <mc:AlternateContent xmlns:mc="http://schemas.openxmlformats.org/markup-compatibility/2006">
              <mc:Choice xmlns:v="urn:schemas-microsoft-com:vml" Requires="v">
                <p:oleObj spid="_x0000_s9" name="公式" r:id="rId15" imgW="746760" imgH="253365" progId="Equation.3">
                  <p:embed/>
                </p:oleObj>
              </mc:Choice>
              <mc:Fallback>
                <p:oleObj name="公式" r:id="rId15" imgW="746760" imgH="253365" progId="Equation.3">
                  <p:embed/>
                  <p:pic>
                    <p:nvPicPr>
                      <p:cNvPr id="0" name="Object 22"/>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2268538" y="5157788"/>
                        <a:ext cx="3543300" cy="1198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sp>
        <p:nvSpPr>
          <p:cNvPr id="10" name="墨迹 1"/>
          <p:cNvSpPr/>
          <p:nvPr/>
        </p:nvSpPr>
        <p:spPr bwMode="auto">
          <a:xfrm>
            <a:off x="781920" y="309600"/>
            <a:ext cx="7404840" cy="6072480"/>
          </a:xfrm>
        </p:spPr>
      </p:sp>
    </p:spTree>
    <p:custDataLst>
      <p:tags r:id="rId17"/>
    </p:custDataLst>
  </p:cSld>
  <p:clrMapOvr>
    <a:masterClrMapping/>
  </p:clrMapOvr>
  <mc:AlternateContent xmlns:mc="http://schemas.openxmlformats.org/markup-compatibility/2006">
    <mc:Choice xmlns:p14="http://schemas.microsoft.com/office/powerpoint/2010/main" Requires="p14">
      <p:transition spd="slow" p14:dur="2000" advTm="190087"/>
    </mc:Choice>
    <mc:Fallback>
      <p:transition spd="slow" advTm="190087"/>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369667"/>
                                        </p:tgtEl>
                                        <p:attrNameLst>
                                          <p:attrName>style.visibility</p:attrName>
                                        </p:attrNameLst>
                                      </p:cBhvr>
                                      <p:to>
                                        <p:strVal val="visible"/>
                                      </p:to>
                                    </p:set>
                                    <p:anim calcmode="lin" valueType="num">
                                      <p:cBhvr additive="base">
                                        <p:cTn id="7" dur="500" fill="hold"/>
                                        <p:tgtEl>
                                          <p:spTgt spid="369667"/>
                                        </p:tgtEl>
                                        <p:attrNameLst>
                                          <p:attrName>ppt_x</p:attrName>
                                        </p:attrNameLst>
                                      </p:cBhvr>
                                      <p:tavLst>
                                        <p:tav tm="0">
                                          <p:val>
                                            <p:strVal val="1+#ppt_w/2"/>
                                          </p:val>
                                        </p:tav>
                                        <p:tav tm="100000">
                                          <p:val>
                                            <p:strVal val="#ppt_x"/>
                                          </p:val>
                                        </p:tav>
                                      </p:tavLst>
                                    </p:anim>
                                    <p:anim calcmode="lin" valueType="num">
                                      <p:cBhvr additive="base">
                                        <p:cTn id="8" dur="500" fill="hold"/>
                                        <p:tgtEl>
                                          <p:spTgt spid="369667"/>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3" presetClass="entr" presetSubtype="16" fill="hold" nodeType="clickEffect">
                                  <p:stCondLst>
                                    <p:cond delay="0"/>
                                  </p:stCondLst>
                                  <p:childTnLst>
                                    <p:set>
                                      <p:cBhvr>
                                        <p:cTn id="12" dur="1" fill="hold">
                                          <p:stCondLst>
                                            <p:cond delay="0"/>
                                          </p:stCondLst>
                                        </p:cTn>
                                        <p:tgtEl>
                                          <p:spTgt spid="369674"/>
                                        </p:tgtEl>
                                        <p:attrNameLst>
                                          <p:attrName>style.visibility</p:attrName>
                                        </p:attrNameLst>
                                      </p:cBhvr>
                                      <p:to>
                                        <p:strVal val="visible"/>
                                      </p:to>
                                    </p:set>
                                    <p:anim calcmode="lin" valueType="num">
                                      <p:cBhvr>
                                        <p:cTn id="13" dur="500" fill="hold"/>
                                        <p:tgtEl>
                                          <p:spTgt spid="369674"/>
                                        </p:tgtEl>
                                        <p:attrNameLst>
                                          <p:attrName>ppt_w</p:attrName>
                                        </p:attrNameLst>
                                      </p:cBhvr>
                                      <p:tavLst>
                                        <p:tav tm="0">
                                          <p:val>
                                            <p:fltVal val="0"/>
                                          </p:val>
                                        </p:tav>
                                        <p:tav tm="100000">
                                          <p:val>
                                            <p:strVal val="#ppt_w"/>
                                          </p:val>
                                        </p:tav>
                                      </p:tavLst>
                                    </p:anim>
                                    <p:anim calcmode="lin" valueType="num">
                                      <p:cBhvr>
                                        <p:cTn id="14" dur="500" fill="hold"/>
                                        <p:tgtEl>
                                          <p:spTgt spid="369674"/>
                                        </p:tgtEl>
                                        <p:attrNameLst>
                                          <p:attrName>ppt_h</p:attrName>
                                        </p:attrNameLst>
                                      </p:cBhvr>
                                      <p:tavLst>
                                        <p:tav tm="0">
                                          <p:val>
                                            <p:fltVal val="0"/>
                                          </p:val>
                                        </p:tav>
                                        <p:tav tm="100000">
                                          <p:val>
                                            <p:strVal val="#ppt_h"/>
                                          </p:val>
                                        </p:tav>
                                      </p:tavLst>
                                    </p:anim>
                                  </p:childTnLst>
                                </p:cTn>
                              </p:par>
                            </p:childTnLst>
                          </p:cTn>
                        </p:par>
                      </p:childTnLst>
                    </p:cTn>
                  </p:par>
                  <p:par>
                    <p:cTn id="15" fill="hold">
                      <p:stCondLst>
                        <p:cond delay="indefinite"/>
                      </p:stCondLst>
                      <p:childTnLst>
                        <p:par>
                          <p:cTn id="16" fill="hold">
                            <p:stCondLst>
                              <p:cond delay="0"/>
                            </p:stCondLst>
                            <p:childTnLst>
                              <p:par>
                                <p:cTn id="17" presetID="23" presetClass="entr" presetSubtype="16" fill="hold" nodeType="clickEffect">
                                  <p:stCondLst>
                                    <p:cond delay="0"/>
                                  </p:stCondLst>
                                  <p:childTnLst>
                                    <p:set>
                                      <p:cBhvr>
                                        <p:cTn id="18" dur="1" fill="hold">
                                          <p:stCondLst>
                                            <p:cond delay="0"/>
                                          </p:stCondLst>
                                        </p:cTn>
                                        <p:tgtEl>
                                          <p:spTgt spid="369675"/>
                                        </p:tgtEl>
                                        <p:attrNameLst>
                                          <p:attrName>style.visibility</p:attrName>
                                        </p:attrNameLst>
                                      </p:cBhvr>
                                      <p:to>
                                        <p:strVal val="visible"/>
                                      </p:to>
                                    </p:set>
                                    <p:anim calcmode="lin" valueType="num">
                                      <p:cBhvr>
                                        <p:cTn id="19" dur="500" fill="hold"/>
                                        <p:tgtEl>
                                          <p:spTgt spid="369675"/>
                                        </p:tgtEl>
                                        <p:attrNameLst>
                                          <p:attrName>ppt_w</p:attrName>
                                        </p:attrNameLst>
                                      </p:cBhvr>
                                      <p:tavLst>
                                        <p:tav tm="0">
                                          <p:val>
                                            <p:fltVal val="0"/>
                                          </p:val>
                                        </p:tav>
                                        <p:tav tm="100000">
                                          <p:val>
                                            <p:strVal val="#ppt_w"/>
                                          </p:val>
                                        </p:tav>
                                      </p:tavLst>
                                    </p:anim>
                                    <p:anim calcmode="lin" valueType="num">
                                      <p:cBhvr>
                                        <p:cTn id="20" dur="500" fill="hold"/>
                                        <p:tgtEl>
                                          <p:spTgt spid="369675"/>
                                        </p:tgtEl>
                                        <p:attrNameLst>
                                          <p:attrName>ppt_h</p:attrName>
                                        </p:attrNameLst>
                                      </p:cBhvr>
                                      <p:tavLst>
                                        <p:tav tm="0">
                                          <p:val>
                                            <p:fltVal val="0"/>
                                          </p:val>
                                        </p:tav>
                                        <p:tav tm="100000">
                                          <p:val>
                                            <p:strVal val="#ppt_h"/>
                                          </p:val>
                                        </p:tav>
                                      </p:tavLst>
                                    </p:anim>
                                  </p:childTnLst>
                                </p:cTn>
                              </p:par>
                            </p:childTnLst>
                          </p:cTn>
                        </p:par>
                        <p:par>
                          <p:cTn id="21" fill="hold">
                            <p:stCondLst>
                              <p:cond delay="500"/>
                            </p:stCondLst>
                            <p:childTnLst>
                              <p:par>
                                <p:cTn id="22" presetID="17" presetClass="entr" presetSubtype="10" fill="hold" nodeType="afterEffect">
                                  <p:stCondLst>
                                    <p:cond delay="0"/>
                                  </p:stCondLst>
                                  <p:childTnLst>
                                    <p:set>
                                      <p:cBhvr>
                                        <p:cTn id="23" dur="1" fill="hold">
                                          <p:stCondLst>
                                            <p:cond delay="0"/>
                                          </p:stCondLst>
                                        </p:cTn>
                                        <p:tgtEl>
                                          <p:spTgt spid="369683"/>
                                        </p:tgtEl>
                                        <p:attrNameLst>
                                          <p:attrName>style.visibility</p:attrName>
                                        </p:attrNameLst>
                                      </p:cBhvr>
                                      <p:to>
                                        <p:strVal val="visible"/>
                                      </p:to>
                                    </p:set>
                                    <p:anim calcmode="lin" valueType="num">
                                      <p:cBhvr>
                                        <p:cTn id="24" dur="500" fill="hold"/>
                                        <p:tgtEl>
                                          <p:spTgt spid="369683"/>
                                        </p:tgtEl>
                                        <p:attrNameLst>
                                          <p:attrName>ppt_w</p:attrName>
                                        </p:attrNameLst>
                                      </p:cBhvr>
                                      <p:tavLst>
                                        <p:tav tm="0">
                                          <p:val>
                                            <p:fltVal val="0"/>
                                          </p:val>
                                        </p:tav>
                                        <p:tav tm="100000">
                                          <p:val>
                                            <p:strVal val="#ppt_w"/>
                                          </p:val>
                                        </p:tav>
                                      </p:tavLst>
                                    </p:anim>
                                    <p:anim calcmode="lin" valueType="num">
                                      <p:cBhvr>
                                        <p:cTn id="25" dur="500" fill="hold"/>
                                        <p:tgtEl>
                                          <p:spTgt spid="369683"/>
                                        </p:tgtEl>
                                        <p:attrNameLst>
                                          <p:attrName>ppt_h</p:attrName>
                                        </p:attrNameLst>
                                      </p:cBhvr>
                                      <p:tavLst>
                                        <p:tav tm="0">
                                          <p:val>
                                            <p:strVal val="#ppt_h"/>
                                          </p:val>
                                        </p:tav>
                                        <p:tav tm="100000">
                                          <p:val>
                                            <p:strVal val="#ppt_h"/>
                                          </p:val>
                                        </p:tav>
                                      </p:tavLst>
                                    </p:anim>
                                  </p:childTnLst>
                                </p:cTn>
                              </p:par>
                            </p:childTnLst>
                          </p:cTn>
                        </p:par>
                      </p:childTnLst>
                    </p:cTn>
                  </p:par>
                  <p:par>
                    <p:cTn id="26" fill="hold">
                      <p:stCondLst>
                        <p:cond delay="indefinite"/>
                      </p:stCondLst>
                      <p:childTnLst>
                        <p:par>
                          <p:cTn id="27" fill="hold">
                            <p:stCondLst>
                              <p:cond delay="0"/>
                            </p:stCondLst>
                            <p:childTnLst>
                              <p:par>
                                <p:cTn id="28" presetID="23" presetClass="entr" presetSubtype="16" fill="hold" nodeType="clickEffect">
                                  <p:stCondLst>
                                    <p:cond delay="0"/>
                                  </p:stCondLst>
                                  <p:childTnLst>
                                    <p:set>
                                      <p:cBhvr>
                                        <p:cTn id="29" dur="1" fill="hold">
                                          <p:stCondLst>
                                            <p:cond delay="0"/>
                                          </p:stCondLst>
                                        </p:cTn>
                                        <p:tgtEl>
                                          <p:spTgt spid="369684"/>
                                        </p:tgtEl>
                                        <p:attrNameLst>
                                          <p:attrName>style.visibility</p:attrName>
                                        </p:attrNameLst>
                                      </p:cBhvr>
                                      <p:to>
                                        <p:strVal val="visible"/>
                                      </p:to>
                                    </p:set>
                                    <p:anim calcmode="lin" valueType="num">
                                      <p:cBhvr>
                                        <p:cTn id="30" dur="500" fill="hold"/>
                                        <p:tgtEl>
                                          <p:spTgt spid="369684"/>
                                        </p:tgtEl>
                                        <p:attrNameLst>
                                          <p:attrName>ppt_w</p:attrName>
                                        </p:attrNameLst>
                                      </p:cBhvr>
                                      <p:tavLst>
                                        <p:tav tm="0">
                                          <p:val>
                                            <p:fltVal val="0"/>
                                          </p:val>
                                        </p:tav>
                                        <p:tav tm="100000">
                                          <p:val>
                                            <p:strVal val="#ppt_w"/>
                                          </p:val>
                                        </p:tav>
                                      </p:tavLst>
                                    </p:anim>
                                    <p:anim calcmode="lin" valueType="num">
                                      <p:cBhvr>
                                        <p:cTn id="31" dur="500" fill="hold"/>
                                        <p:tgtEl>
                                          <p:spTgt spid="369684"/>
                                        </p:tgtEl>
                                        <p:attrNameLst>
                                          <p:attrName>ppt_h</p:attrName>
                                        </p:attrNameLst>
                                      </p:cBhvr>
                                      <p:tavLst>
                                        <p:tav tm="0">
                                          <p:val>
                                            <p:fltVal val="0"/>
                                          </p:val>
                                        </p:tav>
                                        <p:tav tm="100000">
                                          <p:val>
                                            <p:strVal val="#ppt_h"/>
                                          </p:val>
                                        </p:tav>
                                      </p:tavLst>
                                    </p:anim>
                                  </p:childTnLst>
                                </p:cTn>
                              </p:par>
                            </p:childTnLst>
                          </p:cTn>
                        </p:par>
                        <p:par>
                          <p:cTn id="32" fill="hold">
                            <p:stCondLst>
                              <p:cond delay="500"/>
                            </p:stCondLst>
                            <p:childTnLst>
                              <p:par>
                                <p:cTn id="33" presetID="23" presetClass="entr" presetSubtype="16" fill="hold" nodeType="afterEffect">
                                  <p:stCondLst>
                                    <p:cond delay="0"/>
                                  </p:stCondLst>
                                  <p:childTnLst>
                                    <p:set>
                                      <p:cBhvr>
                                        <p:cTn id="34" dur="1" fill="hold">
                                          <p:stCondLst>
                                            <p:cond delay="0"/>
                                          </p:stCondLst>
                                        </p:cTn>
                                        <p:tgtEl>
                                          <p:spTgt spid="369685"/>
                                        </p:tgtEl>
                                        <p:attrNameLst>
                                          <p:attrName>style.visibility</p:attrName>
                                        </p:attrNameLst>
                                      </p:cBhvr>
                                      <p:to>
                                        <p:strVal val="visible"/>
                                      </p:to>
                                    </p:set>
                                    <p:anim calcmode="lin" valueType="num">
                                      <p:cBhvr>
                                        <p:cTn id="35" dur="500" fill="hold"/>
                                        <p:tgtEl>
                                          <p:spTgt spid="369685"/>
                                        </p:tgtEl>
                                        <p:attrNameLst>
                                          <p:attrName>ppt_w</p:attrName>
                                        </p:attrNameLst>
                                      </p:cBhvr>
                                      <p:tavLst>
                                        <p:tav tm="0">
                                          <p:val>
                                            <p:fltVal val="0"/>
                                          </p:val>
                                        </p:tav>
                                        <p:tav tm="100000">
                                          <p:val>
                                            <p:strVal val="#ppt_w"/>
                                          </p:val>
                                        </p:tav>
                                      </p:tavLst>
                                    </p:anim>
                                    <p:anim calcmode="lin" valueType="num">
                                      <p:cBhvr>
                                        <p:cTn id="36" dur="500" fill="hold"/>
                                        <p:tgtEl>
                                          <p:spTgt spid="369685"/>
                                        </p:tgtEl>
                                        <p:attrNameLst>
                                          <p:attrName>ppt_h</p:attrName>
                                        </p:attrNameLst>
                                      </p:cBhvr>
                                      <p:tavLst>
                                        <p:tav tm="0">
                                          <p:val>
                                            <p:fltVal val="0"/>
                                          </p:val>
                                        </p:tav>
                                        <p:tav tm="100000">
                                          <p:val>
                                            <p:strVal val="#ppt_h"/>
                                          </p:val>
                                        </p:tav>
                                      </p:tavLst>
                                    </p:anim>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72710"/>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23" presetClass="entr" presetSubtype="16" fill="hold" nodeType="clickEffect">
                                  <p:stCondLst>
                                    <p:cond delay="0"/>
                                  </p:stCondLst>
                                  <p:childTnLst>
                                    <p:set>
                                      <p:cBhvr>
                                        <p:cTn id="44" dur="1" fill="hold">
                                          <p:stCondLst>
                                            <p:cond delay="0"/>
                                          </p:stCondLst>
                                        </p:cTn>
                                        <p:tgtEl>
                                          <p:spTgt spid="369686"/>
                                        </p:tgtEl>
                                        <p:attrNameLst>
                                          <p:attrName>style.visibility</p:attrName>
                                        </p:attrNameLst>
                                      </p:cBhvr>
                                      <p:to>
                                        <p:strVal val="visible"/>
                                      </p:to>
                                    </p:set>
                                    <p:anim calcmode="lin" valueType="num">
                                      <p:cBhvr>
                                        <p:cTn id="45" dur="500" fill="hold"/>
                                        <p:tgtEl>
                                          <p:spTgt spid="369686"/>
                                        </p:tgtEl>
                                        <p:attrNameLst>
                                          <p:attrName>ppt_w</p:attrName>
                                        </p:attrNameLst>
                                      </p:cBhvr>
                                      <p:tavLst>
                                        <p:tav tm="0">
                                          <p:val>
                                            <p:fltVal val="0"/>
                                          </p:val>
                                        </p:tav>
                                        <p:tav tm="100000">
                                          <p:val>
                                            <p:strVal val="#ppt_w"/>
                                          </p:val>
                                        </p:tav>
                                      </p:tavLst>
                                    </p:anim>
                                    <p:anim calcmode="lin" valueType="num">
                                      <p:cBhvr>
                                        <p:cTn id="46" dur="500" fill="hold"/>
                                        <p:tgtEl>
                                          <p:spTgt spid="369686"/>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9667" grpId="0" autoUpdateAnimBg="0"/>
    </p:bldLst>
  </p:timing>
</p:sld>
</file>

<file path=ppt/slides/slide7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3730" name="Rectangle 4"/>
          <p:cNvSpPr>
            <a:spLocks noGrp="1" noChangeArrowheads="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a:spcBef>
                <a:spcPct val="0"/>
              </a:spcBef>
              <a:buFontTx/>
              <a:buNone/>
            </a:pPr>
            <a:fld id="{037DF8F3-E975-4F8C-B6DA-7625FE388D5E}" type="datetime1">
              <a:rPr kumimoji="0" lang="zh-CN" altLang="en-US" sz="1200" smtClean="0">
                <a:solidFill>
                  <a:srgbClr val="000000"/>
                </a:solidFill>
                <a:ea typeface="宋体" panose="02010600030101010101" pitchFamily="2" charset="-122"/>
              </a:rPr>
            </a:fld>
            <a:endParaRPr kumimoji="0" lang="en-US" altLang="zh-CN" sz="1200">
              <a:solidFill>
                <a:srgbClr val="000000"/>
              </a:solidFill>
              <a:ea typeface="宋体" panose="02010600030101010101" pitchFamily="2" charset="-122"/>
            </a:endParaRPr>
          </a:p>
        </p:txBody>
      </p:sp>
      <p:sp>
        <p:nvSpPr>
          <p:cNvPr id="370690" name="Rectangle 2"/>
          <p:cNvSpPr>
            <a:spLocks noGrp="1" noChangeArrowheads="1"/>
          </p:cNvSpPr>
          <p:nvPr>
            <p:ph type="title" idx="4294967295"/>
          </p:nvPr>
        </p:nvSpPr>
        <p:spPr>
          <a:xfrm>
            <a:off x="335756" y="218932"/>
            <a:ext cx="3455987" cy="465137"/>
          </a:xfrm>
          <a:noFill/>
          <a:ln w="9525" algn="ctr">
            <a:noFill/>
            <a:miter lim="800000"/>
          </a:ln>
          <a:effectLst/>
        </p:spPr>
        <p:txBody>
          <a:bodyPr anchor="b"/>
          <a:lstStyle/>
          <a:p>
            <a:pPr algn="l" eaLnBrk="1" hangingPunct="1">
              <a:lnSpc>
                <a:spcPct val="140000"/>
              </a:lnSpc>
            </a:pPr>
            <a:r>
              <a:rPr lang="en-US" altLang="zh-CN" sz="2800" b="1" kern="1200" dirty="0">
                <a:solidFill>
                  <a:srgbClr val="FF0000"/>
                </a:solidFill>
                <a:ea typeface="楷体_GB2312" pitchFamily="49" charset="-122"/>
                <a:cs typeface="+mn-cs"/>
              </a:rPr>
              <a:t>  9</a:t>
            </a:r>
            <a:r>
              <a:rPr lang="zh-CN" altLang="en-US" sz="2800" b="1" kern="1200" dirty="0">
                <a:solidFill>
                  <a:srgbClr val="FF0000"/>
                </a:solidFill>
                <a:ea typeface="楷体_GB2312" pitchFamily="49" charset="-122"/>
                <a:cs typeface="+mn-cs"/>
              </a:rPr>
              <a:t>、时域卷积定理：</a:t>
            </a:r>
            <a:endParaRPr lang="zh-CN" altLang="en-US" sz="2800" b="1" kern="1200" dirty="0">
              <a:solidFill>
                <a:srgbClr val="FF0000"/>
              </a:solidFill>
              <a:ea typeface="楷体_GB2312" pitchFamily="49" charset="-122"/>
              <a:cs typeface="+mn-cs"/>
            </a:endParaRPr>
          </a:p>
        </p:txBody>
      </p:sp>
      <p:sp>
        <p:nvSpPr>
          <p:cNvPr id="370691" name="Text Box 3"/>
          <p:cNvSpPr txBox="1">
            <a:spLocks noChangeArrowheads="1"/>
          </p:cNvSpPr>
          <p:nvPr/>
        </p:nvSpPr>
        <p:spPr bwMode="auto">
          <a:xfrm>
            <a:off x="1619250" y="1012825"/>
            <a:ext cx="45720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spcBef>
                <a:spcPct val="50000"/>
              </a:spcBef>
              <a:buFontTx/>
              <a:buNone/>
            </a:pPr>
            <a:r>
              <a:rPr lang="zh-CN" altLang="en-US" sz="2800" dirty="0">
                <a:solidFill>
                  <a:srgbClr val="003300"/>
                </a:solidFill>
                <a:latin typeface="Tahoma" panose="020B0604030504040204" pitchFamily="34" charset="0"/>
                <a:ea typeface="宋体" panose="02010600030101010101" pitchFamily="2" charset="-122"/>
              </a:rPr>
              <a:t>若</a:t>
            </a:r>
            <a:endParaRPr lang="zh-CN" altLang="en-US" sz="2800" dirty="0">
              <a:solidFill>
                <a:srgbClr val="003300"/>
              </a:solidFill>
              <a:latin typeface="Tahoma" panose="020B0604030504040204" pitchFamily="34" charset="0"/>
              <a:ea typeface="宋体" panose="02010600030101010101" pitchFamily="2" charset="-122"/>
            </a:endParaRPr>
          </a:p>
        </p:txBody>
      </p:sp>
      <p:graphicFrame>
        <p:nvGraphicFramePr>
          <p:cNvPr id="370693" name="Object 5"/>
          <p:cNvGraphicFramePr>
            <a:graphicFrameLocks noChangeAspect="1"/>
          </p:cNvGraphicFramePr>
          <p:nvPr/>
        </p:nvGraphicFramePr>
        <p:xfrm>
          <a:off x="2228850" y="1012825"/>
          <a:ext cx="2346960" cy="533400"/>
        </p:xfrm>
        <a:graphic>
          <a:graphicData uri="http://schemas.openxmlformats.org/presentationml/2006/ole">
            <mc:AlternateContent xmlns:mc="http://schemas.openxmlformats.org/markup-compatibility/2006">
              <mc:Choice xmlns:v="urn:schemas-microsoft-com:vml" Requires="v">
                <p:oleObj spid="_x0000_s2" name="" r:id="rId1" imgW="1422400" imgH="292100" progId="Equation.3">
                  <p:embed/>
                </p:oleObj>
              </mc:Choice>
              <mc:Fallback>
                <p:oleObj name="" r:id="rId1" imgW="1422400" imgH="292100" progId="Equation.3">
                  <p:embed/>
                  <p:pic>
                    <p:nvPicPr>
                      <p:cNvPr id="0" name="Object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28850" y="1012825"/>
                        <a:ext cx="2346960" cy="533400"/>
                      </a:xfrm>
                      <a:prstGeom prst="rect">
                        <a:avLst/>
                      </a:prstGeom>
                      <a:noFill/>
                      <a:ln>
                        <a:noFill/>
                      </a:ln>
                    </p:spPr>
                  </p:pic>
                </p:oleObj>
              </mc:Fallback>
            </mc:AlternateContent>
          </a:graphicData>
        </a:graphic>
      </p:graphicFrame>
      <p:graphicFrame>
        <p:nvGraphicFramePr>
          <p:cNvPr id="370694" name="Object 6"/>
          <p:cNvGraphicFramePr>
            <a:graphicFrameLocks noChangeAspect="1"/>
          </p:cNvGraphicFramePr>
          <p:nvPr/>
        </p:nvGraphicFramePr>
        <p:xfrm>
          <a:off x="4730831" y="966789"/>
          <a:ext cx="2482769" cy="677862"/>
        </p:xfrm>
        <a:graphic>
          <a:graphicData uri="http://schemas.openxmlformats.org/presentationml/2006/ole">
            <mc:AlternateContent xmlns:mc="http://schemas.openxmlformats.org/markup-compatibility/2006">
              <mc:Choice xmlns:v="urn:schemas-microsoft-com:vml" Requires="v">
                <p:oleObj spid="_x0000_s3" name="" r:id="rId3" imgW="1447165" imgH="304800" progId="Equation.3">
                  <p:embed/>
                </p:oleObj>
              </mc:Choice>
              <mc:Fallback>
                <p:oleObj name="" r:id="rId3" imgW="1447165" imgH="304800" progId="Equation.3">
                  <p:embed/>
                  <p:pic>
                    <p:nvPicPr>
                      <p:cNvPr id="0"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30831" y="966789"/>
                        <a:ext cx="2482769" cy="677862"/>
                      </a:xfrm>
                      <a:prstGeom prst="rect">
                        <a:avLst/>
                      </a:prstGeom>
                      <a:noFill/>
                      <a:ln>
                        <a:noFill/>
                      </a:ln>
                    </p:spPr>
                  </p:pic>
                </p:oleObj>
              </mc:Fallback>
            </mc:AlternateContent>
          </a:graphicData>
        </a:graphic>
      </p:graphicFrame>
      <p:graphicFrame>
        <p:nvGraphicFramePr>
          <p:cNvPr id="370695" name="Object 7"/>
          <p:cNvGraphicFramePr>
            <a:graphicFrameLocks noChangeAspect="1"/>
          </p:cNvGraphicFramePr>
          <p:nvPr/>
        </p:nvGraphicFramePr>
        <p:xfrm>
          <a:off x="2484438" y="1916112"/>
          <a:ext cx="4947749" cy="835819"/>
        </p:xfrm>
        <a:graphic>
          <a:graphicData uri="http://schemas.openxmlformats.org/presentationml/2006/ole">
            <mc:AlternateContent xmlns:mc="http://schemas.openxmlformats.org/markup-compatibility/2006">
              <mc:Choice xmlns:v="urn:schemas-microsoft-com:vml" Requires="v">
                <p:oleObj spid="_x0000_s4" name="Equation" r:id="rId5" imgW="1752600" imgH="254000" progId="Equation.3">
                  <p:embed/>
                </p:oleObj>
              </mc:Choice>
              <mc:Fallback>
                <p:oleObj name="Equation" r:id="rId5" imgW="1752600" imgH="254000" progId="Equation.3">
                  <p:embed/>
                  <p:pic>
                    <p:nvPicPr>
                      <p:cNvPr id="0" name="Object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484438" y="1916112"/>
                        <a:ext cx="4947749" cy="835819"/>
                      </a:xfrm>
                      <a:prstGeom prst="rect">
                        <a:avLst/>
                      </a:prstGeom>
                      <a:noFill/>
                      <a:ln>
                        <a:noFill/>
                      </a:ln>
                    </p:spPr>
                  </p:pic>
                </p:oleObj>
              </mc:Fallback>
            </mc:AlternateContent>
          </a:graphicData>
        </a:graphic>
      </p:graphicFrame>
      <p:sp>
        <p:nvSpPr>
          <p:cNvPr id="370696" name="Text Box 8"/>
          <p:cNvSpPr txBox="1">
            <a:spLocks noChangeArrowheads="1"/>
          </p:cNvSpPr>
          <p:nvPr/>
        </p:nvSpPr>
        <p:spPr bwMode="auto">
          <a:xfrm>
            <a:off x="1567835" y="1951624"/>
            <a:ext cx="518756"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spcBef>
                <a:spcPct val="50000"/>
              </a:spcBef>
              <a:buFontTx/>
              <a:buNone/>
            </a:pPr>
            <a:r>
              <a:rPr lang="zh-CN" altLang="en-US" sz="2800" dirty="0">
                <a:solidFill>
                  <a:srgbClr val="800000"/>
                </a:solidFill>
                <a:latin typeface="Tahoma" panose="020B0604030504040204" pitchFamily="34" charset="0"/>
                <a:ea typeface="宋体" panose="02010600030101010101" pitchFamily="2" charset="-122"/>
              </a:rPr>
              <a:t>则</a:t>
            </a:r>
            <a:endParaRPr lang="zh-CN" altLang="en-US" sz="2800" dirty="0">
              <a:solidFill>
                <a:srgbClr val="800000"/>
              </a:solidFill>
              <a:latin typeface="Tahoma" panose="020B0604030504040204" pitchFamily="34" charset="0"/>
              <a:ea typeface="宋体" panose="02010600030101010101" pitchFamily="2" charset="-122"/>
            </a:endParaRPr>
          </a:p>
        </p:txBody>
      </p:sp>
      <p:sp>
        <p:nvSpPr>
          <p:cNvPr id="370697" name="Rectangle 9"/>
          <p:cNvSpPr>
            <a:spLocks noChangeArrowheads="1"/>
          </p:cNvSpPr>
          <p:nvPr/>
        </p:nvSpPr>
        <p:spPr bwMode="auto">
          <a:xfrm>
            <a:off x="456406" y="3023394"/>
            <a:ext cx="3671887" cy="465138"/>
          </a:xfrm>
          <a:prstGeom prst="rect">
            <a:avLst/>
          </a:prstGeom>
          <a:noFill/>
          <a:ln w="9525" algn="ctr">
            <a:noFill/>
            <a:miter lim="800000"/>
          </a:ln>
          <a:effectLst/>
        </p:spPr>
        <p:txBody>
          <a:bodyPr anchor="b"/>
          <a:lstStyle/>
          <a:p>
            <a:pPr eaLnBrk="1" hangingPunct="1">
              <a:lnSpc>
                <a:spcPct val="140000"/>
              </a:lnSpc>
              <a:defRPr/>
            </a:pPr>
            <a:r>
              <a:rPr lang="en-US" altLang="zh-CN" sz="2800" dirty="0">
                <a:solidFill>
                  <a:srgbClr val="FF0000"/>
                </a:solidFill>
                <a:effectLst>
                  <a:outerShdw blurRad="38100" dist="38100" dir="2700000" algn="tl">
                    <a:srgbClr val="C0C0C0"/>
                  </a:outerShdw>
                </a:effectLst>
                <a:latin typeface="楷体_GB2312" pitchFamily="49" charset="-122"/>
                <a:ea typeface="楷体_GB2312" pitchFamily="49" charset="-122"/>
              </a:rPr>
              <a:t>10</a:t>
            </a:r>
            <a:r>
              <a:rPr lang="zh-CN" altLang="en-US" sz="2800" dirty="0">
                <a:solidFill>
                  <a:srgbClr val="FF0000"/>
                </a:solidFill>
                <a:effectLst>
                  <a:outerShdw blurRad="38100" dist="38100" dir="2700000" algn="tl">
                    <a:srgbClr val="C0C0C0"/>
                  </a:outerShdw>
                </a:effectLst>
                <a:latin typeface="楷体_GB2312" pitchFamily="49" charset="-122"/>
                <a:ea typeface="楷体_GB2312" pitchFamily="49" charset="-122"/>
              </a:rPr>
              <a:t>、复频域卷积定理：</a:t>
            </a:r>
            <a:endParaRPr lang="zh-CN" altLang="en-US" sz="2800" dirty="0">
              <a:solidFill>
                <a:srgbClr val="FF0000"/>
              </a:solidFill>
              <a:effectLst>
                <a:outerShdw blurRad="38100" dist="38100" dir="2700000" algn="tl">
                  <a:srgbClr val="C0C0C0"/>
                </a:outerShdw>
              </a:effectLst>
              <a:latin typeface="楷体_GB2312" pitchFamily="49" charset="-122"/>
              <a:ea typeface="楷体_GB2312" pitchFamily="49" charset="-122"/>
            </a:endParaRPr>
          </a:p>
        </p:txBody>
      </p:sp>
      <p:graphicFrame>
        <p:nvGraphicFramePr>
          <p:cNvPr id="370698" name="Object 10"/>
          <p:cNvGraphicFramePr>
            <a:graphicFrameLocks noChangeAspect="1"/>
          </p:cNvGraphicFramePr>
          <p:nvPr/>
        </p:nvGraphicFramePr>
        <p:xfrm>
          <a:off x="2520949" y="3754438"/>
          <a:ext cx="1918473" cy="523220"/>
        </p:xfrm>
        <a:graphic>
          <a:graphicData uri="http://schemas.openxmlformats.org/presentationml/2006/ole">
            <mc:AlternateContent xmlns:mc="http://schemas.openxmlformats.org/markup-compatibility/2006">
              <mc:Choice xmlns:v="urn:schemas-microsoft-com:vml" Requires="v">
                <p:oleObj spid="_x0000_s5" name="" r:id="rId7" imgW="1422400" imgH="292100" progId="Equation.3">
                  <p:embed/>
                </p:oleObj>
              </mc:Choice>
              <mc:Fallback>
                <p:oleObj name="" r:id="rId7" imgW="1422400" imgH="292100" progId="Equation.3">
                  <p:embed/>
                  <p:pic>
                    <p:nvPicPr>
                      <p:cNvPr id="0" name="Object 1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20949" y="3754438"/>
                        <a:ext cx="1918473" cy="523220"/>
                      </a:xfrm>
                      <a:prstGeom prst="rect">
                        <a:avLst/>
                      </a:prstGeom>
                      <a:noFill/>
                      <a:ln>
                        <a:noFill/>
                      </a:ln>
                    </p:spPr>
                  </p:pic>
                </p:oleObj>
              </mc:Fallback>
            </mc:AlternateContent>
          </a:graphicData>
        </a:graphic>
      </p:graphicFrame>
      <p:graphicFrame>
        <p:nvGraphicFramePr>
          <p:cNvPr id="370699" name="Object 11"/>
          <p:cNvGraphicFramePr>
            <a:graphicFrameLocks noChangeAspect="1"/>
          </p:cNvGraphicFramePr>
          <p:nvPr/>
        </p:nvGraphicFramePr>
        <p:xfrm>
          <a:off x="4684713" y="3779838"/>
          <a:ext cx="2104740" cy="574020"/>
        </p:xfrm>
        <a:graphic>
          <a:graphicData uri="http://schemas.openxmlformats.org/presentationml/2006/ole">
            <mc:AlternateContent xmlns:mc="http://schemas.openxmlformats.org/markup-compatibility/2006">
              <mc:Choice xmlns:v="urn:schemas-microsoft-com:vml" Requires="v">
                <p:oleObj spid="_x0000_s6" name="" r:id="rId8" imgW="1447165" imgH="304800" progId="Equation.3">
                  <p:embed/>
                </p:oleObj>
              </mc:Choice>
              <mc:Fallback>
                <p:oleObj name="" r:id="rId8" imgW="1447165" imgH="304800" progId="Equation.3">
                  <p:embed/>
                  <p:pic>
                    <p:nvPicPr>
                      <p:cNvPr id="0" name="Object 1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84713" y="3779838"/>
                        <a:ext cx="2104740" cy="574020"/>
                      </a:xfrm>
                      <a:prstGeom prst="rect">
                        <a:avLst/>
                      </a:prstGeom>
                      <a:noFill/>
                      <a:ln>
                        <a:noFill/>
                      </a:ln>
                    </p:spPr>
                  </p:pic>
                </p:oleObj>
              </mc:Fallback>
            </mc:AlternateContent>
          </a:graphicData>
        </a:graphic>
      </p:graphicFrame>
      <p:sp>
        <p:nvSpPr>
          <p:cNvPr id="370700" name="Text Box 12"/>
          <p:cNvSpPr txBox="1">
            <a:spLocks noChangeArrowheads="1"/>
          </p:cNvSpPr>
          <p:nvPr/>
        </p:nvSpPr>
        <p:spPr bwMode="auto">
          <a:xfrm>
            <a:off x="1547813" y="4724400"/>
            <a:ext cx="45720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spcBef>
                <a:spcPct val="50000"/>
              </a:spcBef>
              <a:buFontTx/>
              <a:buNone/>
            </a:pPr>
            <a:r>
              <a:rPr lang="zh-CN" altLang="en-US" sz="2800">
                <a:solidFill>
                  <a:srgbClr val="800000"/>
                </a:solidFill>
                <a:latin typeface="Tahoma" panose="020B0604030504040204" pitchFamily="34" charset="0"/>
                <a:ea typeface="宋体" panose="02010600030101010101" pitchFamily="2" charset="-122"/>
              </a:rPr>
              <a:t>则</a:t>
            </a:r>
            <a:endParaRPr lang="zh-CN" altLang="en-US" sz="2800">
              <a:solidFill>
                <a:srgbClr val="800000"/>
              </a:solidFill>
              <a:latin typeface="Tahoma" panose="020B0604030504040204" pitchFamily="34" charset="0"/>
              <a:ea typeface="宋体" panose="02010600030101010101" pitchFamily="2" charset="-122"/>
            </a:endParaRPr>
          </a:p>
        </p:txBody>
      </p:sp>
      <p:graphicFrame>
        <p:nvGraphicFramePr>
          <p:cNvPr id="370701" name="Object 13"/>
          <p:cNvGraphicFramePr>
            <a:graphicFrameLocks noChangeAspect="1"/>
          </p:cNvGraphicFramePr>
          <p:nvPr/>
        </p:nvGraphicFramePr>
        <p:xfrm>
          <a:off x="2627313" y="4508500"/>
          <a:ext cx="4711048" cy="1008732"/>
        </p:xfrm>
        <a:graphic>
          <a:graphicData uri="http://schemas.openxmlformats.org/presentationml/2006/ole">
            <mc:AlternateContent xmlns:mc="http://schemas.openxmlformats.org/markup-compatibility/2006">
              <mc:Choice xmlns:v="urn:schemas-microsoft-com:vml" Requires="v">
                <p:oleObj spid="_x0000_s7" name="Equation" r:id="rId9" imgW="1993900" imgH="419100" progId="Equation.3">
                  <p:embed/>
                </p:oleObj>
              </mc:Choice>
              <mc:Fallback>
                <p:oleObj name="Equation" r:id="rId9" imgW="1993900" imgH="419100" progId="Equation.3">
                  <p:embed/>
                  <p:pic>
                    <p:nvPicPr>
                      <p:cNvPr id="0" name="Object 13"/>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627313" y="4508500"/>
                        <a:ext cx="4711048" cy="1008732"/>
                      </a:xfrm>
                      <a:prstGeom prst="rect">
                        <a:avLst/>
                      </a:prstGeom>
                      <a:noFill/>
                      <a:ln>
                        <a:noFill/>
                      </a:ln>
                    </p:spPr>
                  </p:pic>
                </p:oleObj>
              </mc:Fallback>
            </mc:AlternateContent>
          </a:graphicData>
        </a:graphic>
      </p:graphicFrame>
      <p:sp>
        <p:nvSpPr>
          <p:cNvPr id="370702" name="Text Box 14"/>
          <p:cNvSpPr txBox="1">
            <a:spLocks noChangeArrowheads="1"/>
          </p:cNvSpPr>
          <p:nvPr/>
        </p:nvSpPr>
        <p:spPr bwMode="auto">
          <a:xfrm>
            <a:off x="1547813" y="3830638"/>
            <a:ext cx="45720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spcBef>
                <a:spcPct val="50000"/>
              </a:spcBef>
              <a:buFontTx/>
              <a:buNone/>
            </a:pPr>
            <a:r>
              <a:rPr lang="zh-CN" altLang="en-US" sz="2800" dirty="0">
                <a:solidFill>
                  <a:srgbClr val="003300"/>
                </a:solidFill>
                <a:latin typeface="Tahoma" panose="020B0604030504040204" pitchFamily="34" charset="0"/>
                <a:ea typeface="宋体" panose="02010600030101010101" pitchFamily="2" charset="-122"/>
              </a:rPr>
              <a:t>若</a:t>
            </a:r>
            <a:endParaRPr lang="zh-CN" altLang="en-US" sz="2800" dirty="0">
              <a:solidFill>
                <a:srgbClr val="003300"/>
              </a:solidFill>
              <a:latin typeface="Tahoma" panose="020B0604030504040204" pitchFamily="34" charset="0"/>
              <a:ea typeface="宋体" panose="02010600030101010101" pitchFamily="2" charset="-122"/>
            </a:endParaRPr>
          </a:p>
        </p:txBody>
      </p:sp>
      <p:graphicFrame>
        <p:nvGraphicFramePr>
          <p:cNvPr id="370703" name="Object 15"/>
          <p:cNvGraphicFramePr>
            <a:graphicFrameLocks noChangeAspect="1"/>
          </p:cNvGraphicFramePr>
          <p:nvPr/>
        </p:nvGraphicFramePr>
        <p:xfrm>
          <a:off x="2627313" y="5661025"/>
          <a:ext cx="5297109" cy="863600"/>
        </p:xfrm>
        <a:graphic>
          <a:graphicData uri="http://schemas.openxmlformats.org/presentationml/2006/ole">
            <mc:AlternateContent xmlns:mc="http://schemas.openxmlformats.org/markup-compatibility/2006">
              <mc:Choice xmlns:v="urn:schemas-microsoft-com:vml" Requires="v">
                <p:oleObj spid="_x0000_s8" name="Equation" r:id="rId11" imgW="2222500" imgH="355600" progId="Equation.3">
                  <p:embed/>
                </p:oleObj>
              </mc:Choice>
              <mc:Fallback>
                <p:oleObj name="Equation" r:id="rId11" imgW="2222500" imgH="355600" progId="Equation.3">
                  <p:embed/>
                  <p:pic>
                    <p:nvPicPr>
                      <p:cNvPr id="0" name="Object 15"/>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627313" y="5661025"/>
                        <a:ext cx="5297109" cy="863600"/>
                      </a:xfrm>
                      <a:prstGeom prst="rect">
                        <a:avLst/>
                      </a:prstGeom>
                      <a:solidFill>
                        <a:srgbClr val="FFFF00"/>
                      </a:solidFill>
                      <a:ln>
                        <a:solidFill>
                          <a:srgbClr val="FFFF00"/>
                        </a:solidFill>
                      </a:ln>
                    </p:spPr>
                  </p:pic>
                </p:oleObj>
              </mc:Fallback>
            </mc:AlternateContent>
          </a:graphicData>
        </a:graphic>
      </p:graphicFrame>
      <p:sp>
        <p:nvSpPr>
          <p:cNvPr id="370704" name="Text Box 16"/>
          <p:cNvSpPr txBox="1">
            <a:spLocks noChangeArrowheads="1"/>
          </p:cNvSpPr>
          <p:nvPr/>
        </p:nvSpPr>
        <p:spPr bwMode="auto">
          <a:xfrm>
            <a:off x="1370013" y="5811204"/>
            <a:ext cx="99060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spcBef>
                <a:spcPct val="50000"/>
              </a:spcBef>
              <a:buFontTx/>
              <a:buNone/>
            </a:pPr>
            <a:r>
              <a:rPr lang="zh-CN" altLang="en-US" sz="2800" dirty="0">
                <a:solidFill>
                  <a:srgbClr val="003300"/>
                </a:solidFill>
                <a:latin typeface="Tahoma" panose="020B0604030504040204" pitchFamily="34" charset="0"/>
                <a:ea typeface="宋体" panose="02010600030101010101" pitchFamily="2" charset="-122"/>
              </a:rPr>
              <a:t>其中</a:t>
            </a:r>
            <a:endParaRPr lang="zh-CN" altLang="en-US" sz="2800" dirty="0">
              <a:solidFill>
                <a:srgbClr val="003300"/>
              </a:solidFill>
              <a:latin typeface="Tahoma" panose="020B0604030504040204" pitchFamily="34" charset="0"/>
              <a:ea typeface="宋体" panose="02010600030101010101" pitchFamily="2" charset="-122"/>
            </a:endParaRPr>
          </a:p>
        </p:txBody>
      </p:sp>
      <p:sp>
        <p:nvSpPr>
          <p:cNvPr id="9" name="墨迹 1"/>
          <p:cNvSpPr/>
          <p:nvPr/>
        </p:nvSpPr>
        <p:spPr bwMode="auto">
          <a:xfrm>
            <a:off x="1114200" y="259920"/>
            <a:ext cx="8003520" cy="6095520"/>
          </a:xfrm>
        </p:spPr>
      </p:sp>
    </p:spTree>
    <p:custDataLst>
      <p:tags r:id="rId13"/>
    </p:custDataLst>
  </p:cSld>
  <p:clrMapOvr>
    <a:masterClrMapping/>
  </p:clrMapOvr>
  <mc:AlternateContent xmlns:mc="http://schemas.openxmlformats.org/markup-compatibility/2006">
    <mc:Choice xmlns:p14="http://schemas.microsoft.com/office/powerpoint/2010/main" Requires="p14">
      <p:transition spd="slow" p14:dur="2000" advTm="181664"/>
    </mc:Choice>
    <mc:Fallback>
      <p:transition spd="slow" advTm="181664"/>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37" fill="hold" grpId="0" nodeType="afterEffect">
                                  <p:stCondLst>
                                    <p:cond delay="0"/>
                                  </p:stCondLst>
                                  <p:childTnLst>
                                    <p:set>
                                      <p:cBhvr>
                                        <p:cTn id="6" dur="1" fill="hold">
                                          <p:stCondLst>
                                            <p:cond delay="0"/>
                                          </p:stCondLst>
                                        </p:cTn>
                                        <p:tgtEl>
                                          <p:spTgt spid="370690"/>
                                        </p:tgtEl>
                                        <p:attrNameLst>
                                          <p:attrName>style.visibility</p:attrName>
                                        </p:attrNameLst>
                                      </p:cBhvr>
                                      <p:to>
                                        <p:strVal val="visible"/>
                                      </p:to>
                                    </p:set>
                                    <p:animEffect transition="in" filter="barn(outVertical)">
                                      <p:cBhvr>
                                        <p:cTn id="7" dur="500"/>
                                        <p:tgtEl>
                                          <p:spTgt spid="370690"/>
                                        </p:tgtEl>
                                      </p:cBhvr>
                                    </p:animEffect>
                                  </p:childTnLst>
                                </p:cTn>
                              </p:par>
                            </p:childTnLst>
                          </p:cTn>
                        </p:par>
                        <p:par>
                          <p:cTn id="8" fill="hold">
                            <p:stCondLst>
                              <p:cond delay="500"/>
                            </p:stCondLst>
                            <p:childTnLst>
                              <p:par>
                                <p:cTn id="9" presetID="9" presetClass="entr" presetSubtype="0" fill="hold" grpId="0" nodeType="afterEffect">
                                  <p:stCondLst>
                                    <p:cond delay="0"/>
                                  </p:stCondLst>
                                  <p:childTnLst>
                                    <p:set>
                                      <p:cBhvr>
                                        <p:cTn id="10" dur="1" fill="hold">
                                          <p:stCondLst>
                                            <p:cond delay="0"/>
                                          </p:stCondLst>
                                        </p:cTn>
                                        <p:tgtEl>
                                          <p:spTgt spid="370691"/>
                                        </p:tgtEl>
                                        <p:attrNameLst>
                                          <p:attrName>style.visibility</p:attrName>
                                        </p:attrNameLst>
                                      </p:cBhvr>
                                      <p:to>
                                        <p:strVal val="visible"/>
                                      </p:to>
                                    </p:set>
                                    <p:animEffect transition="in" filter="dissolve">
                                      <p:cBhvr>
                                        <p:cTn id="11" dur="500"/>
                                        <p:tgtEl>
                                          <p:spTgt spid="370691"/>
                                        </p:tgtEl>
                                      </p:cBhvr>
                                    </p:animEffect>
                                  </p:childTnLst>
                                </p:cTn>
                              </p:par>
                            </p:childTnLst>
                          </p:cTn>
                        </p:par>
                        <p:par>
                          <p:cTn id="12" fill="hold">
                            <p:stCondLst>
                              <p:cond delay="1000"/>
                            </p:stCondLst>
                            <p:childTnLst>
                              <p:par>
                                <p:cTn id="13" presetID="9" presetClass="entr" presetSubtype="0" fill="hold" nodeType="afterEffect">
                                  <p:stCondLst>
                                    <p:cond delay="0"/>
                                  </p:stCondLst>
                                  <p:childTnLst>
                                    <p:set>
                                      <p:cBhvr>
                                        <p:cTn id="14" dur="1" fill="hold">
                                          <p:stCondLst>
                                            <p:cond delay="0"/>
                                          </p:stCondLst>
                                        </p:cTn>
                                        <p:tgtEl>
                                          <p:spTgt spid="370693"/>
                                        </p:tgtEl>
                                        <p:attrNameLst>
                                          <p:attrName>style.visibility</p:attrName>
                                        </p:attrNameLst>
                                      </p:cBhvr>
                                      <p:to>
                                        <p:strVal val="visible"/>
                                      </p:to>
                                    </p:set>
                                    <p:animEffect transition="in" filter="dissolve">
                                      <p:cBhvr>
                                        <p:cTn id="15" dur="500"/>
                                        <p:tgtEl>
                                          <p:spTgt spid="370693"/>
                                        </p:tgtEl>
                                      </p:cBhvr>
                                    </p:animEffect>
                                  </p:childTnLst>
                                </p:cTn>
                              </p:par>
                            </p:childTnLst>
                          </p:cTn>
                        </p:par>
                        <p:par>
                          <p:cTn id="16" fill="hold">
                            <p:stCondLst>
                              <p:cond delay="1500"/>
                            </p:stCondLst>
                            <p:childTnLst>
                              <p:par>
                                <p:cTn id="17" presetID="9" presetClass="entr" presetSubtype="0" fill="hold" nodeType="afterEffect">
                                  <p:stCondLst>
                                    <p:cond delay="0"/>
                                  </p:stCondLst>
                                  <p:childTnLst>
                                    <p:set>
                                      <p:cBhvr>
                                        <p:cTn id="18" dur="1" fill="hold">
                                          <p:stCondLst>
                                            <p:cond delay="0"/>
                                          </p:stCondLst>
                                        </p:cTn>
                                        <p:tgtEl>
                                          <p:spTgt spid="370694"/>
                                        </p:tgtEl>
                                        <p:attrNameLst>
                                          <p:attrName>style.visibility</p:attrName>
                                        </p:attrNameLst>
                                      </p:cBhvr>
                                      <p:to>
                                        <p:strVal val="visible"/>
                                      </p:to>
                                    </p:set>
                                    <p:animEffect transition="in" filter="dissolve">
                                      <p:cBhvr>
                                        <p:cTn id="19" dur="500"/>
                                        <p:tgtEl>
                                          <p:spTgt spid="370694"/>
                                        </p:tgtEl>
                                      </p:cBhvr>
                                    </p:animEffect>
                                  </p:childTnLst>
                                </p:cTn>
                              </p:par>
                            </p:childTnLst>
                          </p:cTn>
                        </p:par>
                        <p:par>
                          <p:cTn id="20" fill="hold">
                            <p:stCondLst>
                              <p:cond delay="2000"/>
                            </p:stCondLst>
                            <p:childTnLst>
                              <p:par>
                                <p:cTn id="21" presetID="9" presetClass="entr" presetSubtype="0" fill="hold" grpId="0" nodeType="afterEffect">
                                  <p:stCondLst>
                                    <p:cond delay="0"/>
                                  </p:stCondLst>
                                  <p:childTnLst>
                                    <p:set>
                                      <p:cBhvr>
                                        <p:cTn id="22" dur="1" fill="hold">
                                          <p:stCondLst>
                                            <p:cond delay="0"/>
                                          </p:stCondLst>
                                        </p:cTn>
                                        <p:tgtEl>
                                          <p:spTgt spid="370696"/>
                                        </p:tgtEl>
                                        <p:attrNameLst>
                                          <p:attrName>style.visibility</p:attrName>
                                        </p:attrNameLst>
                                      </p:cBhvr>
                                      <p:to>
                                        <p:strVal val="visible"/>
                                      </p:to>
                                    </p:set>
                                    <p:animEffect transition="in" filter="dissolve">
                                      <p:cBhvr>
                                        <p:cTn id="23" dur="500"/>
                                        <p:tgtEl>
                                          <p:spTgt spid="370696"/>
                                        </p:tgtEl>
                                      </p:cBhvr>
                                    </p:animEffect>
                                  </p:childTnLst>
                                </p:cTn>
                              </p:par>
                            </p:childTnLst>
                          </p:cTn>
                        </p:par>
                        <p:par>
                          <p:cTn id="24" fill="hold">
                            <p:stCondLst>
                              <p:cond delay="2500"/>
                            </p:stCondLst>
                            <p:childTnLst>
                              <p:par>
                                <p:cTn id="25" presetID="2" presetClass="entr" presetSubtype="2" fill="hold" nodeType="afterEffect">
                                  <p:stCondLst>
                                    <p:cond delay="0"/>
                                  </p:stCondLst>
                                  <p:childTnLst>
                                    <p:set>
                                      <p:cBhvr>
                                        <p:cTn id="26" dur="1" fill="hold">
                                          <p:stCondLst>
                                            <p:cond delay="0"/>
                                          </p:stCondLst>
                                        </p:cTn>
                                        <p:tgtEl>
                                          <p:spTgt spid="370695"/>
                                        </p:tgtEl>
                                        <p:attrNameLst>
                                          <p:attrName>style.visibility</p:attrName>
                                        </p:attrNameLst>
                                      </p:cBhvr>
                                      <p:to>
                                        <p:strVal val="visible"/>
                                      </p:to>
                                    </p:set>
                                    <p:anim calcmode="lin" valueType="num">
                                      <p:cBhvr additive="base">
                                        <p:cTn id="27" dur="500" fill="hold"/>
                                        <p:tgtEl>
                                          <p:spTgt spid="370695"/>
                                        </p:tgtEl>
                                        <p:attrNameLst>
                                          <p:attrName>ppt_x</p:attrName>
                                        </p:attrNameLst>
                                      </p:cBhvr>
                                      <p:tavLst>
                                        <p:tav tm="0">
                                          <p:val>
                                            <p:strVal val="1+#ppt_w/2"/>
                                          </p:val>
                                        </p:tav>
                                        <p:tav tm="100000">
                                          <p:val>
                                            <p:strVal val="#ppt_x"/>
                                          </p:val>
                                        </p:tav>
                                      </p:tavLst>
                                    </p:anim>
                                    <p:anim calcmode="lin" valueType="num">
                                      <p:cBhvr additive="base">
                                        <p:cTn id="28" dur="500" fill="hold"/>
                                        <p:tgtEl>
                                          <p:spTgt spid="370695"/>
                                        </p:tgtEl>
                                        <p:attrNameLst>
                                          <p:attrName>ppt_y</p:attrName>
                                        </p:attrNameLst>
                                      </p:cBhvr>
                                      <p:tavLst>
                                        <p:tav tm="0">
                                          <p:val>
                                            <p:strVal val="#ppt_y"/>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16" presetClass="entr" presetSubtype="42" fill="hold" grpId="0" nodeType="clickEffect">
                                  <p:stCondLst>
                                    <p:cond delay="0"/>
                                  </p:stCondLst>
                                  <p:childTnLst>
                                    <p:set>
                                      <p:cBhvr>
                                        <p:cTn id="32" dur="1" fill="hold">
                                          <p:stCondLst>
                                            <p:cond delay="0"/>
                                          </p:stCondLst>
                                        </p:cTn>
                                        <p:tgtEl>
                                          <p:spTgt spid="370697"/>
                                        </p:tgtEl>
                                        <p:attrNameLst>
                                          <p:attrName>style.visibility</p:attrName>
                                        </p:attrNameLst>
                                      </p:cBhvr>
                                      <p:to>
                                        <p:strVal val="visible"/>
                                      </p:to>
                                    </p:set>
                                    <p:animEffect transition="in" filter="barn(outHorizontal)">
                                      <p:cBhvr>
                                        <p:cTn id="33" dur="500"/>
                                        <p:tgtEl>
                                          <p:spTgt spid="370697"/>
                                        </p:tgtEl>
                                      </p:cBhvr>
                                    </p:animEffect>
                                  </p:childTnLst>
                                </p:cTn>
                              </p:par>
                            </p:childTnLst>
                          </p:cTn>
                        </p:par>
                        <p:par>
                          <p:cTn id="34" fill="hold">
                            <p:stCondLst>
                              <p:cond delay="500"/>
                            </p:stCondLst>
                            <p:childTnLst>
                              <p:par>
                                <p:cTn id="35" presetID="9" presetClass="entr" presetSubtype="0" fill="hold" grpId="0" nodeType="afterEffect">
                                  <p:stCondLst>
                                    <p:cond delay="0"/>
                                  </p:stCondLst>
                                  <p:childTnLst>
                                    <p:set>
                                      <p:cBhvr>
                                        <p:cTn id="36" dur="1" fill="hold">
                                          <p:stCondLst>
                                            <p:cond delay="0"/>
                                          </p:stCondLst>
                                        </p:cTn>
                                        <p:tgtEl>
                                          <p:spTgt spid="370702"/>
                                        </p:tgtEl>
                                        <p:attrNameLst>
                                          <p:attrName>style.visibility</p:attrName>
                                        </p:attrNameLst>
                                      </p:cBhvr>
                                      <p:to>
                                        <p:strVal val="visible"/>
                                      </p:to>
                                    </p:set>
                                    <p:animEffect transition="in" filter="dissolve">
                                      <p:cBhvr>
                                        <p:cTn id="37" dur="500"/>
                                        <p:tgtEl>
                                          <p:spTgt spid="370702"/>
                                        </p:tgtEl>
                                      </p:cBhvr>
                                    </p:animEffect>
                                  </p:childTnLst>
                                </p:cTn>
                              </p:par>
                            </p:childTnLst>
                          </p:cTn>
                        </p:par>
                        <p:par>
                          <p:cTn id="38" fill="hold">
                            <p:stCondLst>
                              <p:cond delay="1000"/>
                            </p:stCondLst>
                            <p:childTnLst>
                              <p:par>
                                <p:cTn id="39" presetID="9" presetClass="entr" presetSubtype="0" fill="hold" nodeType="afterEffect">
                                  <p:stCondLst>
                                    <p:cond delay="0"/>
                                  </p:stCondLst>
                                  <p:childTnLst>
                                    <p:set>
                                      <p:cBhvr>
                                        <p:cTn id="40" dur="1" fill="hold">
                                          <p:stCondLst>
                                            <p:cond delay="0"/>
                                          </p:stCondLst>
                                        </p:cTn>
                                        <p:tgtEl>
                                          <p:spTgt spid="370698"/>
                                        </p:tgtEl>
                                        <p:attrNameLst>
                                          <p:attrName>style.visibility</p:attrName>
                                        </p:attrNameLst>
                                      </p:cBhvr>
                                      <p:to>
                                        <p:strVal val="visible"/>
                                      </p:to>
                                    </p:set>
                                    <p:animEffect transition="in" filter="dissolve">
                                      <p:cBhvr>
                                        <p:cTn id="41" dur="500"/>
                                        <p:tgtEl>
                                          <p:spTgt spid="370698"/>
                                        </p:tgtEl>
                                      </p:cBhvr>
                                    </p:animEffect>
                                  </p:childTnLst>
                                </p:cTn>
                              </p:par>
                            </p:childTnLst>
                          </p:cTn>
                        </p:par>
                        <p:par>
                          <p:cTn id="42" fill="hold">
                            <p:stCondLst>
                              <p:cond delay="1500"/>
                            </p:stCondLst>
                            <p:childTnLst>
                              <p:par>
                                <p:cTn id="43" presetID="9" presetClass="entr" presetSubtype="0" fill="hold" nodeType="afterEffect">
                                  <p:stCondLst>
                                    <p:cond delay="0"/>
                                  </p:stCondLst>
                                  <p:childTnLst>
                                    <p:set>
                                      <p:cBhvr>
                                        <p:cTn id="44" dur="1" fill="hold">
                                          <p:stCondLst>
                                            <p:cond delay="0"/>
                                          </p:stCondLst>
                                        </p:cTn>
                                        <p:tgtEl>
                                          <p:spTgt spid="370699"/>
                                        </p:tgtEl>
                                        <p:attrNameLst>
                                          <p:attrName>style.visibility</p:attrName>
                                        </p:attrNameLst>
                                      </p:cBhvr>
                                      <p:to>
                                        <p:strVal val="visible"/>
                                      </p:to>
                                    </p:set>
                                    <p:animEffect transition="in" filter="dissolve">
                                      <p:cBhvr>
                                        <p:cTn id="45" dur="500"/>
                                        <p:tgtEl>
                                          <p:spTgt spid="370699"/>
                                        </p:tgtEl>
                                      </p:cBhvr>
                                    </p:animEffect>
                                  </p:childTnLst>
                                </p:cTn>
                              </p:par>
                            </p:childTnLst>
                          </p:cTn>
                        </p:par>
                        <p:par>
                          <p:cTn id="46" fill="hold">
                            <p:stCondLst>
                              <p:cond delay="2000"/>
                            </p:stCondLst>
                            <p:childTnLst>
                              <p:par>
                                <p:cTn id="47" presetID="9" presetClass="entr" presetSubtype="0" fill="hold" grpId="0" nodeType="afterEffect">
                                  <p:stCondLst>
                                    <p:cond delay="0"/>
                                  </p:stCondLst>
                                  <p:childTnLst>
                                    <p:set>
                                      <p:cBhvr>
                                        <p:cTn id="48" dur="1" fill="hold">
                                          <p:stCondLst>
                                            <p:cond delay="0"/>
                                          </p:stCondLst>
                                        </p:cTn>
                                        <p:tgtEl>
                                          <p:spTgt spid="370700"/>
                                        </p:tgtEl>
                                        <p:attrNameLst>
                                          <p:attrName>style.visibility</p:attrName>
                                        </p:attrNameLst>
                                      </p:cBhvr>
                                      <p:to>
                                        <p:strVal val="visible"/>
                                      </p:to>
                                    </p:set>
                                    <p:animEffect transition="in" filter="dissolve">
                                      <p:cBhvr>
                                        <p:cTn id="49" dur="500"/>
                                        <p:tgtEl>
                                          <p:spTgt spid="370700"/>
                                        </p:tgtEl>
                                      </p:cBhvr>
                                    </p:animEffect>
                                  </p:childTnLst>
                                </p:cTn>
                              </p:par>
                            </p:childTnLst>
                          </p:cTn>
                        </p:par>
                        <p:par>
                          <p:cTn id="50" fill="hold">
                            <p:stCondLst>
                              <p:cond delay="2500"/>
                            </p:stCondLst>
                            <p:childTnLst>
                              <p:par>
                                <p:cTn id="51" presetID="2" presetClass="entr" presetSubtype="2" fill="hold" nodeType="afterEffect">
                                  <p:stCondLst>
                                    <p:cond delay="0"/>
                                  </p:stCondLst>
                                  <p:childTnLst>
                                    <p:set>
                                      <p:cBhvr>
                                        <p:cTn id="52" dur="1" fill="hold">
                                          <p:stCondLst>
                                            <p:cond delay="0"/>
                                          </p:stCondLst>
                                        </p:cTn>
                                        <p:tgtEl>
                                          <p:spTgt spid="370701"/>
                                        </p:tgtEl>
                                        <p:attrNameLst>
                                          <p:attrName>style.visibility</p:attrName>
                                        </p:attrNameLst>
                                      </p:cBhvr>
                                      <p:to>
                                        <p:strVal val="visible"/>
                                      </p:to>
                                    </p:set>
                                    <p:anim calcmode="lin" valueType="num">
                                      <p:cBhvr additive="base">
                                        <p:cTn id="53" dur="500" fill="hold"/>
                                        <p:tgtEl>
                                          <p:spTgt spid="370701"/>
                                        </p:tgtEl>
                                        <p:attrNameLst>
                                          <p:attrName>ppt_x</p:attrName>
                                        </p:attrNameLst>
                                      </p:cBhvr>
                                      <p:tavLst>
                                        <p:tav tm="0">
                                          <p:val>
                                            <p:strVal val="1+#ppt_w/2"/>
                                          </p:val>
                                        </p:tav>
                                        <p:tav tm="100000">
                                          <p:val>
                                            <p:strVal val="#ppt_x"/>
                                          </p:val>
                                        </p:tav>
                                      </p:tavLst>
                                    </p:anim>
                                    <p:anim calcmode="lin" valueType="num">
                                      <p:cBhvr additive="base">
                                        <p:cTn id="54" dur="500" fill="hold"/>
                                        <p:tgtEl>
                                          <p:spTgt spid="370701"/>
                                        </p:tgtEl>
                                        <p:attrNameLst>
                                          <p:attrName>ppt_y</p:attrName>
                                        </p:attrNameLst>
                                      </p:cBhvr>
                                      <p:tavLst>
                                        <p:tav tm="0">
                                          <p:val>
                                            <p:strVal val="#ppt_y"/>
                                          </p:val>
                                        </p:tav>
                                        <p:tav tm="100000">
                                          <p:val>
                                            <p:strVal val="#ppt_y"/>
                                          </p:val>
                                        </p:tav>
                                      </p:tavLst>
                                    </p:anim>
                                  </p:childTnLst>
                                </p:cTn>
                              </p:par>
                            </p:childTnLst>
                          </p:cTn>
                        </p:par>
                        <p:par>
                          <p:cTn id="55" fill="hold">
                            <p:stCondLst>
                              <p:cond delay="3000"/>
                            </p:stCondLst>
                            <p:childTnLst>
                              <p:par>
                                <p:cTn id="56" presetID="9" presetClass="entr" presetSubtype="0" fill="hold" grpId="0" nodeType="afterEffect">
                                  <p:stCondLst>
                                    <p:cond delay="0"/>
                                  </p:stCondLst>
                                  <p:childTnLst>
                                    <p:set>
                                      <p:cBhvr>
                                        <p:cTn id="57" dur="1" fill="hold">
                                          <p:stCondLst>
                                            <p:cond delay="0"/>
                                          </p:stCondLst>
                                        </p:cTn>
                                        <p:tgtEl>
                                          <p:spTgt spid="370704"/>
                                        </p:tgtEl>
                                        <p:attrNameLst>
                                          <p:attrName>style.visibility</p:attrName>
                                        </p:attrNameLst>
                                      </p:cBhvr>
                                      <p:to>
                                        <p:strVal val="visible"/>
                                      </p:to>
                                    </p:set>
                                    <p:animEffect transition="in" filter="dissolve">
                                      <p:cBhvr>
                                        <p:cTn id="58" dur="500"/>
                                        <p:tgtEl>
                                          <p:spTgt spid="370704"/>
                                        </p:tgtEl>
                                      </p:cBhvr>
                                    </p:animEffect>
                                  </p:childTnLst>
                                </p:cTn>
                              </p:par>
                            </p:childTnLst>
                          </p:cTn>
                        </p:par>
                      </p:childTnLst>
                    </p:cTn>
                  </p:par>
                  <p:par>
                    <p:cTn id="59" fill="hold">
                      <p:stCondLst>
                        <p:cond delay="indefinite"/>
                      </p:stCondLst>
                      <p:childTnLst>
                        <p:par>
                          <p:cTn id="60" fill="hold">
                            <p:stCondLst>
                              <p:cond delay="0"/>
                            </p:stCondLst>
                            <p:childTnLst>
                              <p:par>
                                <p:cTn id="61" presetID="2" presetClass="entr" presetSubtype="2" fill="hold" nodeType="clickEffect">
                                  <p:stCondLst>
                                    <p:cond delay="0"/>
                                  </p:stCondLst>
                                  <p:childTnLst>
                                    <p:set>
                                      <p:cBhvr>
                                        <p:cTn id="62" dur="1" fill="hold">
                                          <p:stCondLst>
                                            <p:cond delay="0"/>
                                          </p:stCondLst>
                                        </p:cTn>
                                        <p:tgtEl>
                                          <p:spTgt spid="370703"/>
                                        </p:tgtEl>
                                        <p:attrNameLst>
                                          <p:attrName>style.visibility</p:attrName>
                                        </p:attrNameLst>
                                      </p:cBhvr>
                                      <p:to>
                                        <p:strVal val="visible"/>
                                      </p:to>
                                    </p:set>
                                    <p:anim calcmode="lin" valueType="num">
                                      <p:cBhvr additive="base">
                                        <p:cTn id="63" dur="500" fill="hold"/>
                                        <p:tgtEl>
                                          <p:spTgt spid="370703"/>
                                        </p:tgtEl>
                                        <p:attrNameLst>
                                          <p:attrName>ppt_x</p:attrName>
                                        </p:attrNameLst>
                                      </p:cBhvr>
                                      <p:tavLst>
                                        <p:tav tm="0">
                                          <p:val>
                                            <p:strVal val="1+#ppt_w/2"/>
                                          </p:val>
                                        </p:tav>
                                        <p:tav tm="100000">
                                          <p:val>
                                            <p:strVal val="#ppt_x"/>
                                          </p:val>
                                        </p:tav>
                                      </p:tavLst>
                                    </p:anim>
                                    <p:anim calcmode="lin" valueType="num">
                                      <p:cBhvr additive="base">
                                        <p:cTn id="64" dur="500" fill="hold"/>
                                        <p:tgtEl>
                                          <p:spTgt spid="37070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0690" grpId="0" autoUpdateAnimBg="0"/>
      <p:bldP spid="370691" grpId="0" autoUpdateAnimBg="0"/>
      <p:bldP spid="370696" grpId="0" autoUpdateAnimBg="0"/>
      <p:bldP spid="370697" grpId="0" autoUpdateAnimBg="0"/>
      <p:bldP spid="370700" grpId="0" autoUpdateAnimBg="0"/>
      <p:bldP spid="370702" grpId="0" autoUpdateAnimBg="0"/>
      <p:bldP spid="370704" grpId="0" autoUpdateAnimBg="0"/>
    </p:bldLst>
  </p:timing>
</p:sld>
</file>

<file path=ppt/slides/slide8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4754" name="Rectangle 4"/>
          <p:cNvSpPr>
            <a:spLocks noGrp="1" noChangeArrowheads="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a:spcBef>
                <a:spcPct val="0"/>
              </a:spcBef>
              <a:buFontTx/>
              <a:buNone/>
            </a:pPr>
            <a:fld id="{1C0DA88E-EDD5-4C82-BBA4-BC5E170292BF}" type="datetime1">
              <a:rPr kumimoji="0" lang="zh-CN" altLang="en-US" sz="1200" smtClean="0">
                <a:solidFill>
                  <a:srgbClr val="000000"/>
                </a:solidFill>
                <a:ea typeface="宋体" panose="02010600030101010101" pitchFamily="2" charset="-122"/>
              </a:rPr>
            </a:fld>
            <a:endParaRPr kumimoji="0" lang="en-US" altLang="zh-CN" sz="1200">
              <a:solidFill>
                <a:srgbClr val="000000"/>
              </a:solidFill>
              <a:ea typeface="宋体" panose="02010600030101010101" pitchFamily="2" charset="-122"/>
            </a:endParaRPr>
          </a:p>
        </p:txBody>
      </p:sp>
      <p:sp>
        <p:nvSpPr>
          <p:cNvPr id="371714" name="Text Box 2"/>
          <p:cNvSpPr txBox="1">
            <a:spLocks noChangeArrowheads="1"/>
          </p:cNvSpPr>
          <p:nvPr/>
        </p:nvSpPr>
        <p:spPr bwMode="auto">
          <a:xfrm>
            <a:off x="914400" y="708025"/>
            <a:ext cx="35814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spcBef>
                <a:spcPct val="50000"/>
              </a:spcBef>
              <a:buFontTx/>
              <a:buNone/>
            </a:pPr>
            <a:r>
              <a:rPr lang="zh-CN" altLang="en-US" sz="2400" dirty="0">
                <a:solidFill>
                  <a:srgbClr val="003300"/>
                </a:solidFill>
                <a:latin typeface="Tahoma" panose="020B0604030504040204" pitchFamily="34" charset="0"/>
                <a:ea typeface="宋体" panose="02010600030101010101" pitchFamily="2" charset="-122"/>
              </a:rPr>
              <a:t>初值</a:t>
            </a:r>
            <a:r>
              <a:rPr lang="en-US" altLang="zh-CN" sz="2400" dirty="0">
                <a:solidFill>
                  <a:srgbClr val="003300"/>
                </a:solidFill>
                <a:latin typeface="Tahoma" panose="020B0604030504040204" pitchFamily="34" charset="0"/>
                <a:ea typeface="宋体" panose="02010600030101010101" pitchFamily="2" charset="-122"/>
              </a:rPr>
              <a:t>:   f(t)|</a:t>
            </a:r>
            <a:r>
              <a:rPr lang="en-US" altLang="zh-CN" sz="2400" baseline="-25000" dirty="0">
                <a:solidFill>
                  <a:srgbClr val="003300"/>
                </a:solidFill>
                <a:latin typeface="Tahoma" panose="020B0604030504040204" pitchFamily="34" charset="0"/>
                <a:ea typeface="宋体" panose="02010600030101010101" pitchFamily="2" charset="-122"/>
              </a:rPr>
              <a:t>t=0+</a:t>
            </a:r>
            <a:r>
              <a:rPr lang="en-US" altLang="zh-CN" sz="2400" dirty="0">
                <a:solidFill>
                  <a:srgbClr val="003300"/>
                </a:solidFill>
                <a:latin typeface="Tahoma" panose="020B0604030504040204" pitchFamily="34" charset="0"/>
                <a:ea typeface="宋体" panose="02010600030101010101" pitchFamily="2" charset="-122"/>
              </a:rPr>
              <a:t>=f(0</a:t>
            </a:r>
            <a:r>
              <a:rPr lang="en-US" altLang="zh-CN" sz="2400" baseline="30000" dirty="0">
                <a:solidFill>
                  <a:srgbClr val="003300"/>
                </a:solidFill>
                <a:latin typeface="Tahoma" panose="020B0604030504040204" pitchFamily="34" charset="0"/>
                <a:ea typeface="宋体" panose="02010600030101010101" pitchFamily="2" charset="-122"/>
              </a:rPr>
              <a:t>+</a:t>
            </a:r>
            <a:r>
              <a:rPr lang="en-US" altLang="zh-CN" sz="2400" dirty="0">
                <a:solidFill>
                  <a:srgbClr val="003300"/>
                </a:solidFill>
                <a:latin typeface="Tahoma" panose="020B0604030504040204" pitchFamily="34" charset="0"/>
                <a:ea typeface="宋体" panose="02010600030101010101" pitchFamily="2" charset="-122"/>
              </a:rPr>
              <a:t>)</a:t>
            </a:r>
            <a:endParaRPr lang="en-US" altLang="zh-CN" sz="2400" dirty="0">
              <a:solidFill>
                <a:srgbClr val="003300"/>
              </a:solidFill>
              <a:latin typeface="Tahoma" panose="020B0604030504040204" pitchFamily="34" charset="0"/>
              <a:ea typeface="宋体" panose="02010600030101010101" pitchFamily="2" charset="-122"/>
            </a:endParaRPr>
          </a:p>
        </p:txBody>
      </p:sp>
      <p:sp>
        <p:nvSpPr>
          <p:cNvPr id="74756" name="Rectangle 3"/>
          <p:cNvSpPr>
            <a:spLocks noChangeArrowheads="1"/>
          </p:cNvSpPr>
          <p:nvPr/>
        </p:nvSpPr>
        <p:spPr bwMode="auto">
          <a:xfrm>
            <a:off x="3481388" y="312896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spcBef>
                <a:spcPct val="0"/>
              </a:spcBef>
              <a:buFontTx/>
              <a:buNone/>
            </a:pPr>
            <a:endParaRPr kumimoji="0" lang="zh-CN" altLang="en-US" sz="1800">
              <a:ea typeface="宋体" panose="02010600030101010101" pitchFamily="2" charset="-122"/>
            </a:endParaRPr>
          </a:p>
        </p:txBody>
      </p:sp>
      <p:sp>
        <p:nvSpPr>
          <p:cNvPr id="74757" name="Rectangle 4"/>
          <p:cNvSpPr>
            <a:spLocks noChangeArrowheads="1"/>
          </p:cNvSpPr>
          <p:nvPr/>
        </p:nvSpPr>
        <p:spPr bwMode="auto">
          <a:xfrm>
            <a:off x="3128963" y="31765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spcBef>
                <a:spcPct val="0"/>
              </a:spcBef>
              <a:buFontTx/>
              <a:buNone/>
            </a:pPr>
            <a:endParaRPr kumimoji="0" lang="zh-CN" altLang="en-US" sz="1800">
              <a:ea typeface="宋体" panose="02010600030101010101" pitchFamily="2" charset="-122"/>
            </a:endParaRPr>
          </a:p>
        </p:txBody>
      </p:sp>
      <p:sp>
        <p:nvSpPr>
          <p:cNvPr id="371717" name="Text Box 5"/>
          <p:cNvSpPr txBox="1">
            <a:spLocks noChangeArrowheads="1"/>
          </p:cNvSpPr>
          <p:nvPr/>
        </p:nvSpPr>
        <p:spPr bwMode="auto">
          <a:xfrm>
            <a:off x="909637" y="1231902"/>
            <a:ext cx="61722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spcBef>
                <a:spcPct val="50000"/>
              </a:spcBef>
              <a:buFontTx/>
              <a:buNone/>
            </a:pPr>
            <a:r>
              <a:rPr lang="zh-CN" altLang="en-US" sz="2400" dirty="0">
                <a:solidFill>
                  <a:srgbClr val="003300"/>
                </a:solidFill>
                <a:latin typeface="Tahoma" panose="020B0604030504040204" pitchFamily="34" charset="0"/>
                <a:ea typeface="宋体" panose="02010600030101010101" pitchFamily="2" charset="-122"/>
              </a:rPr>
              <a:t>若</a:t>
            </a:r>
            <a:r>
              <a:rPr lang="en-US" altLang="zh-CN" sz="2400" dirty="0">
                <a:solidFill>
                  <a:srgbClr val="003300"/>
                </a:solidFill>
                <a:latin typeface="Tahoma" panose="020B0604030504040204" pitchFamily="34" charset="0"/>
                <a:ea typeface="宋体" panose="02010600030101010101" pitchFamily="2" charset="-122"/>
              </a:rPr>
              <a:t>f(t) </a:t>
            </a:r>
            <a:r>
              <a:rPr lang="zh-CN" altLang="en-US" sz="2400" dirty="0">
                <a:solidFill>
                  <a:srgbClr val="003300"/>
                </a:solidFill>
                <a:latin typeface="Tahoma" panose="020B0604030504040204" pitchFamily="34" charset="0"/>
                <a:ea typeface="宋体" panose="02010600030101010101" pitchFamily="2" charset="-122"/>
              </a:rPr>
              <a:t>有初值，且</a:t>
            </a:r>
            <a:r>
              <a:rPr lang="en-US" altLang="zh-CN" sz="2400" dirty="0">
                <a:solidFill>
                  <a:srgbClr val="003300"/>
                </a:solidFill>
                <a:latin typeface="Tahoma" panose="020B0604030504040204" pitchFamily="34" charset="0"/>
                <a:ea typeface="宋体" panose="02010600030101010101" pitchFamily="2" charset="-122"/>
              </a:rPr>
              <a:t>f(t) </a:t>
            </a:r>
            <a:r>
              <a:rPr lang="en-US" altLang="zh-CN" sz="2400" dirty="0">
                <a:solidFill>
                  <a:srgbClr val="003300"/>
                </a:solidFill>
                <a:latin typeface="Tahoma" panose="020B0604030504040204" pitchFamily="34" charset="0"/>
                <a:ea typeface="宋体" panose="02010600030101010101" pitchFamily="2" charset="-122"/>
                <a:sym typeface="Symbol" panose="05050102010706020507" pitchFamily="18" charset="2"/>
              </a:rPr>
              <a:t> </a:t>
            </a:r>
            <a:r>
              <a:rPr lang="en-US" altLang="zh-CN" sz="2400" dirty="0">
                <a:solidFill>
                  <a:srgbClr val="003300"/>
                </a:solidFill>
                <a:latin typeface="Tahoma" panose="020B0604030504040204" pitchFamily="34" charset="0"/>
                <a:ea typeface="宋体" panose="02010600030101010101" pitchFamily="2" charset="-122"/>
              </a:rPr>
              <a:t>F(s</a:t>
            </a:r>
            <a:r>
              <a:rPr lang="en-US" altLang="zh-CN" sz="2400" dirty="0">
                <a:solidFill>
                  <a:srgbClr val="003300"/>
                </a:solidFill>
                <a:latin typeface="Tahoma" panose="020B0604030504040204" pitchFamily="34" charset="0"/>
                <a:ea typeface="宋体" panose="02010600030101010101" pitchFamily="2" charset="-122"/>
                <a:sym typeface="Symbol" panose="05050102010706020507" pitchFamily="18" charset="2"/>
              </a:rPr>
              <a:t>)</a:t>
            </a:r>
            <a:r>
              <a:rPr lang="zh-CN" altLang="en-US" sz="2400" dirty="0">
                <a:solidFill>
                  <a:srgbClr val="003300"/>
                </a:solidFill>
                <a:latin typeface="Tahoma" panose="020B0604030504040204" pitchFamily="34" charset="0"/>
                <a:ea typeface="宋体" panose="02010600030101010101" pitchFamily="2" charset="-122"/>
                <a:sym typeface="Symbol" panose="05050102010706020507" pitchFamily="18" charset="2"/>
              </a:rPr>
              <a:t>，则</a:t>
            </a:r>
            <a:endParaRPr lang="zh-CN" altLang="en-US" sz="2400" dirty="0">
              <a:solidFill>
                <a:srgbClr val="003300"/>
              </a:solidFill>
              <a:latin typeface="Tahoma" panose="020B0604030504040204" pitchFamily="34" charset="0"/>
              <a:ea typeface="宋体" panose="02010600030101010101" pitchFamily="2" charset="-122"/>
              <a:sym typeface="Symbol" panose="05050102010706020507" pitchFamily="18" charset="2"/>
            </a:endParaRPr>
          </a:p>
        </p:txBody>
      </p:sp>
      <p:graphicFrame>
        <p:nvGraphicFramePr>
          <p:cNvPr id="371718" name="Object 6"/>
          <p:cNvGraphicFramePr>
            <a:graphicFrameLocks noChangeAspect="1"/>
          </p:cNvGraphicFramePr>
          <p:nvPr/>
        </p:nvGraphicFramePr>
        <p:xfrm>
          <a:off x="1851025" y="2246313"/>
          <a:ext cx="4224338" cy="488950"/>
        </p:xfrm>
        <a:graphic>
          <a:graphicData uri="http://schemas.openxmlformats.org/presentationml/2006/ole">
            <mc:AlternateContent xmlns:mc="http://schemas.openxmlformats.org/markup-compatibility/2006">
              <mc:Choice xmlns:v="urn:schemas-microsoft-com:vml" Requires="v">
                <p:oleObj spid="_x0000_s2" name="公式" r:id="rId1" imgW="1469390" imgH="154305" progId="Equation.3">
                  <p:embed/>
                </p:oleObj>
              </mc:Choice>
              <mc:Fallback>
                <p:oleObj name="公式" r:id="rId1" imgW="1469390" imgH="154305" progId="Equation.3">
                  <p:embed/>
                  <p:pic>
                    <p:nvPicPr>
                      <p:cNvPr id="0" name="Object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51025" y="2246313"/>
                        <a:ext cx="4224338" cy="4889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371719" name="Object 7"/>
          <p:cNvGraphicFramePr>
            <a:graphicFrameLocks noChangeAspect="1"/>
          </p:cNvGraphicFramePr>
          <p:nvPr/>
        </p:nvGraphicFramePr>
        <p:xfrm>
          <a:off x="5886400" y="1286372"/>
          <a:ext cx="2286000" cy="533400"/>
        </p:xfrm>
        <a:graphic>
          <a:graphicData uri="http://schemas.openxmlformats.org/presentationml/2006/ole">
            <mc:AlternateContent xmlns:mc="http://schemas.openxmlformats.org/markup-compatibility/2006">
              <mc:Choice xmlns:v="urn:schemas-microsoft-com:vml" Requires="v">
                <p:oleObj spid="_x0000_s3" name="Equation" r:id="rId3" imgW="784225" imgH="181610" progId="Equation.3">
                  <p:embed/>
                </p:oleObj>
              </mc:Choice>
              <mc:Fallback>
                <p:oleObj name="Equation" r:id="rId3" imgW="784225" imgH="181610" progId="Equation.3">
                  <p:embed/>
                  <p:pic>
                    <p:nvPicPr>
                      <p:cNvPr id="0" name="Object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886400" y="1286372"/>
                        <a:ext cx="2286000" cy="533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371720" name="Object 8"/>
          <p:cNvGraphicFramePr>
            <a:graphicFrameLocks noChangeAspect="1"/>
          </p:cNvGraphicFramePr>
          <p:nvPr/>
        </p:nvGraphicFramePr>
        <p:xfrm>
          <a:off x="1403350" y="2852738"/>
          <a:ext cx="5184775" cy="896937"/>
        </p:xfrm>
        <a:graphic>
          <a:graphicData uri="http://schemas.openxmlformats.org/presentationml/2006/ole">
            <mc:AlternateContent xmlns:mc="http://schemas.openxmlformats.org/markup-compatibility/2006">
              <mc:Choice xmlns:v="urn:schemas-microsoft-com:vml" Requires="v">
                <p:oleObj spid="_x0000_s4" name="公式" r:id="rId5" imgW="1120140" imgH="181610" progId="Equation.3">
                  <p:embed/>
                </p:oleObj>
              </mc:Choice>
              <mc:Fallback>
                <p:oleObj name="公式" r:id="rId5" imgW="1120140" imgH="181610" progId="Equation.3">
                  <p:embed/>
                  <p:pic>
                    <p:nvPicPr>
                      <p:cNvPr id="0" name="Object 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403350" y="2852738"/>
                        <a:ext cx="5184775" cy="8969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371721" name="Rectangle 9"/>
          <p:cNvSpPr>
            <a:spLocks noChangeArrowheads="1"/>
          </p:cNvSpPr>
          <p:nvPr/>
        </p:nvSpPr>
        <p:spPr bwMode="auto">
          <a:xfrm>
            <a:off x="468313" y="3213100"/>
            <a:ext cx="2700337" cy="854075"/>
          </a:xfrm>
          <a:prstGeom prst="rect">
            <a:avLst/>
          </a:prstGeom>
          <a:noFill/>
          <a:ln w="9525" algn="ctr">
            <a:noFill/>
            <a:miter lim="800000"/>
          </a:ln>
          <a:effectLst/>
        </p:spPr>
        <p:txBody>
          <a:bodyPr anchor="b"/>
          <a:lstStyle/>
          <a:p>
            <a:pPr eaLnBrk="1" hangingPunct="1">
              <a:lnSpc>
                <a:spcPct val="140000"/>
              </a:lnSpc>
              <a:defRPr/>
            </a:pPr>
            <a:r>
              <a:rPr lang="en-US" altLang="zh-CN" sz="2800" dirty="0">
                <a:solidFill>
                  <a:srgbClr val="FF0000"/>
                </a:solidFill>
                <a:effectLst>
                  <a:outerShdw blurRad="38100" dist="38100" dir="2700000" algn="tl">
                    <a:srgbClr val="C0C0C0"/>
                  </a:outerShdw>
                </a:effectLst>
                <a:latin typeface="楷体_GB2312" pitchFamily="49" charset="-122"/>
                <a:ea typeface="楷体_GB2312" pitchFamily="49" charset="-122"/>
              </a:rPr>
              <a:t>12</a:t>
            </a:r>
            <a:r>
              <a:rPr lang="zh-CN" altLang="en-US" sz="2800" dirty="0">
                <a:solidFill>
                  <a:srgbClr val="FF0000"/>
                </a:solidFill>
                <a:effectLst>
                  <a:outerShdw blurRad="38100" dist="38100" dir="2700000" algn="tl">
                    <a:srgbClr val="C0C0C0"/>
                  </a:outerShdw>
                </a:effectLst>
                <a:latin typeface="楷体_GB2312" pitchFamily="49" charset="-122"/>
                <a:ea typeface="楷体_GB2312" pitchFamily="49" charset="-122"/>
              </a:rPr>
              <a:t>、终值定理：</a:t>
            </a:r>
            <a:endParaRPr lang="zh-CN" altLang="en-US" sz="2800" dirty="0">
              <a:solidFill>
                <a:srgbClr val="FF0000"/>
              </a:solidFill>
              <a:effectLst>
                <a:outerShdw blurRad="38100" dist="38100" dir="2700000" algn="tl">
                  <a:srgbClr val="C0C0C0"/>
                </a:outerShdw>
              </a:effectLst>
              <a:latin typeface="楷体_GB2312" pitchFamily="49" charset="-122"/>
              <a:ea typeface="楷体_GB2312" pitchFamily="49" charset="-122"/>
            </a:endParaRPr>
          </a:p>
        </p:txBody>
      </p:sp>
      <p:sp>
        <p:nvSpPr>
          <p:cNvPr id="371722" name="Text Box 10"/>
          <p:cNvSpPr txBox="1">
            <a:spLocks noChangeArrowheads="1"/>
          </p:cNvSpPr>
          <p:nvPr/>
        </p:nvSpPr>
        <p:spPr bwMode="auto">
          <a:xfrm>
            <a:off x="755575" y="4234457"/>
            <a:ext cx="35814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spcBef>
                <a:spcPct val="50000"/>
              </a:spcBef>
              <a:buFontTx/>
              <a:buNone/>
            </a:pPr>
            <a:r>
              <a:rPr lang="zh-CN" altLang="en-US" sz="2400" dirty="0">
                <a:solidFill>
                  <a:srgbClr val="003300"/>
                </a:solidFill>
                <a:latin typeface="Tahoma" panose="020B0604030504040204" pitchFamily="34" charset="0"/>
                <a:ea typeface="宋体" panose="02010600030101010101" pitchFamily="2" charset="-122"/>
              </a:rPr>
              <a:t>终值</a:t>
            </a:r>
            <a:r>
              <a:rPr lang="en-US" altLang="zh-CN" sz="2400" dirty="0">
                <a:solidFill>
                  <a:srgbClr val="003300"/>
                </a:solidFill>
                <a:latin typeface="Tahoma" panose="020B0604030504040204" pitchFamily="34" charset="0"/>
                <a:ea typeface="宋体" panose="02010600030101010101" pitchFamily="2" charset="-122"/>
              </a:rPr>
              <a:t>:   f(t)|</a:t>
            </a:r>
            <a:r>
              <a:rPr lang="en-US" altLang="zh-CN" sz="2400" baseline="-25000" dirty="0">
                <a:solidFill>
                  <a:srgbClr val="003300"/>
                </a:solidFill>
                <a:latin typeface="Tahoma" panose="020B0604030504040204" pitchFamily="34" charset="0"/>
                <a:ea typeface="宋体" panose="02010600030101010101" pitchFamily="2" charset="-122"/>
              </a:rPr>
              <a:t>t=</a:t>
            </a:r>
            <a:r>
              <a:rPr lang="en-US" altLang="zh-CN" sz="2400" baseline="-25000" dirty="0">
                <a:solidFill>
                  <a:srgbClr val="003300"/>
                </a:solidFill>
                <a:latin typeface="Tahoma" panose="020B0604030504040204" pitchFamily="34" charset="0"/>
                <a:ea typeface="宋体" panose="02010600030101010101" pitchFamily="2" charset="-122"/>
                <a:sym typeface="Symbol" panose="05050102010706020507" pitchFamily="18" charset="2"/>
              </a:rPr>
              <a:t></a:t>
            </a:r>
            <a:r>
              <a:rPr lang="en-US" altLang="zh-CN" sz="2400" dirty="0">
                <a:solidFill>
                  <a:srgbClr val="003300"/>
                </a:solidFill>
                <a:latin typeface="Tahoma" panose="020B0604030504040204" pitchFamily="34" charset="0"/>
                <a:ea typeface="宋体" panose="02010600030101010101" pitchFamily="2" charset="-122"/>
              </a:rPr>
              <a:t>=f(</a:t>
            </a:r>
            <a:r>
              <a:rPr lang="en-US" altLang="zh-CN" sz="2400" dirty="0">
                <a:solidFill>
                  <a:srgbClr val="003300"/>
                </a:solidFill>
                <a:latin typeface="Tahoma" panose="020B0604030504040204" pitchFamily="34" charset="0"/>
                <a:ea typeface="宋体" panose="02010600030101010101" pitchFamily="2" charset="-122"/>
                <a:sym typeface="Symbol" panose="05050102010706020507" pitchFamily="18" charset="2"/>
              </a:rPr>
              <a:t></a:t>
            </a:r>
            <a:r>
              <a:rPr lang="en-US" altLang="zh-CN" sz="2400" dirty="0">
                <a:solidFill>
                  <a:srgbClr val="003300"/>
                </a:solidFill>
                <a:latin typeface="Tahoma" panose="020B0604030504040204" pitchFamily="34" charset="0"/>
                <a:ea typeface="宋体" panose="02010600030101010101" pitchFamily="2" charset="-122"/>
              </a:rPr>
              <a:t>)</a:t>
            </a:r>
            <a:endParaRPr lang="en-US" altLang="zh-CN" sz="2400" dirty="0">
              <a:solidFill>
                <a:srgbClr val="003300"/>
              </a:solidFill>
              <a:latin typeface="Tahoma" panose="020B0604030504040204" pitchFamily="34" charset="0"/>
              <a:ea typeface="宋体" panose="02010600030101010101" pitchFamily="2" charset="-122"/>
            </a:endParaRPr>
          </a:p>
        </p:txBody>
      </p:sp>
      <p:sp>
        <p:nvSpPr>
          <p:cNvPr id="371723" name="Text Box 11"/>
          <p:cNvSpPr txBox="1">
            <a:spLocks noChangeArrowheads="1"/>
          </p:cNvSpPr>
          <p:nvPr/>
        </p:nvSpPr>
        <p:spPr bwMode="auto">
          <a:xfrm>
            <a:off x="755575" y="4874223"/>
            <a:ext cx="518477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spcBef>
                <a:spcPct val="50000"/>
              </a:spcBef>
              <a:buFontTx/>
              <a:buNone/>
            </a:pPr>
            <a:r>
              <a:rPr lang="zh-CN" altLang="en-US" sz="2400" dirty="0">
                <a:solidFill>
                  <a:srgbClr val="003300"/>
                </a:solidFill>
                <a:latin typeface="Tahoma" panose="020B0604030504040204" pitchFamily="34" charset="0"/>
                <a:ea typeface="宋体" panose="02010600030101010101" pitchFamily="2" charset="-122"/>
              </a:rPr>
              <a:t>若</a:t>
            </a:r>
            <a:r>
              <a:rPr lang="en-US" altLang="zh-CN" sz="2400" dirty="0">
                <a:solidFill>
                  <a:srgbClr val="003300"/>
                </a:solidFill>
                <a:latin typeface="Tahoma" panose="020B0604030504040204" pitchFamily="34" charset="0"/>
                <a:ea typeface="宋体" panose="02010600030101010101" pitchFamily="2" charset="-122"/>
              </a:rPr>
              <a:t>f(t) </a:t>
            </a:r>
            <a:r>
              <a:rPr lang="zh-CN" altLang="en-US" sz="2400" dirty="0">
                <a:solidFill>
                  <a:srgbClr val="003300"/>
                </a:solidFill>
                <a:latin typeface="Tahoma" panose="020B0604030504040204" pitchFamily="34" charset="0"/>
                <a:ea typeface="宋体" panose="02010600030101010101" pitchFamily="2" charset="-122"/>
              </a:rPr>
              <a:t>有终值，且</a:t>
            </a:r>
            <a:r>
              <a:rPr lang="en-US" altLang="zh-CN" sz="2400" dirty="0">
                <a:solidFill>
                  <a:srgbClr val="003300"/>
                </a:solidFill>
                <a:latin typeface="Tahoma" panose="020B0604030504040204" pitchFamily="34" charset="0"/>
                <a:ea typeface="宋体" panose="02010600030101010101" pitchFamily="2" charset="-122"/>
              </a:rPr>
              <a:t>f(t) </a:t>
            </a:r>
            <a:r>
              <a:rPr lang="en-US" altLang="zh-CN" sz="2400" dirty="0">
                <a:solidFill>
                  <a:srgbClr val="003300"/>
                </a:solidFill>
                <a:latin typeface="Tahoma" panose="020B0604030504040204" pitchFamily="34" charset="0"/>
                <a:ea typeface="宋体" panose="02010600030101010101" pitchFamily="2" charset="-122"/>
                <a:sym typeface="Symbol" panose="05050102010706020507" pitchFamily="18" charset="2"/>
              </a:rPr>
              <a:t> </a:t>
            </a:r>
            <a:r>
              <a:rPr lang="en-US" altLang="zh-CN" sz="2400" dirty="0">
                <a:solidFill>
                  <a:srgbClr val="003300"/>
                </a:solidFill>
                <a:latin typeface="Tahoma" panose="020B0604030504040204" pitchFamily="34" charset="0"/>
                <a:ea typeface="宋体" panose="02010600030101010101" pitchFamily="2" charset="-122"/>
              </a:rPr>
              <a:t>F(s</a:t>
            </a:r>
            <a:r>
              <a:rPr lang="en-US" altLang="zh-CN" sz="2400" dirty="0">
                <a:solidFill>
                  <a:srgbClr val="003300"/>
                </a:solidFill>
                <a:latin typeface="Tahoma" panose="020B0604030504040204" pitchFamily="34" charset="0"/>
                <a:ea typeface="宋体" panose="02010600030101010101" pitchFamily="2" charset="-122"/>
                <a:sym typeface="Symbol" panose="05050102010706020507" pitchFamily="18" charset="2"/>
              </a:rPr>
              <a:t>)</a:t>
            </a:r>
            <a:r>
              <a:rPr lang="zh-CN" altLang="en-US" sz="2400" dirty="0">
                <a:solidFill>
                  <a:srgbClr val="003300"/>
                </a:solidFill>
                <a:latin typeface="Tahoma" panose="020B0604030504040204" pitchFamily="34" charset="0"/>
                <a:ea typeface="宋体" panose="02010600030101010101" pitchFamily="2" charset="-122"/>
                <a:sym typeface="Symbol" panose="05050102010706020507" pitchFamily="18" charset="2"/>
              </a:rPr>
              <a:t>，则</a:t>
            </a:r>
            <a:endParaRPr lang="zh-CN" altLang="en-US" sz="2400" dirty="0">
              <a:solidFill>
                <a:srgbClr val="003300"/>
              </a:solidFill>
              <a:latin typeface="Tahoma" panose="020B0604030504040204" pitchFamily="34" charset="0"/>
              <a:ea typeface="宋体" panose="02010600030101010101" pitchFamily="2" charset="-122"/>
              <a:sym typeface="Symbol" panose="05050102010706020507" pitchFamily="18" charset="2"/>
            </a:endParaRPr>
          </a:p>
        </p:txBody>
      </p:sp>
      <p:graphicFrame>
        <p:nvGraphicFramePr>
          <p:cNvPr id="371724" name="Object 12"/>
          <p:cNvGraphicFramePr>
            <a:graphicFrameLocks noChangeAspect="1"/>
          </p:cNvGraphicFramePr>
          <p:nvPr/>
        </p:nvGraphicFramePr>
        <p:xfrm>
          <a:off x="5732920" y="4888857"/>
          <a:ext cx="2301875" cy="558800"/>
        </p:xfrm>
        <a:graphic>
          <a:graphicData uri="http://schemas.openxmlformats.org/presentationml/2006/ole">
            <mc:AlternateContent xmlns:mc="http://schemas.openxmlformats.org/markup-compatibility/2006">
              <mc:Choice xmlns:v="urn:schemas-microsoft-com:vml" Requires="v">
                <p:oleObj spid="_x0000_s5" name="Equation" r:id="rId7" imgW="756920" imgH="167640" progId="Equation.3">
                  <p:embed/>
                </p:oleObj>
              </mc:Choice>
              <mc:Fallback>
                <p:oleObj name="Equation" r:id="rId7" imgW="756920" imgH="167640" progId="Equation.3">
                  <p:embed/>
                  <p:pic>
                    <p:nvPicPr>
                      <p:cNvPr id="0" name="Object 1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732920" y="4888857"/>
                        <a:ext cx="2301875" cy="558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371725" name="Rectangle 13"/>
          <p:cNvSpPr>
            <a:spLocks noGrp="1" noChangeArrowheads="1"/>
          </p:cNvSpPr>
          <p:nvPr>
            <p:ph type="title" idx="4294967295"/>
          </p:nvPr>
        </p:nvSpPr>
        <p:spPr>
          <a:xfrm>
            <a:off x="517031" y="0"/>
            <a:ext cx="2555875" cy="657225"/>
          </a:xfrm>
          <a:noFill/>
          <a:ln w="9525" algn="ctr">
            <a:noFill/>
            <a:miter lim="800000"/>
          </a:ln>
          <a:effectLst/>
        </p:spPr>
        <p:txBody>
          <a:bodyPr anchor="b"/>
          <a:lstStyle/>
          <a:p>
            <a:pPr algn="l" eaLnBrk="1" hangingPunct="1">
              <a:lnSpc>
                <a:spcPct val="140000"/>
              </a:lnSpc>
            </a:pPr>
            <a:r>
              <a:rPr lang="en-US" altLang="zh-CN" sz="2800" b="1" kern="1200" dirty="0">
                <a:solidFill>
                  <a:srgbClr val="FF0000"/>
                </a:solidFill>
                <a:ea typeface="楷体_GB2312" pitchFamily="49" charset="-122"/>
                <a:cs typeface="+mn-cs"/>
              </a:rPr>
              <a:t>11</a:t>
            </a:r>
            <a:r>
              <a:rPr lang="zh-CN" altLang="en-US" sz="2800" b="1" kern="1200" dirty="0">
                <a:solidFill>
                  <a:srgbClr val="FF0000"/>
                </a:solidFill>
                <a:ea typeface="楷体_GB2312" pitchFamily="49" charset="-122"/>
                <a:cs typeface="+mn-cs"/>
              </a:rPr>
              <a:t>、初值定理：</a:t>
            </a:r>
            <a:endParaRPr lang="zh-CN" altLang="en-US" sz="2800" b="1" kern="1200" dirty="0">
              <a:solidFill>
                <a:srgbClr val="FF0000"/>
              </a:solidFill>
              <a:ea typeface="楷体_GB2312" pitchFamily="49" charset="-122"/>
              <a:cs typeface="+mn-cs"/>
            </a:endParaRPr>
          </a:p>
        </p:txBody>
      </p:sp>
      <p:sp>
        <p:nvSpPr>
          <p:cNvPr id="371726" name="Text Box 14"/>
          <p:cNvSpPr txBox="1">
            <a:spLocks noChangeArrowheads="1"/>
          </p:cNvSpPr>
          <p:nvPr/>
        </p:nvSpPr>
        <p:spPr bwMode="auto">
          <a:xfrm>
            <a:off x="849312" y="5559425"/>
            <a:ext cx="7445375"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spcBef>
                <a:spcPct val="50000"/>
              </a:spcBef>
              <a:buFontTx/>
              <a:buNone/>
            </a:pPr>
            <a:r>
              <a:rPr lang="zh-CN" altLang="en-US" sz="2400">
                <a:solidFill>
                  <a:srgbClr val="6600CC"/>
                </a:solidFill>
                <a:latin typeface="Tahoma" panose="020B0604030504040204" pitchFamily="34" charset="0"/>
                <a:ea typeface="宋体" panose="02010600030101010101" pitchFamily="2" charset="-122"/>
              </a:rPr>
              <a:t>注意：</a:t>
            </a:r>
            <a:r>
              <a:rPr lang="zh-CN" altLang="en-US" sz="2400">
                <a:solidFill>
                  <a:srgbClr val="800000"/>
                </a:solidFill>
                <a:latin typeface="Tahoma" panose="020B0604030504040204" pitchFamily="34" charset="0"/>
                <a:ea typeface="宋体" panose="02010600030101010101" pitchFamily="2" charset="-122"/>
              </a:rPr>
              <a:t>终值存在的条件：</a:t>
            </a:r>
            <a:r>
              <a:rPr lang="en-US" altLang="zh-CN" sz="2400">
                <a:solidFill>
                  <a:srgbClr val="800000"/>
                </a:solidFill>
                <a:latin typeface="Tahoma" panose="020B0604030504040204" pitchFamily="34" charset="0"/>
                <a:ea typeface="宋体" panose="02010600030101010101" pitchFamily="2" charset="-122"/>
              </a:rPr>
              <a:t>F(s)</a:t>
            </a:r>
            <a:r>
              <a:rPr lang="zh-CN" altLang="en-US" sz="2400">
                <a:solidFill>
                  <a:srgbClr val="800000"/>
                </a:solidFill>
                <a:latin typeface="Tahoma" panose="020B0604030504040204" pitchFamily="34" charset="0"/>
                <a:ea typeface="宋体" panose="02010600030101010101" pitchFamily="2" charset="-122"/>
              </a:rPr>
              <a:t>所有极点都位于</a:t>
            </a:r>
            <a:r>
              <a:rPr lang="en-US" altLang="zh-CN" sz="2400">
                <a:solidFill>
                  <a:srgbClr val="800000"/>
                </a:solidFill>
                <a:latin typeface="Tahoma" panose="020B0604030504040204" pitchFamily="34" charset="0"/>
                <a:ea typeface="宋体" panose="02010600030101010101" pitchFamily="2" charset="-122"/>
              </a:rPr>
              <a:t>s</a:t>
            </a:r>
            <a:r>
              <a:rPr lang="zh-CN" altLang="en-US" sz="2400">
                <a:solidFill>
                  <a:srgbClr val="800000"/>
                </a:solidFill>
                <a:latin typeface="Tahoma" panose="020B0604030504040204" pitchFamily="34" charset="0"/>
                <a:ea typeface="宋体" panose="02010600030101010101" pitchFamily="2" charset="-122"/>
              </a:rPr>
              <a:t>左半平面（包括原点处的单极点）</a:t>
            </a:r>
            <a:endParaRPr lang="zh-CN" altLang="en-US" sz="2000">
              <a:solidFill>
                <a:srgbClr val="800000"/>
              </a:solidFill>
              <a:latin typeface="Tahoma" panose="020B0604030504040204" pitchFamily="34" charset="0"/>
              <a:ea typeface="宋体" panose="02010600030101010101" pitchFamily="2" charset="-122"/>
            </a:endParaRPr>
          </a:p>
        </p:txBody>
      </p:sp>
      <p:sp>
        <p:nvSpPr>
          <p:cNvPr id="371727" name="Rectangle 15"/>
          <p:cNvSpPr>
            <a:spLocks noChangeArrowheads="1"/>
          </p:cNvSpPr>
          <p:nvPr/>
        </p:nvSpPr>
        <p:spPr bwMode="auto">
          <a:xfrm>
            <a:off x="971600" y="1791494"/>
            <a:ext cx="69342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spcBef>
                <a:spcPct val="0"/>
              </a:spcBef>
              <a:buFontTx/>
              <a:buNone/>
            </a:pPr>
            <a:r>
              <a:rPr lang="zh-CN" altLang="en-US" sz="2400" dirty="0">
                <a:solidFill>
                  <a:srgbClr val="003300"/>
                </a:solidFill>
                <a:latin typeface="Tahoma" panose="020B0604030504040204" pitchFamily="34" charset="0"/>
                <a:ea typeface="宋体" panose="02010600030101010101" pitchFamily="2" charset="-122"/>
              </a:rPr>
              <a:t>当</a:t>
            </a:r>
            <a:r>
              <a:rPr lang="en-US" altLang="zh-CN" sz="2400" dirty="0">
                <a:solidFill>
                  <a:srgbClr val="003300"/>
                </a:solidFill>
                <a:latin typeface="Tahoma" panose="020B0604030504040204" pitchFamily="34" charset="0"/>
                <a:ea typeface="宋体" panose="02010600030101010101" pitchFamily="2" charset="-122"/>
              </a:rPr>
              <a:t>f(t)</a:t>
            </a:r>
            <a:r>
              <a:rPr lang="zh-CN" altLang="en-US" sz="2400" dirty="0">
                <a:solidFill>
                  <a:srgbClr val="003300"/>
                </a:solidFill>
                <a:latin typeface="Tahoma" panose="020B0604030504040204" pitchFamily="34" charset="0"/>
                <a:ea typeface="宋体" panose="02010600030101010101" pitchFamily="2" charset="-122"/>
              </a:rPr>
              <a:t>含有冲激及其导数</a:t>
            </a:r>
            <a:r>
              <a:rPr lang="zh-CN" altLang="en-US" sz="2400" dirty="0">
                <a:solidFill>
                  <a:srgbClr val="003300"/>
                </a:solidFill>
                <a:latin typeface="Tahoma" panose="020B0604030504040204" pitchFamily="34" charset="0"/>
                <a:ea typeface="宋体" panose="02010600030101010101" pitchFamily="2" charset="-122"/>
                <a:sym typeface="Symbol" panose="05050102010706020507" pitchFamily="18" charset="2"/>
              </a:rPr>
              <a:t>时，有</a:t>
            </a:r>
            <a:endParaRPr lang="zh-CN" altLang="en-US" sz="2400" dirty="0">
              <a:solidFill>
                <a:srgbClr val="003300"/>
              </a:solidFill>
              <a:latin typeface="Tahoma" panose="020B0604030504040204" pitchFamily="34" charset="0"/>
              <a:ea typeface="宋体" panose="02010600030101010101" pitchFamily="2" charset="-122"/>
            </a:endParaRPr>
          </a:p>
        </p:txBody>
      </p:sp>
    </p:spTree>
    <p:custDataLst>
      <p:tags r:id="rId9"/>
    </p:custDataLst>
  </p:cSld>
  <p:clrMapOvr>
    <a:masterClrMapping/>
  </p:clrMapOvr>
  <mc:AlternateContent xmlns:mc="http://schemas.openxmlformats.org/markup-compatibility/2006">
    <mc:Choice xmlns:p14="http://schemas.microsoft.com/office/powerpoint/2010/main" Requires="p14">
      <p:transition spd="slow" p14:dur="2000" advTm="3137"/>
    </mc:Choice>
    <mc:Fallback>
      <p:transition spd="slow" advTm="3137"/>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afterEffect">
                                  <p:stCondLst>
                                    <p:cond delay="0"/>
                                  </p:stCondLst>
                                  <p:childTnLst>
                                    <p:set>
                                      <p:cBhvr>
                                        <p:cTn id="6" dur="1" fill="hold">
                                          <p:stCondLst>
                                            <p:cond delay="0"/>
                                          </p:stCondLst>
                                        </p:cTn>
                                        <p:tgtEl>
                                          <p:spTgt spid="371714"/>
                                        </p:tgtEl>
                                        <p:attrNameLst>
                                          <p:attrName>style.visibility</p:attrName>
                                        </p:attrNameLst>
                                      </p:cBhvr>
                                      <p:to>
                                        <p:strVal val="visible"/>
                                      </p:to>
                                    </p:set>
                                    <p:anim calcmode="lin" valueType="num">
                                      <p:cBhvr additive="base">
                                        <p:cTn id="7" dur="500" fill="hold"/>
                                        <p:tgtEl>
                                          <p:spTgt spid="371714"/>
                                        </p:tgtEl>
                                        <p:attrNameLst>
                                          <p:attrName>ppt_x</p:attrName>
                                        </p:attrNameLst>
                                      </p:cBhvr>
                                      <p:tavLst>
                                        <p:tav tm="0">
                                          <p:val>
                                            <p:strVal val="1+#ppt_w/2"/>
                                          </p:val>
                                        </p:tav>
                                        <p:tav tm="100000">
                                          <p:val>
                                            <p:strVal val="#ppt_x"/>
                                          </p:val>
                                        </p:tav>
                                      </p:tavLst>
                                    </p:anim>
                                    <p:anim calcmode="lin" valueType="num">
                                      <p:cBhvr additive="base">
                                        <p:cTn id="8" dur="500" fill="hold"/>
                                        <p:tgtEl>
                                          <p:spTgt spid="371714"/>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 presetClass="entr" presetSubtype="8" fill="hold" grpId="0" nodeType="afterEffect">
                                  <p:stCondLst>
                                    <p:cond delay="0"/>
                                  </p:stCondLst>
                                  <p:childTnLst>
                                    <p:set>
                                      <p:cBhvr>
                                        <p:cTn id="11" dur="1" fill="hold">
                                          <p:stCondLst>
                                            <p:cond delay="0"/>
                                          </p:stCondLst>
                                        </p:cTn>
                                        <p:tgtEl>
                                          <p:spTgt spid="371717"/>
                                        </p:tgtEl>
                                        <p:attrNameLst>
                                          <p:attrName>style.visibility</p:attrName>
                                        </p:attrNameLst>
                                      </p:cBhvr>
                                      <p:to>
                                        <p:strVal val="visible"/>
                                      </p:to>
                                    </p:set>
                                    <p:anim calcmode="lin" valueType="num">
                                      <p:cBhvr additive="base">
                                        <p:cTn id="12" dur="500" fill="hold"/>
                                        <p:tgtEl>
                                          <p:spTgt spid="371717"/>
                                        </p:tgtEl>
                                        <p:attrNameLst>
                                          <p:attrName>ppt_x</p:attrName>
                                        </p:attrNameLst>
                                      </p:cBhvr>
                                      <p:tavLst>
                                        <p:tav tm="0">
                                          <p:val>
                                            <p:strVal val="0-#ppt_w/2"/>
                                          </p:val>
                                        </p:tav>
                                        <p:tav tm="100000">
                                          <p:val>
                                            <p:strVal val="#ppt_x"/>
                                          </p:val>
                                        </p:tav>
                                      </p:tavLst>
                                    </p:anim>
                                    <p:anim calcmode="lin" valueType="num">
                                      <p:cBhvr additive="base">
                                        <p:cTn id="13" dur="500" fill="hold"/>
                                        <p:tgtEl>
                                          <p:spTgt spid="371717"/>
                                        </p:tgtEl>
                                        <p:attrNameLst>
                                          <p:attrName>ppt_y</p:attrName>
                                        </p:attrNameLst>
                                      </p:cBhvr>
                                      <p:tavLst>
                                        <p:tav tm="0">
                                          <p:val>
                                            <p:strVal val="#ppt_y"/>
                                          </p:val>
                                        </p:tav>
                                        <p:tav tm="100000">
                                          <p:val>
                                            <p:strVal val="#ppt_y"/>
                                          </p:val>
                                        </p:tav>
                                      </p:tavLst>
                                    </p:anim>
                                  </p:childTnLst>
                                </p:cTn>
                              </p:par>
                            </p:childTnLst>
                          </p:cTn>
                        </p:par>
                        <p:par>
                          <p:cTn id="14" fill="hold">
                            <p:stCondLst>
                              <p:cond delay="1000"/>
                            </p:stCondLst>
                            <p:childTnLst>
                              <p:par>
                                <p:cTn id="15" presetID="9" presetClass="entr" presetSubtype="0" fill="hold" nodeType="afterEffect">
                                  <p:stCondLst>
                                    <p:cond delay="0"/>
                                  </p:stCondLst>
                                  <p:childTnLst>
                                    <p:set>
                                      <p:cBhvr>
                                        <p:cTn id="16" dur="1" fill="hold">
                                          <p:stCondLst>
                                            <p:cond delay="0"/>
                                          </p:stCondLst>
                                        </p:cTn>
                                        <p:tgtEl>
                                          <p:spTgt spid="371719"/>
                                        </p:tgtEl>
                                        <p:attrNameLst>
                                          <p:attrName>style.visibility</p:attrName>
                                        </p:attrNameLst>
                                      </p:cBhvr>
                                      <p:to>
                                        <p:strVal val="visible"/>
                                      </p:to>
                                    </p:set>
                                    <p:animEffect transition="in" filter="dissolve">
                                      <p:cBhvr>
                                        <p:cTn id="17" dur="500"/>
                                        <p:tgtEl>
                                          <p:spTgt spid="371719"/>
                                        </p:tgtEl>
                                      </p:cBhvr>
                                    </p:animEffect>
                                  </p:childTnLst>
                                </p:cTn>
                              </p:par>
                            </p:childTnLst>
                          </p:cTn>
                        </p:par>
                        <p:par>
                          <p:cTn id="18" fill="hold">
                            <p:stCondLst>
                              <p:cond delay="1500"/>
                            </p:stCondLst>
                            <p:childTnLst>
                              <p:par>
                                <p:cTn id="19" presetID="2" presetClass="entr" presetSubtype="8" fill="hold" grpId="0" nodeType="afterEffect">
                                  <p:stCondLst>
                                    <p:cond delay="0"/>
                                  </p:stCondLst>
                                  <p:childTnLst>
                                    <p:set>
                                      <p:cBhvr>
                                        <p:cTn id="20" dur="1" fill="hold">
                                          <p:stCondLst>
                                            <p:cond delay="0"/>
                                          </p:stCondLst>
                                        </p:cTn>
                                        <p:tgtEl>
                                          <p:spTgt spid="371727"/>
                                        </p:tgtEl>
                                        <p:attrNameLst>
                                          <p:attrName>style.visibility</p:attrName>
                                        </p:attrNameLst>
                                      </p:cBhvr>
                                      <p:to>
                                        <p:strVal val="visible"/>
                                      </p:to>
                                    </p:set>
                                    <p:anim calcmode="lin" valueType="num">
                                      <p:cBhvr additive="base">
                                        <p:cTn id="21" dur="500" fill="hold"/>
                                        <p:tgtEl>
                                          <p:spTgt spid="371727"/>
                                        </p:tgtEl>
                                        <p:attrNameLst>
                                          <p:attrName>ppt_x</p:attrName>
                                        </p:attrNameLst>
                                      </p:cBhvr>
                                      <p:tavLst>
                                        <p:tav tm="0">
                                          <p:val>
                                            <p:strVal val="0-#ppt_w/2"/>
                                          </p:val>
                                        </p:tav>
                                        <p:tav tm="100000">
                                          <p:val>
                                            <p:strVal val="#ppt_x"/>
                                          </p:val>
                                        </p:tav>
                                      </p:tavLst>
                                    </p:anim>
                                    <p:anim calcmode="lin" valueType="num">
                                      <p:cBhvr additive="base">
                                        <p:cTn id="22" dur="500" fill="hold"/>
                                        <p:tgtEl>
                                          <p:spTgt spid="371727"/>
                                        </p:tgtEl>
                                        <p:attrNameLst>
                                          <p:attrName>ppt_y</p:attrName>
                                        </p:attrNameLst>
                                      </p:cBhvr>
                                      <p:tavLst>
                                        <p:tav tm="0">
                                          <p:val>
                                            <p:strVal val="#ppt_y"/>
                                          </p:val>
                                        </p:tav>
                                        <p:tav tm="100000">
                                          <p:val>
                                            <p:strVal val="#ppt_y"/>
                                          </p:val>
                                        </p:tav>
                                      </p:tavLst>
                                    </p:anim>
                                  </p:childTnLst>
                                </p:cTn>
                              </p:par>
                            </p:childTnLst>
                          </p:cTn>
                        </p:par>
                        <p:par>
                          <p:cTn id="23" fill="hold">
                            <p:stCondLst>
                              <p:cond delay="2000"/>
                            </p:stCondLst>
                            <p:childTnLst>
                              <p:par>
                                <p:cTn id="24" presetID="9" presetClass="entr" presetSubtype="0" fill="hold" nodeType="afterEffect">
                                  <p:stCondLst>
                                    <p:cond delay="0"/>
                                  </p:stCondLst>
                                  <p:childTnLst>
                                    <p:set>
                                      <p:cBhvr>
                                        <p:cTn id="25" dur="1" fill="hold">
                                          <p:stCondLst>
                                            <p:cond delay="0"/>
                                          </p:stCondLst>
                                        </p:cTn>
                                        <p:tgtEl>
                                          <p:spTgt spid="371718"/>
                                        </p:tgtEl>
                                        <p:attrNameLst>
                                          <p:attrName>style.visibility</p:attrName>
                                        </p:attrNameLst>
                                      </p:cBhvr>
                                      <p:to>
                                        <p:strVal val="visible"/>
                                      </p:to>
                                    </p:set>
                                    <p:animEffect transition="in" filter="dissolve">
                                      <p:cBhvr>
                                        <p:cTn id="26" dur="500"/>
                                        <p:tgtEl>
                                          <p:spTgt spid="371718"/>
                                        </p:tgtEl>
                                      </p:cBhvr>
                                    </p:animEffect>
                                  </p:childTnLst>
                                </p:cTn>
                              </p:par>
                            </p:childTnLst>
                          </p:cTn>
                        </p:par>
                        <p:par>
                          <p:cTn id="27" fill="hold">
                            <p:stCondLst>
                              <p:cond delay="2500"/>
                            </p:stCondLst>
                            <p:childTnLst>
                              <p:par>
                                <p:cTn id="28" presetID="9" presetClass="entr" presetSubtype="0" fill="hold" nodeType="afterEffect">
                                  <p:stCondLst>
                                    <p:cond delay="0"/>
                                  </p:stCondLst>
                                  <p:childTnLst>
                                    <p:set>
                                      <p:cBhvr>
                                        <p:cTn id="29" dur="1" fill="hold">
                                          <p:stCondLst>
                                            <p:cond delay="0"/>
                                          </p:stCondLst>
                                        </p:cTn>
                                        <p:tgtEl>
                                          <p:spTgt spid="371720"/>
                                        </p:tgtEl>
                                        <p:attrNameLst>
                                          <p:attrName>style.visibility</p:attrName>
                                        </p:attrNameLst>
                                      </p:cBhvr>
                                      <p:to>
                                        <p:strVal val="visible"/>
                                      </p:to>
                                    </p:set>
                                    <p:animEffect transition="in" filter="dissolve">
                                      <p:cBhvr>
                                        <p:cTn id="30" dur="500"/>
                                        <p:tgtEl>
                                          <p:spTgt spid="371720"/>
                                        </p:tgtEl>
                                      </p:cBhvr>
                                    </p:animEffect>
                                  </p:childTnLst>
                                </p:cTn>
                              </p:par>
                            </p:childTnLst>
                          </p:cTn>
                        </p:par>
                      </p:childTnLst>
                    </p:cTn>
                  </p:par>
                  <p:par>
                    <p:cTn id="31" fill="hold">
                      <p:stCondLst>
                        <p:cond delay="indefinite"/>
                      </p:stCondLst>
                      <p:childTnLst>
                        <p:par>
                          <p:cTn id="32" fill="hold">
                            <p:stCondLst>
                              <p:cond delay="0"/>
                            </p:stCondLst>
                            <p:childTnLst>
                              <p:par>
                                <p:cTn id="33" presetID="2" presetClass="entr" presetSubtype="8" fill="hold" grpId="0" nodeType="clickEffect">
                                  <p:stCondLst>
                                    <p:cond delay="0"/>
                                  </p:stCondLst>
                                  <p:childTnLst>
                                    <p:set>
                                      <p:cBhvr>
                                        <p:cTn id="34" dur="1" fill="hold">
                                          <p:stCondLst>
                                            <p:cond delay="0"/>
                                          </p:stCondLst>
                                        </p:cTn>
                                        <p:tgtEl>
                                          <p:spTgt spid="371721"/>
                                        </p:tgtEl>
                                        <p:attrNameLst>
                                          <p:attrName>style.visibility</p:attrName>
                                        </p:attrNameLst>
                                      </p:cBhvr>
                                      <p:to>
                                        <p:strVal val="visible"/>
                                      </p:to>
                                    </p:set>
                                    <p:anim calcmode="lin" valueType="num">
                                      <p:cBhvr additive="base">
                                        <p:cTn id="35" dur="500" fill="hold"/>
                                        <p:tgtEl>
                                          <p:spTgt spid="371721"/>
                                        </p:tgtEl>
                                        <p:attrNameLst>
                                          <p:attrName>ppt_x</p:attrName>
                                        </p:attrNameLst>
                                      </p:cBhvr>
                                      <p:tavLst>
                                        <p:tav tm="0">
                                          <p:val>
                                            <p:strVal val="0-#ppt_w/2"/>
                                          </p:val>
                                        </p:tav>
                                        <p:tav tm="100000">
                                          <p:val>
                                            <p:strVal val="#ppt_x"/>
                                          </p:val>
                                        </p:tav>
                                      </p:tavLst>
                                    </p:anim>
                                    <p:anim calcmode="lin" valueType="num">
                                      <p:cBhvr additive="base">
                                        <p:cTn id="36" dur="500" fill="hold"/>
                                        <p:tgtEl>
                                          <p:spTgt spid="371721"/>
                                        </p:tgtEl>
                                        <p:attrNameLst>
                                          <p:attrName>ppt_y</p:attrName>
                                        </p:attrNameLst>
                                      </p:cBhvr>
                                      <p:tavLst>
                                        <p:tav tm="0">
                                          <p:val>
                                            <p:strVal val="#ppt_y"/>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 presetClass="entr" presetSubtype="2" fill="hold" grpId="0" nodeType="clickEffect">
                                  <p:stCondLst>
                                    <p:cond delay="0"/>
                                  </p:stCondLst>
                                  <p:childTnLst>
                                    <p:set>
                                      <p:cBhvr>
                                        <p:cTn id="40" dur="1" fill="hold">
                                          <p:stCondLst>
                                            <p:cond delay="0"/>
                                          </p:stCondLst>
                                        </p:cTn>
                                        <p:tgtEl>
                                          <p:spTgt spid="371722"/>
                                        </p:tgtEl>
                                        <p:attrNameLst>
                                          <p:attrName>style.visibility</p:attrName>
                                        </p:attrNameLst>
                                      </p:cBhvr>
                                      <p:to>
                                        <p:strVal val="visible"/>
                                      </p:to>
                                    </p:set>
                                    <p:anim calcmode="lin" valueType="num">
                                      <p:cBhvr additive="base">
                                        <p:cTn id="41" dur="500" fill="hold"/>
                                        <p:tgtEl>
                                          <p:spTgt spid="371722"/>
                                        </p:tgtEl>
                                        <p:attrNameLst>
                                          <p:attrName>ppt_x</p:attrName>
                                        </p:attrNameLst>
                                      </p:cBhvr>
                                      <p:tavLst>
                                        <p:tav tm="0">
                                          <p:val>
                                            <p:strVal val="1+#ppt_w/2"/>
                                          </p:val>
                                        </p:tav>
                                        <p:tav tm="100000">
                                          <p:val>
                                            <p:strVal val="#ppt_x"/>
                                          </p:val>
                                        </p:tav>
                                      </p:tavLst>
                                    </p:anim>
                                    <p:anim calcmode="lin" valueType="num">
                                      <p:cBhvr additive="base">
                                        <p:cTn id="42" dur="500" fill="hold"/>
                                        <p:tgtEl>
                                          <p:spTgt spid="371722"/>
                                        </p:tgtEl>
                                        <p:attrNameLst>
                                          <p:attrName>ppt_y</p:attrName>
                                        </p:attrNameLst>
                                      </p:cBhvr>
                                      <p:tavLst>
                                        <p:tav tm="0">
                                          <p:val>
                                            <p:strVal val="#ppt_y"/>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2" presetClass="entr" presetSubtype="2" fill="hold" grpId="0" nodeType="clickEffect">
                                  <p:stCondLst>
                                    <p:cond delay="0"/>
                                  </p:stCondLst>
                                  <p:childTnLst>
                                    <p:set>
                                      <p:cBhvr>
                                        <p:cTn id="46" dur="1" fill="hold">
                                          <p:stCondLst>
                                            <p:cond delay="0"/>
                                          </p:stCondLst>
                                        </p:cTn>
                                        <p:tgtEl>
                                          <p:spTgt spid="371723"/>
                                        </p:tgtEl>
                                        <p:attrNameLst>
                                          <p:attrName>style.visibility</p:attrName>
                                        </p:attrNameLst>
                                      </p:cBhvr>
                                      <p:to>
                                        <p:strVal val="visible"/>
                                      </p:to>
                                    </p:set>
                                    <p:anim calcmode="lin" valueType="num">
                                      <p:cBhvr additive="base">
                                        <p:cTn id="47" dur="500" fill="hold"/>
                                        <p:tgtEl>
                                          <p:spTgt spid="371723"/>
                                        </p:tgtEl>
                                        <p:attrNameLst>
                                          <p:attrName>ppt_x</p:attrName>
                                        </p:attrNameLst>
                                      </p:cBhvr>
                                      <p:tavLst>
                                        <p:tav tm="0">
                                          <p:val>
                                            <p:strVal val="1+#ppt_w/2"/>
                                          </p:val>
                                        </p:tav>
                                        <p:tav tm="100000">
                                          <p:val>
                                            <p:strVal val="#ppt_x"/>
                                          </p:val>
                                        </p:tav>
                                      </p:tavLst>
                                    </p:anim>
                                    <p:anim calcmode="lin" valueType="num">
                                      <p:cBhvr additive="base">
                                        <p:cTn id="48" dur="500" fill="hold"/>
                                        <p:tgtEl>
                                          <p:spTgt spid="371723"/>
                                        </p:tgtEl>
                                        <p:attrNameLst>
                                          <p:attrName>ppt_y</p:attrName>
                                        </p:attrNameLst>
                                      </p:cBhvr>
                                      <p:tavLst>
                                        <p:tav tm="0">
                                          <p:val>
                                            <p:strVal val="#ppt_y"/>
                                          </p:val>
                                        </p:tav>
                                        <p:tav tm="100000">
                                          <p:val>
                                            <p:strVal val="#ppt_y"/>
                                          </p:val>
                                        </p:tav>
                                      </p:tavLst>
                                    </p:anim>
                                  </p:childTnLst>
                                </p:cTn>
                              </p:par>
                            </p:childTnLst>
                          </p:cTn>
                        </p:par>
                      </p:childTnLst>
                    </p:cTn>
                  </p:par>
                  <p:par>
                    <p:cTn id="49" fill="hold">
                      <p:stCondLst>
                        <p:cond delay="indefinite"/>
                      </p:stCondLst>
                      <p:childTnLst>
                        <p:par>
                          <p:cTn id="50" fill="hold">
                            <p:stCondLst>
                              <p:cond delay="0"/>
                            </p:stCondLst>
                            <p:childTnLst>
                              <p:par>
                                <p:cTn id="51" presetID="9" presetClass="entr" presetSubtype="0" fill="hold" nodeType="clickEffect">
                                  <p:stCondLst>
                                    <p:cond delay="0"/>
                                  </p:stCondLst>
                                  <p:childTnLst>
                                    <p:set>
                                      <p:cBhvr>
                                        <p:cTn id="52" dur="1" fill="hold">
                                          <p:stCondLst>
                                            <p:cond delay="0"/>
                                          </p:stCondLst>
                                        </p:cTn>
                                        <p:tgtEl>
                                          <p:spTgt spid="371724"/>
                                        </p:tgtEl>
                                        <p:attrNameLst>
                                          <p:attrName>style.visibility</p:attrName>
                                        </p:attrNameLst>
                                      </p:cBhvr>
                                      <p:to>
                                        <p:strVal val="visible"/>
                                      </p:to>
                                    </p:set>
                                    <p:animEffect transition="in" filter="dissolve">
                                      <p:cBhvr>
                                        <p:cTn id="53" dur="500"/>
                                        <p:tgtEl>
                                          <p:spTgt spid="371724"/>
                                        </p:tgtEl>
                                      </p:cBhvr>
                                    </p:animEffect>
                                  </p:childTnLst>
                                </p:cTn>
                              </p:par>
                            </p:childTnLst>
                          </p:cTn>
                        </p:par>
                      </p:childTnLst>
                    </p:cTn>
                  </p:par>
                  <p:par>
                    <p:cTn id="54" fill="hold">
                      <p:stCondLst>
                        <p:cond delay="indefinite"/>
                      </p:stCondLst>
                      <p:childTnLst>
                        <p:par>
                          <p:cTn id="55" fill="hold">
                            <p:stCondLst>
                              <p:cond delay="0"/>
                            </p:stCondLst>
                            <p:childTnLst>
                              <p:par>
                                <p:cTn id="56" presetID="2" presetClass="entr" presetSubtype="4" fill="hold" grpId="0" nodeType="clickEffect">
                                  <p:stCondLst>
                                    <p:cond delay="0"/>
                                  </p:stCondLst>
                                  <p:childTnLst>
                                    <p:set>
                                      <p:cBhvr>
                                        <p:cTn id="57" dur="1" fill="hold">
                                          <p:stCondLst>
                                            <p:cond delay="0"/>
                                          </p:stCondLst>
                                        </p:cTn>
                                        <p:tgtEl>
                                          <p:spTgt spid="371726"/>
                                        </p:tgtEl>
                                        <p:attrNameLst>
                                          <p:attrName>style.visibility</p:attrName>
                                        </p:attrNameLst>
                                      </p:cBhvr>
                                      <p:to>
                                        <p:strVal val="visible"/>
                                      </p:to>
                                    </p:set>
                                    <p:anim calcmode="lin" valueType="num">
                                      <p:cBhvr additive="base">
                                        <p:cTn id="58" dur="500" fill="hold"/>
                                        <p:tgtEl>
                                          <p:spTgt spid="371726"/>
                                        </p:tgtEl>
                                        <p:attrNameLst>
                                          <p:attrName>ppt_x</p:attrName>
                                        </p:attrNameLst>
                                      </p:cBhvr>
                                      <p:tavLst>
                                        <p:tav tm="0">
                                          <p:val>
                                            <p:strVal val="#ppt_x"/>
                                          </p:val>
                                        </p:tav>
                                        <p:tav tm="100000">
                                          <p:val>
                                            <p:strVal val="#ppt_x"/>
                                          </p:val>
                                        </p:tav>
                                      </p:tavLst>
                                    </p:anim>
                                    <p:anim calcmode="lin" valueType="num">
                                      <p:cBhvr additive="base">
                                        <p:cTn id="59" dur="500" fill="hold"/>
                                        <p:tgtEl>
                                          <p:spTgt spid="37172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1714" grpId="0" autoUpdateAnimBg="0"/>
      <p:bldP spid="371717" grpId="0" autoUpdateAnimBg="0"/>
      <p:bldP spid="371721" grpId="0" autoUpdateAnimBg="0"/>
      <p:bldP spid="371722" grpId="0" autoUpdateAnimBg="0"/>
      <p:bldP spid="371723" grpId="0" autoUpdateAnimBg="0"/>
      <p:bldP spid="371726" grpId="0" autoUpdateAnimBg="0"/>
      <p:bldP spid="371727" grpId="0" autoUpdateAnimBg="0"/>
    </p:bldLst>
  </p:timing>
</p:sld>
</file>

<file path=ppt/slides/slide8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5778" name="Rectangle 4"/>
          <p:cNvSpPr>
            <a:spLocks noGrp="1" noChangeArrowheads="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a:spcBef>
                <a:spcPct val="0"/>
              </a:spcBef>
              <a:buFontTx/>
              <a:buNone/>
            </a:pPr>
            <a:fld id="{FC549992-6065-4523-85E2-6A6E33969CA0}" type="datetime1">
              <a:rPr kumimoji="0" lang="zh-CN" altLang="en-US" sz="1200" smtClean="0">
                <a:solidFill>
                  <a:srgbClr val="000000"/>
                </a:solidFill>
                <a:ea typeface="宋体" panose="02010600030101010101" pitchFamily="2" charset="-122"/>
              </a:rPr>
            </a:fld>
            <a:endParaRPr kumimoji="0" lang="en-US" altLang="zh-CN" sz="1200">
              <a:solidFill>
                <a:srgbClr val="000000"/>
              </a:solidFill>
              <a:ea typeface="宋体" panose="02010600030101010101" pitchFamily="2" charset="-122"/>
            </a:endParaRPr>
          </a:p>
        </p:txBody>
      </p:sp>
      <p:graphicFrame>
        <p:nvGraphicFramePr>
          <p:cNvPr id="75779" name="Object 3"/>
          <p:cNvGraphicFramePr>
            <a:graphicFrameLocks noGrp="1" noChangeAspect="1"/>
          </p:cNvGraphicFramePr>
          <p:nvPr>
            <p:ph type="body" idx="1"/>
          </p:nvPr>
        </p:nvGraphicFramePr>
        <p:xfrm>
          <a:off x="900113" y="260350"/>
          <a:ext cx="4352925" cy="977900"/>
        </p:xfrm>
        <a:graphic>
          <a:graphicData uri="http://schemas.openxmlformats.org/presentationml/2006/ole">
            <mc:AlternateContent xmlns:mc="http://schemas.openxmlformats.org/markup-compatibility/2006">
              <mc:Choice xmlns:v="urn:schemas-microsoft-com:vml" Requires="v">
                <p:oleObj spid="_x0000_s2" name="文档" r:id="rId1" imgW="2023745" imgH="434975" progId="Word.Document.8">
                  <p:embed/>
                </p:oleObj>
              </mc:Choice>
              <mc:Fallback>
                <p:oleObj name="文档" r:id="rId1" imgW="2023745" imgH="434975" progId="Word.Document.8">
                  <p:embed/>
                  <p:pic>
                    <p:nvPicPr>
                      <p:cNvPr id="0" name="Object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00113" y="260350"/>
                        <a:ext cx="4352925" cy="977900"/>
                      </a:xfrm>
                      <a:prstGeom prst="rect">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aphicFrame>
        <p:nvGraphicFramePr>
          <p:cNvPr id="75780" name="Object 4"/>
          <p:cNvGraphicFramePr>
            <a:graphicFrameLocks noChangeAspect="1"/>
          </p:cNvGraphicFramePr>
          <p:nvPr/>
        </p:nvGraphicFramePr>
        <p:xfrm>
          <a:off x="1258888" y="1989138"/>
          <a:ext cx="5562600" cy="1223962"/>
        </p:xfrm>
        <a:graphic>
          <a:graphicData uri="http://schemas.openxmlformats.org/presentationml/2006/ole">
            <mc:AlternateContent xmlns:mc="http://schemas.openxmlformats.org/markup-compatibility/2006">
              <mc:Choice xmlns:v="urn:schemas-microsoft-com:vml" Requires="v">
                <p:oleObj spid="_x0000_s3" name="文档" r:id="rId3" imgW="2126615" imgH="455295" progId="Word.Document.8">
                  <p:embed/>
                </p:oleObj>
              </mc:Choice>
              <mc:Fallback>
                <p:oleObj name="文档" r:id="rId3" imgW="2126615" imgH="455295" progId="Word.Document.8">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58888" y="1989138"/>
                        <a:ext cx="5562600" cy="1223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aphicFrame>
        <p:nvGraphicFramePr>
          <p:cNvPr id="372741" name="Object 5"/>
          <p:cNvGraphicFramePr>
            <a:graphicFrameLocks noChangeAspect="1"/>
          </p:cNvGraphicFramePr>
          <p:nvPr/>
        </p:nvGraphicFramePr>
        <p:xfrm>
          <a:off x="1619250" y="5805488"/>
          <a:ext cx="5040313" cy="757237"/>
        </p:xfrm>
        <a:graphic>
          <a:graphicData uri="http://schemas.openxmlformats.org/presentationml/2006/ole">
            <mc:AlternateContent xmlns:mc="http://schemas.openxmlformats.org/markup-compatibility/2006">
              <mc:Choice xmlns:v="urn:schemas-microsoft-com:vml" Requires="v">
                <p:oleObj spid="_x0000_s4" name="文档" r:id="rId5" imgW="3145790" imgH="484505" progId="Word.Document.8">
                  <p:embed/>
                </p:oleObj>
              </mc:Choice>
              <mc:Fallback>
                <p:oleObj name="文档" r:id="rId5" imgW="3145790" imgH="484505" progId="Word.Document.8">
                  <p:embed/>
                  <p:pic>
                    <p:nvPicPr>
                      <p:cNvPr id="0"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619250" y="5805488"/>
                        <a:ext cx="5040313" cy="757237"/>
                      </a:xfrm>
                      <a:prstGeom prst="rect">
                        <a:avLst/>
                      </a:prstGeom>
                      <a:noFill/>
                      <a:ln w="38100">
                        <a:solidFill>
                          <a:srgbClr val="0099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pSp>
        <p:nvGrpSpPr>
          <p:cNvPr id="75782" name="Group 29"/>
          <p:cNvGrpSpPr/>
          <p:nvPr/>
        </p:nvGrpSpPr>
        <p:grpSpPr bwMode="auto">
          <a:xfrm>
            <a:off x="2051050" y="1196975"/>
            <a:ext cx="4492625" cy="701675"/>
            <a:chOff x="1292" y="754"/>
            <a:chExt cx="2830" cy="442"/>
          </a:xfrm>
        </p:grpSpPr>
        <p:graphicFrame>
          <p:nvGraphicFramePr>
            <p:cNvPr id="75798" name="Object 7"/>
            <p:cNvGraphicFramePr>
              <a:graphicFrameLocks noChangeAspect="1"/>
            </p:cNvGraphicFramePr>
            <p:nvPr/>
          </p:nvGraphicFramePr>
          <p:xfrm>
            <a:off x="1292" y="754"/>
            <a:ext cx="1667" cy="415"/>
          </p:xfrm>
          <a:graphic>
            <a:graphicData uri="http://schemas.openxmlformats.org/presentationml/2006/ole">
              <mc:AlternateContent xmlns:mc="http://schemas.openxmlformats.org/markup-compatibility/2006">
                <mc:Choice xmlns:v="urn:schemas-microsoft-com:vml" Requires="v">
                  <p:oleObj spid="_x0000_s5" name="Equation" r:id="rId7" imgW="736600" imgH="181610" progId="Equation.3">
                    <p:embed/>
                  </p:oleObj>
                </mc:Choice>
                <mc:Fallback>
                  <p:oleObj name="Equation" r:id="rId7" imgW="736600" imgH="181610" progId="Equation.3">
                    <p:embed/>
                    <p:pic>
                      <p:nvPicPr>
                        <p:cNvPr id="0" name="Object 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292" y="754"/>
                          <a:ext cx="1667" cy="41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75799" name="Object 10"/>
            <p:cNvGraphicFramePr>
              <a:graphicFrameLocks noChangeAspect="1"/>
            </p:cNvGraphicFramePr>
            <p:nvPr/>
          </p:nvGraphicFramePr>
          <p:xfrm>
            <a:off x="2971" y="799"/>
            <a:ext cx="1151" cy="397"/>
          </p:xfrm>
          <a:graphic>
            <a:graphicData uri="http://schemas.openxmlformats.org/presentationml/2006/ole">
              <mc:AlternateContent xmlns:mc="http://schemas.openxmlformats.org/markup-compatibility/2006">
                <mc:Choice xmlns:v="urn:schemas-microsoft-com:vml" Requires="v">
                  <p:oleObj spid="_x0000_s6" name="Equation" r:id="rId9" imgW="499745" imgH="167640" progId="Equation.3">
                    <p:embed/>
                  </p:oleObj>
                </mc:Choice>
                <mc:Fallback>
                  <p:oleObj name="Equation" r:id="rId9" imgW="499745" imgH="167640" progId="Equation.3">
                    <p:embed/>
                    <p:pic>
                      <p:nvPicPr>
                        <p:cNvPr id="0" name="Object 10"/>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971" y="799"/>
                          <a:ext cx="1151" cy="39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pSp>
      <p:sp>
        <p:nvSpPr>
          <p:cNvPr id="75783" name="Rectangle 11"/>
          <p:cNvSpPr>
            <a:spLocks noChangeArrowheads="1"/>
          </p:cNvSpPr>
          <p:nvPr/>
        </p:nvSpPr>
        <p:spPr bwMode="auto">
          <a:xfrm>
            <a:off x="762000" y="2590800"/>
            <a:ext cx="830263"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spcBef>
                <a:spcPct val="0"/>
              </a:spcBef>
              <a:buFontTx/>
              <a:buNone/>
            </a:pPr>
            <a:r>
              <a:rPr lang="zh-CN" altLang="en-US" sz="2000">
                <a:latin typeface="Tahoma" panose="020B0604030504040204" pitchFamily="34" charset="0"/>
                <a:ea typeface="宋体" panose="02010600030101010101" pitchFamily="2" charset="-122"/>
              </a:rPr>
              <a:t>解：</a:t>
            </a:r>
            <a:endParaRPr lang="zh-CN" altLang="en-US" sz="2000">
              <a:latin typeface="Tahoma" panose="020B0604030504040204" pitchFamily="34" charset="0"/>
              <a:ea typeface="宋体" panose="02010600030101010101" pitchFamily="2" charset="-122"/>
            </a:endParaRPr>
          </a:p>
        </p:txBody>
      </p:sp>
      <p:grpSp>
        <p:nvGrpSpPr>
          <p:cNvPr id="7" name="Group 24"/>
          <p:cNvGrpSpPr/>
          <p:nvPr/>
        </p:nvGrpSpPr>
        <p:grpSpPr bwMode="auto">
          <a:xfrm>
            <a:off x="1979613" y="3144203"/>
            <a:ext cx="3816350" cy="912812"/>
            <a:chOff x="1247" y="1993"/>
            <a:chExt cx="2179" cy="504"/>
          </a:xfrm>
        </p:grpSpPr>
        <p:graphicFrame>
          <p:nvGraphicFramePr>
            <p:cNvPr id="75796" name="Object 12"/>
            <p:cNvGraphicFramePr>
              <a:graphicFrameLocks noChangeAspect="1"/>
            </p:cNvGraphicFramePr>
            <p:nvPr/>
          </p:nvGraphicFramePr>
          <p:xfrm>
            <a:off x="1247" y="1993"/>
            <a:ext cx="1182" cy="504"/>
          </p:xfrm>
          <a:graphic>
            <a:graphicData uri="http://schemas.openxmlformats.org/presentationml/2006/ole">
              <mc:AlternateContent xmlns:mc="http://schemas.openxmlformats.org/markup-compatibility/2006">
                <mc:Choice xmlns:v="urn:schemas-microsoft-com:vml" Requires="v">
                  <p:oleObj spid="_x0000_s8" name="位图图像" r:id="rId11" imgW="1876425" imgH="800100" progId="Paint.Picture">
                    <p:embed/>
                  </p:oleObj>
                </mc:Choice>
                <mc:Fallback>
                  <p:oleObj name="位图图像" r:id="rId11" imgW="1876425" imgH="800100" progId="Paint.Picture">
                    <p:embed/>
                    <p:pic>
                      <p:nvPicPr>
                        <p:cNvPr id="0" name="Object 12"/>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247" y="1993"/>
                          <a:ext cx="1182" cy="5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aphicFrame>
          <p:nvGraphicFramePr>
            <p:cNvPr id="75797" name="Object 13"/>
            <p:cNvGraphicFramePr>
              <a:graphicFrameLocks noChangeAspect="1"/>
            </p:cNvGraphicFramePr>
            <p:nvPr/>
          </p:nvGraphicFramePr>
          <p:xfrm>
            <a:off x="2562" y="2024"/>
            <a:ext cx="864" cy="462"/>
          </p:xfrm>
          <a:graphic>
            <a:graphicData uri="http://schemas.openxmlformats.org/presentationml/2006/ole">
              <mc:AlternateContent xmlns:mc="http://schemas.openxmlformats.org/markup-compatibility/2006">
                <mc:Choice xmlns:v="urn:schemas-microsoft-com:vml" Requires="v">
                  <p:oleObj spid="_x0000_s9" name="位图图像" r:id="rId13" imgW="1371600" imgH="733425" progId="Paint.Picture">
                    <p:embed/>
                  </p:oleObj>
                </mc:Choice>
                <mc:Fallback>
                  <p:oleObj name="位图图像" r:id="rId13" imgW="1371600" imgH="733425" progId="Paint.Picture">
                    <p:embed/>
                    <p:pic>
                      <p:nvPicPr>
                        <p:cNvPr id="0" name="Object 13"/>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562" y="2024"/>
                          <a:ext cx="864" cy="4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pSp>
      <p:grpSp>
        <p:nvGrpSpPr>
          <p:cNvPr id="10" name="Group 22"/>
          <p:cNvGrpSpPr/>
          <p:nvPr/>
        </p:nvGrpSpPr>
        <p:grpSpPr bwMode="auto">
          <a:xfrm>
            <a:off x="1619250" y="4437063"/>
            <a:ext cx="5329238" cy="863600"/>
            <a:chOff x="1066" y="2341"/>
            <a:chExt cx="3135" cy="546"/>
          </a:xfrm>
        </p:grpSpPr>
        <p:grpSp>
          <p:nvGrpSpPr>
            <p:cNvPr id="75790" name="Group 14"/>
            <p:cNvGrpSpPr/>
            <p:nvPr/>
          </p:nvGrpSpPr>
          <p:grpSpPr bwMode="auto">
            <a:xfrm>
              <a:off x="1066" y="2341"/>
              <a:ext cx="2578" cy="546"/>
              <a:chOff x="385" y="2115"/>
              <a:chExt cx="2578" cy="546"/>
            </a:xfrm>
          </p:grpSpPr>
          <p:grpSp>
            <p:nvGrpSpPr>
              <p:cNvPr id="75792" name="Group 15"/>
              <p:cNvGrpSpPr/>
              <p:nvPr/>
            </p:nvGrpSpPr>
            <p:grpSpPr bwMode="auto">
              <a:xfrm>
                <a:off x="385" y="2160"/>
                <a:ext cx="2160" cy="444"/>
                <a:chOff x="480" y="2160"/>
                <a:chExt cx="2160" cy="444"/>
              </a:xfrm>
            </p:grpSpPr>
            <p:graphicFrame>
              <p:nvGraphicFramePr>
                <p:cNvPr id="75794" name="Object 16"/>
                <p:cNvGraphicFramePr>
                  <a:graphicFrameLocks noChangeAspect="1"/>
                </p:cNvGraphicFramePr>
                <p:nvPr/>
              </p:nvGraphicFramePr>
              <p:xfrm>
                <a:off x="480" y="2160"/>
                <a:ext cx="2160" cy="420"/>
              </p:xfrm>
              <a:graphic>
                <a:graphicData uri="http://schemas.openxmlformats.org/presentationml/2006/ole">
                  <mc:AlternateContent xmlns:mc="http://schemas.openxmlformats.org/markup-compatibility/2006">
                    <mc:Choice xmlns:v="urn:schemas-microsoft-com:vml" Requires="v">
                      <p:oleObj spid="_x0000_s11" name="位图图像" r:id="rId15" imgW="3429000" imgH="666750" progId="Paint.Picture">
                        <p:embed/>
                      </p:oleObj>
                    </mc:Choice>
                    <mc:Fallback>
                      <p:oleObj name="位图图像" r:id="rId15" imgW="3429000" imgH="666750" progId="Paint.Picture">
                        <p:embed/>
                        <p:pic>
                          <p:nvPicPr>
                            <p:cNvPr id="0" name="Object 16"/>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480" y="2160"/>
                              <a:ext cx="2160" cy="4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aphicFrame>
              <p:nvGraphicFramePr>
                <p:cNvPr id="75795" name="Object 17"/>
                <p:cNvGraphicFramePr>
                  <a:graphicFrameLocks noChangeAspect="1"/>
                </p:cNvGraphicFramePr>
                <p:nvPr/>
              </p:nvGraphicFramePr>
              <p:xfrm>
                <a:off x="1156" y="2160"/>
                <a:ext cx="952" cy="444"/>
              </p:xfrm>
              <a:graphic>
                <a:graphicData uri="http://schemas.openxmlformats.org/presentationml/2006/ole">
                  <mc:AlternateContent xmlns:mc="http://schemas.openxmlformats.org/markup-compatibility/2006">
                    <mc:Choice xmlns:v="urn:schemas-microsoft-com:vml" Requires="v">
                      <p:oleObj spid="_x0000_s12" name="位图图像" r:id="rId17" imgW="1485900" imgH="704850" progId="Paint.Picture">
                        <p:embed/>
                      </p:oleObj>
                    </mc:Choice>
                    <mc:Fallback>
                      <p:oleObj name="位图图像" r:id="rId17" imgW="1485900" imgH="704850" progId="Paint.Picture">
                        <p:embed/>
                        <p:pic>
                          <p:nvPicPr>
                            <p:cNvPr id="0" name="Object 17"/>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1156" y="2160"/>
                              <a:ext cx="952" cy="4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pSp>
          <p:graphicFrame>
            <p:nvGraphicFramePr>
              <p:cNvPr id="75793" name="Object 18"/>
              <p:cNvGraphicFramePr>
                <a:graphicFrameLocks noChangeAspect="1"/>
              </p:cNvGraphicFramePr>
              <p:nvPr/>
            </p:nvGraphicFramePr>
            <p:xfrm>
              <a:off x="1973" y="2115"/>
              <a:ext cx="990" cy="546"/>
            </p:xfrm>
            <a:graphic>
              <a:graphicData uri="http://schemas.openxmlformats.org/presentationml/2006/ole">
                <mc:AlternateContent xmlns:mc="http://schemas.openxmlformats.org/markup-compatibility/2006">
                  <mc:Choice xmlns:v="urn:schemas-microsoft-com:vml" Requires="v">
                    <p:oleObj spid="_x0000_s13" name="位图图像" r:id="rId19" imgW="1571625" imgH="866775" progId="Paint.Picture">
                      <p:embed/>
                    </p:oleObj>
                  </mc:Choice>
                  <mc:Fallback>
                    <p:oleObj name="位图图像" r:id="rId19" imgW="1571625" imgH="866775" progId="Paint.Picture">
                      <p:embed/>
                      <p:pic>
                        <p:nvPicPr>
                          <p:cNvPr id="0" name="Object 18"/>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1973" y="2115"/>
                            <a:ext cx="990" cy="5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pSp>
        <p:graphicFrame>
          <p:nvGraphicFramePr>
            <p:cNvPr id="75791" name="Object 19"/>
            <p:cNvGraphicFramePr>
              <a:graphicFrameLocks noChangeAspect="1"/>
            </p:cNvGraphicFramePr>
            <p:nvPr/>
          </p:nvGraphicFramePr>
          <p:xfrm>
            <a:off x="3787" y="2432"/>
            <a:ext cx="414" cy="174"/>
          </p:xfrm>
          <a:graphic>
            <a:graphicData uri="http://schemas.openxmlformats.org/presentationml/2006/ole">
              <mc:AlternateContent xmlns:mc="http://schemas.openxmlformats.org/markup-compatibility/2006">
                <mc:Choice xmlns:v="urn:schemas-microsoft-com:vml" Requires="v">
                  <p:oleObj spid="_x0000_s14" name="位图图像" r:id="rId21" imgW="657225" imgH="276225" progId="Paint.Picture">
                    <p:embed/>
                  </p:oleObj>
                </mc:Choice>
                <mc:Fallback>
                  <p:oleObj name="位图图像" r:id="rId21" imgW="657225" imgH="276225" progId="Paint.Picture">
                    <p:embed/>
                    <p:pic>
                      <p:nvPicPr>
                        <p:cNvPr id="0" name="Object 19"/>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3787" y="2432"/>
                          <a:ext cx="414" cy="1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pSp>
      <p:grpSp>
        <p:nvGrpSpPr>
          <p:cNvPr id="75786" name="Group 26"/>
          <p:cNvGrpSpPr>
            <a:grpSpLocks noChangeAspect="1"/>
          </p:cNvGrpSpPr>
          <p:nvPr/>
        </p:nvGrpSpPr>
        <p:grpSpPr bwMode="auto">
          <a:xfrm>
            <a:off x="6588125" y="1341438"/>
            <a:ext cx="534988" cy="400050"/>
            <a:chOff x="4150" y="873"/>
            <a:chExt cx="337" cy="252"/>
          </a:xfrm>
        </p:grpSpPr>
        <p:sp>
          <p:nvSpPr>
            <p:cNvPr id="75787" name="AutoShape 25"/>
            <p:cNvSpPr>
              <a:spLocks noChangeAspect="1" noChangeArrowheads="1" noTextEdit="1"/>
            </p:cNvSpPr>
            <p:nvPr/>
          </p:nvSpPr>
          <p:spPr bwMode="auto">
            <a:xfrm>
              <a:off x="4150" y="890"/>
              <a:ext cx="337" cy="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75788" name="Rectangle 27"/>
            <p:cNvSpPr>
              <a:spLocks noChangeArrowheads="1"/>
            </p:cNvSpPr>
            <p:nvPr/>
          </p:nvSpPr>
          <p:spPr bwMode="auto">
            <a:xfrm>
              <a:off x="4346" y="895"/>
              <a:ext cx="96"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spcBef>
                  <a:spcPct val="0"/>
                </a:spcBef>
                <a:buFontTx/>
                <a:buNone/>
              </a:pPr>
              <a:r>
                <a:rPr kumimoji="0" lang="en-US" altLang="zh-CN" sz="2400" b="0">
                  <a:solidFill>
                    <a:srgbClr val="000000"/>
                  </a:solidFill>
                  <a:latin typeface="Times New Roman" panose="02020603050405020304" pitchFamily="18" charset="0"/>
                  <a:ea typeface="宋体" panose="02010600030101010101" pitchFamily="2" charset="-122"/>
                </a:rPr>
                <a:t>1</a:t>
              </a:r>
              <a:endParaRPr kumimoji="0" lang="en-US" altLang="zh-CN" sz="1800">
                <a:ea typeface="宋体" panose="02010600030101010101" pitchFamily="2" charset="-122"/>
              </a:endParaRPr>
            </a:p>
          </p:txBody>
        </p:sp>
        <p:sp>
          <p:nvSpPr>
            <p:cNvPr id="75789" name="Rectangle 28"/>
            <p:cNvSpPr>
              <a:spLocks noChangeArrowheads="1"/>
            </p:cNvSpPr>
            <p:nvPr/>
          </p:nvSpPr>
          <p:spPr bwMode="auto">
            <a:xfrm>
              <a:off x="4186" y="873"/>
              <a:ext cx="105"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spcBef>
                  <a:spcPct val="0"/>
                </a:spcBef>
                <a:buFontTx/>
                <a:buNone/>
              </a:pPr>
              <a:r>
                <a:rPr kumimoji="0" lang="en-US" altLang="zh-CN" sz="2400" b="0">
                  <a:solidFill>
                    <a:srgbClr val="000000"/>
                  </a:solidFill>
                  <a:latin typeface="Symbol" panose="05050102010706020507" pitchFamily="18" charset="2"/>
                  <a:ea typeface="宋体" panose="02010600030101010101" pitchFamily="2" charset="-122"/>
                </a:rPr>
                <a:t>=</a:t>
              </a:r>
              <a:endParaRPr kumimoji="0" lang="en-US" altLang="zh-CN" sz="1800">
                <a:ea typeface="宋体" panose="02010600030101010101" pitchFamily="2" charset="-122"/>
              </a:endParaRPr>
            </a:p>
          </p:txBody>
        </p:sp>
      </p:grpSp>
    </p:spTree>
    <p:custDataLst>
      <p:tags r:id="rId23"/>
    </p:custDataLst>
  </p:cSld>
  <p:clrMapOvr>
    <a:masterClrMapping/>
  </p:clrMapOvr>
  <mc:AlternateContent xmlns:mc="http://schemas.openxmlformats.org/markup-compatibility/2006">
    <mc:Choice xmlns:p14="http://schemas.microsoft.com/office/powerpoint/2010/main" Requires="p14">
      <p:transition spd="slow" p14:dur="2000" advTm="174374"/>
    </mc:Choice>
    <mc:Fallback>
      <p:transition spd="slow" advTm="174374"/>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75782"/>
                                        </p:tgtEl>
                                        <p:attrNameLst>
                                          <p:attrName>style.visibility</p:attrName>
                                        </p:attrNameLst>
                                      </p:cBhvr>
                                      <p:to>
                                        <p:strVal val="visible"/>
                                      </p:to>
                                    </p:set>
                                    <p:animEffect transition="in" filter="blinds(horizontal)">
                                      <p:cBhvr>
                                        <p:cTn id="7" dur="500"/>
                                        <p:tgtEl>
                                          <p:spTgt spid="75782"/>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75780"/>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0"/>
                                          </p:stCondLst>
                                        </p:cTn>
                                        <p:tgtEl>
                                          <p:spTgt spid="7"/>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2" presetClass="entr" presetSubtype="4" fill="hold" nodeType="clickEffect">
                                  <p:stCondLst>
                                    <p:cond delay="0"/>
                                  </p:stCondLst>
                                  <p:childTnLst>
                                    <p:set>
                                      <p:cBhvr>
                                        <p:cTn id="19" dur="1" fill="hold">
                                          <p:stCondLst>
                                            <p:cond delay="0"/>
                                          </p:stCondLst>
                                        </p:cTn>
                                        <p:tgtEl>
                                          <p:spTgt spid="10"/>
                                        </p:tgtEl>
                                        <p:attrNameLst>
                                          <p:attrName>style.visibility</p:attrName>
                                        </p:attrNameLst>
                                      </p:cBhvr>
                                      <p:to>
                                        <p:strVal val="visible"/>
                                      </p:to>
                                    </p:set>
                                    <p:anim calcmode="lin" valueType="num">
                                      <p:cBhvr additive="base">
                                        <p:cTn id="20" dur="500" fill="hold"/>
                                        <p:tgtEl>
                                          <p:spTgt spid="10"/>
                                        </p:tgtEl>
                                        <p:attrNameLst>
                                          <p:attrName>ppt_x</p:attrName>
                                        </p:attrNameLst>
                                      </p:cBhvr>
                                      <p:tavLst>
                                        <p:tav tm="0">
                                          <p:val>
                                            <p:strVal val="#ppt_x"/>
                                          </p:val>
                                        </p:tav>
                                        <p:tav tm="100000">
                                          <p:val>
                                            <p:strVal val="#ppt_x"/>
                                          </p:val>
                                        </p:tav>
                                      </p:tavLst>
                                    </p:anim>
                                    <p:anim calcmode="lin" valueType="num">
                                      <p:cBhvr additive="base">
                                        <p:cTn id="21"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3" presetClass="entr" presetSubtype="10" fill="hold" nodeType="clickEffect">
                                  <p:stCondLst>
                                    <p:cond delay="0"/>
                                  </p:stCondLst>
                                  <p:childTnLst>
                                    <p:set>
                                      <p:cBhvr>
                                        <p:cTn id="25" dur="1" fill="hold">
                                          <p:stCondLst>
                                            <p:cond delay="0"/>
                                          </p:stCondLst>
                                        </p:cTn>
                                        <p:tgtEl>
                                          <p:spTgt spid="372741"/>
                                        </p:tgtEl>
                                        <p:attrNameLst>
                                          <p:attrName>style.visibility</p:attrName>
                                        </p:attrNameLst>
                                      </p:cBhvr>
                                      <p:to>
                                        <p:strVal val="visible"/>
                                      </p:to>
                                    </p:set>
                                    <p:animEffect transition="in" filter="blinds(horizontal)">
                                      <p:cBhvr>
                                        <p:cTn id="26" dur="500"/>
                                        <p:tgtEl>
                                          <p:spTgt spid="3727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4"/>
          <p:cNvSpPr>
            <a:spLocks noGrp="1" noChangeArrowheads="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a:spcBef>
                <a:spcPct val="0"/>
              </a:spcBef>
              <a:buFontTx/>
              <a:buNone/>
            </a:pPr>
            <a:fld id="{882F8241-DFB8-4EBB-A7EC-AC92E5BFF999}" type="datetime1">
              <a:rPr kumimoji="0" lang="zh-CN" altLang="en-US" sz="1200" smtClean="0">
                <a:solidFill>
                  <a:srgbClr val="000000"/>
                </a:solidFill>
                <a:ea typeface="宋体" panose="02010600030101010101" pitchFamily="2" charset="-122"/>
              </a:rPr>
            </a:fld>
            <a:endParaRPr kumimoji="0" lang="en-US" altLang="zh-CN" sz="1200">
              <a:solidFill>
                <a:srgbClr val="000000"/>
              </a:solidFill>
              <a:ea typeface="宋体" panose="02010600030101010101" pitchFamily="2" charset="-122"/>
            </a:endParaRPr>
          </a:p>
        </p:txBody>
      </p:sp>
      <p:graphicFrame>
        <p:nvGraphicFramePr>
          <p:cNvPr id="373763" name="Object 3"/>
          <p:cNvGraphicFramePr>
            <a:graphicFrameLocks noGrp="1" noChangeAspect="1"/>
          </p:cNvGraphicFramePr>
          <p:nvPr>
            <p:ph idx="1"/>
          </p:nvPr>
        </p:nvGraphicFramePr>
        <p:xfrm>
          <a:off x="827088" y="1268413"/>
          <a:ext cx="5616575" cy="5313362"/>
        </p:xfrm>
        <a:graphic>
          <a:graphicData uri="http://schemas.openxmlformats.org/presentationml/2006/ole">
            <mc:AlternateContent xmlns:mc="http://schemas.openxmlformats.org/markup-compatibility/2006">
              <mc:Choice xmlns:v="urn:schemas-microsoft-com:vml" Requires="v">
                <p:oleObj spid="_x0000_s2" name="公式" r:id="rId1" imgW="1879600" imgH="1778000" progId="Equation.3">
                  <p:embed/>
                </p:oleObj>
              </mc:Choice>
              <mc:Fallback>
                <p:oleObj name="公式" r:id="rId1" imgW="1879600" imgH="1778000" progId="Equation.3">
                  <p:embed/>
                  <p:pic>
                    <p:nvPicPr>
                      <p:cNvPr id="0" name="Object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7088" y="1268413"/>
                        <a:ext cx="5616575" cy="53133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373764" name="Object 4"/>
          <p:cNvGraphicFramePr>
            <a:graphicFrameLocks noChangeAspect="1"/>
          </p:cNvGraphicFramePr>
          <p:nvPr/>
        </p:nvGraphicFramePr>
        <p:xfrm>
          <a:off x="4932363" y="1916113"/>
          <a:ext cx="760412" cy="552450"/>
        </p:xfrm>
        <a:graphic>
          <a:graphicData uri="http://schemas.openxmlformats.org/presentationml/2006/ole">
            <mc:AlternateContent xmlns:mc="http://schemas.openxmlformats.org/markup-compatibility/2006">
              <mc:Choice xmlns:v="urn:schemas-microsoft-com:vml" Requires="v">
                <p:oleObj spid="_x0000_s3" name="公式" r:id="rId3" imgW="171450" imgH="113030" progId="Equation.3">
                  <p:embed/>
                </p:oleObj>
              </mc:Choice>
              <mc:Fallback>
                <p:oleObj name="公式" r:id="rId3" imgW="171450" imgH="113030" progId="Equation.3">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932363" y="1916113"/>
                        <a:ext cx="760412" cy="5524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373765" name="Object 5"/>
          <p:cNvGraphicFramePr>
            <a:graphicFrameLocks noChangeAspect="1"/>
          </p:cNvGraphicFramePr>
          <p:nvPr/>
        </p:nvGraphicFramePr>
        <p:xfrm>
          <a:off x="5219700" y="2276475"/>
          <a:ext cx="898525" cy="1139825"/>
        </p:xfrm>
        <a:graphic>
          <a:graphicData uri="http://schemas.openxmlformats.org/presentationml/2006/ole">
            <mc:AlternateContent xmlns:mc="http://schemas.openxmlformats.org/markup-compatibility/2006">
              <mc:Choice xmlns:v="urn:schemas-microsoft-com:vml" Requires="v">
                <p:oleObj spid="_x0000_s4" name="公式" r:id="rId5" imgW="208915" imgH="270510" progId="Equation.3">
                  <p:embed/>
                </p:oleObj>
              </mc:Choice>
              <mc:Fallback>
                <p:oleObj name="公式" r:id="rId5" imgW="208915" imgH="270510" progId="Equation.3">
                  <p:embed/>
                  <p:pic>
                    <p:nvPicPr>
                      <p:cNvPr id="0"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219700" y="2276475"/>
                        <a:ext cx="898525" cy="11398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373766" name="Object 6"/>
          <p:cNvGraphicFramePr>
            <a:graphicFrameLocks noChangeAspect="1"/>
          </p:cNvGraphicFramePr>
          <p:nvPr/>
        </p:nvGraphicFramePr>
        <p:xfrm>
          <a:off x="5651500" y="2924175"/>
          <a:ext cx="1865313" cy="1174750"/>
        </p:xfrm>
        <a:graphic>
          <a:graphicData uri="http://schemas.openxmlformats.org/presentationml/2006/ole">
            <mc:AlternateContent xmlns:mc="http://schemas.openxmlformats.org/markup-compatibility/2006">
              <mc:Choice xmlns:v="urn:schemas-microsoft-com:vml" Requires="v">
                <p:oleObj spid="_x0000_s5" name="公式" r:id="rId7" imgW="462280" imgH="277495" progId="Equation.3">
                  <p:embed/>
                </p:oleObj>
              </mc:Choice>
              <mc:Fallback>
                <p:oleObj name="公式" r:id="rId7" imgW="462280" imgH="277495" progId="Equation.3">
                  <p:embed/>
                  <p:pic>
                    <p:nvPicPr>
                      <p:cNvPr id="0" name="Object 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651500" y="2924175"/>
                        <a:ext cx="1865313" cy="11747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373767" name="Object 7"/>
          <p:cNvGraphicFramePr>
            <a:graphicFrameLocks noChangeAspect="1"/>
          </p:cNvGraphicFramePr>
          <p:nvPr/>
        </p:nvGraphicFramePr>
        <p:xfrm>
          <a:off x="6516688" y="4437063"/>
          <a:ext cx="1795462" cy="554037"/>
        </p:xfrm>
        <a:graphic>
          <a:graphicData uri="http://schemas.openxmlformats.org/presentationml/2006/ole">
            <mc:AlternateContent xmlns:mc="http://schemas.openxmlformats.org/markup-compatibility/2006">
              <mc:Choice xmlns:v="urn:schemas-microsoft-com:vml" Requires="v">
                <p:oleObj spid="_x0000_s6" name="公式" r:id="rId9" imgW="445135" imgH="113030" progId="Equation.3">
                  <p:embed/>
                </p:oleObj>
              </mc:Choice>
              <mc:Fallback>
                <p:oleObj name="公式" r:id="rId9" imgW="445135" imgH="113030" progId="Equation.3">
                  <p:embed/>
                  <p:pic>
                    <p:nvPicPr>
                      <p:cNvPr id="0" name="Object 7"/>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516688" y="4437063"/>
                        <a:ext cx="1795462" cy="5540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373768" name="Object 8"/>
          <p:cNvGraphicFramePr>
            <a:graphicFrameLocks noChangeAspect="1"/>
          </p:cNvGraphicFramePr>
          <p:nvPr/>
        </p:nvGraphicFramePr>
        <p:xfrm>
          <a:off x="6588125" y="5661025"/>
          <a:ext cx="2071688" cy="623888"/>
        </p:xfrm>
        <a:graphic>
          <a:graphicData uri="http://schemas.openxmlformats.org/presentationml/2006/ole">
            <mc:AlternateContent xmlns:mc="http://schemas.openxmlformats.org/markup-compatibility/2006">
              <mc:Choice xmlns:v="urn:schemas-microsoft-com:vml" Requires="v">
                <p:oleObj spid="_x0000_s7" name="公式" r:id="rId11" imgW="516890" imgH="133350" progId="Equation.3">
                  <p:embed/>
                </p:oleObj>
              </mc:Choice>
              <mc:Fallback>
                <p:oleObj name="公式" r:id="rId11" imgW="516890" imgH="133350" progId="Equation.3">
                  <p:embed/>
                  <p:pic>
                    <p:nvPicPr>
                      <p:cNvPr id="0" name="Object 8"/>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6588125" y="5661025"/>
                        <a:ext cx="2071688" cy="6238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364546" name="Rectangle 2"/>
          <p:cNvSpPr>
            <a:spLocks noChangeArrowheads="1"/>
          </p:cNvSpPr>
          <p:nvPr/>
        </p:nvSpPr>
        <p:spPr bwMode="auto">
          <a:xfrm>
            <a:off x="539750" y="3175"/>
            <a:ext cx="5256213" cy="762000"/>
          </a:xfrm>
          <a:prstGeom prst="rect">
            <a:avLst/>
          </a:prstGeom>
          <a:solidFill>
            <a:schemeClr val="bg1"/>
          </a:solidFill>
          <a:ln>
            <a:noFill/>
          </a:ln>
          <a:effectLst>
            <a:outerShdw blurRad="63500" dist="38099" dir="2700000" algn="ctr" rotWithShape="0">
              <a:schemeClr val="bg2">
                <a:alpha val="74998"/>
              </a:schemeClr>
            </a:outerShdw>
          </a:effectLst>
        </p:spPr>
        <p:txBody>
          <a:bodyPr anchor="ctr"/>
          <a:lstStyle/>
          <a:p>
            <a:pPr algn="ctr" eaLnBrk="1" hangingPunct="1">
              <a:defRPr/>
            </a:pPr>
            <a:r>
              <a:rPr lang="en-US" altLang="zh-CN" sz="2800">
                <a:effectLst>
                  <a:outerShdw blurRad="38100" dist="38100" dir="2700000" algn="tl">
                    <a:srgbClr val="000000"/>
                  </a:outerShdw>
                </a:effectLst>
                <a:ea typeface="黑体" panose="02010609060101010101" charset="-122"/>
              </a:rPr>
              <a:t>§5.6 </a:t>
            </a:r>
            <a:r>
              <a:rPr lang="zh-CN" altLang="en-US" sz="2800">
                <a:effectLst>
                  <a:outerShdw blurRad="38100" dist="38100" dir="2700000" algn="tl">
                    <a:srgbClr val="000000"/>
                  </a:outerShdw>
                </a:effectLst>
                <a:ea typeface="黑体" panose="02010609060101010101" charset="-122"/>
              </a:rPr>
              <a:t>拉普拉斯变换的基本性质</a:t>
            </a:r>
            <a:endParaRPr lang="zh-CN" altLang="en-US" sz="2800">
              <a:effectLst>
                <a:outerShdw blurRad="38100" dist="38100" dir="2700000" algn="tl">
                  <a:srgbClr val="000000"/>
                </a:outerShdw>
              </a:effectLst>
              <a:ea typeface="黑体" panose="02010609060101010101" charset="-122"/>
            </a:endParaRPr>
          </a:p>
        </p:txBody>
      </p:sp>
      <p:sp>
        <p:nvSpPr>
          <p:cNvPr id="8" name="墨迹 1"/>
          <p:cNvSpPr/>
          <p:nvPr/>
        </p:nvSpPr>
        <p:spPr bwMode="auto">
          <a:xfrm>
            <a:off x="3203845" y="1402710"/>
            <a:ext cx="5828760" cy="3008160"/>
          </a:xfrm>
        </p:spPr>
      </p:sp>
    </p:spTree>
    <p:custDataLst>
      <p:tags r:id="rId13"/>
    </p:custDataLst>
  </p:cSld>
  <p:clrMapOvr>
    <a:masterClrMapping/>
  </p:clrMapOvr>
  <mc:AlternateContent xmlns:mc="http://schemas.openxmlformats.org/markup-compatibility/2006">
    <mc:Choice xmlns:p14="http://schemas.microsoft.com/office/powerpoint/2010/main" Requires="p14">
      <p:transition spd="slow" p14:dur="2000" advTm="60894"/>
    </mc:Choice>
    <mc:Fallback>
      <p:transition spd="slow" advTm="60894"/>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nodeType="afterEffect">
                                  <p:stCondLst>
                                    <p:cond delay="0"/>
                                  </p:stCondLst>
                                  <p:childTnLst>
                                    <p:set>
                                      <p:cBhvr>
                                        <p:cTn id="6" dur="1" fill="hold">
                                          <p:stCondLst>
                                            <p:cond delay="0"/>
                                          </p:stCondLst>
                                        </p:cTn>
                                        <p:tgtEl>
                                          <p:spTgt spid="373763"/>
                                        </p:tgtEl>
                                        <p:attrNameLst>
                                          <p:attrName>style.visibility</p:attrName>
                                        </p:attrNameLst>
                                      </p:cBhvr>
                                      <p:to>
                                        <p:strVal val="visible"/>
                                      </p:to>
                                    </p:set>
                                    <p:animEffect transition="in" filter="randombar(horizontal)">
                                      <p:cBhvr>
                                        <p:cTn id="7" dur="500"/>
                                        <p:tgtEl>
                                          <p:spTgt spid="373763"/>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373764"/>
                                        </p:tgtEl>
                                        <p:attrNameLst>
                                          <p:attrName>style.visibility</p:attrName>
                                        </p:attrNameLst>
                                      </p:cBhvr>
                                      <p:to>
                                        <p:strVal val="visible"/>
                                      </p:to>
                                    </p:set>
                                    <p:animEffect transition="in" filter="randombar(horizontal)">
                                      <p:cBhvr>
                                        <p:cTn id="12" dur="500"/>
                                        <p:tgtEl>
                                          <p:spTgt spid="373764"/>
                                        </p:tgtEl>
                                      </p:cBhvr>
                                    </p:animEffect>
                                  </p:childTnLst>
                                </p:cTn>
                              </p:par>
                            </p:childTnLst>
                          </p:cTn>
                        </p:par>
                      </p:childTnLst>
                    </p:cTn>
                  </p:par>
                  <p:par>
                    <p:cTn id="13" fill="hold">
                      <p:stCondLst>
                        <p:cond delay="indefinite"/>
                      </p:stCondLst>
                      <p:childTnLst>
                        <p:par>
                          <p:cTn id="14" fill="hold">
                            <p:stCondLst>
                              <p:cond delay="0"/>
                            </p:stCondLst>
                            <p:childTnLst>
                              <p:par>
                                <p:cTn id="15" presetID="14" presetClass="entr" presetSubtype="10" fill="hold" nodeType="clickEffect">
                                  <p:stCondLst>
                                    <p:cond delay="0"/>
                                  </p:stCondLst>
                                  <p:childTnLst>
                                    <p:set>
                                      <p:cBhvr>
                                        <p:cTn id="16" dur="1" fill="hold">
                                          <p:stCondLst>
                                            <p:cond delay="0"/>
                                          </p:stCondLst>
                                        </p:cTn>
                                        <p:tgtEl>
                                          <p:spTgt spid="373765"/>
                                        </p:tgtEl>
                                        <p:attrNameLst>
                                          <p:attrName>style.visibility</p:attrName>
                                        </p:attrNameLst>
                                      </p:cBhvr>
                                      <p:to>
                                        <p:strVal val="visible"/>
                                      </p:to>
                                    </p:set>
                                    <p:animEffect transition="in" filter="randombar(horizontal)">
                                      <p:cBhvr>
                                        <p:cTn id="17" dur="500"/>
                                        <p:tgtEl>
                                          <p:spTgt spid="373765"/>
                                        </p:tgtEl>
                                      </p:cBhvr>
                                    </p:animEffect>
                                  </p:childTnLst>
                                </p:cTn>
                              </p:par>
                            </p:childTnLst>
                          </p:cTn>
                        </p:par>
                      </p:childTnLst>
                    </p:cTn>
                  </p:par>
                  <p:par>
                    <p:cTn id="18" fill="hold">
                      <p:stCondLst>
                        <p:cond delay="indefinite"/>
                      </p:stCondLst>
                      <p:childTnLst>
                        <p:par>
                          <p:cTn id="19" fill="hold">
                            <p:stCondLst>
                              <p:cond delay="0"/>
                            </p:stCondLst>
                            <p:childTnLst>
                              <p:par>
                                <p:cTn id="20" presetID="14" presetClass="entr" presetSubtype="10" fill="hold" nodeType="clickEffect">
                                  <p:stCondLst>
                                    <p:cond delay="0"/>
                                  </p:stCondLst>
                                  <p:childTnLst>
                                    <p:set>
                                      <p:cBhvr>
                                        <p:cTn id="21" dur="1" fill="hold">
                                          <p:stCondLst>
                                            <p:cond delay="0"/>
                                          </p:stCondLst>
                                        </p:cTn>
                                        <p:tgtEl>
                                          <p:spTgt spid="373766"/>
                                        </p:tgtEl>
                                        <p:attrNameLst>
                                          <p:attrName>style.visibility</p:attrName>
                                        </p:attrNameLst>
                                      </p:cBhvr>
                                      <p:to>
                                        <p:strVal val="visible"/>
                                      </p:to>
                                    </p:set>
                                    <p:animEffect transition="in" filter="randombar(horizontal)">
                                      <p:cBhvr>
                                        <p:cTn id="22" dur="500"/>
                                        <p:tgtEl>
                                          <p:spTgt spid="373766"/>
                                        </p:tgtEl>
                                      </p:cBhvr>
                                    </p:animEffect>
                                  </p:childTnLst>
                                </p:cTn>
                              </p:par>
                            </p:childTnLst>
                          </p:cTn>
                        </p:par>
                      </p:childTnLst>
                    </p:cTn>
                  </p:par>
                  <p:par>
                    <p:cTn id="23" fill="hold">
                      <p:stCondLst>
                        <p:cond delay="indefinite"/>
                      </p:stCondLst>
                      <p:childTnLst>
                        <p:par>
                          <p:cTn id="24" fill="hold">
                            <p:stCondLst>
                              <p:cond delay="0"/>
                            </p:stCondLst>
                            <p:childTnLst>
                              <p:par>
                                <p:cTn id="25" presetID="14" presetClass="entr" presetSubtype="10" fill="hold" nodeType="clickEffect">
                                  <p:stCondLst>
                                    <p:cond delay="0"/>
                                  </p:stCondLst>
                                  <p:childTnLst>
                                    <p:set>
                                      <p:cBhvr>
                                        <p:cTn id="26" dur="1" fill="hold">
                                          <p:stCondLst>
                                            <p:cond delay="0"/>
                                          </p:stCondLst>
                                        </p:cTn>
                                        <p:tgtEl>
                                          <p:spTgt spid="373767"/>
                                        </p:tgtEl>
                                        <p:attrNameLst>
                                          <p:attrName>style.visibility</p:attrName>
                                        </p:attrNameLst>
                                      </p:cBhvr>
                                      <p:to>
                                        <p:strVal val="visible"/>
                                      </p:to>
                                    </p:set>
                                    <p:animEffect transition="in" filter="randombar(horizontal)">
                                      <p:cBhvr>
                                        <p:cTn id="27" dur="500"/>
                                        <p:tgtEl>
                                          <p:spTgt spid="373767"/>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nodeType="clickEffect">
                                  <p:stCondLst>
                                    <p:cond delay="0"/>
                                  </p:stCondLst>
                                  <p:childTnLst>
                                    <p:set>
                                      <p:cBhvr>
                                        <p:cTn id="31" dur="1" fill="hold">
                                          <p:stCondLst>
                                            <p:cond delay="0"/>
                                          </p:stCondLst>
                                        </p:cTn>
                                        <p:tgtEl>
                                          <p:spTgt spid="373768"/>
                                        </p:tgtEl>
                                        <p:attrNameLst>
                                          <p:attrName>style.visibility</p:attrName>
                                        </p:attrNameLst>
                                      </p:cBhvr>
                                      <p:to>
                                        <p:strVal val="visible"/>
                                      </p:to>
                                    </p:set>
                                    <p:animEffect transition="in" filter="randombar(horizontal)">
                                      <p:cBhvr>
                                        <p:cTn id="32" dur="500"/>
                                        <p:tgtEl>
                                          <p:spTgt spid="37376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4"/>
          <p:cNvSpPr>
            <a:spLocks noGrp="1" noChangeArrowheads="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a:spcBef>
                <a:spcPct val="0"/>
              </a:spcBef>
              <a:buFontTx/>
              <a:buNone/>
            </a:pPr>
            <a:fld id="{3CCB059F-0B58-4845-B736-7487D17A0F46}" type="datetime1">
              <a:rPr kumimoji="0" lang="zh-CN" altLang="en-US" sz="1200" smtClean="0">
                <a:solidFill>
                  <a:srgbClr val="000000"/>
                </a:solidFill>
                <a:ea typeface="宋体" panose="02010600030101010101" pitchFamily="2" charset="-122"/>
              </a:rPr>
            </a:fld>
            <a:endParaRPr kumimoji="0" lang="en-US" altLang="zh-CN" sz="1200">
              <a:solidFill>
                <a:srgbClr val="000000"/>
              </a:solidFill>
              <a:ea typeface="宋体" panose="02010600030101010101" pitchFamily="2" charset="-122"/>
            </a:endParaRPr>
          </a:p>
        </p:txBody>
      </p:sp>
      <mc:AlternateContent xmlns:mc="http://schemas.openxmlformats.org/markup-compatibility/2006">
        <mc:Choice xmlns:a14="http://schemas.microsoft.com/office/drawing/2010/main" Requires="a14">
          <p:sp>
            <p:nvSpPr>
              <p:cNvPr id="374787" name="Object 3"/>
              <p:cNvSpPr txBox="1">
                <a:spLocks noGrp="1"/>
              </p:cNvSpPr>
              <p:nvPr>
                <p:ph sz="half" idx="1"/>
              </p:nvPr>
            </p:nvSpPr>
            <p:spPr bwMode="auto">
              <a:xfrm>
                <a:off x="550432" y="1052736"/>
                <a:ext cx="6109800" cy="4668614"/>
              </a:xfrm>
              <a:prstGeom prst="rect">
                <a:avLst/>
              </a:prstGeom>
              <a:noFill/>
              <a:ln>
                <a:noFill/>
              </a:ln>
              <a:effectLst/>
            </p:spPr>
            <p:txBody>
              <a:bodyPr>
                <a:noAutofit/>
              </a:bodyPr>
              <a:lstStyle/>
              <a:p>
                <a:pPr>
                  <a:buNone/>
                </a:pPr>
                <a14:m>
                  <m:oMathPara xmlns:m="http://schemas.openxmlformats.org/officeDocument/2006/math">
                    <m:oMathParaPr>
                      <m:jc m:val="left"/>
                    </m:oMathParaPr>
                    <m:oMath xmlns:m="http://schemas.openxmlformats.org/officeDocument/2006/math">
                      <m:d>
                        <m:dPr>
                          <m:ctrlPr>
                            <a:rPr lang="zh-CN" altLang="en-US" i="1" smtClean="0">
                              <a:solidFill>
                                <a:srgbClr val="000000"/>
                              </a:solidFill>
                              <a:latin typeface="Cambria Math" panose="02040503050406030204" pitchFamily="18" charset="0"/>
                            </a:rPr>
                          </m:ctrlPr>
                        </m:dPr>
                        <m:e>
                          <m:r>
                            <a:rPr lang="zh-CN" altLang="en-US" i="0">
                              <a:solidFill>
                                <a:srgbClr val="000000"/>
                              </a:solidFill>
                              <a:latin typeface="Cambria Math" panose="02040503050406030204" pitchFamily="18" charset="0"/>
                            </a:rPr>
                            <m:t>6</m:t>
                          </m:r>
                        </m:e>
                      </m:d>
                      <m:r>
                        <a:rPr lang="zh-CN" altLang="en-US" i="1">
                          <a:solidFill>
                            <a:srgbClr val="000000"/>
                          </a:solidFill>
                          <a:latin typeface="Cambria Math" panose="02040503050406030204" pitchFamily="18" charset="0"/>
                        </a:rPr>
                        <m:t>𝑓</m:t>
                      </m:r>
                      <m:d>
                        <m:dPr>
                          <m:ctrlPr>
                            <a:rPr lang="zh-CN" altLang="en-US" i="1">
                              <a:solidFill>
                                <a:srgbClr val="000000"/>
                              </a:solidFill>
                              <a:latin typeface="Cambria Math" panose="02040503050406030204" pitchFamily="18" charset="0"/>
                            </a:rPr>
                          </m:ctrlPr>
                        </m:dPr>
                        <m:e>
                          <m:r>
                            <a:rPr lang="zh-CN" altLang="en-US" i="1">
                              <a:solidFill>
                                <a:srgbClr val="000000"/>
                              </a:solidFill>
                              <a:latin typeface="Cambria Math" panose="02040503050406030204" pitchFamily="18" charset="0"/>
                            </a:rPr>
                            <m:t>𝑡</m:t>
                          </m:r>
                        </m:e>
                      </m:d>
                      <m: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r>
                            <a:rPr lang="zh-CN" altLang="en-US" i="1">
                              <a:solidFill>
                                <a:srgbClr val="000000"/>
                              </a:solidFill>
                              <a:latin typeface="Cambria Math" panose="02040503050406030204" pitchFamily="18" charset="0"/>
                            </a:rPr>
                            <m:t>1</m:t>
                          </m:r>
                        </m:num>
                        <m:den>
                          <m:r>
                            <a:rPr lang="zh-CN" altLang="en-US" i="1">
                              <a:solidFill>
                                <a:srgbClr val="000000"/>
                              </a:solidFill>
                              <a:latin typeface="Cambria Math" panose="02040503050406030204" pitchFamily="18" charset="0"/>
                            </a:rPr>
                            <m:t>𝑡</m:t>
                          </m:r>
                        </m:den>
                      </m:f>
                      <m:d>
                        <m:dPr>
                          <m:ctrlPr>
                            <a:rPr lang="zh-CN" altLang="en-US" i="1">
                              <a:solidFill>
                                <a:srgbClr val="000000"/>
                              </a:solidFill>
                              <a:latin typeface="Cambria Math" panose="02040503050406030204" pitchFamily="18" charset="0"/>
                            </a:rPr>
                          </m:ctrlPr>
                        </m:dPr>
                        <m:e>
                          <m:r>
                            <a:rPr lang="zh-CN" altLang="en-US" i="1">
                              <a:solidFill>
                                <a:srgbClr val="000000"/>
                              </a:solidFill>
                              <a:latin typeface="Cambria Math" panose="02040503050406030204" pitchFamily="18" charset="0"/>
                            </a:rPr>
                            <m:t>1</m:t>
                          </m:r>
                          <m:r>
                            <a:rPr lang="zh-CN" altLang="en-US" i="1">
                              <a:solidFill>
                                <a:srgbClr val="000000"/>
                              </a:solidFill>
                              <a:latin typeface="Cambria Math" panose="02040503050406030204" pitchFamily="18" charset="0"/>
                            </a:rPr>
                            <m:t>−</m:t>
                          </m:r>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𝑒</m:t>
                              </m:r>
                            </m:e>
                            <m:sup>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𝑎𝑡</m:t>
                              </m:r>
                            </m:sup>
                          </m:sSup>
                        </m:e>
                      </m:d>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m:t>
                      </m:r>
                    </m:oMath>
                  </m:oMathPara>
                </a14:m>
                <a:endParaRPr lang="en-US" altLang="zh-CN" sz="3200" i="1" dirty="0">
                  <a:solidFill>
                    <a:srgbClr val="000000"/>
                  </a:solidFill>
                  <a:latin typeface="Cambria Math" panose="02040503050406030204" pitchFamily="18" charset="0"/>
                </a:endParaRPr>
              </a:p>
              <a:p>
                <a:pPr>
                  <a:buNone/>
                </a:pPr>
                <a:endParaRPr lang="en-US" altLang="zh-CN" i="1" dirty="0">
                  <a:solidFill>
                    <a:srgbClr val="000000"/>
                  </a:solidFill>
                  <a:latin typeface="Cambria Math" panose="02040503050406030204" pitchFamily="18" charset="0"/>
                </a:endParaRPr>
              </a:p>
              <a:p>
                <a:pPr marL="0" indent="0">
                  <a:buNone/>
                </a:pPr>
                <a14:m>
                  <m:oMathPara xmlns:m="http://schemas.openxmlformats.org/officeDocument/2006/math">
                    <m:oMathParaPr>
                      <m:jc m:val="left"/>
                    </m:oMathParaPr>
                    <m:oMath xmlns:m="http://schemas.openxmlformats.org/officeDocument/2006/math">
                      <m:d>
                        <m:dPr>
                          <m:ctrlPr>
                            <a:rPr lang="zh-CN" altLang="en-US" i="1">
                              <a:solidFill>
                                <a:srgbClr val="000000"/>
                              </a:solidFill>
                              <a:latin typeface="Cambria Math" panose="02040503050406030204" pitchFamily="18" charset="0"/>
                            </a:rPr>
                          </m:ctrlPr>
                        </m:dPr>
                        <m:e>
                          <m:r>
                            <a:rPr lang="zh-CN" altLang="en-US" i="1">
                              <a:solidFill>
                                <a:srgbClr val="000000"/>
                              </a:solidFill>
                              <a:latin typeface="Cambria Math" panose="02040503050406030204" pitchFamily="18" charset="0"/>
                            </a:rPr>
                            <m:t>7</m:t>
                          </m:r>
                        </m:e>
                      </m:d>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已知</m:t>
                          </m:r>
                          <m:r>
                            <a:rPr lang="zh-CN" altLang="en-US" i="1">
                              <a:solidFill>
                                <a:srgbClr val="000000"/>
                              </a:solidFill>
                              <a:latin typeface="Cambria Math" panose="02040503050406030204" pitchFamily="18" charset="0"/>
                            </a:rPr>
                            <m:t>𝑒</m:t>
                          </m:r>
                        </m:e>
                        <m:sup>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𝑎𝑡</m:t>
                          </m:r>
                        </m:sup>
                      </m:sSup>
                      <m:r>
                        <a:rPr lang="zh-CN" altLang="en-US" i="1">
                          <a:solidFill>
                            <a:srgbClr val="000000"/>
                          </a:solidFill>
                          <a:latin typeface="Cambria Math" panose="02040503050406030204" pitchFamily="18" charset="0"/>
                        </a:rPr>
                        <m:t>𝜀</m:t>
                      </m:r>
                      <m:d>
                        <m:dPr>
                          <m:ctrlPr>
                            <a:rPr lang="zh-CN" altLang="en-US" i="1">
                              <a:solidFill>
                                <a:srgbClr val="000000"/>
                              </a:solidFill>
                              <a:latin typeface="Cambria Math" panose="02040503050406030204" pitchFamily="18" charset="0"/>
                            </a:rPr>
                          </m:ctrlPr>
                        </m:dPr>
                        <m:e>
                          <m:r>
                            <a:rPr lang="zh-CN" altLang="en-US" i="1">
                              <a:solidFill>
                                <a:srgbClr val="000000"/>
                              </a:solidFill>
                              <a:latin typeface="Cambria Math" panose="02040503050406030204" pitchFamily="18" charset="0"/>
                            </a:rPr>
                            <m:t>𝑡</m:t>
                          </m:r>
                        </m:e>
                      </m:d>
                      <m: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r>
                            <a:rPr lang="zh-CN" altLang="en-US" i="1">
                              <a:solidFill>
                                <a:srgbClr val="000000"/>
                              </a:solidFill>
                              <a:latin typeface="Cambria Math" panose="02040503050406030204" pitchFamily="18" charset="0"/>
                            </a:rPr>
                            <m:t>1</m:t>
                          </m:r>
                        </m:num>
                        <m:den>
                          <m:r>
                            <a:rPr lang="zh-CN" altLang="en-US" i="1">
                              <a:solidFill>
                                <a:srgbClr val="000000"/>
                              </a:solidFill>
                              <a:latin typeface="Cambria Math" panose="02040503050406030204" pitchFamily="18" charset="0"/>
                            </a:rPr>
                            <m:t>𝑠</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𝑎</m:t>
                          </m:r>
                        </m:den>
                      </m:f>
                      <m:r>
                        <a:rPr lang="zh-CN" altLang="en-US" i="1">
                          <a:solidFill>
                            <a:srgbClr val="000000"/>
                          </a:solidFill>
                          <a:latin typeface="Cambria Math" panose="02040503050406030204" pitchFamily="18" charset="0"/>
                        </a:rPr>
                        <m:t>，</m:t>
                      </m:r>
                    </m:oMath>
                  </m:oMathPara>
                </a14:m>
                <a:endParaRPr lang="en-US" altLang="zh-CN" i="1" dirty="0">
                  <a:solidFill>
                    <a:srgbClr val="000000"/>
                  </a:solidFill>
                  <a:latin typeface="Cambria Math" panose="02040503050406030204" pitchFamily="18" charset="0"/>
                </a:endParaRPr>
              </a:p>
              <a:p>
                <a:pPr marL="0" indent="0">
                  <a:buNone/>
                </a:pPr>
                <a:r>
                  <a:rPr lang="zh-CN" altLang="en-US" sz="2000" dirty="0">
                    <a:solidFill>
                      <a:srgbClr val="000000"/>
                    </a:solidFill>
                  </a:rPr>
                  <a:t>                                 </a:t>
                </a:r>
                <a14:m>
                  <m:oMath xmlns:m="http://schemas.openxmlformats.org/officeDocument/2006/math">
                    <m:r>
                      <a:rPr lang="zh-CN" altLang="en-US" sz="3200" i="1">
                        <a:solidFill>
                          <a:srgbClr val="000000"/>
                        </a:solidFill>
                        <a:latin typeface="Cambria Math" panose="02040503050406030204" pitchFamily="18" charset="0"/>
                      </a:rPr>
                      <m:t>求</m:t>
                    </m:r>
                    <m:f>
                      <m:fPr>
                        <m:ctrlPr>
                          <a:rPr lang="zh-CN" altLang="en-US" sz="3200" i="1">
                            <a:solidFill>
                              <a:srgbClr val="000000"/>
                            </a:solidFill>
                            <a:latin typeface="Cambria Math" panose="02040503050406030204" pitchFamily="18" charset="0"/>
                          </a:rPr>
                        </m:ctrlPr>
                      </m:fPr>
                      <m:num>
                        <m:r>
                          <a:rPr lang="zh-CN" altLang="en-US" sz="3200" i="1">
                            <a:solidFill>
                              <a:srgbClr val="000000"/>
                            </a:solidFill>
                            <a:latin typeface="Cambria Math" panose="02040503050406030204" pitchFamily="18" charset="0"/>
                          </a:rPr>
                          <m:t>1</m:t>
                        </m:r>
                      </m:num>
                      <m:den>
                        <m:d>
                          <m:dPr>
                            <m:ctrlPr>
                              <a:rPr lang="zh-CN" altLang="en-US" sz="3200" i="1">
                                <a:solidFill>
                                  <a:srgbClr val="000000"/>
                                </a:solidFill>
                                <a:latin typeface="Cambria Math" panose="02040503050406030204" pitchFamily="18" charset="0"/>
                              </a:rPr>
                            </m:ctrlPr>
                          </m:dPr>
                          <m:e>
                            <m:r>
                              <a:rPr lang="zh-CN" altLang="en-US" sz="3200" i="1">
                                <a:solidFill>
                                  <a:srgbClr val="000000"/>
                                </a:solidFill>
                                <a:latin typeface="Cambria Math" panose="02040503050406030204" pitchFamily="18" charset="0"/>
                              </a:rPr>
                              <m:t>𝑠</m:t>
                            </m:r>
                            <m:r>
                              <a:rPr lang="zh-CN" altLang="en-US" sz="3200" i="1">
                                <a:solidFill>
                                  <a:srgbClr val="000000"/>
                                </a:solidFill>
                                <a:latin typeface="Cambria Math" panose="02040503050406030204" pitchFamily="18" charset="0"/>
                              </a:rPr>
                              <m:t>+</m:t>
                            </m:r>
                            <m:r>
                              <a:rPr lang="zh-CN" altLang="en-US" sz="3200" i="1">
                                <a:solidFill>
                                  <a:srgbClr val="000000"/>
                                </a:solidFill>
                                <a:latin typeface="Cambria Math" panose="02040503050406030204" pitchFamily="18" charset="0"/>
                              </a:rPr>
                              <m:t>𝛼</m:t>
                            </m:r>
                          </m:e>
                        </m:d>
                        <m:d>
                          <m:dPr>
                            <m:ctrlPr>
                              <a:rPr lang="zh-CN" altLang="en-US" sz="3200" i="1">
                                <a:solidFill>
                                  <a:srgbClr val="000000"/>
                                </a:solidFill>
                                <a:latin typeface="Cambria Math" panose="02040503050406030204" pitchFamily="18" charset="0"/>
                              </a:rPr>
                            </m:ctrlPr>
                          </m:dPr>
                          <m:e>
                            <m:r>
                              <a:rPr lang="zh-CN" altLang="en-US" sz="3200" i="1">
                                <a:solidFill>
                                  <a:srgbClr val="000000"/>
                                </a:solidFill>
                                <a:latin typeface="Cambria Math" panose="02040503050406030204" pitchFamily="18" charset="0"/>
                              </a:rPr>
                              <m:t>𝑠</m:t>
                            </m:r>
                            <m:r>
                              <a:rPr lang="zh-CN" altLang="en-US" sz="3200" i="1">
                                <a:solidFill>
                                  <a:srgbClr val="000000"/>
                                </a:solidFill>
                                <a:latin typeface="Cambria Math" panose="02040503050406030204" pitchFamily="18" charset="0"/>
                              </a:rPr>
                              <m:t>+</m:t>
                            </m:r>
                            <m:r>
                              <a:rPr lang="zh-CN" altLang="en-US" sz="3200" i="1">
                                <a:solidFill>
                                  <a:srgbClr val="000000"/>
                                </a:solidFill>
                                <a:latin typeface="Cambria Math" panose="02040503050406030204" pitchFamily="18" charset="0"/>
                              </a:rPr>
                              <m:t>𝛽</m:t>
                            </m:r>
                          </m:e>
                        </m:d>
                      </m:den>
                    </m:f>
                    <m:r>
                      <a:rPr lang="zh-CN" altLang="en-US" sz="3200" i="1">
                        <a:solidFill>
                          <a:srgbClr val="000000"/>
                        </a:solidFill>
                        <a:latin typeface="Cambria Math" panose="02040503050406030204" pitchFamily="18" charset="0"/>
                      </a:rPr>
                      <m:t>↔？</m:t>
                    </m:r>
                  </m:oMath>
                </a14:m>
                <a:endParaRPr lang="en-US" altLang="zh-CN" i="1" dirty="0">
                  <a:solidFill>
                    <a:srgbClr val="000000"/>
                  </a:solidFill>
                  <a:latin typeface="Cambria Math" panose="02040503050406030204" pitchFamily="18" charset="0"/>
                </a:endParaRPr>
              </a:p>
              <a:p>
                <a:pPr marL="0" indent="0">
                  <a:buNone/>
                </a:pPr>
                <a:br>
                  <a:rPr lang="zh-CN" altLang="en-US" sz="2400" i="1" dirty="0">
                    <a:solidFill>
                      <a:srgbClr val="000000"/>
                    </a:solidFill>
                    <a:latin typeface="Cambria Math" panose="02040503050406030204" pitchFamily="18" charset="0"/>
                  </a:rPr>
                </a:br>
                <a14:m>
                  <m:oMathPara xmlns:m="http://schemas.openxmlformats.org/officeDocument/2006/math">
                    <m:oMathParaPr>
                      <m:jc m:val="left"/>
                    </m:oMathParaPr>
                    <m:oMath xmlns:m="http://schemas.openxmlformats.org/officeDocument/2006/math">
                      <m:r>
                        <a:rPr lang="zh-CN" altLang="en-US" sz="2400" i="1">
                          <a:solidFill>
                            <a:srgbClr val="000000"/>
                          </a:solidFill>
                          <a:latin typeface="Cambria Math" panose="02040503050406030204" pitchFamily="18" charset="0"/>
                        </a:rPr>
                        <m:t>(</m:t>
                      </m:r>
                      <m:r>
                        <a:rPr lang="zh-CN" altLang="en-US" sz="2400" i="0">
                          <a:solidFill>
                            <a:srgbClr val="000000"/>
                          </a:solidFill>
                          <a:latin typeface="Cambria Math" panose="02040503050406030204" pitchFamily="18" charset="0"/>
                        </a:rPr>
                        <m:t>8</m:t>
                      </m:r>
                      <m:r>
                        <a:rPr lang="zh-CN" altLang="en-US" sz="2400" i="1">
                          <a:solidFill>
                            <a:srgbClr val="000000"/>
                          </a:solidFill>
                          <a:latin typeface="Cambria Math" panose="02040503050406030204" pitchFamily="18" charset="0"/>
                        </a:rPr>
                        <m:t>)</m:t>
                      </m:r>
                      <m:r>
                        <a:rPr lang="zh-CN" altLang="en-US" sz="2400" i="1">
                          <a:solidFill>
                            <a:srgbClr val="000000"/>
                          </a:solidFill>
                          <a:latin typeface="Cambria Math" panose="02040503050406030204" pitchFamily="18" charset="0"/>
                        </a:rPr>
                        <m:t>已知</m:t>
                      </m:r>
                      <m:f>
                        <m:fPr>
                          <m:ctrlPr>
                            <a:rPr lang="zh-CN" altLang="en-US" sz="2400" i="1">
                              <a:solidFill>
                                <a:srgbClr val="000000"/>
                              </a:solidFill>
                              <a:latin typeface="Cambria Math" panose="02040503050406030204" pitchFamily="18" charset="0"/>
                            </a:rPr>
                          </m:ctrlPr>
                        </m:fPr>
                        <m:num>
                          <m:r>
                            <a:rPr lang="zh-CN" altLang="en-US" sz="2400" i="1">
                              <a:solidFill>
                                <a:srgbClr val="000000"/>
                              </a:solidFill>
                              <a:latin typeface="Cambria Math" panose="02040503050406030204" pitchFamily="18" charset="0"/>
                            </a:rPr>
                            <m:t>1</m:t>
                          </m:r>
                        </m:num>
                        <m:den>
                          <m:sSup>
                            <m:sSupPr>
                              <m:ctrlPr>
                                <a:rPr lang="zh-CN" altLang="en-US" sz="2400" i="1">
                                  <a:solidFill>
                                    <a:srgbClr val="000000"/>
                                  </a:solidFill>
                                  <a:latin typeface="Cambria Math" panose="02040503050406030204" pitchFamily="18" charset="0"/>
                                </a:rPr>
                              </m:ctrlPr>
                            </m:sSupPr>
                            <m:e>
                              <m:r>
                                <a:rPr lang="zh-CN" altLang="en-US" sz="2400" i="1">
                                  <a:solidFill>
                                    <a:srgbClr val="000000"/>
                                  </a:solidFill>
                                  <a:latin typeface="Cambria Math" panose="02040503050406030204" pitchFamily="18" charset="0"/>
                                </a:rPr>
                                <m:t>𝑠</m:t>
                              </m:r>
                            </m:e>
                            <m:sup>
                              <m:r>
                                <a:rPr lang="zh-CN" altLang="en-US" sz="2400" i="0">
                                  <a:solidFill>
                                    <a:srgbClr val="000000"/>
                                  </a:solidFill>
                                  <a:latin typeface="Cambria Math" panose="02040503050406030204" pitchFamily="18" charset="0"/>
                                </a:rPr>
                                <m:t>2</m:t>
                              </m:r>
                            </m:sup>
                          </m:sSup>
                          <m:r>
                            <a:rPr lang="zh-CN" altLang="en-US" sz="2400" i="1">
                              <a:solidFill>
                                <a:srgbClr val="000000"/>
                              </a:solidFill>
                              <a:latin typeface="Cambria Math" panose="02040503050406030204" pitchFamily="18" charset="0"/>
                            </a:rPr>
                            <m:t>+</m:t>
                          </m:r>
                          <m:sSup>
                            <m:sSupPr>
                              <m:ctrlPr>
                                <a:rPr lang="zh-CN" altLang="en-US" sz="2400" i="1">
                                  <a:solidFill>
                                    <a:srgbClr val="000000"/>
                                  </a:solidFill>
                                  <a:latin typeface="Cambria Math" panose="02040503050406030204" pitchFamily="18" charset="0"/>
                                </a:rPr>
                              </m:ctrlPr>
                            </m:sSupPr>
                            <m:e>
                              <m:r>
                                <a:rPr lang="zh-CN" altLang="en-US" sz="2400" i="1">
                                  <a:solidFill>
                                    <a:srgbClr val="000000"/>
                                  </a:solidFill>
                                  <a:latin typeface="Cambria Math" panose="02040503050406030204" pitchFamily="18" charset="0"/>
                                </a:rPr>
                                <m:t>𝑎</m:t>
                              </m:r>
                            </m:e>
                            <m:sup>
                              <m:r>
                                <a:rPr lang="zh-CN" altLang="en-US" sz="2400" i="0">
                                  <a:solidFill>
                                    <a:srgbClr val="000000"/>
                                  </a:solidFill>
                                  <a:latin typeface="Cambria Math" panose="02040503050406030204" pitchFamily="18" charset="0"/>
                                </a:rPr>
                                <m:t>2</m:t>
                              </m:r>
                            </m:sup>
                          </m:sSup>
                        </m:den>
                      </m:f>
                      <m:r>
                        <a:rPr lang="zh-CN" altLang="en-US" sz="2400" i="1">
                          <a:solidFill>
                            <a:srgbClr val="000000"/>
                          </a:solidFill>
                          <a:latin typeface="Cambria Math" panose="02040503050406030204" pitchFamily="18" charset="0"/>
                        </a:rPr>
                        <m:t>↔</m:t>
                      </m:r>
                      <m:f>
                        <m:fPr>
                          <m:ctrlPr>
                            <a:rPr lang="zh-CN" altLang="en-US" sz="2400" i="1">
                              <a:solidFill>
                                <a:srgbClr val="000000"/>
                              </a:solidFill>
                              <a:latin typeface="Cambria Math" panose="02040503050406030204" pitchFamily="18" charset="0"/>
                            </a:rPr>
                          </m:ctrlPr>
                        </m:fPr>
                        <m:num>
                          <m:r>
                            <a:rPr lang="zh-CN" altLang="en-US" sz="2400" i="1">
                              <a:solidFill>
                                <a:srgbClr val="000000"/>
                              </a:solidFill>
                              <a:latin typeface="Cambria Math" panose="02040503050406030204" pitchFamily="18" charset="0"/>
                            </a:rPr>
                            <m:t>1</m:t>
                          </m:r>
                        </m:num>
                        <m:den>
                          <m:r>
                            <a:rPr lang="zh-CN" altLang="en-US" sz="2400" i="1">
                              <a:solidFill>
                                <a:srgbClr val="000000"/>
                              </a:solidFill>
                              <a:latin typeface="Cambria Math" panose="02040503050406030204" pitchFamily="18" charset="0"/>
                            </a:rPr>
                            <m:t>𝑎</m:t>
                          </m:r>
                        </m:den>
                      </m:f>
                      <m:func>
                        <m:funcPr>
                          <m:ctrlPr>
                            <a:rPr lang="zh-CN" altLang="en-US" sz="2400" i="1">
                              <a:solidFill>
                                <a:srgbClr val="000000"/>
                              </a:solidFill>
                              <a:latin typeface="Cambria Math" panose="02040503050406030204" pitchFamily="18" charset="0"/>
                            </a:rPr>
                          </m:ctrlPr>
                        </m:funcPr>
                        <m:fName>
                          <m:r>
                            <m:rPr>
                              <m:sty m:val="p"/>
                            </m:rPr>
                            <a:rPr lang="zh-CN" altLang="en-US" sz="2400" i="0">
                              <a:solidFill>
                                <a:srgbClr val="000000"/>
                              </a:solidFill>
                              <a:latin typeface="Cambria Math" panose="02040503050406030204" pitchFamily="18" charset="0"/>
                            </a:rPr>
                            <m:t>sin</m:t>
                          </m:r>
                        </m:fName>
                        <m:e>
                          <m:r>
                            <a:rPr lang="zh-CN" altLang="en-US" sz="2400" i="1">
                              <a:solidFill>
                                <a:srgbClr val="000000"/>
                              </a:solidFill>
                              <a:latin typeface="Cambria Math" panose="02040503050406030204" pitchFamily="18" charset="0"/>
                            </a:rPr>
                            <m:t>(</m:t>
                          </m:r>
                        </m:e>
                      </m:func>
                      <m:r>
                        <a:rPr lang="zh-CN" altLang="en-US" sz="2400" i="1">
                          <a:solidFill>
                            <a:srgbClr val="000000"/>
                          </a:solidFill>
                          <a:latin typeface="Cambria Math" panose="02040503050406030204" pitchFamily="18" charset="0"/>
                        </a:rPr>
                        <m:t>𝑎𝑡</m:t>
                      </m:r>
                      <m:r>
                        <a:rPr lang="zh-CN" altLang="en-US" sz="2400" i="1">
                          <a:solidFill>
                            <a:srgbClr val="000000"/>
                          </a:solidFill>
                          <a:latin typeface="Cambria Math" panose="02040503050406030204" pitchFamily="18" charset="0"/>
                        </a:rPr>
                        <m:t>)</m:t>
                      </m:r>
                      <m:r>
                        <a:rPr lang="zh-CN" altLang="en-US" sz="2400" i="1">
                          <a:solidFill>
                            <a:srgbClr val="000000"/>
                          </a:solidFill>
                          <a:latin typeface="Cambria Math" panose="02040503050406030204" pitchFamily="18" charset="0"/>
                        </a:rPr>
                        <m:t>𝜀</m:t>
                      </m:r>
                      <m:r>
                        <a:rPr lang="zh-CN" altLang="en-US" sz="2400" i="1">
                          <a:solidFill>
                            <a:srgbClr val="000000"/>
                          </a:solidFill>
                          <a:latin typeface="Cambria Math" panose="02040503050406030204" pitchFamily="18" charset="0"/>
                        </a:rPr>
                        <m:t>(</m:t>
                      </m:r>
                      <m:r>
                        <a:rPr lang="zh-CN" altLang="en-US" sz="2400" i="1">
                          <a:solidFill>
                            <a:srgbClr val="000000"/>
                          </a:solidFill>
                          <a:latin typeface="Cambria Math" panose="02040503050406030204" pitchFamily="18" charset="0"/>
                        </a:rPr>
                        <m:t>𝑡</m:t>
                      </m:r>
                      <m:r>
                        <a:rPr lang="zh-CN" altLang="en-US" sz="2400" i="1">
                          <a:solidFill>
                            <a:srgbClr val="000000"/>
                          </a:solidFill>
                          <a:latin typeface="Cambria Math" panose="02040503050406030204" pitchFamily="18" charset="0"/>
                        </a:rPr>
                        <m:t>),</m:t>
                      </m:r>
                    </m:oMath>
                  </m:oMathPara>
                </a14:m>
                <a:endParaRPr lang="en-US" altLang="zh-CN" sz="2000" i="1" dirty="0">
                  <a:solidFill>
                    <a:srgbClr val="000000"/>
                  </a:solidFill>
                  <a:latin typeface="Cambria Math" panose="02040503050406030204" pitchFamily="18" charset="0"/>
                </a:endParaRPr>
              </a:p>
              <a:p>
                <a:pPr marL="0" indent="0">
                  <a:buNone/>
                </a:pPr>
                <a:br>
                  <a:rPr lang="zh-CN" altLang="en-US" sz="2000" i="1" dirty="0">
                    <a:solidFill>
                      <a:srgbClr val="000000"/>
                    </a:solidFill>
                    <a:latin typeface="Cambria Math" panose="02040503050406030204" pitchFamily="18" charset="0"/>
                  </a:rPr>
                </a:br>
                <a:r>
                  <a:rPr lang="zh-CN" altLang="en-US" sz="2400" i="1" dirty="0">
                    <a:solidFill>
                      <a:srgbClr val="000000"/>
                    </a:solidFill>
                    <a:latin typeface="Cambria Math" panose="02040503050406030204" pitchFamily="18" charset="0"/>
                  </a:rPr>
                  <a:t>                       </a:t>
                </a:r>
                <a:r>
                  <a:rPr lang="zh-CN" altLang="en-US" sz="3200" dirty="0">
                    <a:solidFill>
                      <a:srgbClr val="000000"/>
                    </a:solidFill>
                    <a:latin typeface="Cambria Math" panose="02040503050406030204" pitchFamily="18" charset="0"/>
                  </a:rPr>
                  <a:t>求</a:t>
                </a:r>
                <a14:m>
                  <m:oMath xmlns:m="http://schemas.openxmlformats.org/officeDocument/2006/math">
                    <m:f>
                      <m:fPr>
                        <m:ctrlPr>
                          <a:rPr lang="zh-CN" altLang="en-US" sz="3200" i="1">
                            <a:solidFill>
                              <a:srgbClr val="000000"/>
                            </a:solidFill>
                            <a:latin typeface="Cambria Math" panose="02040503050406030204" pitchFamily="18" charset="0"/>
                          </a:rPr>
                        </m:ctrlPr>
                      </m:fPr>
                      <m:num>
                        <m:r>
                          <a:rPr lang="zh-CN" altLang="en-US" sz="3200" i="1">
                            <a:solidFill>
                              <a:srgbClr val="000000"/>
                            </a:solidFill>
                            <a:latin typeface="Cambria Math" panose="02040503050406030204" pitchFamily="18" charset="0"/>
                          </a:rPr>
                          <m:t>1</m:t>
                        </m:r>
                      </m:num>
                      <m:den>
                        <m:sSup>
                          <m:sSupPr>
                            <m:ctrlPr>
                              <a:rPr lang="zh-CN" altLang="en-US" sz="3200" i="1">
                                <a:solidFill>
                                  <a:srgbClr val="000000"/>
                                </a:solidFill>
                                <a:latin typeface="Cambria Math" panose="02040503050406030204" pitchFamily="18" charset="0"/>
                              </a:rPr>
                            </m:ctrlPr>
                          </m:sSupPr>
                          <m:e>
                            <m:d>
                              <m:dPr>
                                <m:ctrlPr>
                                  <a:rPr lang="zh-CN" altLang="en-US" sz="3200" i="1">
                                    <a:solidFill>
                                      <a:srgbClr val="000000"/>
                                    </a:solidFill>
                                    <a:latin typeface="Cambria Math" panose="02040503050406030204" pitchFamily="18" charset="0"/>
                                  </a:rPr>
                                </m:ctrlPr>
                              </m:dPr>
                              <m:e>
                                <m:sSup>
                                  <m:sSupPr>
                                    <m:ctrlPr>
                                      <a:rPr lang="zh-CN" altLang="en-US" sz="3200" i="1">
                                        <a:solidFill>
                                          <a:srgbClr val="000000"/>
                                        </a:solidFill>
                                        <a:latin typeface="Cambria Math" panose="02040503050406030204" pitchFamily="18" charset="0"/>
                                      </a:rPr>
                                    </m:ctrlPr>
                                  </m:sSupPr>
                                  <m:e>
                                    <m:r>
                                      <a:rPr lang="zh-CN" altLang="en-US" sz="3200" i="1">
                                        <a:solidFill>
                                          <a:srgbClr val="000000"/>
                                        </a:solidFill>
                                        <a:latin typeface="Cambria Math" panose="02040503050406030204" pitchFamily="18" charset="0"/>
                                      </a:rPr>
                                      <m:t>𝑠</m:t>
                                    </m:r>
                                  </m:e>
                                  <m:sup>
                                    <m:r>
                                      <a:rPr lang="zh-CN" altLang="en-US" sz="3200" i="0">
                                        <a:solidFill>
                                          <a:srgbClr val="000000"/>
                                        </a:solidFill>
                                        <a:latin typeface="Cambria Math" panose="02040503050406030204" pitchFamily="18" charset="0"/>
                                      </a:rPr>
                                      <m:t>2</m:t>
                                    </m:r>
                                  </m:sup>
                                </m:sSup>
                                <m:r>
                                  <a:rPr lang="zh-CN" altLang="en-US" sz="3200" i="1">
                                    <a:solidFill>
                                      <a:srgbClr val="000000"/>
                                    </a:solidFill>
                                    <a:latin typeface="Cambria Math" panose="02040503050406030204" pitchFamily="18" charset="0"/>
                                  </a:rPr>
                                  <m:t>+</m:t>
                                </m:r>
                                <m:sSup>
                                  <m:sSupPr>
                                    <m:ctrlPr>
                                      <a:rPr lang="zh-CN" altLang="en-US" sz="3200" i="1">
                                        <a:solidFill>
                                          <a:srgbClr val="000000"/>
                                        </a:solidFill>
                                        <a:latin typeface="Cambria Math" panose="02040503050406030204" pitchFamily="18" charset="0"/>
                                      </a:rPr>
                                    </m:ctrlPr>
                                  </m:sSupPr>
                                  <m:e>
                                    <m:r>
                                      <a:rPr lang="zh-CN" altLang="en-US" sz="3200" i="1">
                                        <a:solidFill>
                                          <a:srgbClr val="000000"/>
                                        </a:solidFill>
                                        <a:latin typeface="Cambria Math" panose="02040503050406030204" pitchFamily="18" charset="0"/>
                                      </a:rPr>
                                      <m:t>𝑎</m:t>
                                    </m:r>
                                  </m:e>
                                  <m:sup>
                                    <m:r>
                                      <a:rPr lang="zh-CN" altLang="en-US" sz="3200" i="0">
                                        <a:solidFill>
                                          <a:srgbClr val="000000"/>
                                        </a:solidFill>
                                        <a:latin typeface="Cambria Math" panose="02040503050406030204" pitchFamily="18" charset="0"/>
                                      </a:rPr>
                                      <m:t>2</m:t>
                                    </m:r>
                                  </m:sup>
                                </m:sSup>
                              </m:e>
                            </m:d>
                          </m:e>
                          <m:sup>
                            <m:r>
                              <a:rPr lang="zh-CN" altLang="en-US" sz="3200" i="0">
                                <a:solidFill>
                                  <a:srgbClr val="000000"/>
                                </a:solidFill>
                                <a:latin typeface="Cambria Math" panose="02040503050406030204" pitchFamily="18" charset="0"/>
                              </a:rPr>
                              <m:t>2</m:t>
                            </m:r>
                          </m:sup>
                        </m:sSup>
                      </m:den>
                    </m:f>
                    <m:r>
                      <a:rPr lang="zh-CN" altLang="en-US" sz="3200" i="1">
                        <a:solidFill>
                          <a:srgbClr val="000000"/>
                        </a:solidFill>
                        <a:latin typeface="Cambria Math" panose="02040503050406030204" pitchFamily="18" charset="0"/>
                      </a:rPr>
                      <m:t>↔</m:t>
                    </m:r>
                    <m:r>
                      <a:rPr lang="zh-CN" altLang="en-US" sz="3200" i="1">
                        <a:solidFill>
                          <a:srgbClr val="000000"/>
                        </a:solidFill>
                        <a:latin typeface="Cambria Math" panose="02040503050406030204" pitchFamily="18" charset="0"/>
                      </a:rPr>
                      <m:t>?</m:t>
                    </m:r>
                  </m:oMath>
                </a14:m>
                <a:endParaRPr lang="zh-CN" altLang="en-US" dirty="0"/>
              </a:p>
            </p:txBody>
          </p:sp>
        </mc:Choice>
        <mc:Fallback>
          <p:sp>
            <p:nvSpPr>
              <p:cNvPr id="374787" name="Object 3"/>
              <p:cNvSpPr txBox="1">
                <a:spLocks noRot="1" noChangeAspect="1" noMove="1" noResize="1" noEditPoints="1" noAdjustHandles="1" noChangeArrowheads="1" noChangeShapeType="1" noTextEdit="1"/>
              </p:cNvSpPr>
              <p:nvPr>
                <p:ph sz="half" idx="1"/>
              </p:nvPr>
            </p:nvSpPr>
            <p:spPr bwMode="auto">
              <a:xfrm>
                <a:off x="550432" y="1052736"/>
                <a:ext cx="6109800" cy="4668614"/>
              </a:xfrm>
              <a:prstGeom prst="rect">
                <a:avLst/>
              </a:prstGeom>
              <a:blipFill rotWithShape="1">
                <a:blip r:embed="rId1"/>
                <a:stretch>
                  <a:fillRect l="-9" t="-12" r="6" b="-15927"/>
                </a:stretch>
              </a:blipFill>
              <a:ln>
                <a:noFill/>
              </a:ln>
              <a:effectLst/>
            </p:spPr>
            <p:txBody>
              <a:bodyPr/>
              <a:lstStyle/>
              <a:p>
                <a:r>
                  <a:rPr lang="zh-CN" altLang="en-US">
                    <a:noFill/>
                  </a:rPr>
                  <a:t> </a:t>
                </a:r>
              </a:p>
            </p:txBody>
          </p:sp>
        </mc:Fallback>
      </mc:AlternateContent>
      <p:graphicFrame>
        <p:nvGraphicFramePr>
          <p:cNvPr id="374788" name="Object 4"/>
          <p:cNvGraphicFramePr>
            <a:graphicFrameLocks noGrp="1" noChangeAspect="1"/>
          </p:cNvGraphicFramePr>
          <p:nvPr>
            <p:ph sz="half" idx="2"/>
          </p:nvPr>
        </p:nvGraphicFramePr>
        <p:xfrm>
          <a:off x="4788024" y="1136650"/>
          <a:ext cx="4355976" cy="822971"/>
        </p:xfrm>
        <a:graphic>
          <a:graphicData uri="http://schemas.openxmlformats.org/presentationml/2006/ole">
            <mc:AlternateContent xmlns:mc="http://schemas.openxmlformats.org/markup-compatibility/2006">
              <mc:Choice xmlns:v="urn:schemas-microsoft-com:vml" Requires="v">
                <p:oleObj spid="_x0000_s2" name="公式" r:id="rId2" imgW="1290955" imgH="277495" progId="Equation.3">
                  <p:embed/>
                </p:oleObj>
              </mc:Choice>
              <mc:Fallback>
                <p:oleObj name="公式" r:id="rId2" imgW="1290955" imgH="277495" progId="Equation.3">
                  <p:embed/>
                  <p:pic>
                    <p:nvPicPr>
                      <p:cNvPr id="0"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88024" y="1136650"/>
                        <a:ext cx="4355976" cy="822971"/>
                      </a:xfrm>
                      <a:prstGeom prst="rect">
                        <a:avLst/>
                      </a:prstGeom>
                      <a:noFill/>
                      <a:ln>
                        <a:noFill/>
                      </a:ln>
                      <a:effectLst/>
                    </p:spPr>
                  </p:pic>
                </p:oleObj>
              </mc:Fallback>
            </mc:AlternateContent>
          </a:graphicData>
        </a:graphic>
      </p:graphicFrame>
      <p:graphicFrame>
        <p:nvGraphicFramePr>
          <p:cNvPr id="374789" name="Object 5"/>
          <p:cNvGraphicFramePr>
            <a:graphicFrameLocks noChangeAspect="1"/>
          </p:cNvGraphicFramePr>
          <p:nvPr/>
        </p:nvGraphicFramePr>
        <p:xfrm>
          <a:off x="6012160" y="3435790"/>
          <a:ext cx="2987824" cy="641282"/>
        </p:xfrm>
        <a:graphic>
          <a:graphicData uri="http://schemas.openxmlformats.org/presentationml/2006/ole">
            <mc:AlternateContent xmlns:mc="http://schemas.openxmlformats.org/markup-compatibility/2006">
              <mc:Choice xmlns:v="urn:schemas-microsoft-com:vml" Requires="v">
                <p:oleObj spid="_x0000_s3" name="公式" r:id="rId4" imgW="736600" imgH="133350" progId="Equation.3">
                  <p:embed/>
                </p:oleObj>
              </mc:Choice>
              <mc:Fallback>
                <p:oleObj name="公式" r:id="rId4" imgW="736600" imgH="133350" progId="Equation.3">
                  <p:embed/>
                  <p:pic>
                    <p:nvPicPr>
                      <p:cNvPr id="0"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012160" y="3435790"/>
                        <a:ext cx="2987824" cy="641282"/>
                      </a:xfrm>
                      <a:prstGeom prst="rect">
                        <a:avLst/>
                      </a:prstGeom>
                      <a:noFill/>
                      <a:ln>
                        <a:noFill/>
                      </a:ln>
                      <a:effectLst/>
                    </p:spPr>
                  </p:pic>
                </p:oleObj>
              </mc:Fallback>
            </mc:AlternateContent>
          </a:graphicData>
        </a:graphic>
      </p:graphicFrame>
      <p:graphicFrame>
        <p:nvGraphicFramePr>
          <p:cNvPr id="374790" name="Object 6"/>
          <p:cNvGraphicFramePr>
            <a:graphicFrameLocks noChangeAspect="1"/>
          </p:cNvGraphicFramePr>
          <p:nvPr/>
        </p:nvGraphicFramePr>
        <p:xfrm>
          <a:off x="4699447" y="5456386"/>
          <a:ext cx="4300537" cy="996950"/>
        </p:xfrm>
        <a:graphic>
          <a:graphicData uri="http://schemas.openxmlformats.org/presentationml/2006/ole">
            <mc:AlternateContent xmlns:mc="http://schemas.openxmlformats.org/markup-compatibility/2006">
              <mc:Choice xmlns:v="urn:schemas-microsoft-com:vml" Requires="v">
                <p:oleObj spid="_x0000_s4" name="公式" r:id="rId6" imgW="1195070" imgH="253365" progId="Equation.3">
                  <p:embed/>
                </p:oleObj>
              </mc:Choice>
              <mc:Fallback>
                <p:oleObj name="公式" r:id="rId6" imgW="1195070" imgH="253365" progId="Equation.3">
                  <p:embed/>
                  <p:pic>
                    <p:nvPicPr>
                      <p:cNvPr id="0" name="Object 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699447" y="5456386"/>
                        <a:ext cx="4300537" cy="9969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364546" name="Rectangle 2"/>
          <p:cNvSpPr>
            <a:spLocks noChangeArrowheads="1"/>
          </p:cNvSpPr>
          <p:nvPr/>
        </p:nvSpPr>
        <p:spPr bwMode="auto">
          <a:xfrm>
            <a:off x="900113" y="188913"/>
            <a:ext cx="5184775" cy="620712"/>
          </a:xfrm>
          <a:prstGeom prst="rect">
            <a:avLst/>
          </a:prstGeom>
          <a:solidFill>
            <a:schemeClr val="bg1"/>
          </a:solidFill>
          <a:ln>
            <a:noFill/>
          </a:ln>
          <a:effectLst>
            <a:outerShdw blurRad="63500" dist="38099" dir="2700000" algn="ctr" rotWithShape="0">
              <a:schemeClr val="bg2">
                <a:alpha val="74998"/>
              </a:schemeClr>
            </a:outerShdw>
          </a:effectLst>
        </p:spPr>
        <p:txBody>
          <a:bodyPr anchor="ctr"/>
          <a:lstStyle/>
          <a:p>
            <a:pPr algn="ctr" eaLnBrk="1" hangingPunct="1">
              <a:defRPr/>
            </a:pPr>
            <a:r>
              <a:rPr lang="en-US" altLang="zh-CN" sz="2800">
                <a:effectLst>
                  <a:outerShdw blurRad="38100" dist="38100" dir="2700000" algn="tl">
                    <a:srgbClr val="000000"/>
                  </a:outerShdw>
                </a:effectLst>
                <a:ea typeface="黑体" panose="02010609060101010101" charset="-122"/>
              </a:rPr>
              <a:t>§5.6 </a:t>
            </a:r>
            <a:r>
              <a:rPr lang="zh-CN" altLang="en-US" sz="2800">
                <a:effectLst>
                  <a:outerShdw blurRad="38100" dist="38100" dir="2700000" algn="tl">
                    <a:srgbClr val="000000"/>
                  </a:outerShdw>
                </a:effectLst>
                <a:ea typeface="黑体" panose="02010609060101010101" charset="-122"/>
              </a:rPr>
              <a:t>拉普拉斯变换的基本性质</a:t>
            </a:r>
            <a:endParaRPr lang="zh-CN" altLang="en-US" sz="2800">
              <a:effectLst>
                <a:outerShdw blurRad="38100" dist="38100" dir="2700000" algn="tl">
                  <a:srgbClr val="000000"/>
                </a:outerShdw>
              </a:effectLst>
              <a:ea typeface="黑体" panose="02010609060101010101" charset="-122"/>
            </a:endParaRPr>
          </a:p>
        </p:txBody>
      </p:sp>
      <p:sp>
        <p:nvSpPr>
          <p:cNvPr id="5" name="墨迹 3"/>
          <p:cNvSpPr/>
          <p:nvPr/>
        </p:nvSpPr>
        <p:spPr bwMode="auto">
          <a:xfrm>
            <a:off x="2138400" y="1731600"/>
            <a:ext cx="5794200" cy="3535200"/>
          </a:xfrm>
        </p:spPr>
      </p:sp>
    </p:spTree>
    <p:custDataLst>
      <p:tags r:id="rId8"/>
    </p:custDataLst>
  </p:cSld>
  <p:clrMapOvr>
    <a:masterClrMapping/>
  </p:clrMapOvr>
  <mc:AlternateContent xmlns:mc="http://schemas.openxmlformats.org/markup-compatibility/2006">
    <mc:Choice xmlns:p14="http://schemas.microsoft.com/office/powerpoint/2010/main" Requires="p14">
      <p:transition spd="slow" p14:dur="2000" advTm="105805"/>
    </mc:Choice>
    <mc:Fallback>
      <p:transition spd="slow" advTm="105805"/>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374788"/>
                                        </p:tgtEl>
                                        <p:attrNameLst>
                                          <p:attrName>style.visibility</p:attrName>
                                        </p:attrNameLst>
                                      </p:cBhvr>
                                      <p:to>
                                        <p:strVal val="visible"/>
                                      </p:to>
                                    </p:set>
                                    <p:animEffect transition="in" filter="randombar(horizontal)">
                                      <p:cBhvr>
                                        <p:cTn id="7" dur="500"/>
                                        <p:tgtEl>
                                          <p:spTgt spid="374788"/>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374789"/>
                                        </p:tgtEl>
                                        <p:attrNameLst>
                                          <p:attrName>style.visibility</p:attrName>
                                        </p:attrNameLst>
                                      </p:cBhvr>
                                      <p:to>
                                        <p:strVal val="visible"/>
                                      </p:to>
                                    </p:set>
                                    <p:animEffect transition="in" filter="randombar(horizontal)">
                                      <p:cBhvr>
                                        <p:cTn id="12" dur="500"/>
                                        <p:tgtEl>
                                          <p:spTgt spid="374789"/>
                                        </p:tgtEl>
                                      </p:cBhvr>
                                    </p:animEffect>
                                  </p:childTnLst>
                                </p:cTn>
                              </p:par>
                            </p:childTnLst>
                          </p:cTn>
                        </p:par>
                      </p:childTnLst>
                    </p:cTn>
                  </p:par>
                  <p:par>
                    <p:cTn id="13" fill="hold">
                      <p:stCondLst>
                        <p:cond delay="indefinite"/>
                      </p:stCondLst>
                      <p:childTnLst>
                        <p:par>
                          <p:cTn id="14" fill="hold">
                            <p:stCondLst>
                              <p:cond delay="0"/>
                            </p:stCondLst>
                            <p:childTnLst>
                              <p:par>
                                <p:cTn id="15" presetID="14" presetClass="entr" presetSubtype="10" fill="hold" nodeType="clickEffect">
                                  <p:stCondLst>
                                    <p:cond delay="0"/>
                                  </p:stCondLst>
                                  <p:childTnLst>
                                    <p:set>
                                      <p:cBhvr>
                                        <p:cTn id="16" dur="1" fill="hold">
                                          <p:stCondLst>
                                            <p:cond delay="0"/>
                                          </p:stCondLst>
                                        </p:cTn>
                                        <p:tgtEl>
                                          <p:spTgt spid="374790"/>
                                        </p:tgtEl>
                                        <p:attrNameLst>
                                          <p:attrName>style.visibility</p:attrName>
                                        </p:attrNameLst>
                                      </p:cBhvr>
                                      <p:to>
                                        <p:strVal val="visible"/>
                                      </p:to>
                                    </p:set>
                                    <p:animEffect transition="in" filter="randombar(horizontal)">
                                      <p:cBhvr>
                                        <p:cTn id="17" dur="500"/>
                                        <p:tgtEl>
                                          <p:spTgt spid="37479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4"/>
          <p:cNvSpPr>
            <a:spLocks noGrp="1" noChangeArrowheads="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a:spcBef>
                <a:spcPct val="0"/>
              </a:spcBef>
              <a:buFontTx/>
              <a:buNone/>
            </a:pPr>
            <a:fld id="{B9B23A01-5297-4658-BD03-C85CCB177123}" type="datetime1">
              <a:rPr kumimoji="0" lang="zh-CN" altLang="en-US" sz="1200" smtClean="0">
                <a:solidFill>
                  <a:srgbClr val="000000"/>
                </a:solidFill>
                <a:ea typeface="宋体" panose="02010600030101010101" pitchFamily="2" charset="-122"/>
              </a:rPr>
            </a:fld>
            <a:endParaRPr kumimoji="0" lang="en-US" altLang="zh-CN" sz="1200">
              <a:solidFill>
                <a:srgbClr val="000000"/>
              </a:solidFill>
              <a:ea typeface="宋体" panose="02010600030101010101" pitchFamily="2" charset="-122"/>
            </a:endParaRPr>
          </a:p>
        </p:txBody>
      </p:sp>
      <p:sp>
        <p:nvSpPr>
          <p:cNvPr id="10" name="Rectangle 2"/>
          <p:cNvSpPr>
            <a:spLocks noChangeArrowheads="1"/>
          </p:cNvSpPr>
          <p:nvPr/>
        </p:nvSpPr>
        <p:spPr bwMode="auto">
          <a:xfrm>
            <a:off x="646732" y="-9946"/>
            <a:ext cx="8028956" cy="490537"/>
          </a:xfrm>
          <a:prstGeom prst="rect">
            <a:avLst/>
          </a:prstGeom>
          <a:solidFill>
            <a:schemeClr val="bg1"/>
          </a:solidFill>
          <a:ln>
            <a:noFill/>
          </a:ln>
          <a:effectLst>
            <a:outerShdw blurRad="63500" dist="38099" dir="2700000" algn="ctr" rotWithShape="0">
              <a:schemeClr val="bg2">
                <a:alpha val="74998"/>
              </a:schemeClr>
            </a:outerShdw>
          </a:effectLst>
        </p:spPr>
        <p:txBody>
          <a:bodyPr anchor="ctr"/>
          <a:lstStyle/>
          <a:p>
            <a:pPr eaLnBrk="1" hangingPunct="1">
              <a:defRPr/>
            </a:pPr>
            <a:r>
              <a:rPr lang="zh-CN" altLang="en-US" sz="2800" dirty="0">
                <a:effectLst>
                  <a:outerShdw blurRad="38100" dist="38100" dir="2700000" algn="tl">
                    <a:srgbClr val="000000"/>
                  </a:outerShdw>
                </a:effectLst>
                <a:ea typeface="黑体" panose="02010609060101010101" charset="-122"/>
              </a:rPr>
              <a:t>回顾</a:t>
            </a:r>
            <a:r>
              <a:rPr lang="en-US" altLang="zh-CN" sz="2800" dirty="0">
                <a:effectLst>
                  <a:outerShdw blurRad="38100" dist="38100" dir="2700000" algn="tl">
                    <a:srgbClr val="000000"/>
                  </a:outerShdw>
                </a:effectLst>
                <a:ea typeface="黑体" panose="02010609060101010101" charset="-122"/>
              </a:rPr>
              <a:t>1</a:t>
            </a:r>
            <a:r>
              <a:rPr lang="zh-CN" altLang="en-US" sz="2800" dirty="0">
                <a:effectLst>
                  <a:outerShdw blurRad="38100" dist="38100" dir="2700000" algn="tl">
                    <a:srgbClr val="000000"/>
                  </a:outerShdw>
                </a:effectLst>
                <a:ea typeface="黑体" panose="02010609060101010101" charset="-122"/>
              </a:rPr>
              <a:t>    拉普拉斯变换的性质</a:t>
            </a:r>
            <a:endParaRPr lang="zh-CN" altLang="en-US" sz="2800" dirty="0">
              <a:solidFill>
                <a:srgbClr val="FF0000"/>
              </a:solidFill>
              <a:effectLst>
                <a:outerShdw blurRad="38100" dist="38100" dir="2700000" algn="tl">
                  <a:srgbClr val="000000"/>
                </a:outerShdw>
              </a:effectLst>
              <a:ea typeface="黑体" panose="02010609060101010101" charset="-122"/>
            </a:endParaRPr>
          </a:p>
        </p:txBody>
      </p:sp>
      <p:sp>
        <p:nvSpPr>
          <p:cNvPr id="11" name="Rectangle 4"/>
          <p:cNvSpPr>
            <a:spLocks noChangeArrowheads="1"/>
          </p:cNvSpPr>
          <p:nvPr/>
        </p:nvSpPr>
        <p:spPr bwMode="auto">
          <a:xfrm>
            <a:off x="504205" y="1076212"/>
            <a:ext cx="2376066" cy="519113"/>
          </a:xfrm>
          <a:prstGeom prst="rect">
            <a:avLst/>
          </a:prstGeom>
          <a:noFill/>
          <a:ln w="9525">
            <a:noFill/>
            <a:miter lim="800000"/>
          </a:ln>
          <a:effectLst/>
        </p:spPr>
        <p:txBody>
          <a:bodyPr wrap="square">
            <a:spAutoFit/>
          </a:bodyPr>
          <a:lstStyle/>
          <a:p>
            <a:pPr eaLnBrk="1" hangingPunct="1">
              <a:defRPr/>
            </a:pPr>
            <a:r>
              <a:rPr lang="en-US" altLang="zh-CN" sz="2800" dirty="0">
                <a:solidFill>
                  <a:srgbClr val="FF0000"/>
                </a:solidFill>
                <a:effectLst>
                  <a:outerShdw blurRad="38100" dist="38100" dir="2700000" algn="tl">
                    <a:srgbClr val="C0C0C0"/>
                  </a:outerShdw>
                </a:effectLst>
                <a:latin typeface="楷体_GB2312" pitchFamily="49" charset="-122"/>
                <a:ea typeface="楷体_GB2312" pitchFamily="49" charset="-122"/>
              </a:rPr>
              <a:t>1</a:t>
            </a:r>
            <a:r>
              <a:rPr lang="zh-CN" altLang="en-US" sz="2800" dirty="0">
                <a:solidFill>
                  <a:srgbClr val="FF0000"/>
                </a:solidFill>
                <a:effectLst>
                  <a:outerShdw blurRad="38100" dist="38100" dir="2700000" algn="tl">
                    <a:srgbClr val="C0C0C0"/>
                  </a:outerShdw>
                </a:effectLst>
                <a:latin typeface="楷体_GB2312" pitchFamily="49" charset="-122"/>
                <a:ea typeface="楷体_GB2312" pitchFamily="49" charset="-122"/>
              </a:rPr>
              <a:t>、线性性质</a:t>
            </a:r>
            <a:endParaRPr kumimoji="1" lang="zh-CN" altLang="en-US" sz="2800" b="0" dirty="0">
              <a:solidFill>
                <a:srgbClr val="FF0000"/>
              </a:solidFill>
              <a:latin typeface="Times New Roman" panose="02020603050405020304" pitchFamily="18" charset="0"/>
            </a:endParaRPr>
          </a:p>
        </p:txBody>
      </p:sp>
      <mc:AlternateContent xmlns:mc="http://schemas.openxmlformats.org/markup-compatibility/2006">
        <mc:Choice xmlns:a14="http://schemas.microsoft.com/office/drawing/2010/main" Requires="a14">
          <p:sp>
            <p:nvSpPr>
              <p:cNvPr id="12" name="Object 6"/>
              <p:cNvSpPr txBox="1"/>
              <p:nvPr/>
            </p:nvSpPr>
            <p:spPr bwMode="auto">
              <a:xfrm>
                <a:off x="2771800" y="989414"/>
                <a:ext cx="7416824" cy="817745"/>
              </a:xfrm>
              <a:prstGeom prst="rect">
                <a:avLst/>
              </a:prstGeom>
              <a:noFill/>
              <a:ln>
                <a:noFill/>
              </a:ln>
            </p:spPr>
            <p:txBody>
              <a:bodyPr>
                <a:noAutofit/>
              </a:bodyPr>
              <a:lstStyle/>
              <a:p>
                <a14:m>
                  <m:oMathPara xmlns:m="http://schemas.openxmlformats.org/officeDocument/2006/math">
                    <m:oMathParaPr>
                      <m:jc m:val="left"/>
                    </m:oMathParaPr>
                    <m:oMath xmlns:m="http://schemas.openxmlformats.org/officeDocument/2006/math">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𝐶</m:t>
                          </m:r>
                        </m:e>
                        <m:sub>
                          <m:r>
                            <a:rPr lang="zh-CN" altLang="en-US" sz="2800" i="1">
                              <a:solidFill>
                                <a:srgbClr val="000000"/>
                              </a:solidFill>
                              <a:latin typeface="Cambria Math" panose="02040503050406030204" pitchFamily="18" charset="0"/>
                            </a:rPr>
                            <m:t>1</m:t>
                          </m:r>
                        </m:sub>
                      </m:sSub>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𝑓</m:t>
                          </m:r>
                        </m:e>
                        <m:sub>
                          <m:r>
                            <a:rPr lang="zh-CN" altLang="en-US" sz="2800" i="1">
                              <a:solidFill>
                                <a:srgbClr val="000000"/>
                              </a:solidFill>
                              <a:latin typeface="Cambria Math" panose="02040503050406030204" pitchFamily="18" charset="0"/>
                            </a:rPr>
                            <m:t>1</m:t>
                          </m:r>
                        </m:sub>
                      </m:sSub>
                      <m:r>
                        <a:rPr lang="zh-CN" altLang="en-US" sz="2800" i="1">
                          <a:solidFill>
                            <a:srgbClr val="000000"/>
                          </a:solidFill>
                          <a:latin typeface="Cambria Math" panose="02040503050406030204" pitchFamily="18" charset="0"/>
                        </a:rPr>
                        <m:t>(</m:t>
                      </m:r>
                      <m:r>
                        <a:rPr lang="zh-CN" altLang="en-US" sz="2800" i="1">
                          <a:solidFill>
                            <a:srgbClr val="000000"/>
                          </a:solidFill>
                          <a:latin typeface="Cambria Math" panose="02040503050406030204" pitchFamily="18" charset="0"/>
                        </a:rPr>
                        <m:t>𝑡</m:t>
                      </m:r>
                      <m:r>
                        <a:rPr lang="zh-CN" altLang="en-US" sz="2800" i="1">
                          <a:solidFill>
                            <a:srgbClr val="000000"/>
                          </a:solidFill>
                          <a:latin typeface="Cambria Math" panose="02040503050406030204" pitchFamily="18" charset="0"/>
                        </a:rPr>
                        <m:t>)+</m:t>
                      </m:r>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𝐶</m:t>
                          </m:r>
                        </m:e>
                        <m:sub>
                          <m:r>
                            <a:rPr lang="zh-CN" altLang="en-US" sz="2800" i="1">
                              <a:solidFill>
                                <a:srgbClr val="000000"/>
                              </a:solidFill>
                              <a:latin typeface="Cambria Math" panose="02040503050406030204" pitchFamily="18" charset="0"/>
                            </a:rPr>
                            <m:t>2</m:t>
                          </m:r>
                        </m:sub>
                      </m:sSub>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𝑓</m:t>
                          </m:r>
                        </m:e>
                        <m:sub>
                          <m:r>
                            <a:rPr lang="zh-CN" altLang="en-US" sz="2800" i="1">
                              <a:solidFill>
                                <a:srgbClr val="000000"/>
                              </a:solidFill>
                              <a:latin typeface="Cambria Math" panose="02040503050406030204" pitchFamily="18" charset="0"/>
                            </a:rPr>
                            <m:t>2</m:t>
                          </m:r>
                        </m:sub>
                      </m:sSub>
                      <m:r>
                        <a:rPr lang="zh-CN" altLang="en-US" sz="2800" i="1">
                          <a:solidFill>
                            <a:srgbClr val="000000"/>
                          </a:solidFill>
                          <a:latin typeface="Cambria Math" panose="02040503050406030204" pitchFamily="18" charset="0"/>
                        </a:rPr>
                        <m:t>(</m:t>
                      </m:r>
                      <m:r>
                        <a:rPr lang="zh-CN" altLang="en-US" sz="2800" i="1">
                          <a:solidFill>
                            <a:srgbClr val="000000"/>
                          </a:solidFill>
                          <a:latin typeface="Cambria Math" panose="02040503050406030204" pitchFamily="18" charset="0"/>
                        </a:rPr>
                        <m:t>𝑡</m:t>
                      </m:r>
                      <m:r>
                        <a:rPr lang="zh-CN" altLang="en-US" sz="2800" i="1">
                          <a:solidFill>
                            <a:srgbClr val="000000"/>
                          </a:solidFill>
                          <a:latin typeface="Cambria Math" panose="02040503050406030204" pitchFamily="18" charset="0"/>
                        </a:rPr>
                        <m:t>)</m:t>
                      </m:r>
                      <m:groupChr>
                        <m:groupChrPr>
                          <m:chr m:val="↔"/>
                          <m:pos m:val="top"/>
                          <m:ctrlPr>
                            <a:rPr lang="zh-CN" altLang="en-US" sz="2800" i="1">
                              <a:solidFill>
                                <a:srgbClr val="000000"/>
                              </a:solidFill>
                              <a:latin typeface="Cambria Math" panose="02040503050406030204" pitchFamily="18" charset="0"/>
                            </a:rPr>
                          </m:ctrlPr>
                        </m:groupChrPr>
                        <m:e>
                          <m:r>
                            <a:rPr lang="zh-CN" altLang="en-US" sz="2800" i="1">
                              <a:solidFill>
                                <a:srgbClr val="000000"/>
                              </a:solidFill>
                              <a:latin typeface="Cambria Math" panose="02040503050406030204" pitchFamily="18" charset="0"/>
                            </a:rPr>
                            <m:t>  </m:t>
                          </m:r>
                        </m:e>
                      </m:groupChr>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𝐶</m:t>
                          </m:r>
                        </m:e>
                        <m:sub>
                          <m:r>
                            <a:rPr lang="zh-CN" altLang="en-US" sz="2800" i="1">
                              <a:solidFill>
                                <a:srgbClr val="000000"/>
                              </a:solidFill>
                              <a:latin typeface="Cambria Math" panose="02040503050406030204" pitchFamily="18" charset="0"/>
                            </a:rPr>
                            <m:t>1</m:t>
                          </m:r>
                        </m:sub>
                      </m:sSub>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𝐹</m:t>
                          </m:r>
                        </m:e>
                        <m:sub>
                          <m:r>
                            <a:rPr lang="zh-CN" altLang="en-US" sz="2800" i="1">
                              <a:solidFill>
                                <a:srgbClr val="000000"/>
                              </a:solidFill>
                              <a:latin typeface="Cambria Math" panose="02040503050406030204" pitchFamily="18" charset="0"/>
                            </a:rPr>
                            <m:t>1</m:t>
                          </m:r>
                        </m:sub>
                      </m:sSub>
                      <m:r>
                        <a:rPr lang="zh-CN" altLang="en-US" sz="2800" i="1">
                          <a:solidFill>
                            <a:srgbClr val="000000"/>
                          </a:solidFill>
                          <a:latin typeface="Cambria Math" panose="02040503050406030204" pitchFamily="18" charset="0"/>
                        </a:rPr>
                        <m:t>(</m:t>
                      </m:r>
                      <m:r>
                        <a:rPr lang="zh-CN" altLang="en-US" sz="2800" i="1">
                          <a:solidFill>
                            <a:srgbClr val="000000"/>
                          </a:solidFill>
                          <a:latin typeface="Cambria Math" panose="02040503050406030204" pitchFamily="18" charset="0"/>
                        </a:rPr>
                        <m:t>𝑠</m:t>
                      </m:r>
                      <m:r>
                        <a:rPr lang="zh-CN" altLang="en-US" sz="2800" i="1">
                          <a:solidFill>
                            <a:srgbClr val="000000"/>
                          </a:solidFill>
                          <a:latin typeface="Cambria Math" panose="02040503050406030204" pitchFamily="18" charset="0"/>
                        </a:rPr>
                        <m:t>)+</m:t>
                      </m:r>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𝐶</m:t>
                          </m:r>
                        </m:e>
                        <m:sub>
                          <m:r>
                            <a:rPr lang="zh-CN" altLang="en-US" sz="2800" i="1">
                              <a:solidFill>
                                <a:srgbClr val="000000"/>
                              </a:solidFill>
                              <a:latin typeface="Cambria Math" panose="02040503050406030204" pitchFamily="18" charset="0"/>
                            </a:rPr>
                            <m:t>2</m:t>
                          </m:r>
                        </m:sub>
                      </m:sSub>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𝐹</m:t>
                          </m:r>
                        </m:e>
                        <m:sub>
                          <m:r>
                            <a:rPr lang="zh-CN" altLang="en-US" sz="2800" i="1">
                              <a:solidFill>
                                <a:srgbClr val="000000"/>
                              </a:solidFill>
                              <a:latin typeface="Cambria Math" panose="02040503050406030204" pitchFamily="18" charset="0"/>
                            </a:rPr>
                            <m:t>2</m:t>
                          </m:r>
                        </m:sub>
                      </m:sSub>
                      <m:r>
                        <a:rPr lang="zh-CN" altLang="en-US" sz="2800" i="1">
                          <a:solidFill>
                            <a:srgbClr val="000000"/>
                          </a:solidFill>
                          <a:latin typeface="Cambria Math" panose="02040503050406030204" pitchFamily="18" charset="0"/>
                        </a:rPr>
                        <m:t>(</m:t>
                      </m:r>
                      <m:r>
                        <a:rPr lang="zh-CN" altLang="en-US" sz="2800" i="1">
                          <a:solidFill>
                            <a:srgbClr val="000000"/>
                          </a:solidFill>
                          <a:latin typeface="Cambria Math" panose="02040503050406030204" pitchFamily="18" charset="0"/>
                        </a:rPr>
                        <m:t>𝑠</m:t>
                      </m:r>
                      <m:r>
                        <a:rPr lang="zh-CN" altLang="en-US" sz="2800" i="1">
                          <a:solidFill>
                            <a:srgbClr val="000000"/>
                          </a:solidFill>
                          <a:latin typeface="Cambria Math" panose="02040503050406030204" pitchFamily="18" charset="0"/>
                        </a:rPr>
                        <m:t>)</m:t>
                      </m:r>
                    </m:oMath>
                  </m:oMathPara>
                </a14:m>
                <a:endParaRPr lang="zh-CN" altLang="en-US" sz="2800" dirty="0"/>
              </a:p>
            </p:txBody>
          </p:sp>
        </mc:Choice>
        <mc:Fallback>
          <p:sp>
            <p:nvSpPr>
              <p:cNvPr id="12" name="Object 6"/>
              <p:cNvSpPr txBox="1">
                <a:spLocks noRot="1" noChangeAspect="1" noMove="1" noResize="1" noEditPoints="1" noAdjustHandles="1" noChangeArrowheads="1" noChangeShapeType="1" noTextEdit="1"/>
              </p:cNvSpPr>
              <p:nvPr/>
            </p:nvSpPr>
            <p:spPr bwMode="auto">
              <a:xfrm>
                <a:off x="2771800" y="989414"/>
                <a:ext cx="7416824" cy="817745"/>
              </a:xfrm>
              <a:prstGeom prst="rect">
                <a:avLst/>
              </a:prstGeom>
              <a:blipFill rotWithShape="1">
                <a:blip r:embed="rId1"/>
                <a:stretch>
                  <a:fillRect t="-10" r="1" b="71"/>
                </a:stretch>
              </a:blipFill>
              <a:ln>
                <a:noFill/>
              </a:ln>
            </p:spPr>
            <p:txBody>
              <a:bodyPr/>
              <a:lstStyle/>
              <a:p>
                <a:r>
                  <a:rPr lang="zh-CN" altLang="en-US">
                    <a:noFill/>
                  </a:rPr>
                  <a:t> </a:t>
                </a:r>
              </a:p>
            </p:txBody>
          </p:sp>
        </mc:Fallback>
      </mc:AlternateContent>
      <p:graphicFrame>
        <p:nvGraphicFramePr>
          <p:cNvPr id="13" name="Object 2"/>
          <p:cNvGraphicFramePr>
            <a:graphicFrameLocks noChangeAspect="1"/>
          </p:cNvGraphicFramePr>
          <p:nvPr/>
        </p:nvGraphicFramePr>
        <p:xfrm>
          <a:off x="3131820" y="1657985"/>
          <a:ext cx="4695825" cy="1176020"/>
        </p:xfrm>
        <a:graphic>
          <a:graphicData uri="http://schemas.openxmlformats.org/presentationml/2006/ole">
            <mc:AlternateContent xmlns:mc="http://schemas.openxmlformats.org/markup-compatibility/2006">
              <mc:Choice xmlns:v="urn:schemas-microsoft-com:vml" Requires="v">
                <p:oleObj spid="_x0000_s2" name="公式" r:id="rId2" imgW="1536700" imgH="393700" progId="Equation.3">
                  <p:embed/>
                </p:oleObj>
              </mc:Choice>
              <mc:Fallback>
                <p:oleObj name="公式" r:id="rId2" imgW="1536700" imgH="393700" progId="Equation.3">
                  <p:embed/>
                  <p:pic>
                    <p:nvPicPr>
                      <p:cNvPr id="0" name="Object 2"/>
                      <p:cNvPicPr>
                        <a:picLocks noChangeAspect="1" noChangeArrowheads="1"/>
                      </p:cNvPicPr>
                      <p:nvPr/>
                    </p:nvPicPr>
                    <p:blipFill>
                      <a:blip r:embed="rId3"/>
                      <a:srcRect/>
                      <a:stretch>
                        <a:fillRect/>
                      </a:stretch>
                    </p:blipFill>
                    <p:spPr bwMode="auto">
                      <a:xfrm>
                        <a:off x="3131820" y="1657985"/>
                        <a:ext cx="4695825" cy="1176020"/>
                      </a:xfrm>
                      <a:prstGeom prst="rect">
                        <a:avLst/>
                      </a:prstGeom>
                      <a:noFill/>
                      <a:ln>
                        <a:noFill/>
                      </a:ln>
                      <a:effectLst/>
                    </p:spPr>
                  </p:pic>
                </p:oleObj>
              </mc:Fallback>
            </mc:AlternateContent>
          </a:graphicData>
        </a:graphic>
      </p:graphicFrame>
      <p:sp>
        <p:nvSpPr>
          <p:cNvPr id="14" name="Rectangle 3"/>
          <p:cNvSpPr>
            <a:spLocks noGrp="1" noChangeArrowheads="1"/>
          </p:cNvSpPr>
          <p:nvPr>
            <p:ph type="title"/>
          </p:nvPr>
        </p:nvSpPr>
        <p:spPr>
          <a:xfrm>
            <a:off x="504205" y="1931886"/>
            <a:ext cx="2899610" cy="523220"/>
          </a:xfrm>
          <a:noFill/>
          <a:ln w="9525">
            <a:noFill/>
            <a:miter lim="800000"/>
          </a:ln>
          <a:effectLst/>
        </p:spPr>
        <p:txBody>
          <a:bodyPr wrap="square">
            <a:spAutoFit/>
          </a:bodyPr>
          <a:lstStyle/>
          <a:p>
            <a:pPr algn="l" eaLnBrk="1" hangingPunct="1"/>
            <a:r>
              <a:rPr lang="en-US" altLang="zh-CN" sz="2800" b="1" kern="1200" dirty="0">
                <a:solidFill>
                  <a:srgbClr val="FF0000"/>
                </a:solidFill>
                <a:ea typeface="楷体_GB2312" pitchFamily="49" charset="-122"/>
                <a:cs typeface="+mn-cs"/>
              </a:rPr>
              <a:t>2</a:t>
            </a:r>
            <a:r>
              <a:rPr lang="zh-CN" altLang="en-US" sz="2800" b="1" kern="1200" dirty="0">
                <a:solidFill>
                  <a:srgbClr val="FF0000"/>
                </a:solidFill>
                <a:ea typeface="楷体_GB2312" pitchFamily="49" charset="-122"/>
                <a:cs typeface="+mn-cs"/>
              </a:rPr>
              <a:t>、尺度变换性</a:t>
            </a:r>
            <a:endParaRPr lang="zh-CN" altLang="en-US" sz="2800" b="1" kern="1200" dirty="0">
              <a:solidFill>
                <a:srgbClr val="FF0000"/>
              </a:solidFill>
              <a:ea typeface="楷体_GB2312" pitchFamily="49" charset="-122"/>
              <a:cs typeface="+mn-cs"/>
            </a:endParaRPr>
          </a:p>
        </p:txBody>
      </p:sp>
      <p:sp>
        <p:nvSpPr>
          <p:cNvPr id="17" name="Rectangle 5"/>
          <p:cNvSpPr>
            <a:spLocks noChangeArrowheads="1"/>
          </p:cNvSpPr>
          <p:nvPr/>
        </p:nvSpPr>
        <p:spPr bwMode="auto">
          <a:xfrm>
            <a:off x="504205" y="2834218"/>
            <a:ext cx="2376066" cy="465138"/>
          </a:xfrm>
          <a:prstGeom prst="rect">
            <a:avLst/>
          </a:prstGeom>
          <a:noFill/>
          <a:ln w="9525" algn="ctr">
            <a:noFill/>
            <a:miter lim="800000"/>
          </a:ln>
          <a:effectLst/>
        </p:spPr>
        <p:txBody>
          <a:bodyPr anchor="ctr"/>
          <a:lstStyle/>
          <a:p>
            <a:pPr eaLnBrk="1" hangingPunct="1">
              <a:lnSpc>
                <a:spcPct val="140000"/>
              </a:lnSpc>
              <a:defRPr/>
            </a:pPr>
            <a:r>
              <a:rPr lang="en-US" altLang="zh-CN" sz="2800" dirty="0">
                <a:solidFill>
                  <a:srgbClr val="FF0000"/>
                </a:solidFill>
                <a:effectLst>
                  <a:outerShdw blurRad="38100" dist="38100" dir="2700000" algn="tl">
                    <a:srgbClr val="C0C0C0"/>
                  </a:outerShdw>
                </a:effectLst>
                <a:latin typeface="楷体_GB2312" pitchFamily="49" charset="-122"/>
                <a:ea typeface="楷体_GB2312" pitchFamily="49" charset="-122"/>
              </a:rPr>
              <a:t>3</a:t>
            </a:r>
            <a:r>
              <a:rPr lang="zh-CN" altLang="en-US" sz="2800" dirty="0">
                <a:solidFill>
                  <a:srgbClr val="FF0000"/>
                </a:solidFill>
                <a:effectLst>
                  <a:outerShdw blurRad="38100" dist="38100" dir="2700000" algn="tl">
                    <a:srgbClr val="C0C0C0"/>
                  </a:outerShdw>
                </a:effectLst>
                <a:latin typeface="楷体_GB2312" pitchFamily="49" charset="-122"/>
                <a:ea typeface="楷体_GB2312" pitchFamily="49" charset="-122"/>
              </a:rPr>
              <a:t>、时移性</a:t>
            </a:r>
            <a:endParaRPr lang="zh-CN" altLang="en-US" sz="2800" dirty="0">
              <a:solidFill>
                <a:srgbClr val="FF0000"/>
              </a:solidFill>
              <a:effectLst>
                <a:outerShdw blurRad="38100" dist="38100" dir="2700000" algn="tl">
                  <a:srgbClr val="C0C0C0"/>
                </a:outerShdw>
              </a:effectLst>
              <a:latin typeface="楷体_GB2312" pitchFamily="49" charset="-122"/>
              <a:ea typeface="楷体_GB2312" pitchFamily="49" charset="-122"/>
            </a:endParaRPr>
          </a:p>
        </p:txBody>
      </p:sp>
      <p:graphicFrame>
        <p:nvGraphicFramePr>
          <p:cNvPr id="18" name="Object 7"/>
          <p:cNvGraphicFramePr>
            <a:graphicFrameLocks noChangeAspect="1"/>
          </p:cNvGraphicFramePr>
          <p:nvPr/>
        </p:nvGraphicFramePr>
        <p:xfrm>
          <a:off x="6984365" y="2781300"/>
          <a:ext cx="1691640" cy="775335"/>
        </p:xfrm>
        <a:graphic>
          <a:graphicData uri="http://schemas.openxmlformats.org/presentationml/2006/ole">
            <mc:AlternateContent xmlns:mc="http://schemas.openxmlformats.org/markup-compatibility/2006">
              <mc:Choice xmlns:v="urn:schemas-microsoft-com:vml" Requires="v">
                <p:oleObj spid="_x0000_s3" name="公式" r:id="rId4" imgW="380365" imgH="133350" progId="Equation.3">
                  <p:embed/>
                </p:oleObj>
              </mc:Choice>
              <mc:Fallback>
                <p:oleObj name="公式" r:id="rId4" imgW="380365" imgH="133350" progId="Equation.3">
                  <p:embed/>
                  <p:pic>
                    <p:nvPicPr>
                      <p:cNvPr id="0" name="Object 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984365" y="2781300"/>
                        <a:ext cx="1691640" cy="775335"/>
                      </a:xfrm>
                      <a:prstGeom prst="rect">
                        <a:avLst/>
                      </a:prstGeom>
                      <a:noFill/>
                      <a:ln>
                        <a:noFill/>
                      </a:ln>
                      <a:effectLst/>
                    </p:spPr>
                  </p:pic>
                </p:oleObj>
              </mc:Fallback>
            </mc:AlternateContent>
          </a:graphicData>
        </a:graphic>
      </p:graphicFrame>
      <mc:AlternateContent xmlns:mc="http://schemas.openxmlformats.org/markup-compatibility/2006">
        <mc:Choice xmlns:a14="http://schemas.microsoft.com/office/drawing/2010/main" Requires="a14">
          <p:sp>
            <p:nvSpPr>
              <p:cNvPr id="20" name="Object 7"/>
              <p:cNvSpPr txBox="1"/>
              <p:nvPr/>
            </p:nvSpPr>
            <p:spPr bwMode="auto">
              <a:xfrm>
                <a:off x="2373630" y="2908300"/>
                <a:ext cx="4796790" cy="591820"/>
              </a:xfrm>
              <a:prstGeom prst="rect">
                <a:avLst/>
              </a:prstGeom>
              <a:noFill/>
              <a:ln>
                <a:noFill/>
              </a:ln>
              <a:effectLst/>
            </p:spPr>
            <p:txBody>
              <a:bodyPr>
                <a:noAutofit/>
              </a:bodyPr>
              <a:lstStyle/>
              <a:p>
                <a:r>
                  <a:rPr lang="en-US" altLang="zh-CN" sz="3600" dirty="0">
                    <a:solidFill>
                      <a:srgbClr val="000000"/>
                    </a:solidFill>
                  </a:rPr>
                  <a:t>f</a:t>
                </a:r>
                <a14:m>
                  <m:oMath xmlns:m="http://schemas.openxmlformats.org/officeDocument/2006/math">
                    <m:r>
                      <a:rPr lang="zh-CN" altLang="en-US" sz="3600" i="1">
                        <a:solidFill>
                          <a:srgbClr val="000000"/>
                        </a:solidFill>
                        <a:latin typeface="Cambria Math" panose="02040503050406030204" pitchFamily="18" charset="0"/>
                      </a:rPr>
                      <m:t>(</m:t>
                    </m:r>
                    <m:r>
                      <m:rPr>
                        <m:sty m:val="p"/>
                      </m:rPr>
                      <a:rPr lang="en-US" altLang="zh-CN" sz="3600" i="1">
                        <a:solidFill>
                          <a:srgbClr val="000000"/>
                        </a:solidFill>
                        <a:latin typeface="Cambria Math" panose="02040503050406030204" pitchFamily="18" charset="0"/>
                      </a:rPr>
                      <m:t>t</m:t>
                    </m:r>
                    <m:r>
                      <a:rPr lang="en-US" altLang="zh-CN" sz="3600" i="1">
                        <a:solidFill>
                          <a:srgbClr val="000000"/>
                        </a:solidFill>
                        <a:latin typeface="Cambria Math" panose="02040503050406030204" pitchFamily="18" charset="0"/>
                      </a:rPr>
                      <m:t>±</m:t>
                    </m:r>
                    <m:r>
                      <m:rPr>
                        <m:sty m:val="p"/>
                      </m:rPr>
                      <a:rPr lang="en-US" altLang="zh-CN" sz="3600" i="1">
                        <a:solidFill>
                          <a:srgbClr val="000000"/>
                        </a:solidFill>
                        <a:latin typeface="Cambria Math" panose="02040503050406030204" pitchFamily="18" charset="0"/>
                      </a:rPr>
                      <m:t>t</m:t>
                    </m:r>
                    <m:r>
                      <a:rPr lang="en-US" altLang="zh-CN" sz="3600" i="1">
                        <a:solidFill>
                          <a:srgbClr val="000000"/>
                        </a:solidFill>
                        <a:latin typeface="Cambria Math" panose="02040503050406030204" pitchFamily="18" charset="0"/>
                      </a:rPr>
                      <m:t>0</m:t>
                    </m:r>
                    <m:r>
                      <a:rPr lang="en-US" altLang="zh-CN" sz="3600" i="1">
                        <a:solidFill>
                          <a:srgbClr val="000000"/>
                        </a:solidFill>
                        <a:latin typeface="Cambria Math" panose="02040503050406030204" pitchFamily="18" charset="0"/>
                      </a:rPr>
                      <m:t>)</m:t>
                    </m:r>
                    <m:r>
                      <a:rPr lang="zh-CN" altLang="en-US" sz="3600" i="1">
                        <a:solidFill>
                          <a:srgbClr val="000000"/>
                        </a:solidFill>
                        <a:latin typeface="Cambria Math" panose="02040503050406030204" pitchFamily="18" charset="0"/>
                      </a:rPr>
                      <m:t>𝜀</m:t>
                    </m:r>
                    <m:r>
                      <a:rPr lang="zh-CN" altLang="en-US" sz="3600" i="1">
                        <a:solidFill>
                          <a:srgbClr val="000000"/>
                        </a:solidFill>
                        <a:latin typeface="Cambria Math" panose="02040503050406030204" pitchFamily="18" charset="0"/>
                      </a:rPr>
                      <m:t>(</m:t>
                    </m:r>
                    <m:r>
                      <a:rPr lang="zh-CN" altLang="en-US" sz="3600" i="1">
                        <a:solidFill>
                          <a:srgbClr val="000000"/>
                        </a:solidFill>
                        <a:latin typeface="Cambria Math" panose="02040503050406030204" pitchFamily="18" charset="0"/>
                      </a:rPr>
                      <m:t>𝑡</m:t>
                    </m:r>
                    <m:r>
                      <a:rPr lang="en-US" altLang="zh-CN" sz="3600" i="1">
                        <a:solidFill>
                          <a:srgbClr val="000000"/>
                        </a:solidFill>
                        <a:latin typeface="Cambria Math" panose="02040503050406030204" pitchFamily="18" charset="0"/>
                      </a:rPr>
                      <m:t>±</m:t>
                    </m:r>
                    <m:r>
                      <m:rPr>
                        <m:sty m:val="p"/>
                      </m:rPr>
                      <a:rPr lang="en-US" altLang="zh-CN" sz="3600" i="1">
                        <a:solidFill>
                          <a:srgbClr val="000000"/>
                        </a:solidFill>
                        <a:latin typeface="Cambria Math" panose="02040503050406030204" pitchFamily="18" charset="0"/>
                      </a:rPr>
                      <m:t>t</m:t>
                    </m:r>
                    <m:r>
                      <a:rPr lang="en-US" altLang="zh-CN" sz="3600" i="1">
                        <a:solidFill>
                          <a:srgbClr val="000000"/>
                        </a:solidFill>
                        <a:latin typeface="Cambria Math" panose="02040503050406030204" pitchFamily="18" charset="0"/>
                      </a:rPr>
                      <m:t>0</m:t>
                    </m:r>
                    <m:r>
                      <a:rPr lang="en-US" altLang="zh-CN" sz="3600" i="1">
                        <a:solidFill>
                          <a:srgbClr val="000000"/>
                        </a:solidFill>
                        <a:latin typeface="Cambria Math" panose="02040503050406030204" pitchFamily="18" charset="0"/>
                      </a:rPr>
                      <m:t>)</m:t>
                    </m:r>
                  </m:oMath>
                </a14:m>
                <a:r>
                  <a:rPr lang="zh-CN" altLang="en-US" sz="3600" dirty="0">
                    <a:solidFill>
                      <a:srgbClr val="000000"/>
                    </a:solidFill>
                  </a:rPr>
                  <a:t> </a:t>
                </a:r>
                <a14:m>
                  <m:oMath xmlns:m="http://schemas.openxmlformats.org/officeDocument/2006/math">
                    <m:groupChr>
                      <m:groupChrPr>
                        <m:chr m:val="↔"/>
                        <m:pos m:val="top"/>
                        <m:ctrlPr>
                          <a:rPr lang="zh-CN" altLang="en-US" sz="3600" i="1">
                            <a:solidFill>
                              <a:srgbClr val="000000"/>
                            </a:solidFill>
                            <a:latin typeface="Cambria Math" panose="02040503050406030204" pitchFamily="18" charset="0"/>
                          </a:rPr>
                        </m:ctrlPr>
                      </m:groupChrPr>
                      <m:e>
                        <m:r>
                          <a:rPr lang="zh-CN" altLang="en-US" sz="3600" i="1">
                            <a:solidFill>
                              <a:srgbClr val="000000"/>
                            </a:solidFill>
                            <a:latin typeface="Cambria Math" panose="02040503050406030204" pitchFamily="18" charset="0"/>
                          </a:rPr>
                          <m:t>  </m:t>
                        </m:r>
                      </m:e>
                    </m:groupChr>
                  </m:oMath>
                </a14:m>
                <a:endParaRPr lang="zh-CN" altLang="en-US" sz="3600" dirty="0"/>
              </a:p>
            </p:txBody>
          </p:sp>
        </mc:Choice>
        <mc:Fallback>
          <p:sp>
            <p:nvSpPr>
              <p:cNvPr id="20" name="Object 7"/>
              <p:cNvSpPr txBox="1">
                <a:spLocks noRot="1" noChangeAspect="1" noMove="1" noResize="1" noEditPoints="1" noAdjustHandles="1" noChangeArrowheads="1" noChangeShapeType="1" noTextEdit="1"/>
              </p:cNvSpPr>
              <p:nvPr/>
            </p:nvSpPr>
            <p:spPr bwMode="auto">
              <a:xfrm>
                <a:off x="2373630" y="2908300"/>
                <a:ext cx="4796790" cy="591820"/>
              </a:xfrm>
              <a:prstGeom prst="rect">
                <a:avLst/>
              </a:prstGeom>
              <a:blipFill rotWithShape="1">
                <a:blip r:embed="rId6"/>
                <a:stretch>
                  <a:fillRect t="-215" b="-6223"/>
                </a:stretch>
              </a:blipFill>
              <a:ln>
                <a:noFill/>
              </a:ln>
              <a:effectLst/>
            </p:spPr>
            <p:txBody>
              <a:bodyPr/>
              <a:lstStyle/>
              <a:p>
                <a:r>
                  <a:rPr lang="zh-CN" altLang="en-US">
                    <a:noFill/>
                  </a:rPr>
                  <a:t> </a:t>
                </a:r>
              </a:p>
            </p:txBody>
          </p:sp>
        </mc:Fallback>
      </mc:AlternateContent>
      <p:sp>
        <p:nvSpPr>
          <p:cNvPr id="4" name="墨迹 1"/>
          <p:cNvSpPr/>
          <p:nvPr/>
        </p:nvSpPr>
        <p:spPr bwMode="auto">
          <a:xfrm>
            <a:off x="2093400" y="2481120"/>
            <a:ext cx="6449040" cy="3821760"/>
          </a:xfrm>
        </p:spPr>
      </p:sp>
      <p:graphicFrame>
        <p:nvGraphicFramePr>
          <p:cNvPr id="15" name="Object 2"/>
          <p:cNvGraphicFramePr>
            <a:graphicFrameLocks noChangeAspect="1"/>
          </p:cNvGraphicFramePr>
          <p:nvPr/>
        </p:nvGraphicFramePr>
        <p:xfrm>
          <a:off x="2981869" y="3790429"/>
          <a:ext cx="3743325" cy="574675"/>
        </p:xfrm>
        <a:graphic>
          <a:graphicData uri="http://schemas.openxmlformats.org/presentationml/2006/ole">
            <mc:AlternateContent xmlns:mc="http://schemas.openxmlformats.org/markup-compatibility/2006">
              <mc:Choice xmlns:v="urn:schemas-microsoft-com:vml" Requires="v">
                <p:oleObj spid="_x0000_s5" name="Equation" r:id="rId7" imgW="880110" imgH="140335" progId="Equation.3">
                  <p:embed/>
                </p:oleObj>
              </mc:Choice>
              <mc:Fallback>
                <p:oleObj name="Equation" r:id="rId7" imgW="880110" imgH="140335" progId="Equation.3">
                  <p:embed/>
                  <p:pic>
                    <p:nvPicPr>
                      <p:cNvPr id="0" name="Object 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981869" y="3790429"/>
                        <a:ext cx="3743325" cy="574675"/>
                      </a:xfrm>
                      <a:prstGeom prst="rect">
                        <a:avLst/>
                      </a:prstGeom>
                      <a:solidFill>
                        <a:schemeClr val="tx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16" name="Rectangle 3"/>
          <p:cNvSpPr txBox="1">
            <a:spLocks noChangeArrowheads="1"/>
          </p:cNvSpPr>
          <p:nvPr/>
        </p:nvSpPr>
        <p:spPr bwMode="auto">
          <a:xfrm>
            <a:off x="504205" y="3869421"/>
            <a:ext cx="2124075" cy="412750"/>
          </a:xfrm>
          <a:prstGeom prst="rect">
            <a:avLst/>
          </a:prstGeom>
          <a:noFill/>
          <a:ln w="9525">
            <a:noFill/>
            <a:miter lim="800000"/>
          </a:ln>
          <a:effectLst/>
        </p:spPr>
        <p:txBody>
          <a:bodyPr vert="horz" wrap="square" lIns="91440" tIns="45720" rIns="91440" bIns="45720" numCol="1" anchor="ctr" anchorCtr="0" compatLnSpc="1"/>
          <a:lstStyle>
            <a:lvl1pPr algn="ctr" rtl="0" eaLnBrk="0" fontAlgn="base" hangingPunct="0">
              <a:spcBef>
                <a:spcPct val="0"/>
              </a:spcBef>
              <a:spcAft>
                <a:spcPct val="0"/>
              </a:spcAft>
              <a:defRPr kumimoji="1" sz="4000">
                <a:solidFill>
                  <a:schemeClr val="tx2"/>
                </a:solidFill>
                <a:effectLst>
                  <a:outerShdw blurRad="38100" dist="38100" dir="2700000" algn="tl">
                    <a:srgbClr val="C0C0C0"/>
                  </a:outerShdw>
                </a:effectLst>
                <a:latin typeface="+mj-lt"/>
                <a:ea typeface="+mj-ea"/>
                <a:cs typeface="黑体" panose="02010609060101010101" charset="-122"/>
              </a:defRPr>
            </a:lvl1pPr>
            <a:lvl2pPr algn="ctr" rtl="0" eaLnBrk="0" fontAlgn="base" hangingPunct="0">
              <a:spcBef>
                <a:spcPct val="0"/>
              </a:spcBef>
              <a:spcAft>
                <a:spcPct val="0"/>
              </a:spcAft>
              <a:defRPr kumimoji="1" sz="4000">
                <a:solidFill>
                  <a:schemeClr val="tx2"/>
                </a:solidFill>
                <a:effectLst>
                  <a:outerShdw blurRad="38100" dist="38100" dir="2700000" algn="tl">
                    <a:srgbClr val="C0C0C0"/>
                  </a:outerShdw>
                </a:effectLst>
                <a:latin typeface="Arial" panose="020B0604020202020204" pitchFamily="34" charset="0"/>
                <a:ea typeface="黑体" panose="02010609060101010101" charset="-122"/>
                <a:cs typeface="黑体" panose="02010609060101010101" charset="-122"/>
              </a:defRPr>
            </a:lvl2pPr>
            <a:lvl3pPr algn="ctr" rtl="0" eaLnBrk="0" fontAlgn="base" hangingPunct="0">
              <a:spcBef>
                <a:spcPct val="0"/>
              </a:spcBef>
              <a:spcAft>
                <a:spcPct val="0"/>
              </a:spcAft>
              <a:defRPr kumimoji="1" sz="4000">
                <a:solidFill>
                  <a:schemeClr val="tx2"/>
                </a:solidFill>
                <a:effectLst>
                  <a:outerShdw blurRad="38100" dist="38100" dir="2700000" algn="tl">
                    <a:srgbClr val="C0C0C0"/>
                  </a:outerShdw>
                </a:effectLst>
                <a:latin typeface="Arial" panose="020B0604020202020204" pitchFamily="34" charset="0"/>
                <a:ea typeface="黑体" panose="02010609060101010101" charset="-122"/>
                <a:cs typeface="黑体" panose="02010609060101010101" charset="-122"/>
              </a:defRPr>
            </a:lvl3pPr>
            <a:lvl4pPr algn="ctr" rtl="0" eaLnBrk="0" fontAlgn="base" hangingPunct="0">
              <a:spcBef>
                <a:spcPct val="0"/>
              </a:spcBef>
              <a:spcAft>
                <a:spcPct val="0"/>
              </a:spcAft>
              <a:defRPr kumimoji="1" sz="4000">
                <a:solidFill>
                  <a:schemeClr val="tx2"/>
                </a:solidFill>
                <a:effectLst>
                  <a:outerShdw blurRad="38100" dist="38100" dir="2700000" algn="tl">
                    <a:srgbClr val="C0C0C0"/>
                  </a:outerShdw>
                </a:effectLst>
                <a:latin typeface="Arial" panose="020B0604020202020204" pitchFamily="34" charset="0"/>
                <a:ea typeface="黑体" panose="02010609060101010101" charset="-122"/>
                <a:cs typeface="黑体" panose="02010609060101010101" charset="-122"/>
              </a:defRPr>
            </a:lvl4pPr>
            <a:lvl5pPr algn="ctr" rtl="0" eaLnBrk="0" fontAlgn="base" hangingPunct="0">
              <a:spcBef>
                <a:spcPct val="0"/>
              </a:spcBef>
              <a:spcAft>
                <a:spcPct val="0"/>
              </a:spcAft>
              <a:defRPr kumimoji="1" sz="4000">
                <a:solidFill>
                  <a:schemeClr val="tx2"/>
                </a:solidFill>
                <a:effectLst>
                  <a:outerShdw blurRad="38100" dist="38100" dir="2700000" algn="tl">
                    <a:srgbClr val="C0C0C0"/>
                  </a:outerShdw>
                </a:effectLst>
                <a:latin typeface="Arial" panose="020B0604020202020204" pitchFamily="34" charset="0"/>
                <a:ea typeface="黑体" panose="02010609060101010101" charset="-122"/>
                <a:cs typeface="黑体" panose="02010609060101010101" charset="-122"/>
              </a:defRPr>
            </a:lvl5pPr>
            <a:lvl6pPr marL="457200" algn="ctr" rtl="0" fontAlgn="base">
              <a:spcBef>
                <a:spcPct val="0"/>
              </a:spcBef>
              <a:spcAft>
                <a:spcPct val="0"/>
              </a:spcAft>
              <a:defRPr sz="4000">
                <a:solidFill>
                  <a:schemeClr val="tx2"/>
                </a:solidFill>
                <a:effectLst>
                  <a:outerShdw blurRad="38100" dist="38100" dir="2700000" algn="tl">
                    <a:srgbClr val="C0C0C0"/>
                  </a:outerShdw>
                </a:effectLst>
                <a:latin typeface="Arial" panose="020B0604020202020204" pitchFamily="34" charset="0"/>
                <a:ea typeface="黑体" panose="02010609060101010101" charset="-122"/>
              </a:defRPr>
            </a:lvl6pPr>
            <a:lvl7pPr marL="914400" algn="ctr" rtl="0" fontAlgn="base">
              <a:spcBef>
                <a:spcPct val="0"/>
              </a:spcBef>
              <a:spcAft>
                <a:spcPct val="0"/>
              </a:spcAft>
              <a:defRPr sz="4000">
                <a:solidFill>
                  <a:schemeClr val="tx2"/>
                </a:solidFill>
                <a:effectLst>
                  <a:outerShdw blurRad="38100" dist="38100" dir="2700000" algn="tl">
                    <a:srgbClr val="C0C0C0"/>
                  </a:outerShdw>
                </a:effectLst>
                <a:latin typeface="Arial" panose="020B0604020202020204" pitchFamily="34" charset="0"/>
                <a:ea typeface="黑体" panose="02010609060101010101" charset="-122"/>
              </a:defRPr>
            </a:lvl7pPr>
            <a:lvl8pPr marL="1371600" algn="ctr" rtl="0" fontAlgn="base">
              <a:spcBef>
                <a:spcPct val="0"/>
              </a:spcBef>
              <a:spcAft>
                <a:spcPct val="0"/>
              </a:spcAft>
              <a:defRPr sz="4000">
                <a:solidFill>
                  <a:schemeClr val="tx2"/>
                </a:solidFill>
                <a:effectLst>
                  <a:outerShdw blurRad="38100" dist="38100" dir="2700000" algn="tl">
                    <a:srgbClr val="C0C0C0"/>
                  </a:outerShdw>
                </a:effectLst>
                <a:latin typeface="Arial" panose="020B0604020202020204" pitchFamily="34" charset="0"/>
                <a:ea typeface="黑体" panose="02010609060101010101" charset="-122"/>
              </a:defRPr>
            </a:lvl8pPr>
            <a:lvl9pPr marL="1828800" algn="ctr" rtl="0" fontAlgn="base">
              <a:spcBef>
                <a:spcPct val="0"/>
              </a:spcBef>
              <a:spcAft>
                <a:spcPct val="0"/>
              </a:spcAft>
              <a:defRPr sz="4000">
                <a:solidFill>
                  <a:schemeClr val="tx2"/>
                </a:solidFill>
                <a:effectLst>
                  <a:outerShdw blurRad="38100" dist="38100" dir="2700000" algn="tl">
                    <a:srgbClr val="C0C0C0"/>
                  </a:outerShdw>
                </a:effectLst>
                <a:latin typeface="Arial" panose="020B0604020202020204" pitchFamily="34" charset="0"/>
                <a:ea typeface="黑体" panose="02010609060101010101" charset="-122"/>
              </a:defRPr>
            </a:lvl9pPr>
          </a:lstStyle>
          <a:p>
            <a:pPr eaLnBrk="1" hangingPunct="1">
              <a:lnSpc>
                <a:spcPct val="140000"/>
              </a:lnSpc>
              <a:defRPr/>
            </a:pPr>
            <a:r>
              <a:rPr lang="en-US" altLang="zh-CN" sz="2800" dirty="0">
                <a:solidFill>
                  <a:srgbClr val="FF0000"/>
                </a:solidFill>
                <a:latin typeface="楷体_GB2312" pitchFamily="49" charset="-122"/>
                <a:ea typeface="楷体_GB2312" pitchFamily="49" charset="-122"/>
                <a:cs typeface="+mn-cs"/>
              </a:rPr>
              <a:t>4</a:t>
            </a:r>
            <a:r>
              <a:rPr lang="zh-CN" altLang="en-US" sz="2800" dirty="0">
                <a:solidFill>
                  <a:srgbClr val="FF0000"/>
                </a:solidFill>
                <a:latin typeface="楷体_GB2312" pitchFamily="49" charset="-122"/>
                <a:ea typeface="楷体_GB2312" pitchFamily="49" charset="-122"/>
                <a:cs typeface="+mn-cs"/>
              </a:rPr>
              <a:t>、频移性：</a:t>
            </a:r>
            <a:endParaRPr lang="zh-CN" altLang="en-US" sz="2800" dirty="0">
              <a:solidFill>
                <a:srgbClr val="FF0000"/>
              </a:solidFill>
              <a:latin typeface="楷体_GB2312" pitchFamily="49" charset="-122"/>
              <a:ea typeface="楷体_GB2312" pitchFamily="49" charset="-122"/>
              <a:cs typeface="+mn-cs"/>
            </a:endParaRPr>
          </a:p>
        </p:txBody>
      </p:sp>
      <p:sp>
        <p:nvSpPr>
          <p:cNvPr id="19" name="Rectangle 5"/>
          <p:cNvSpPr txBox="1">
            <a:spLocks noChangeArrowheads="1"/>
          </p:cNvSpPr>
          <p:nvPr/>
        </p:nvSpPr>
        <p:spPr bwMode="auto">
          <a:xfrm>
            <a:off x="395536" y="4915109"/>
            <a:ext cx="2987675" cy="428625"/>
          </a:xfrm>
          <a:prstGeom prst="rect">
            <a:avLst/>
          </a:prstGeom>
          <a:noFill/>
          <a:ln w="9525">
            <a:noFill/>
            <a:miter lim="800000"/>
          </a:ln>
          <a:effectLst/>
        </p:spPr>
        <p:txBody>
          <a:bodyPr vert="horz" wrap="square" lIns="91440" tIns="45720" rIns="91440" bIns="45720" numCol="1" anchor="ctr" anchorCtr="0" compatLnSpc="1"/>
          <a:lstStyle>
            <a:lvl1pPr algn="ctr" rtl="0" eaLnBrk="0" fontAlgn="base" hangingPunct="0">
              <a:spcBef>
                <a:spcPct val="0"/>
              </a:spcBef>
              <a:spcAft>
                <a:spcPct val="0"/>
              </a:spcAft>
              <a:defRPr kumimoji="1" sz="4000">
                <a:solidFill>
                  <a:schemeClr val="tx2"/>
                </a:solidFill>
                <a:effectLst>
                  <a:outerShdw blurRad="38100" dist="38100" dir="2700000" algn="tl">
                    <a:srgbClr val="C0C0C0"/>
                  </a:outerShdw>
                </a:effectLst>
                <a:latin typeface="+mj-lt"/>
                <a:ea typeface="+mj-ea"/>
                <a:cs typeface="黑体" panose="02010609060101010101" charset="-122"/>
              </a:defRPr>
            </a:lvl1pPr>
            <a:lvl2pPr algn="ctr" rtl="0" eaLnBrk="0" fontAlgn="base" hangingPunct="0">
              <a:spcBef>
                <a:spcPct val="0"/>
              </a:spcBef>
              <a:spcAft>
                <a:spcPct val="0"/>
              </a:spcAft>
              <a:defRPr kumimoji="1" sz="4000">
                <a:solidFill>
                  <a:schemeClr val="tx2"/>
                </a:solidFill>
                <a:effectLst>
                  <a:outerShdw blurRad="38100" dist="38100" dir="2700000" algn="tl">
                    <a:srgbClr val="C0C0C0"/>
                  </a:outerShdw>
                </a:effectLst>
                <a:latin typeface="Arial" panose="020B0604020202020204" pitchFamily="34" charset="0"/>
                <a:ea typeface="黑体" panose="02010609060101010101" charset="-122"/>
                <a:cs typeface="黑体" panose="02010609060101010101" charset="-122"/>
              </a:defRPr>
            </a:lvl2pPr>
            <a:lvl3pPr algn="ctr" rtl="0" eaLnBrk="0" fontAlgn="base" hangingPunct="0">
              <a:spcBef>
                <a:spcPct val="0"/>
              </a:spcBef>
              <a:spcAft>
                <a:spcPct val="0"/>
              </a:spcAft>
              <a:defRPr kumimoji="1" sz="4000">
                <a:solidFill>
                  <a:schemeClr val="tx2"/>
                </a:solidFill>
                <a:effectLst>
                  <a:outerShdw blurRad="38100" dist="38100" dir="2700000" algn="tl">
                    <a:srgbClr val="C0C0C0"/>
                  </a:outerShdw>
                </a:effectLst>
                <a:latin typeface="Arial" panose="020B0604020202020204" pitchFamily="34" charset="0"/>
                <a:ea typeface="黑体" panose="02010609060101010101" charset="-122"/>
                <a:cs typeface="黑体" panose="02010609060101010101" charset="-122"/>
              </a:defRPr>
            </a:lvl3pPr>
            <a:lvl4pPr algn="ctr" rtl="0" eaLnBrk="0" fontAlgn="base" hangingPunct="0">
              <a:spcBef>
                <a:spcPct val="0"/>
              </a:spcBef>
              <a:spcAft>
                <a:spcPct val="0"/>
              </a:spcAft>
              <a:defRPr kumimoji="1" sz="4000">
                <a:solidFill>
                  <a:schemeClr val="tx2"/>
                </a:solidFill>
                <a:effectLst>
                  <a:outerShdw blurRad="38100" dist="38100" dir="2700000" algn="tl">
                    <a:srgbClr val="C0C0C0"/>
                  </a:outerShdw>
                </a:effectLst>
                <a:latin typeface="Arial" panose="020B0604020202020204" pitchFamily="34" charset="0"/>
                <a:ea typeface="黑体" panose="02010609060101010101" charset="-122"/>
                <a:cs typeface="黑体" panose="02010609060101010101" charset="-122"/>
              </a:defRPr>
            </a:lvl4pPr>
            <a:lvl5pPr algn="ctr" rtl="0" eaLnBrk="0" fontAlgn="base" hangingPunct="0">
              <a:spcBef>
                <a:spcPct val="0"/>
              </a:spcBef>
              <a:spcAft>
                <a:spcPct val="0"/>
              </a:spcAft>
              <a:defRPr kumimoji="1" sz="4000">
                <a:solidFill>
                  <a:schemeClr val="tx2"/>
                </a:solidFill>
                <a:effectLst>
                  <a:outerShdw blurRad="38100" dist="38100" dir="2700000" algn="tl">
                    <a:srgbClr val="C0C0C0"/>
                  </a:outerShdw>
                </a:effectLst>
                <a:latin typeface="Arial" panose="020B0604020202020204" pitchFamily="34" charset="0"/>
                <a:ea typeface="黑体" panose="02010609060101010101" charset="-122"/>
                <a:cs typeface="黑体" panose="02010609060101010101" charset="-122"/>
              </a:defRPr>
            </a:lvl5pPr>
            <a:lvl6pPr marL="457200" algn="ctr" rtl="0" fontAlgn="base">
              <a:spcBef>
                <a:spcPct val="0"/>
              </a:spcBef>
              <a:spcAft>
                <a:spcPct val="0"/>
              </a:spcAft>
              <a:defRPr sz="4000">
                <a:solidFill>
                  <a:schemeClr val="tx2"/>
                </a:solidFill>
                <a:effectLst>
                  <a:outerShdw blurRad="38100" dist="38100" dir="2700000" algn="tl">
                    <a:srgbClr val="C0C0C0"/>
                  </a:outerShdw>
                </a:effectLst>
                <a:latin typeface="Arial" panose="020B0604020202020204" pitchFamily="34" charset="0"/>
                <a:ea typeface="黑体" panose="02010609060101010101" charset="-122"/>
              </a:defRPr>
            </a:lvl6pPr>
            <a:lvl7pPr marL="914400" algn="ctr" rtl="0" fontAlgn="base">
              <a:spcBef>
                <a:spcPct val="0"/>
              </a:spcBef>
              <a:spcAft>
                <a:spcPct val="0"/>
              </a:spcAft>
              <a:defRPr sz="4000">
                <a:solidFill>
                  <a:schemeClr val="tx2"/>
                </a:solidFill>
                <a:effectLst>
                  <a:outerShdw blurRad="38100" dist="38100" dir="2700000" algn="tl">
                    <a:srgbClr val="C0C0C0"/>
                  </a:outerShdw>
                </a:effectLst>
                <a:latin typeface="Arial" panose="020B0604020202020204" pitchFamily="34" charset="0"/>
                <a:ea typeface="黑体" panose="02010609060101010101" charset="-122"/>
              </a:defRPr>
            </a:lvl7pPr>
            <a:lvl8pPr marL="1371600" algn="ctr" rtl="0" fontAlgn="base">
              <a:spcBef>
                <a:spcPct val="0"/>
              </a:spcBef>
              <a:spcAft>
                <a:spcPct val="0"/>
              </a:spcAft>
              <a:defRPr sz="4000">
                <a:solidFill>
                  <a:schemeClr val="tx2"/>
                </a:solidFill>
                <a:effectLst>
                  <a:outerShdw blurRad="38100" dist="38100" dir="2700000" algn="tl">
                    <a:srgbClr val="C0C0C0"/>
                  </a:outerShdw>
                </a:effectLst>
                <a:latin typeface="Arial" panose="020B0604020202020204" pitchFamily="34" charset="0"/>
                <a:ea typeface="黑体" panose="02010609060101010101" charset="-122"/>
              </a:defRPr>
            </a:lvl8pPr>
            <a:lvl9pPr marL="1828800" algn="ctr" rtl="0" fontAlgn="base">
              <a:spcBef>
                <a:spcPct val="0"/>
              </a:spcBef>
              <a:spcAft>
                <a:spcPct val="0"/>
              </a:spcAft>
              <a:defRPr sz="4000">
                <a:solidFill>
                  <a:schemeClr val="tx2"/>
                </a:solidFill>
                <a:effectLst>
                  <a:outerShdw blurRad="38100" dist="38100" dir="2700000" algn="tl">
                    <a:srgbClr val="C0C0C0"/>
                  </a:outerShdw>
                </a:effectLst>
                <a:latin typeface="Arial" panose="020B0604020202020204" pitchFamily="34" charset="0"/>
                <a:ea typeface="黑体" panose="02010609060101010101" charset="-122"/>
              </a:defRPr>
            </a:lvl9pPr>
          </a:lstStyle>
          <a:p>
            <a:pPr eaLnBrk="1" hangingPunct="1">
              <a:lnSpc>
                <a:spcPct val="140000"/>
              </a:lnSpc>
              <a:defRPr/>
            </a:pPr>
            <a:r>
              <a:rPr lang="en-US" altLang="zh-CN" sz="2800" dirty="0">
                <a:solidFill>
                  <a:srgbClr val="FF0000"/>
                </a:solidFill>
                <a:latin typeface="楷体_GB2312" pitchFamily="49" charset="-122"/>
                <a:ea typeface="楷体_GB2312" pitchFamily="49" charset="-122"/>
                <a:cs typeface="+mn-cs"/>
              </a:rPr>
              <a:t>5</a:t>
            </a:r>
            <a:r>
              <a:rPr lang="zh-CN" altLang="en-US" sz="2800" dirty="0">
                <a:solidFill>
                  <a:srgbClr val="FF0000"/>
                </a:solidFill>
                <a:latin typeface="楷体_GB2312" pitchFamily="49" charset="-122"/>
                <a:ea typeface="楷体_GB2312" pitchFamily="49" charset="-122"/>
                <a:cs typeface="+mn-cs"/>
              </a:rPr>
              <a:t>、时域微分性：</a:t>
            </a:r>
            <a:endParaRPr lang="zh-CN" altLang="en-US" sz="2800" dirty="0">
              <a:solidFill>
                <a:srgbClr val="FF0000"/>
              </a:solidFill>
              <a:latin typeface="楷体_GB2312" pitchFamily="49" charset="-122"/>
              <a:ea typeface="楷体_GB2312" pitchFamily="49" charset="-122"/>
              <a:cs typeface="+mn-cs"/>
            </a:endParaRPr>
          </a:p>
        </p:txBody>
      </p:sp>
      <mc:AlternateContent xmlns:mc="http://schemas.openxmlformats.org/markup-compatibility/2006">
        <mc:Choice xmlns:a14="http://schemas.microsoft.com/office/drawing/2010/main" Requires="a14">
          <p:sp>
            <p:nvSpPr>
              <p:cNvPr id="21" name="Object 16"/>
              <p:cNvSpPr txBox="1"/>
              <p:nvPr/>
            </p:nvSpPr>
            <p:spPr bwMode="auto">
              <a:xfrm>
                <a:off x="3373257" y="4632786"/>
                <a:ext cx="5770743" cy="1172478"/>
              </a:xfrm>
              <a:prstGeom prst="rect">
                <a:avLst/>
              </a:prstGeom>
              <a:solidFill>
                <a:schemeClr val="folHlink"/>
              </a:solidFill>
              <a:ln>
                <a:noFill/>
              </a:ln>
              <a:effectLst/>
            </p:spPr>
            <p:txBody>
              <a:bodyPr>
                <a:noAutofit/>
              </a:bodyPr>
              <a:lstStyle/>
              <a:p>
                <a14:m>
                  <m:oMathPara xmlns:m="http://schemas.openxmlformats.org/officeDocument/2006/math">
                    <m:oMathParaPr>
                      <m:jc m:val="left"/>
                    </m:oMathParaPr>
                    <m:oMath xmlns:m="http://schemas.openxmlformats.org/officeDocument/2006/math">
                      <m:sSup>
                        <m:sSupPr>
                          <m:ctrlPr>
                            <a:rPr lang="zh-CN" altLang="en-US" sz="2400" i="1">
                              <a:solidFill>
                                <a:srgbClr val="000000"/>
                              </a:solidFill>
                              <a:latin typeface="Cambria Math" panose="02040503050406030204" pitchFamily="18" charset="0"/>
                            </a:rPr>
                          </m:ctrlPr>
                        </m:sSupPr>
                        <m:e>
                          <m:r>
                            <a:rPr lang="zh-CN" altLang="en-US" sz="2400" i="1">
                              <a:solidFill>
                                <a:srgbClr val="000000"/>
                              </a:solidFill>
                              <a:latin typeface="Cambria Math" panose="02040503050406030204" pitchFamily="18" charset="0"/>
                            </a:rPr>
                            <m:t>𝑓</m:t>
                          </m:r>
                        </m:e>
                        <m:sup>
                          <m:r>
                            <a:rPr lang="zh-CN" altLang="en-US" sz="2400" i="1">
                              <a:solidFill>
                                <a:srgbClr val="000000"/>
                              </a:solidFill>
                              <a:latin typeface="Cambria Math" panose="02040503050406030204" pitchFamily="18" charset="0"/>
                            </a:rPr>
                            <m:t>(</m:t>
                          </m:r>
                          <m:r>
                            <a:rPr lang="zh-CN" altLang="en-US" sz="2400" i="1">
                              <a:solidFill>
                                <a:srgbClr val="000000"/>
                              </a:solidFill>
                              <a:latin typeface="Cambria Math" panose="02040503050406030204" pitchFamily="18" charset="0"/>
                            </a:rPr>
                            <m:t>𝑛</m:t>
                          </m:r>
                          <m:r>
                            <a:rPr lang="zh-CN" altLang="en-US" sz="2400" i="1">
                              <a:solidFill>
                                <a:srgbClr val="000000"/>
                              </a:solidFill>
                              <a:latin typeface="Cambria Math" panose="02040503050406030204" pitchFamily="18" charset="0"/>
                            </a:rPr>
                            <m:t>)</m:t>
                          </m:r>
                        </m:sup>
                      </m:sSup>
                      <m:r>
                        <a:rPr lang="zh-CN" altLang="en-US" sz="2400" i="1">
                          <a:solidFill>
                            <a:srgbClr val="000000"/>
                          </a:solidFill>
                          <a:latin typeface="Cambria Math" panose="02040503050406030204" pitchFamily="18" charset="0"/>
                        </a:rPr>
                        <m:t>(</m:t>
                      </m:r>
                      <m:r>
                        <a:rPr lang="zh-CN" altLang="en-US" sz="2400" i="1">
                          <a:solidFill>
                            <a:srgbClr val="000000"/>
                          </a:solidFill>
                          <a:latin typeface="Cambria Math" panose="02040503050406030204" pitchFamily="18" charset="0"/>
                        </a:rPr>
                        <m:t>𝑡</m:t>
                      </m:r>
                      <m:r>
                        <a:rPr lang="zh-CN" altLang="en-US" sz="2400" i="1">
                          <a:solidFill>
                            <a:srgbClr val="000000"/>
                          </a:solidFill>
                          <a:latin typeface="Cambria Math" panose="02040503050406030204" pitchFamily="18" charset="0"/>
                        </a:rPr>
                        <m:t>)</m:t>
                      </m:r>
                      <m:r>
                        <a:rPr lang="zh-CN" altLang="en-US" sz="2400" i="1">
                          <a:solidFill>
                            <a:srgbClr val="000000"/>
                          </a:solidFill>
                          <a:latin typeface="Cambria Math" panose="02040503050406030204" pitchFamily="18" charset="0"/>
                        </a:rPr>
                        <m:t>↔</m:t>
                      </m:r>
                      <m:sSup>
                        <m:sSupPr>
                          <m:ctrlPr>
                            <a:rPr lang="zh-CN" altLang="en-US" sz="2400" i="1">
                              <a:solidFill>
                                <a:srgbClr val="000000"/>
                              </a:solidFill>
                              <a:latin typeface="Cambria Math" panose="02040503050406030204" pitchFamily="18" charset="0"/>
                            </a:rPr>
                          </m:ctrlPr>
                        </m:sSupPr>
                        <m:e>
                          <m:r>
                            <a:rPr lang="zh-CN" altLang="en-US" sz="2400" i="1">
                              <a:solidFill>
                                <a:srgbClr val="000000"/>
                              </a:solidFill>
                              <a:latin typeface="Cambria Math" panose="02040503050406030204" pitchFamily="18" charset="0"/>
                            </a:rPr>
                            <m:t>𝑠</m:t>
                          </m:r>
                        </m:e>
                        <m:sup>
                          <m:r>
                            <a:rPr lang="zh-CN" altLang="en-US" sz="2400" i="1">
                              <a:solidFill>
                                <a:srgbClr val="000000"/>
                              </a:solidFill>
                              <a:latin typeface="Cambria Math" panose="02040503050406030204" pitchFamily="18" charset="0"/>
                            </a:rPr>
                            <m:t>𝑛</m:t>
                          </m:r>
                        </m:sup>
                      </m:sSup>
                      <m:r>
                        <a:rPr lang="zh-CN" altLang="en-US" sz="2400" i="1">
                          <a:solidFill>
                            <a:srgbClr val="000000"/>
                          </a:solidFill>
                          <a:latin typeface="Cambria Math" panose="02040503050406030204" pitchFamily="18" charset="0"/>
                        </a:rPr>
                        <m:t>𝐹</m:t>
                      </m:r>
                      <m:r>
                        <a:rPr lang="zh-CN" altLang="en-US" sz="2400" i="1">
                          <a:solidFill>
                            <a:srgbClr val="000000"/>
                          </a:solidFill>
                          <a:latin typeface="Cambria Math" panose="02040503050406030204" pitchFamily="18" charset="0"/>
                        </a:rPr>
                        <m:t>(</m:t>
                      </m:r>
                      <m:r>
                        <a:rPr lang="zh-CN" altLang="en-US" sz="2400" i="1">
                          <a:solidFill>
                            <a:srgbClr val="000000"/>
                          </a:solidFill>
                          <a:latin typeface="Cambria Math" panose="02040503050406030204" pitchFamily="18" charset="0"/>
                        </a:rPr>
                        <m:t>𝑠</m:t>
                      </m:r>
                      <m:r>
                        <a:rPr lang="zh-CN" altLang="en-US" sz="2400" i="1">
                          <a:solidFill>
                            <a:srgbClr val="000000"/>
                          </a:solidFill>
                          <a:latin typeface="Cambria Math" panose="02040503050406030204" pitchFamily="18" charset="0"/>
                        </a:rPr>
                        <m:t>)−</m:t>
                      </m:r>
                      <m:nary>
                        <m:naryPr>
                          <m:chr m:val="∑"/>
                          <m:ctrlPr>
                            <a:rPr lang="zh-CN" altLang="en-US" sz="2400" i="1">
                              <a:solidFill>
                                <a:srgbClr val="000000"/>
                              </a:solidFill>
                              <a:latin typeface="Cambria Math" panose="02040503050406030204" pitchFamily="18" charset="0"/>
                            </a:rPr>
                          </m:ctrlPr>
                        </m:naryPr>
                        <m:sub>
                          <m:r>
                            <a:rPr lang="zh-CN" altLang="en-US" sz="2400" i="1">
                              <a:solidFill>
                                <a:srgbClr val="000000"/>
                              </a:solidFill>
                              <a:latin typeface="Cambria Math" panose="02040503050406030204" pitchFamily="18" charset="0"/>
                            </a:rPr>
                            <m:t>𝑚</m:t>
                          </m:r>
                          <m:r>
                            <a:rPr lang="zh-CN" altLang="en-US" sz="2400" i="1">
                              <a:solidFill>
                                <a:srgbClr val="000000"/>
                              </a:solidFill>
                              <a:latin typeface="Cambria Math" panose="02040503050406030204" pitchFamily="18" charset="0"/>
                            </a:rPr>
                            <m:t>=</m:t>
                          </m:r>
                          <m:r>
                            <a:rPr lang="zh-CN" altLang="en-US" sz="2400" i="1">
                              <a:solidFill>
                                <a:srgbClr val="000000"/>
                              </a:solidFill>
                              <a:latin typeface="Cambria Math" panose="02040503050406030204" pitchFamily="18" charset="0"/>
                            </a:rPr>
                            <m:t>0</m:t>
                          </m:r>
                        </m:sub>
                        <m:sup>
                          <m:r>
                            <a:rPr lang="zh-CN" altLang="en-US" sz="2400" i="1">
                              <a:solidFill>
                                <a:srgbClr val="000000"/>
                              </a:solidFill>
                              <a:latin typeface="Cambria Math" panose="02040503050406030204" pitchFamily="18" charset="0"/>
                            </a:rPr>
                            <m:t>𝑛</m:t>
                          </m:r>
                          <m:r>
                            <a:rPr lang="zh-CN" altLang="en-US" sz="2400" i="1">
                              <a:solidFill>
                                <a:srgbClr val="000000"/>
                              </a:solidFill>
                              <a:latin typeface="Cambria Math" panose="02040503050406030204" pitchFamily="18" charset="0"/>
                            </a:rPr>
                            <m:t>−</m:t>
                          </m:r>
                          <m:r>
                            <a:rPr lang="zh-CN" altLang="en-US" sz="2400" i="1">
                              <a:solidFill>
                                <a:srgbClr val="000000"/>
                              </a:solidFill>
                              <a:latin typeface="Cambria Math" panose="02040503050406030204" pitchFamily="18" charset="0"/>
                            </a:rPr>
                            <m:t>1</m:t>
                          </m:r>
                        </m:sup>
                        <m:e>
                          <m:sSup>
                            <m:sSupPr>
                              <m:ctrlPr>
                                <a:rPr lang="zh-CN" altLang="en-US" sz="2400" i="1">
                                  <a:solidFill>
                                    <a:srgbClr val="000000"/>
                                  </a:solidFill>
                                  <a:latin typeface="Cambria Math" panose="02040503050406030204" pitchFamily="18" charset="0"/>
                                </a:rPr>
                              </m:ctrlPr>
                            </m:sSupPr>
                            <m:e>
                              <m:r>
                                <a:rPr lang="zh-CN" altLang="en-US" sz="2400" i="1">
                                  <a:solidFill>
                                    <a:srgbClr val="000000"/>
                                  </a:solidFill>
                                  <a:latin typeface="Cambria Math" panose="02040503050406030204" pitchFamily="18" charset="0"/>
                                </a:rPr>
                                <m:t>𝑠</m:t>
                              </m:r>
                            </m:e>
                            <m:sup>
                              <m:r>
                                <a:rPr lang="zh-CN" altLang="en-US" sz="2400" i="1">
                                  <a:solidFill>
                                    <a:srgbClr val="000000"/>
                                  </a:solidFill>
                                  <a:latin typeface="Cambria Math" panose="02040503050406030204" pitchFamily="18" charset="0"/>
                                </a:rPr>
                                <m:t>𝑛</m:t>
                              </m:r>
                              <m:r>
                                <a:rPr lang="zh-CN" altLang="en-US" sz="2400" i="1">
                                  <a:solidFill>
                                    <a:srgbClr val="000000"/>
                                  </a:solidFill>
                                  <a:latin typeface="Cambria Math" panose="02040503050406030204" pitchFamily="18" charset="0"/>
                                </a:rPr>
                                <m:t>−</m:t>
                              </m:r>
                              <m:r>
                                <a:rPr lang="zh-CN" altLang="en-US" sz="2400" i="1">
                                  <a:solidFill>
                                    <a:srgbClr val="000000"/>
                                  </a:solidFill>
                                  <a:latin typeface="Cambria Math" panose="02040503050406030204" pitchFamily="18" charset="0"/>
                                </a:rPr>
                                <m:t>𝑚</m:t>
                              </m:r>
                              <m:r>
                                <a:rPr lang="en-US" altLang="zh-CN" sz="2400" i="1">
                                  <a:solidFill>
                                    <a:srgbClr val="000000"/>
                                  </a:solidFill>
                                  <a:latin typeface="Cambria Math" panose="02040503050406030204" pitchFamily="18" charset="0"/>
                                </a:rPr>
                                <m:t>−</m:t>
                              </m:r>
                              <m:r>
                                <a:rPr lang="en-US" altLang="zh-CN" sz="2400" i="1">
                                  <a:solidFill>
                                    <a:srgbClr val="000000"/>
                                  </a:solidFill>
                                  <a:latin typeface="Cambria Math" panose="02040503050406030204" pitchFamily="18" charset="0"/>
                                </a:rPr>
                                <m:t>1</m:t>
                              </m:r>
                            </m:sup>
                          </m:sSup>
                        </m:e>
                      </m:nary>
                      <m:sSup>
                        <m:sSupPr>
                          <m:ctrlPr>
                            <a:rPr lang="zh-CN" altLang="en-US" sz="2400" i="1">
                              <a:solidFill>
                                <a:srgbClr val="000000"/>
                              </a:solidFill>
                              <a:latin typeface="Cambria Math" panose="02040503050406030204" pitchFamily="18" charset="0"/>
                            </a:rPr>
                          </m:ctrlPr>
                        </m:sSupPr>
                        <m:e>
                          <m:r>
                            <a:rPr lang="zh-CN" altLang="en-US" sz="2400" i="1">
                              <a:solidFill>
                                <a:srgbClr val="000000"/>
                              </a:solidFill>
                              <a:latin typeface="Cambria Math" panose="02040503050406030204" pitchFamily="18" charset="0"/>
                            </a:rPr>
                            <m:t>𝑓</m:t>
                          </m:r>
                        </m:e>
                        <m:sup>
                          <m:r>
                            <a:rPr lang="zh-CN" altLang="en-US" sz="2400" i="1">
                              <a:solidFill>
                                <a:srgbClr val="000000"/>
                              </a:solidFill>
                              <a:latin typeface="Cambria Math" panose="02040503050406030204" pitchFamily="18" charset="0"/>
                            </a:rPr>
                            <m:t>(</m:t>
                          </m:r>
                          <m:r>
                            <a:rPr lang="zh-CN" altLang="en-US" sz="2400" i="1">
                              <a:solidFill>
                                <a:srgbClr val="000000"/>
                              </a:solidFill>
                              <a:latin typeface="Cambria Math" panose="02040503050406030204" pitchFamily="18" charset="0"/>
                            </a:rPr>
                            <m:t>𝑚</m:t>
                          </m:r>
                          <m:r>
                            <a:rPr lang="zh-CN" altLang="en-US" sz="2400" i="1">
                              <a:solidFill>
                                <a:srgbClr val="000000"/>
                              </a:solidFill>
                              <a:latin typeface="Cambria Math" panose="02040503050406030204" pitchFamily="18" charset="0"/>
                            </a:rPr>
                            <m:t>)</m:t>
                          </m:r>
                        </m:sup>
                      </m:sSup>
                      <m:r>
                        <a:rPr lang="zh-CN" altLang="en-US" sz="2400" i="1">
                          <a:solidFill>
                            <a:srgbClr val="000000"/>
                          </a:solidFill>
                          <a:latin typeface="Cambria Math" panose="02040503050406030204" pitchFamily="18" charset="0"/>
                        </a:rPr>
                        <m:t>(</m:t>
                      </m:r>
                      <m:sSup>
                        <m:sSupPr>
                          <m:ctrlPr>
                            <a:rPr lang="zh-CN" altLang="en-US" sz="2400" i="1">
                              <a:solidFill>
                                <a:srgbClr val="000000"/>
                              </a:solidFill>
                              <a:latin typeface="Cambria Math" panose="02040503050406030204" pitchFamily="18" charset="0"/>
                            </a:rPr>
                          </m:ctrlPr>
                        </m:sSupPr>
                        <m:e>
                          <m:r>
                            <a:rPr lang="zh-CN" altLang="en-US" sz="2400" i="1">
                              <a:solidFill>
                                <a:srgbClr val="000000"/>
                              </a:solidFill>
                              <a:latin typeface="Cambria Math" panose="02040503050406030204" pitchFamily="18" charset="0"/>
                            </a:rPr>
                            <m:t>0</m:t>
                          </m:r>
                        </m:e>
                        <m:sup>
                          <m:r>
                            <a:rPr lang="zh-CN" altLang="en-US" sz="2400" i="1">
                              <a:solidFill>
                                <a:srgbClr val="000000"/>
                              </a:solidFill>
                              <a:latin typeface="Cambria Math" panose="02040503050406030204" pitchFamily="18" charset="0"/>
                            </a:rPr>
                            <m:t>−</m:t>
                          </m:r>
                        </m:sup>
                      </m:sSup>
                      <m:r>
                        <a:rPr lang="zh-CN" altLang="en-US" sz="2400" i="1">
                          <a:solidFill>
                            <a:srgbClr val="000000"/>
                          </a:solidFill>
                          <a:latin typeface="Cambria Math" panose="02040503050406030204" pitchFamily="18" charset="0"/>
                        </a:rPr>
                        <m:t>)</m:t>
                      </m:r>
                    </m:oMath>
                  </m:oMathPara>
                </a14:m>
                <a:endParaRPr lang="zh-CN" altLang="en-US" sz="2000" dirty="0"/>
              </a:p>
            </p:txBody>
          </p:sp>
        </mc:Choice>
        <mc:Fallback>
          <p:sp>
            <p:nvSpPr>
              <p:cNvPr id="21" name="Object 16"/>
              <p:cNvSpPr txBox="1">
                <a:spLocks noRot="1" noChangeAspect="1" noMove="1" noResize="1" noEditPoints="1" noAdjustHandles="1" noChangeArrowheads="1" noChangeShapeType="1" noTextEdit="1"/>
              </p:cNvSpPr>
              <p:nvPr/>
            </p:nvSpPr>
            <p:spPr bwMode="auto">
              <a:xfrm>
                <a:off x="3373257" y="4632786"/>
                <a:ext cx="5770743" cy="1172478"/>
              </a:xfrm>
              <a:prstGeom prst="rect">
                <a:avLst/>
              </a:prstGeom>
              <a:blipFill rotWithShape="1">
                <a:blip r:embed="rId9"/>
                <a:stretch>
                  <a:fillRect l="-2" t="-39" b="8"/>
                </a:stretch>
              </a:blipFill>
              <a:ln>
                <a:noFill/>
              </a:ln>
              <a:effectLst/>
            </p:spPr>
            <p:txBody>
              <a:bodyPr/>
              <a:lstStyle/>
              <a:p>
                <a:r>
                  <a:rPr lang="zh-CN" altLang="en-US">
                    <a:noFill/>
                  </a:rPr>
                  <a:t> </a:t>
                </a:r>
              </a:p>
            </p:txBody>
          </p:sp>
        </mc:Fallback>
      </mc:AlternateContent>
    </p:spTree>
    <p:custDataLst>
      <p:tags r:id="rId10"/>
    </p:custDataLst>
  </p:cSld>
  <p:clrMapOvr>
    <a:masterClrMapping/>
  </p:clrMapOvr>
  <mc:AlternateContent xmlns:mc="http://schemas.openxmlformats.org/markup-compatibility/2006">
    <mc:Choice xmlns:p14="http://schemas.microsoft.com/office/powerpoint/2010/main" Requires="p14">
      <p:transition spd="slow" p14:dur="2000" advTm="115013"/>
    </mc:Choice>
    <mc:Fallback>
      <p:transition spd="slow" advTm="115013"/>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500" fill="hold"/>
                                        <p:tgtEl>
                                          <p:spTgt spid="12"/>
                                        </p:tgtEl>
                                        <p:attrNameLst>
                                          <p:attrName>ppt_x</p:attrName>
                                        </p:attrNameLst>
                                      </p:cBhvr>
                                      <p:tavLst>
                                        <p:tav tm="0">
                                          <p:val>
                                            <p:strVal val="#ppt_x"/>
                                          </p:val>
                                        </p:tav>
                                        <p:tav tm="100000">
                                          <p:val>
                                            <p:strVal val="#ppt_x"/>
                                          </p:val>
                                        </p:tav>
                                      </p:tavLst>
                                    </p:anim>
                                    <p:anim calcmode="lin" valueType="num">
                                      <p:cBhvr additive="base">
                                        <p:cTn id="8"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grpId="0" nodeType="clickEffect">
                                  <p:stCondLst>
                                    <p:cond delay="0"/>
                                  </p:stCondLst>
                                  <p:childTnLst>
                                    <p:set>
                                      <p:cBhvr>
                                        <p:cTn id="12" dur="1" fill="hold">
                                          <p:stCondLst>
                                            <p:cond delay="0"/>
                                          </p:stCondLst>
                                        </p:cTn>
                                        <p:tgtEl>
                                          <p:spTgt spid="14"/>
                                        </p:tgtEl>
                                        <p:attrNameLst>
                                          <p:attrName>style.visibility</p:attrName>
                                        </p:attrNameLst>
                                      </p:cBhvr>
                                      <p:to>
                                        <p:strVal val="visible"/>
                                      </p:to>
                                    </p:set>
                                    <p:animEffect transition="in" filter="fade">
                                      <p:cBhvr>
                                        <p:cTn id="13" dur="1000"/>
                                        <p:tgtEl>
                                          <p:spTgt spid="14"/>
                                        </p:tgtEl>
                                      </p:cBhvr>
                                    </p:animEffect>
                                    <p:anim calcmode="lin" valueType="num">
                                      <p:cBhvr>
                                        <p:cTn id="14" dur="1000" fill="hold"/>
                                        <p:tgtEl>
                                          <p:spTgt spid="14"/>
                                        </p:tgtEl>
                                        <p:attrNameLst>
                                          <p:attrName>ppt_x</p:attrName>
                                        </p:attrNameLst>
                                      </p:cBhvr>
                                      <p:tavLst>
                                        <p:tav tm="0">
                                          <p:val>
                                            <p:strVal val="#ppt_x"/>
                                          </p:val>
                                        </p:tav>
                                        <p:tav tm="100000">
                                          <p:val>
                                            <p:strVal val="#ppt_x"/>
                                          </p:val>
                                        </p:tav>
                                      </p:tavLst>
                                    </p:anim>
                                    <p:anim calcmode="lin" valueType="num">
                                      <p:cBhvr>
                                        <p:cTn id="15" dur="1000" fill="hold"/>
                                        <p:tgtEl>
                                          <p:spTgt spid="14"/>
                                        </p:tgtEl>
                                        <p:attrNameLst>
                                          <p:attrName>ppt_y</p:attrName>
                                        </p:attrNameLst>
                                      </p:cBhvr>
                                      <p:tavLst>
                                        <p:tav tm="0">
                                          <p:val>
                                            <p:strVal val="#ppt_y+.1"/>
                                          </p:val>
                                        </p:tav>
                                        <p:tav tm="100000">
                                          <p:val>
                                            <p:strVal val="#ppt_y"/>
                                          </p:val>
                                        </p:tav>
                                      </p:tavLst>
                                    </p:anim>
                                  </p:childTnLst>
                                </p:cTn>
                              </p:par>
                            </p:childTnLst>
                          </p:cTn>
                        </p:par>
                        <p:par>
                          <p:cTn id="16" fill="hold">
                            <p:stCondLst>
                              <p:cond delay="1000"/>
                            </p:stCondLst>
                            <p:childTnLst>
                              <p:par>
                                <p:cTn id="17" presetID="9" presetClass="entr" presetSubtype="0" fill="hold" nodeType="after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dissolve">
                                      <p:cBhvr>
                                        <p:cTn id="19" dur="500"/>
                                        <p:tgtEl>
                                          <p:spTgt spid="13"/>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17"/>
                                        </p:tgtEl>
                                        <p:attrNameLst>
                                          <p:attrName>style.visibility</p:attrName>
                                        </p:attrNameLst>
                                      </p:cBhvr>
                                      <p:to>
                                        <p:strVal val="visible"/>
                                      </p:to>
                                    </p:set>
                                  </p:childTnLst>
                                </p:cTn>
                              </p:par>
                            </p:childTnLst>
                          </p:cTn>
                        </p:par>
                        <p:par>
                          <p:cTn id="24" fill="hold">
                            <p:stCondLst>
                              <p:cond delay="0"/>
                            </p:stCondLst>
                            <p:childTnLst>
                              <p:par>
                                <p:cTn id="25" presetID="1" presetClass="entr" presetSubtype="0" fill="hold" nodeType="afterEffect">
                                  <p:stCondLst>
                                    <p:cond delay="0"/>
                                  </p:stCondLst>
                                  <p:childTnLst>
                                    <p:set>
                                      <p:cBhvr>
                                        <p:cTn id="26" dur="1" fill="hold">
                                          <p:stCondLst>
                                            <p:cond delay="0"/>
                                          </p:stCondLst>
                                        </p:cTn>
                                        <p:tgtEl>
                                          <p:spTgt spid="20">
                                            <p:txEl>
                                              <p:pRg st="0" end="0"/>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55" presetClass="entr" presetSubtype="0" fill="hold" nodeType="clickEffect">
                                  <p:stCondLst>
                                    <p:cond delay="0"/>
                                  </p:stCondLst>
                                  <p:childTnLst>
                                    <p:set>
                                      <p:cBhvr>
                                        <p:cTn id="30" dur="1" fill="hold">
                                          <p:stCondLst>
                                            <p:cond delay="0"/>
                                          </p:stCondLst>
                                        </p:cTn>
                                        <p:tgtEl>
                                          <p:spTgt spid="18"/>
                                        </p:tgtEl>
                                        <p:attrNameLst>
                                          <p:attrName>style.visibility</p:attrName>
                                        </p:attrNameLst>
                                      </p:cBhvr>
                                      <p:to>
                                        <p:strVal val="visible"/>
                                      </p:to>
                                    </p:set>
                                    <p:anim calcmode="lin" valueType="num">
                                      <p:cBhvr>
                                        <p:cTn id="31" dur="1000" fill="hold"/>
                                        <p:tgtEl>
                                          <p:spTgt spid="18"/>
                                        </p:tgtEl>
                                        <p:attrNameLst>
                                          <p:attrName>ppt_w</p:attrName>
                                        </p:attrNameLst>
                                      </p:cBhvr>
                                      <p:tavLst>
                                        <p:tav tm="0">
                                          <p:val>
                                            <p:strVal val="#ppt_w*0.70"/>
                                          </p:val>
                                        </p:tav>
                                        <p:tav tm="100000">
                                          <p:val>
                                            <p:strVal val="#ppt_w"/>
                                          </p:val>
                                        </p:tav>
                                      </p:tavLst>
                                    </p:anim>
                                    <p:anim calcmode="lin" valueType="num">
                                      <p:cBhvr>
                                        <p:cTn id="32" dur="1000" fill="hold"/>
                                        <p:tgtEl>
                                          <p:spTgt spid="18"/>
                                        </p:tgtEl>
                                        <p:attrNameLst>
                                          <p:attrName>ppt_h</p:attrName>
                                        </p:attrNameLst>
                                      </p:cBhvr>
                                      <p:tavLst>
                                        <p:tav tm="0">
                                          <p:val>
                                            <p:strVal val="#ppt_h"/>
                                          </p:val>
                                        </p:tav>
                                        <p:tav tm="100000">
                                          <p:val>
                                            <p:strVal val="#ppt_h"/>
                                          </p:val>
                                        </p:tav>
                                      </p:tavLst>
                                    </p:anim>
                                    <p:animEffect transition="in" filter="fade">
                                      <p:cBhvr>
                                        <p:cTn id="33" dur="1000"/>
                                        <p:tgtEl>
                                          <p:spTgt spid="18"/>
                                        </p:tgtEl>
                                      </p:cBhvr>
                                    </p:animEffect>
                                  </p:childTnLst>
                                </p:cTn>
                              </p:par>
                            </p:childTnLst>
                          </p:cTn>
                        </p:par>
                        <p:par>
                          <p:cTn id="34" fill="hold">
                            <p:stCondLst>
                              <p:cond delay="1000"/>
                            </p:stCondLst>
                            <p:childTnLst>
                              <p:par>
                                <p:cTn id="35" presetID="2" presetClass="entr" presetSubtype="8" fill="hold" grpId="0" nodeType="afterEffect">
                                  <p:stCondLst>
                                    <p:cond delay="0"/>
                                  </p:stCondLst>
                                  <p:childTnLst>
                                    <p:set>
                                      <p:cBhvr>
                                        <p:cTn id="36" dur="1" fill="hold">
                                          <p:stCondLst>
                                            <p:cond delay="0"/>
                                          </p:stCondLst>
                                        </p:cTn>
                                        <p:tgtEl>
                                          <p:spTgt spid="16"/>
                                        </p:tgtEl>
                                        <p:attrNameLst>
                                          <p:attrName>style.visibility</p:attrName>
                                        </p:attrNameLst>
                                      </p:cBhvr>
                                      <p:to>
                                        <p:strVal val="visible"/>
                                      </p:to>
                                    </p:set>
                                    <p:anim calcmode="lin" valueType="num">
                                      <p:cBhvr additive="base">
                                        <p:cTn id="37" dur="500" fill="hold"/>
                                        <p:tgtEl>
                                          <p:spTgt spid="16"/>
                                        </p:tgtEl>
                                        <p:attrNameLst>
                                          <p:attrName>ppt_x</p:attrName>
                                        </p:attrNameLst>
                                      </p:cBhvr>
                                      <p:tavLst>
                                        <p:tav tm="0">
                                          <p:val>
                                            <p:strVal val="0-#ppt_w/2"/>
                                          </p:val>
                                        </p:tav>
                                        <p:tav tm="100000">
                                          <p:val>
                                            <p:strVal val="#ppt_x"/>
                                          </p:val>
                                        </p:tav>
                                      </p:tavLst>
                                    </p:anim>
                                    <p:anim calcmode="lin" valueType="num">
                                      <p:cBhvr additive="base">
                                        <p:cTn id="38" dur="500" fill="hold"/>
                                        <p:tgtEl>
                                          <p:spTgt spid="16"/>
                                        </p:tgtEl>
                                        <p:attrNameLst>
                                          <p:attrName>ppt_y</p:attrName>
                                        </p:attrNameLst>
                                      </p:cBhvr>
                                      <p:tavLst>
                                        <p:tav tm="0">
                                          <p:val>
                                            <p:strVal val="#ppt_y"/>
                                          </p:val>
                                        </p:tav>
                                        <p:tav tm="100000">
                                          <p:val>
                                            <p:strVal val="#ppt_y"/>
                                          </p:val>
                                        </p:tav>
                                      </p:tavLst>
                                    </p:anim>
                                  </p:childTnLst>
                                </p:cTn>
                              </p:par>
                            </p:childTnLst>
                          </p:cTn>
                        </p:par>
                        <p:par>
                          <p:cTn id="39" fill="hold">
                            <p:stCondLst>
                              <p:cond delay="1500"/>
                            </p:stCondLst>
                            <p:childTnLst>
                              <p:par>
                                <p:cTn id="40" presetID="9" presetClass="entr" presetSubtype="0" fill="hold" nodeType="afterEffect">
                                  <p:stCondLst>
                                    <p:cond delay="0"/>
                                  </p:stCondLst>
                                  <p:childTnLst>
                                    <p:set>
                                      <p:cBhvr>
                                        <p:cTn id="41" dur="1" fill="hold">
                                          <p:stCondLst>
                                            <p:cond delay="0"/>
                                          </p:stCondLst>
                                        </p:cTn>
                                        <p:tgtEl>
                                          <p:spTgt spid="15"/>
                                        </p:tgtEl>
                                        <p:attrNameLst>
                                          <p:attrName>style.visibility</p:attrName>
                                        </p:attrNameLst>
                                      </p:cBhvr>
                                      <p:to>
                                        <p:strVal val="visible"/>
                                      </p:to>
                                    </p:set>
                                    <p:animEffect transition="in" filter="dissolve">
                                      <p:cBhvr>
                                        <p:cTn id="42" dur="500"/>
                                        <p:tgtEl>
                                          <p:spTgt spid="15"/>
                                        </p:tgtEl>
                                      </p:cBhvr>
                                    </p:animEffec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9"/>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2" presetClass="entr" presetSubtype="4" fill="hold" grpId="0" nodeType="clickEffect">
                                  <p:stCondLst>
                                    <p:cond delay="0"/>
                                  </p:stCondLst>
                                  <p:childTnLst>
                                    <p:set>
                                      <p:cBhvr>
                                        <p:cTn id="50" dur="1" fill="hold">
                                          <p:stCondLst>
                                            <p:cond delay="0"/>
                                          </p:stCondLst>
                                        </p:cTn>
                                        <p:tgtEl>
                                          <p:spTgt spid="21"/>
                                        </p:tgtEl>
                                        <p:attrNameLst>
                                          <p:attrName>style.visibility</p:attrName>
                                        </p:attrNameLst>
                                      </p:cBhvr>
                                      <p:to>
                                        <p:strVal val="visible"/>
                                      </p:to>
                                    </p:set>
                                    <p:anim calcmode="lin" valueType="num">
                                      <p:cBhvr additive="base">
                                        <p:cTn id="51" dur="500" fill="hold"/>
                                        <p:tgtEl>
                                          <p:spTgt spid="21"/>
                                        </p:tgtEl>
                                        <p:attrNameLst>
                                          <p:attrName>ppt_x</p:attrName>
                                        </p:attrNameLst>
                                      </p:cBhvr>
                                      <p:tavLst>
                                        <p:tav tm="0">
                                          <p:val>
                                            <p:strVal val="#ppt_x"/>
                                          </p:val>
                                        </p:tav>
                                        <p:tav tm="100000">
                                          <p:val>
                                            <p:strVal val="#ppt_x"/>
                                          </p:val>
                                        </p:tav>
                                      </p:tavLst>
                                    </p:anim>
                                    <p:anim calcmode="lin" valueType="num">
                                      <p:cBhvr additive="base">
                                        <p:cTn id="52" dur="500" fill="hold"/>
                                        <p:tgtEl>
                                          <p:spTgt spid="21"/>
                                        </p:tgtEl>
                                        <p:attrNameLst>
                                          <p:attrName>ppt_y</p:attrName>
                                        </p:attrNameLst>
                                      </p:cBhvr>
                                      <p:tavLst>
                                        <p:tav tm="0">
                                          <p:val>
                                            <p:strVal val="1+#ppt_h/2"/>
                                          </p:val>
                                        </p:tav>
                                        <p:tav tm="100000">
                                          <p:val>
                                            <p:strVal val="#ppt_y"/>
                                          </p:val>
                                        </p:tav>
                                      </p:tavLst>
                                    </p:anim>
                                  </p:childTnLst>
                                </p:cTn>
                              </p:par>
                            </p:childTnLst>
                          </p:cTn>
                        </p:par>
                        <p:par>
                          <p:cTn id="53" fill="hold">
                            <p:stCondLst>
                              <p:cond delay="500"/>
                            </p:stCondLst>
                            <p:childTnLst>
                              <p:par>
                                <p:cTn id="54" presetID="2" presetClass="entr" presetSubtype="4" fill="hold" nodeType="afterEffect">
                                  <p:stCondLst>
                                    <p:cond delay="0"/>
                                  </p:stCondLst>
                                  <p:childTnLst>
                                    <p:set>
                                      <p:cBhvr>
                                        <p:cTn id="55" dur="1" fill="hold">
                                          <p:stCondLst>
                                            <p:cond delay="0"/>
                                          </p:stCondLst>
                                        </p:cTn>
                                        <p:tgtEl>
                                          <p:spTgt spid="21">
                                            <p:txEl>
                                              <p:pRg st="0" end="0"/>
                                            </p:txEl>
                                          </p:spTgt>
                                        </p:tgtEl>
                                        <p:attrNameLst>
                                          <p:attrName>style.visibility</p:attrName>
                                        </p:attrNameLst>
                                      </p:cBhvr>
                                      <p:to>
                                        <p:strVal val="visible"/>
                                      </p:to>
                                    </p:set>
                                    <p:anim calcmode="lin" valueType="num">
                                      <p:cBhvr additive="base">
                                        <p:cTn id="56" dur="500" fill="hold"/>
                                        <p:tgtEl>
                                          <p:spTgt spid="21">
                                            <p:txEl>
                                              <p:pRg st="0" end="0"/>
                                            </p:txEl>
                                          </p:spTgt>
                                        </p:tgtEl>
                                        <p:attrNameLst>
                                          <p:attrName>ppt_x</p:attrName>
                                        </p:attrNameLst>
                                      </p:cBhvr>
                                      <p:tavLst>
                                        <p:tav tm="0">
                                          <p:val>
                                            <p:strVal val="#ppt_x"/>
                                          </p:val>
                                        </p:tav>
                                        <p:tav tm="100000">
                                          <p:val>
                                            <p:strVal val="#ppt_x"/>
                                          </p:val>
                                        </p:tav>
                                      </p:tavLst>
                                    </p:anim>
                                    <p:anim calcmode="lin" valueType="num">
                                      <p:cBhvr additive="base">
                                        <p:cTn id="57" dur="500" fill="hold"/>
                                        <p:tgtEl>
                                          <p:spTgt spid="21">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4" grpId="0"/>
      <p:bldP spid="17" grpId="0"/>
      <p:bldP spid="16" grpId="0" autoUpdateAnimBg="0"/>
      <p:bldP spid="19" grpId="0"/>
      <p:bldP spid="21" grpId="0" animBg="1"/>
    </p:bldLst>
  </p:timing>
</p:sld>
</file>

<file path=ppt/slides/slide8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8610" name="Rectangle 4"/>
          <p:cNvSpPr>
            <a:spLocks noGrp="1" noChangeArrowheads="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a:spcBef>
                <a:spcPct val="0"/>
              </a:spcBef>
              <a:buFontTx/>
              <a:buNone/>
            </a:pPr>
            <a:fld id="{D2A79AB2-C3A9-4DF2-BC9A-1A9C47B17DF8}" type="datetime1">
              <a:rPr kumimoji="0" lang="zh-CN" altLang="en-US" sz="1200" smtClean="0">
                <a:solidFill>
                  <a:srgbClr val="000000"/>
                </a:solidFill>
                <a:ea typeface="宋体" panose="02010600030101010101" pitchFamily="2" charset="-122"/>
              </a:rPr>
            </a:fld>
            <a:endParaRPr kumimoji="0" lang="en-US" altLang="zh-CN" sz="1200">
              <a:solidFill>
                <a:srgbClr val="000000"/>
              </a:solidFill>
              <a:ea typeface="宋体" panose="02010600030101010101" pitchFamily="2" charset="-122"/>
            </a:endParaRPr>
          </a:p>
        </p:txBody>
      </p:sp>
      <p:sp>
        <p:nvSpPr>
          <p:cNvPr id="68615" name="Rectangle 6"/>
          <p:cNvSpPr>
            <a:spLocks noChangeArrowheads="1"/>
          </p:cNvSpPr>
          <p:nvPr/>
        </p:nvSpPr>
        <p:spPr bwMode="auto">
          <a:xfrm>
            <a:off x="3481388" y="312896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spcBef>
                <a:spcPct val="0"/>
              </a:spcBef>
              <a:buFontTx/>
              <a:buNone/>
            </a:pPr>
            <a:endParaRPr kumimoji="0" lang="zh-CN" altLang="en-US" sz="1800">
              <a:ea typeface="宋体" panose="02010600030101010101" pitchFamily="2" charset="-122"/>
            </a:endParaRPr>
          </a:p>
        </p:txBody>
      </p:sp>
      <p:sp>
        <p:nvSpPr>
          <p:cNvPr id="68616" name="Rectangle 7"/>
          <p:cNvSpPr>
            <a:spLocks noChangeArrowheads="1"/>
          </p:cNvSpPr>
          <p:nvPr/>
        </p:nvSpPr>
        <p:spPr bwMode="auto">
          <a:xfrm>
            <a:off x="3128963" y="31765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spcBef>
                <a:spcPct val="0"/>
              </a:spcBef>
              <a:buFontTx/>
              <a:buNone/>
            </a:pPr>
            <a:endParaRPr kumimoji="0" lang="zh-CN" altLang="en-US" sz="1800">
              <a:ea typeface="宋体" panose="02010600030101010101" pitchFamily="2" charset="-122"/>
            </a:endParaRPr>
          </a:p>
        </p:txBody>
      </p:sp>
      <p:sp>
        <p:nvSpPr>
          <p:cNvPr id="3" name="墨迹 2"/>
          <p:cNvSpPr/>
          <p:nvPr/>
        </p:nvSpPr>
        <p:spPr bwMode="auto">
          <a:xfrm>
            <a:off x="1953000" y="1353600"/>
            <a:ext cx="6020280" cy="1929240"/>
          </a:xfrm>
        </p:spPr>
      </p:sp>
      <p:sp>
        <p:nvSpPr>
          <p:cNvPr id="18" name="Rectangle 2"/>
          <p:cNvSpPr>
            <a:spLocks noChangeArrowheads="1"/>
          </p:cNvSpPr>
          <p:nvPr/>
        </p:nvSpPr>
        <p:spPr bwMode="auto">
          <a:xfrm>
            <a:off x="467544" y="-27384"/>
            <a:ext cx="8028956" cy="490537"/>
          </a:xfrm>
          <a:prstGeom prst="rect">
            <a:avLst/>
          </a:prstGeom>
          <a:solidFill>
            <a:schemeClr val="bg1"/>
          </a:solidFill>
          <a:ln>
            <a:noFill/>
          </a:ln>
          <a:effectLst>
            <a:outerShdw blurRad="63500" dist="38099" dir="2700000" algn="ctr" rotWithShape="0">
              <a:schemeClr val="bg2">
                <a:alpha val="74998"/>
              </a:schemeClr>
            </a:outerShdw>
          </a:effectLst>
        </p:spPr>
        <p:txBody>
          <a:bodyPr anchor="ctr"/>
          <a:lstStyle/>
          <a:p>
            <a:pPr eaLnBrk="1" hangingPunct="1">
              <a:defRPr/>
            </a:pPr>
            <a:r>
              <a:rPr lang="zh-CN" altLang="en-US" sz="2800" dirty="0">
                <a:effectLst>
                  <a:outerShdw blurRad="38100" dist="38100" dir="2700000" algn="tl">
                    <a:srgbClr val="000000"/>
                  </a:outerShdw>
                </a:effectLst>
                <a:ea typeface="黑体" panose="02010609060101010101" charset="-122"/>
              </a:rPr>
              <a:t>回顾</a:t>
            </a:r>
            <a:r>
              <a:rPr lang="en-US" altLang="zh-CN" sz="2800" dirty="0">
                <a:effectLst>
                  <a:outerShdw blurRad="38100" dist="38100" dir="2700000" algn="tl">
                    <a:srgbClr val="000000"/>
                  </a:outerShdw>
                </a:effectLst>
                <a:ea typeface="黑体" panose="02010609060101010101" charset="-122"/>
              </a:rPr>
              <a:t>2</a:t>
            </a:r>
            <a:r>
              <a:rPr lang="zh-CN" altLang="en-US" sz="2800" dirty="0">
                <a:effectLst>
                  <a:outerShdw blurRad="38100" dist="38100" dir="2700000" algn="tl">
                    <a:srgbClr val="000000"/>
                  </a:outerShdw>
                </a:effectLst>
                <a:ea typeface="黑体" panose="02010609060101010101" charset="-122"/>
              </a:rPr>
              <a:t>    拉普拉斯变换的性质</a:t>
            </a:r>
            <a:endParaRPr lang="zh-CN" altLang="en-US" sz="2800" dirty="0">
              <a:solidFill>
                <a:srgbClr val="FF0000"/>
              </a:solidFill>
              <a:effectLst>
                <a:outerShdw blurRad="38100" dist="38100" dir="2700000" algn="tl">
                  <a:srgbClr val="000000"/>
                </a:outerShdw>
              </a:effectLst>
              <a:ea typeface="黑体" panose="02010609060101010101" charset="-122"/>
            </a:endParaRPr>
          </a:p>
        </p:txBody>
      </p:sp>
      <p:sp>
        <p:nvSpPr>
          <p:cNvPr id="21" name="Rectangle 8"/>
          <p:cNvSpPr>
            <a:spLocks noChangeArrowheads="1"/>
          </p:cNvSpPr>
          <p:nvPr/>
        </p:nvSpPr>
        <p:spPr bwMode="auto">
          <a:xfrm>
            <a:off x="539750" y="814912"/>
            <a:ext cx="2771775" cy="617538"/>
          </a:xfrm>
          <a:prstGeom prst="rect">
            <a:avLst/>
          </a:prstGeom>
          <a:noFill/>
          <a:ln>
            <a:noFill/>
          </a:ln>
        </p:spPr>
        <p:txBody>
          <a:bodyPr anchor="ctr"/>
          <a:lstStyle/>
          <a:p>
            <a:pPr algn="ctr" eaLnBrk="1" hangingPunct="1">
              <a:lnSpc>
                <a:spcPct val="140000"/>
              </a:lnSpc>
              <a:defRPr/>
            </a:pPr>
            <a:r>
              <a:rPr lang="en-US" altLang="zh-CN" sz="2800" dirty="0">
                <a:solidFill>
                  <a:srgbClr val="FF0000"/>
                </a:solidFill>
                <a:effectLst>
                  <a:outerShdw blurRad="38100" dist="38100" dir="2700000" algn="tl">
                    <a:srgbClr val="C0C0C0"/>
                  </a:outerShdw>
                </a:effectLst>
                <a:latin typeface="楷体_GB2312" pitchFamily="49" charset="-122"/>
                <a:ea typeface="楷体_GB2312" pitchFamily="49" charset="-122"/>
              </a:rPr>
              <a:t>6</a:t>
            </a:r>
            <a:r>
              <a:rPr lang="zh-CN" altLang="en-US" sz="2800" dirty="0">
                <a:solidFill>
                  <a:srgbClr val="FF0000"/>
                </a:solidFill>
                <a:effectLst>
                  <a:outerShdw blurRad="38100" dist="38100" dir="2700000" algn="tl">
                    <a:srgbClr val="C0C0C0"/>
                  </a:outerShdw>
                </a:effectLst>
                <a:latin typeface="楷体_GB2312" pitchFamily="49" charset="-122"/>
                <a:ea typeface="楷体_GB2312" pitchFamily="49" charset="-122"/>
              </a:rPr>
              <a:t>、时域积分性：</a:t>
            </a:r>
            <a:endParaRPr lang="zh-CN" altLang="en-US" sz="2800" dirty="0">
              <a:solidFill>
                <a:srgbClr val="FF0000"/>
              </a:solidFill>
              <a:effectLst>
                <a:outerShdw blurRad="38100" dist="38100" dir="2700000" algn="tl">
                  <a:srgbClr val="C0C0C0"/>
                </a:outerShdw>
              </a:effectLst>
              <a:latin typeface="楷体_GB2312" pitchFamily="49" charset="-122"/>
              <a:ea typeface="楷体_GB2312" pitchFamily="49" charset="-122"/>
            </a:endParaRPr>
          </a:p>
        </p:txBody>
      </p:sp>
      <p:graphicFrame>
        <p:nvGraphicFramePr>
          <p:cNvPr id="22" name="Object 23"/>
          <p:cNvGraphicFramePr>
            <a:graphicFrameLocks noChangeAspect="1"/>
          </p:cNvGraphicFramePr>
          <p:nvPr/>
        </p:nvGraphicFramePr>
        <p:xfrm>
          <a:off x="3553201" y="692695"/>
          <a:ext cx="3284076" cy="792708"/>
        </p:xfrm>
        <a:graphic>
          <a:graphicData uri="http://schemas.openxmlformats.org/presentationml/2006/ole">
            <mc:AlternateContent xmlns:mc="http://schemas.openxmlformats.org/markup-compatibility/2006">
              <mc:Choice xmlns:v="urn:schemas-microsoft-com:vml" Requires="v">
                <p:oleObj spid="_x0000_s2" name="公式" r:id="rId1" imgW="1058545" imgH="253365" progId="Equation.3">
                  <p:embed/>
                </p:oleObj>
              </mc:Choice>
              <mc:Fallback>
                <p:oleObj name="公式" r:id="rId1" imgW="1058545" imgH="253365" progId="Equation.3">
                  <p:embed/>
                  <p:pic>
                    <p:nvPicPr>
                      <p:cNvPr id="0" name="Object 2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53201" y="692695"/>
                        <a:ext cx="3284076" cy="792708"/>
                      </a:xfrm>
                      <a:prstGeom prst="rect">
                        <a:avLst/>
                      </a:prstGeom>
                      <a:noFill/>
                      <a:ln>
                        <a:noFill/>
                      </a:ln>
                      <a:effectLst/>
                    </p:spPr>
                  </p:pic>
                </p:oleObj>
              </mc:Fallback>
            </mc:AlternateContent>
          </a:graphicData>
        </a:graphic>
      </p:graphicFrame>
      <p:sp>
        <p:nvSpPr>
          <p:cNvPr id="23" name="Rectangle 12"/>
          <p:cNvSpPr>
            <a:spLocks noChangeArrowheads="1"/>
          </p:cNvSpPr>
          <p:nvPr/>
        </p:nvSpPr>
        <p:spPr bwMode="auto">
          <a:xfrm>
            <a:off x="590926" y="2002692"/>
            <a:ext cx="2962275" cy="396875"/>
          </a:xfrm>
          <a:prstGeom prst="rect">
            <a:avLst/>
          </a:prstGeom>
          <a:noFill/>
          <a:ln w="9525" algn="ctr">
            <a:noFill/>
            <a:miter lim="800000"/>
          </a:ln>
          <a:effectLst/>
        </p:spPr>
        <p:txBody>
          <a:bodyPr anchor="ctr"/>
          <a:lstStyle/>
          <a:p>
            <a:pPr algn="ctr" eaLnBrk="1" hangingPunct="1">
              <a:lnSpc>
                <a:spcPct val="140000"/>
              </a:lnSpc>
              <a:defRPr/>
            </a:pPr>
            <a:r>
              <a:rPr lang="en-US" altLang="zh-CN" sz="2800" dirty="0">
                <a:solidFill>
                  <a:srgbClr val="FF0000"/>
                </a:solidFill>
                <a:effectLst>
                  <a:outerShdw blurRad="38100" dist="38100" dir="2700000" algn="tl">
                    <a:srgbClr val="C0C0C0"/>
                  </a:outerShdw>
                </a:effectLst>
                <a:latin typeface="楷体_GB2312" pitchFamily="49" charset="-122"/>
                <a:ea typeface="楷体_GB2312" pitchFamily="49" charset="-122"/>
              </a:rPr>
              <a:t>7</a:t>
            </a:r>
            <a:r>
              <a:rPr lang="zh-CN" altLang="en-US" sz="2800" dirty="0">
                <a:solidFill>
                  <a:srgbClr val="FF0000"/>
                </a:solidFill>
                <a:effectLst>
                  <a:outerShdw blurRad="38100" dist="38100" dir="2700000" algn="tl">
                    <a:srgbClr val="C0C0C0"/>
                  </a:outerShdw>
                </a:effectLst>
                <a:latin typeface="楷体_GB2312" pitchFamily="49" charset="-122"/>
                <a:ea typeface="楷体_GB2312" pitchFamily="49" charset="-122"/>
              </a:rPr>
              <a:t>、复频域微分性</a:t>
            </a:r>
            <a:r>
              <a:rPr lang="zh-CN" altLang="en-US" sz="2400" dirty="0">
                <a:solidFill>
                  <a:srgbClr val="FF0000"/>
                </a:solidFill>
                <a:effectLst>
                  <a:outerShdw blurRad="38100" dist="38100" dir="2700000" algn="tl">
                    <a:srgbClr val="C0C0C0"/>
                  </a:outerShdw>
                </a:effectLst>
                <a:latin typeface="楷体_GB2312" pitchFamily="49" charset="-122"/>
                <a:ea typeface="楷体_GB2312" pitchFamily="49" charset="-122"/>
              </a:rPr>
              <a:t>：</a:t>
            </a:r>
            <a:endParaRPr lang="zh-CN" altLang="en-US" sz="2400" dirty="0">
              <a:solidFill>
                <a:srgbClr val="FF0000"/>
              </a:solidFill>
              <a:effectLst>
                <a:outerShdw blurRad="38100" dist="38100" dir="2700000" algn="tl">
                  <a:srgbClr val="C0C0C0"/>
                </a:outerShdw>
              </a:effectLst>
              <a:latin typeface="楷体_GB2312" pitchFamily="49" charset="-122"/>
              <a:ea typeface="楷体_GB2312" pitchFamily="49" charset="-122"/>
            </a:endParaRPr>
          </a:p>
        </p:txBody>
      </p:sp>
      <p:graphicFrame>
        <p:nvGraphicFramePr>
          <p:cNvPr id="24" name="Object 14"/>
          <p:cNvGraphicFramePr>
            <a:graphicFrameLocks noChangeAspect="1"/>
          </p:cNvGraphicFramePr>
          <p:nvPr/>
        </p:nvGraphicFramePr>
        <p:xfrm>
          <a:off x="3617910" y="1599000"/>
          <a:ext cx="2980941" cy="1416366"/>
        </p:xfrm>
        <a:graphic>
          <a:graphicData uri="http://schemas.openxmlformats.org/presentationml/2006/ole">
            <mc:AlternateContent xmlns:mc="http://schemas.openxmlformats.org/markup-compatibility/2006">
              <mc:Choice xmlns:v="urn:schemas-microsoft-com:vml" Requires="v">
                <p:oleObj spid="_x0000_s4" name="公式" r:id="rId3" imgW="894080" imgH="572135" progId="Equation.3">
                  <p:embed/>
                </p:oleObj>
              </mc:Choice>
              <mc:Fallback>
                <p:oleObj name="公式" r:id="rId3" imgW="894080" imgH="572135" progId="Equation.3">
                  <p:embed/>
                  <p:pic>
                    <p:nvPicPr>
                      <p:cNvPr id="0" name="Object 1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617910" y="1599000"/>
                        <a:ext cx="2980941" cy="1416366"/>
                      </a:xfrm>
                      <a:prstGeom prst="rect">
                        <a:avLst/>
                      </a:prstGeom>
                      <a:solidFill>
                        <a:schemeClr val="tx1"/>
                      </a:solidFill>
                      <a:ln>
                        <a:noFill/>
                      </a:ln>
                      <a:effectLst>
                        <a:outerShdw dist="35921" dir="2700000" algn="ctr" rotWithShape="0">
                          <a:srgbClr val="808080">
                            <a:alpha val="74997"/>
                          </a:srgbClr>
                        </a:outerShdw>
                      </a:effectLst>
                    </p:spPr>
                  </p:pic>
                </p:oleObj>
              </mc:Fallback>
            </mc:AlternateContent>
          </a:graphicData>
        </a:graphic>
      </p:graphicFrame>
      <p:sp>
        <p:nvSpPr>
          <p:cNvPr id="25" name="Rectangle 16"/>
          <p:cNvSpPr>
            <a:spLocks noChangeArrowheads="1"/>
          </p:cNvSpPr>
          <p:nvPr/>
        </p:nvSpPr>
        <p:spPr bwMode="auto">
          <a:xfrm>
            <a:off x="539750" y="3163867"/>
            <a:ext cx="3203575" cy="465137"/>
          </a:xfrm>
          <a:prstGeom prst="rect">
            <a:avLst/>
          </a:prstGeom>
          <a:noFill/>
          <a:ln w="9525" algn="ctr">
            <a:noFill/>
            <a:miter lim="800000"/>
          </a:ln>
          <a:effectLst/>
        </p:spPr>
        <p:txBody>
          <a:bodyPr anchor="ctr"/>
          <a:lstStyle/>
          <a:p>
            <a:pPr algn="ctr" eaLnBrk="1" hangingPunct="1">
              <a:lnSpc>
                <a:spcPct val="140000"/>
              </a:lnSpc>
              <a:defRPr/>
            </a:pPr>
            <a:r>
              <a:rPr lang="en-US" altLang="zh-CN" sz="2800" dirty="0">
                <a:solidFill>
                  <a:srgbClr val="FF0000"/>
                </a:solidFill>
                <a:effectLst>
                  <a:outerShdw blurRad="38100" dist="38100" dir="2700000" algn="tl">
                    <a:srgbClr val="C0C0C0"/>
                  </a:outerShdw>
                </a:effectLst>
                <a:latin typeface="楷体_GB2312" pitchFamily="49" charset="-122"/>
                <a:ea typeface="楷体_GB2312" pitchFamily="49" charset="-122"/>
              </a:rPr>
              <a:t>8</a:t>
            </a:r>
            <a:r>
              <a:rPr lang="zh-CN" altLang="en-US" sz="2800" dirty="0">
                <a:solidFill>
                  <a:srgbClr val="FF0000"/>
                </a:solidFill>
                <a:effectLst>
                  <a:outerShdw blurRad="38100" dist="38100" dir="2700000" algn="tl">
                    <a:srgbClr val="C0C0C0"/>
                  </a:outerShdw>
                </a:effectLst>
                <a:latin typeface="楷体_GB2312" pitchFamily="49" charset="-122"/>
                <a:ea typeface="楷体_GB2312" pitchFamily="49" charset="-122"/>
              </a:rPr>
              <a:t>、复频域积分性：</a:t>
            </a:r>
            <a:endParaRPr lang="zh-CN" altLang="en-US" sz="2800" dirty="0">
              <a:solidFill>
                <a:srgbClr val="FF0000"/>
              </a:solidFill>
              <a:effectLst>
                <a:outerShdw blurRad="38100" dist="38100" dir="2700000" algn="tl">
                  <a:srgbClr val="C0C0C0"/>
                </a:outerShdw>
              </a:effectLst>
              <a:latin typeface="楷体_GB2312" pitchFamily="49" charset="-122"/>
              <a:ea typeface="楷体_GB2312" pitchFamily="49" charset="-122"/>
            </a:endParaRPr>
          </a:p>
        </p:txBody>
      </p:sp>
      <p:graphicFrame>
        <p:nvGraphicFramePr>
          <p:cNvPr id="26" name="Object 18"/>
          <p:cNvGraphicFramePr>
            <a:graphicFrameLocks noChangeAspect="1"/>
          </p:cNvGraphicFramePr>
          <p:nvPr/>
        </p:nvGraphicFramePr>
        <p:xfrm>
          <a:off x="3553201" y="3143766"/>
          <a:ext cx="3256265" cy="875803"/>
        </p:xfrm>
        <a:graphic>
          <a:graphicData uri="http://schemas.openxmlformats.org/presentationml/2006/ole">
            <mc:AlternateContent xmlns:mc="http://schemas.openxmlformats.org/markup-compatibility/2006">
              <mc:Choice xmlns:v="urn:schemas-microsoft-com:vml" Requires="v">
                <p:oleObj spid="_x0000_s5" name="Equation" r:id="rId5" imgW="855980" imgH="253365" progId="Equation.3">
                  <p:embed/>
                </p:oleObj>
              </mc:Choice>
              <mc:Fallback>
                <p:oleObj name="Equation" r:id="rId5" imgW="855980" imgH="253365" progId="Equation.3">
                  <p:embed/>
                  <p:pic>
                    <p:nvPicPr>
                      <p:cNvPr id="0" name="Object 1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553201" y="3143766"/>
                        <a:ext cx="3256265" cy="875803"/>
                      </a:xfrm>
                      <a:prstGeom prst="rect">
                        <a:avLst/>
                      </a:prstGeom>
                      <a:noFill/>
                      <a:ln>
                        <a:noFill/>
                      </a:ln>
                      <a:effectLst/>
                    </p:spPr>
                  </p:pic>
                </p:oleObj>
              </mc:Fallback>
            </mc:AlternateContent>
          </a:graphicData>
        </a:graphic>
      </p:graphicFrame>
      <p:sp>
        <p:nvSpPr>
          <p:cNvPr id="27" name="Rectangle 2"/>
          <p:cNvSpPr txBox="1">
            <a:spLocks noChangeArrowheads="1"/>
          </p:cNvSpPr>
          <p:nvPr/>
        </p:nvSpPr>
        <p:spPr bwMode="auto">
          <a:xfrm>
            <a:off x="335756" y="4252099"/>
            <a:ext cx="3455987" cy="465137"/>
          </a:xfrm>
          <a:prstGeom prst="rect">
            <a:avLst/>
          </a:prstGeom>
          <a:noFill/>
          <a:ln w="9525" algn="ctr">
            <a:noFill/>
            <a:miter lim="800000"/>
          </a:ln>
          <a:effectLst/>
        </p:spPr>
        <p:txBody>
          <a:bodyPr vert="horz" wrap="square" lIns="91440" tIns="45720" rIns="91440" bIns="45720" numCol="1" anchor="b" anchorCtr="0" compatLnSpc="1"/>
          <a:lstStyle>
            <a:lvl1pPr algn="ctr" rtl="0" eaLnBrk="0" fontAlgn="base" hangingPunct="0">
              <a:spcBef>
                <a:spcPct val="0"/>
              </a:spcBef>
              <a:spcAft>
                <a:spcPct val="0"/>
              </a:spcAft>
              <a:defRPr kumimoji="1" sz="4000">
                <a:solidFill>
                  <a:schemeClr val="tx2"/>
                </a:solidFill>
                <a:effectLst>
                  <a:outerShdw blurRad="38100" dist="38100" dir="2700000" algn="tl">
                    <a:srgbClr val="C0C0C0"/>
                  </a:outerShdw>
                </a:effectLst>
                <a:latin typeface="+mj-lt"/>
                <a:ea typeface="+mj-ea"/>
                <a:cs typeface="黑体" panose="02010609060101010101" charset="-122"/>
              </a:defRPr>
            </a:lvl1pPr>
            <a:lvl2pPr algn="ctr" rtl="0" eaLnBrk="0" fontAlgn="base" hangingPunct="0">
              <a:spcBef>
                <a:spcPct val="0"/>
              </a:spcBef>
              <a:spcAft>
                <a:spcPct val="0"/>
              </a:spcAft>
              <a:defRPr kumimoji="1" sz="4000">
                <a:solidFill>
                  <a:schemeClr val="tx2"/>
                </a:solidFill>
                <a:effectLst>
                  <a:outerShdw blurRad="38100" dist="38100" dir="2700000" algn="tl">
                    <a:srgbClr val="C0C0C0"/>
                  </a:outerShdw>
                </a:effectLst>
                <a:latin typeface="Arial" panose="020B0604020202020204" pitchFamily="34" charset="0"/>
                <a:ea typeface="黑体" panose="02010609060101010101" charset="-122"/>
                <a:cs typeface="黑体" panose="02010609060101010101" charset="-122"/>
              </a:defRPr>
            </a:lvl2pPr>
            <a:lvl3pPr algn="ctr" rtl="0" eaLnBrk="0" fontAlgn="base" hangingPunct="0">
              <a:spcBef>
                <a:spcPct val="0"/>
              </a:spcBef>
              <a:spcAft>
                <a:spcPct val="0"/>
              </a:spcAft>
              <a:defRPr kumimoji="1" sz="4000">
                <a:solidFill>
                  <a:schemeClr val="tx2"/>
                </a:solidFill>
                <a:effectLst>
                  <a:outerShdw blurRad="38100" dist="38100" dir="2700000" algn="tl">
                    <a:srgbClr val="C0C0C0"/>
                  </a:outerShdw>
                </a:effectLst>
                <a:latin typeface="Arial" panose="020B0604020202020204" pitchFamily="34" charset="0"/>
                <a:ea typeface="黑体" panose="02010609060101010101" charset="-122"/>
                <a:cs typeface="黑体" panose="02010609060101010101" charset="-122"/>
              </a:defRPr>
            </a:lvl3pPr>
            <a:lvl4pPr algn="ctr" rtl="0" eaLnBrk="0" fontAlgn="base" hangingPunct="0">
              <a:spcBef>
                <a:spcPct val="0"/>
              </a:spcBef>
              <a:spcAft>
                <a:spcPct val="0"/>
              </a:spcAft>
              <a:defRPr kumimoji="1" sz="4000">
                <a:solidFill>
                  <a:schemeClr val="tx2"/>
                </a:solidFill>
                <a:effectLst>
                  <a:outerShdw blurRad="38100" dist="38100" dir="2700000" algn="tl">
                    <a:srgbClr val="C0C0C0"/>
                  </a:outerShdw>
                </a:effectLst>
                <a:latin typeface="Arial" panose="020B0604020202020204" pitchFamily="34" charset="0"/>
                <a:ea typeface="黑体" panose="02010609060101010101" charset="-122"/>
                <a:cs typeface="黑体" panose="02010609060101010101" charset="-122"/>
              </a:defRPr>
            </a:lvl4pPr>
            <a:lvl5pPr algn="ctr" rtl="0" eaLnBrk="0" fontAlgn="base" hangingPunct="0">
              <a:spcBef>
                <a:spcPct val="0"/>
              </a:spcBef>
              <a:spcAft>
                <a:spcPct val="0"/>
              </a:spcAft>
              <a:defRPr kumimoji="1" sz="4000">
                <a:solidFill>
                  <a:schemeClr val="tx2"/>
                </a:solidFill>
                <a:effectLst>
                  <a:outerShdw blurRad="38100" dist="38100" dir="2700000" algn="tl">
                    <a:srgbClr val="C0C0C0"/>
                  </a:outerShdw>
                </a:effectLst>
                <a:latin typeface="Arial" panose="020B0604020202020204" pitchFamily="34" charset="0"/>
                <a:ea typeface="黑体" panose="02010609060101010101" charset="-122"/>
                <a:cs typeface="黑体" panose="02010609060101010101" charset="-122"/>
              </a:defRPr>
            </a:lvl5pPr>
            <a:lvl6pPr marL="457200" algn="ctr" rtl="0" fontAlgn="base">
              <a:spcBef>
                <a:spcPct val="0"/>
              </a:spcBef>
              <a:spcAft>
                <a:spcPct val="0"/>
              </a:spcAft>
              <a:defRPr sz="4000">
                <a:solidFill>
                  <a:schemeClr val="tx2"/>
                </a:solidFill>
                <a:effectLst>
                  <a:outerShdw blurRad="38100" dist="38100" dir="2700000" algn="tl">
                    <a:srgbClr val="C0C0C0"/>
                  </a:outerShdw>
                </a:effectLst>
                <a:latin typeface="Arial" panose="020B0604020202020204" pitchFamily="34" charset="0"/>
                <a:ea typeface="黑体" panose="02010609060101010101" charset="-122"/>
              </a:defRPr>
            </a:lvl6pPr>
            <a:lvl7pPr marL="914400" algn="ctr" rtl="0" fontAlgn="base">
              <a:spcBef>
                <a:spcPct val="0"/>
              </a:spcBef>
              <a:spcAft>
                <a:spcPct val="0"/>
              </a:spcAft>
              <a:defRPr sz="4000">
                <a:solidFill>
                  <a:schemeClr val="tx2"/>
                </a:solidFill>
                <a:effectLst>
                  <a:outerShdw blurRad="38100" dist="38100" dir="2700000" algn="tl">
                    <a:srgbClr val="C0C0C0"/>
                  </a:outerShdw>
                </a:effectLst>
                <a:latin typeface="Arial" panose="020B0604020202020204" pitchFamily="34" charset="0"/>
                <a:ea typeface="黑体" panose="02010609060101010101" charset="-122"/>
              </a:defRPr>
            </a:lvl7pPr>
            <a:lvl8pPr marL="1371600" algn="ctr" rtl="0" fontAlgn="base">
              <a:spcBef>
                <a:spcPct val="0"/>
              </a:spcBef>
              <a:spcAft>
                <a:spcPct val="0"/>
              </a:spcAft>
              <a:defRPr sz="4000">
                <a:solidFill>
                  <a:schemeClr val="tx2"/>
                </a:solidFill>
                <a:effectLst>
                  <a:outerShdw blurRad="38100" dist="38100" dir="2700000" algn="tl">
                    <a:srgbClr val="C0C0C0"/>
                  </a:outerShdw>
                </a:effectLst>
                <a:latin typeface="Arial" panose="020B0604020202020204" pitchFamily="34" charset="0"/>
                <a:ea typeface="黑体" panose="02010609060101010101" charset="-122"/>
              </a:defRPr>
            </a:lvl8pPr>
            <a:lvl9pPr marL="1828800" algn="ctr" rtl="0" fontAlgn="base">
              <a:spcBef>
                <a:spcPct val="0"/>
              </a:spcBef>
              <a:spcAft>
                <a:spcPct val="0"/>
              </a:spcAft>
              <a:defRPr sz="4000">
                <a:solidFill>
                  <a:schemeClr val="tx2"/>
                </a:solidFill>
                <a:effectLst>
                  <a:outerShdw blurRad="38100" dist="38100" dir="2700000" algn="tl">
                    <a:srgbClr val="C0C0C0"/>
                  </a:outerShdw>
                </a:effectLst>
                <a:latin typeface="Arial" panose="020B0604020202020204" pitchFamily="34" charset="0"/>
                <a:ea typeface="黑体" panose="02010609060101010101" charset="-122"/>
              </a:defRPr>
            </a:lvl9pPr>
          </a:lstStyle>
          <a:p>
            <a:pPr algn="l" eaLnBrk="1" hangingPunct="1">
              <a:lnSpc>
                <a:spcPct val="140000"/>
              </a:lnSpc>
            </a:pPr>
            <a:r>
              <a:rPr lang="en-US" altLang="zh-CN" sz="2800" b="1" kern="1200" dirty="0">
                <a:solidFill>
                  <a:srgbClr val="FF0000"/>
                </a:solidFill>
                <a:ea typeface="楷体_GB2312" pitchFamily="49" charset="-122"/>
                <a:cs typeface="+mn-cs"/>
              </a:rPr>
              <a:t>  9</a:t>
            </a:r>
            <a:r>
              <a:rPr lang="zh-CN" altLang="en-US" sz="2800" b="1" kern="1200" dirty="0">
                <a:solidFill>
                  <a:srgbClr val="FF0000"/>
                </a:solidFill>
                <a:ea typeface="楷体_GB2312" pitchFamily="49" charset="-122"/>
                <a:cs typeface="+mn-cs"/>
              </a:rPr>
              <a:t>、时域卷积定理：</a:t>
            </a:r>
            <a:endParaRPr lang="zh-CN" altLang="en-US" sz="2800" b="1" kern="1200" dirty="0">
              <a:solidFill>
                <a:srgbClr val="FF0000"/>
              </a:solidFill>
              <a:ea typeface="楷体_GB2312" pitchFamily="49" charset="-122"/>
              <a:cs typeface="+mn-cs"/>
            </a:endParaRPr>
          </a:p>
        </p:txBody>
      </p:sp>
      <p:graphicFrame>
        <p:nvGraphicFramePr>
          <p:cNvPr id="28" name="Object 7"/>
          <p:cNvGraphicFramePr>
            <a:graphicFrameLocks noChangeAspect="1"/>
          </p:cNvGraphicFramePr>
          <p:nvPr/>
        </p:nvGraphicFramePr>
        <p:xfrm>
          <a:off x="3475904" y="4057515"/>
          <a:ext cx="4947749" cy="835819"/>
        </p:xfrm>
        <a:graphic>
          <a:graphicData uri="http://schemas.openxmlformats.org/presentationml/2006/ole">
            <mc:AlternateContent xmlns:mc="http://schemas.openxmlformats.org/markup-compatibility/2006">
              <mc:Choice xmlns:v="urn:schemas-microsoft-com:vml" Requires="v">
                <p:oleObj spid="_x0000_s6" name="Equation" r:id="rId7" imgW="1752600" imgH="254000" progId="Equation.3">
                  <p:embed/>
                </p:oleObj>
              </mc:Choice>
              <mc:Fallback>
                <p:oleObj name="Equation" r:id="rId7" imgW="1752600" imgH="254000" progId="Equation.3">
                  <p:embed/>
                  <p:pic>
                    <p:nvPicPr>
                      <p:cNvPr id="0" name="Object 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475904" y="4057515"/>
                        <a:ext cx="4947749" cy="835819"/>
                      </a:xfrm>
                      <a:prstGeom prst="rect">
                        <a:avLst/>
                      </a:prstGeom>
                      <a:noFill/>
                      <a:ln>
                        <a:noFill/>
                      </a:ln>
                    </p:spPr>
                  </p:pic>
                </p:oleObj>
              </mc:Fallback>
            </mc:AlternateContent>
          </a:graphicData>
        </a:graphic>
      </p:graphicFrame>
      <p:sp>
        <p:nvSpPr>
          <p:cNvPr id="29" name="Rectangle 9"/>
          <p:cNvSpPr>
            <a:spLocks noChangeArrowheads="1"/>
          </p:cNvSpPr>
          <p:nvPr/>
        </p:nvSpPr>
        <p:spPr bwMode="auto">
          <a:xfrm>
            <a:off x="395536" y="5336720"/>
            <a:ext cx="3671887" cy="465138"/>
          </a:xfrm>
          <a:prstGeom prst="rect">
            <a:avLst/>
          </a:prstGeom>
          <a:noFill/>
          <a:ln w="9525" algn="ctr">
            <a:noFill/>
            <a:miter lim="800000"/>
          </a:ln>
          <a:effectLst/>
        </p:spPr>
        <p:txBody>
          <a:bodyPr anchor="b"/>
          <a:lstStyle/>
          <a:p>
            <a:pPr eaLnBrk="1" hangingPunct="1">
              <a:lnSpc>
                <a:spcPct val="140000"/>
              </a:lnSpc>
              <a:defRPr/>
            </a:pPr>
            <a:r>
              <a:rPr lang="en-US" altLang="zh-CN" sz="2800" dirty="0">
                <a:solidFill>
                  <a:srgbClr val="FF0000"/>
                </a:solidFill>
                <a:effectLst>
                  <a:outerShdw blurRad="38100" dist="38100" dir="2700000" algn="tl">
                    <a:srgbClr val="C0C0C0"/>
                  </a:outerShdw>
                </a:effectLst>
                <a:latin typeface="楷体_GB2312" pitchFamily="49" charset="-122"/>
                <a:ea typeface="楷体_GB2312" pitchFamily="49" charset="-122"/>
              </a:rPr>
              <a:t>10</a:t>
            </a:r>
            <a:r>
              <a:rPr lang="zh-CN" altLang="en-US" sz="2800" dirty="0">
                <a:solidFill>
                  <a:srgbClr val="FF0000"/>
                </a:solidFill>
                <a:effectLst>
                  <a:outerShdw blurRad="38100" dist="38100" dir="2700000" algn="tl">
                    <a:srgbClr val="C0C0C0"/>
                  </a:outerShdw>
                </a:effectLst>
                <a:latin typeface="楷体_GB2312" pitchFamily="49" charset="-122"/>
                <a:ea typeface="楷体_GB2312" pitchFamily="49" charset="-122"/>
              </a:rPr>
              <a:t>、复频域卷积定理：</a:t>
            </a:r>
            <a:endParaRPr lang="zh-CN" altLang="en-US" sz="2800" dirty="0">
              <a:solidFill>
                <a:srgbClr val="FF0000"/>
              </a:solidFill>
              <a:effectLst>
                <a:outerShdw blurRad="38100" dist="38100" dir="2700000" algn="tl">
                  <a:srgbClr val="C0C0C0"/>
                </a:outerShdw>
              </a:effectLst>
              <a:latin typeface="楷体_GB2312" pitchFamily="49" charset="-122"/>
              <a:ea typeface="楷体_GB2312" pitchFamily="49" charset="-122"/>
            </a:endParaRPr>
          </a:p>
        </p:txBody>
      </p:sp>
      <p:graphicFrame>
        <p:nvGraphicFramePr>
          <p:cNvPr id="30" name="Object 13"/>
          <p:cNvGraphicFramePr>
            <a:graphicFrameLocks noChangeAspect="1"/>
          </p:cNvGraphicFramePr>
          <p:nvPr/>
        </p:nvGraphicFramePr>
        <p:xfrm>
          <a:off x="4037416" y="5025533"/>
          <a:ext cx="4711048" cy="1008732"/>
        </p:xfrm>
        <a:graphic>
          <a:graphicData uri="http://schemas.openxmlformats.org/presentationml/2006/ole">
            <mc:AlternateContent xmlns:mc="http://schemas.openxmlformats.org/markup-compatibility/2006">
              <mc:Choice xmlns:v="urn:schemas-microsoft-com:vml" Requires="v">
                <p:oleObj spid="_x0000_s7" name="Equation" r:id="rId9" imgW="1993900" imgH="419100" progId="Equation.3">
                  <p:embed/>
                </p:oleObj>
              </mc:Choice>
              <mc:Fallback>
                <p:oleObj name="Equation" r:id="rId9" imgW="1993900" imgH="419100" progId="Equation.3">
                  <p:embed/>
                  <p:pic>
                    <p:nvPicPr>
                      <p:cNvPr id="0" name="Object 13"/>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037416" y="5025533"/>
                        <a:ext cx="4711048" cy="1008732"/>
                      </a:xfrm>
                      <a:prstGeom prst="rect">
                        <a:avLst/>
                      </a:prstGeom>
                      <a:noFill/>
                      <a:ln>
                        <a:noFill/>
                      </a:ln>
                    </p:spPr>
                  </p:pic>
                </p:oleObj>
              </mc:Fallback>
            </mc:AlternateContent>
          </a:graphicData>
        </a:graphic>
      </p:graphicFrame>
    </p:spTree>
    <p:custDataLst>
      <p:tags r:id="rId11"/>
    </p:custDataLst>
  </p:cSld>
  <p:clrMapOvr>
    <a:masterClrMapping/>
  </p:clrMapOvr>
  <mc:AlternateContent xmlns:mc="http://schemas.openxmlformats.org/markup-compatibility/2006">
    <mc:Choice xmlns:p14="http://schemas.microsoft.com/office/powerpoint/2010/main" Requires="p14">
      <p:transition spd="slow" p14:dur="2000" advTm="222391"/>
    </mc:Choice>
    <mc:Fallback>
      <p:transition spd="slow" advTm="222391"/>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nodeType="withEffect">
                                  <p:stCondLst>
                                    <p:cond delay="0"/>
                                  </p:stCondLst>
                                  <p:childTnLst>
                                    <p:set>
                                      <p:cBhvr>
                                        <p:cTn id="6" dur="1" fill="hold">
                                          <p:stCondLst>
                                            <p:cond delay="0"/>
                                          </p:stCondLst>
                                        </p:cTn>
                                        <p:tgtEl>
                                          <p:spTgt spid="3"/>
                                        </p:tgtEl>
                                        <p:attrNameLst>
                                          <p:attrName>style.visibility</p:attrName>
                                        </p:attrNameLst>
                                      </p:cBhvr>
                                      <p:to>
                                        <p:strVal val="visible"/>
                                      </p:to>
                                    </p:set>
                                    <p:cmd type="call" cmd="playFrom(0.0)">
                                      <p:cBhvr>
                                        <p:cTn id="7" dur="1" fill="hold"/>
                                        <p:tgtEl>
                                          <p:spTgt spid="3"/>
                                        </p:tgtEl>
                                      </p:cBhvr>
                                    </p:cmd>
                                  </p:childTnLst>
                                </p:cTn>
                              </p:par>
                            </p:childTnLst>
                          </p:cTn>
                        </p:par>
                        <p:par>
                          <p:cTn id="8" fill="hold">
                            <p:stCondLst>
                              <p:cond delay="0"/>
                            </p:stCondLst>
                            <p:childTnLst>
                              <p:par>
                                <p:cTn id="9" presetID="2" presetClass="entr" presetSubtype="8" fill="hold" grpId="0" nodeType="afterEffect">
                                  <p:stCondLst>
                                    <p:cond delay="0"/>
                                  </p:stCondLst>
                                  <p:childTnLst>
                                    <p:set>
                                      <p:cBhvr>
                                        <p:cTn id="10" dur="1" fill="hold">
                                          <p:stCondLst>
                                            <p:cond delay="0"/>
                                          </p:stCondLst>
                                        </p:cTn>
                                        <p:tgtEl>
                                          <p:spTgt spid="21"/>
                                        </p:tgtEl>
                                        <p:attrNameLst>
                                          <p:attrName>style.visibility</p:attrName>
                                        </p:attrNameLst>
                                      </p:cBhvr>
                                      <p:to>
                                        <p:strVal val="visible"/>
                                      </p:to>
                                    </p:set>
                                    <p:anim calcmode="lin" valueType="num">
                                      <p:cBhvr additive="base">
                                        <p:cTn id="11" dur="500" fill="hold"/>
                                        <p:tgtEl>
                                          <p:spTgt spid="21"/>
                                        </p:tgtEl>
                                        <p:attrNameLst>
                                          <p:attrName>ppt_x</p:attrName>
                                        </p:attrNameLst>
                                      </p:cBhvr>
                                      <p:tavLst>
                                        <p:tav tm="0">
                                          <p:val>
                                            <p:strVal val="0-#ppt_w/2"/>
                                          </p:val>
                                        </p:tav>
                                        <p:tav tm="100000">
                                          <p:val>
                                            <p:strVal val="#ppt_x"/>
                                          </p:val>
                                        </p:tav>
                                      </p:tavLst>
                                    </p:anim>
                                    <p:anim calcmode="lin" valueType="num">
                                      <p:cBhvr additive="base">
                                        <p:cTn id="12" dur="500" fill="hold"/>
                                        <p:tgtEl>
                                          <p:spTgt spid="21"/>
                                        </p:tgtEl>
                                        <p:attrNameLst>
                                          <p:attrName>ppt_y</p:attrName>
                                        </p:attrNameLst>
                                      </p:cBhvr>
                                      <p:tavLst>
                                        <p:tav tm="0">
                                          <p:val>
                                            <p:strVal val="#ppt_y"/>
                                          </p:val>
                                        </p:tav>
                                        <p:tav tm="100000">
                                          <p:val>
                                            <p:strVal val="#ppt_y"/>
                                          </p:val>
                                        </p:tav>
                                      </p:tavLst>
                                    </p:anim>
                                  </p:childTnLst>
                                </p:cTn>
                              </p:par>
                            </p:childTnLst>
                          </p:cTn>
                        </p:par>
                        <p:par>
                          <p:cTn id="13" fill="hold">
                            <p:stCondLst>
                              <p:cond delay="500"/>
                            </p:stCondLst>
                            <p:childTnLst>
                              <p:par>
                                <p:cTn id="14" presetID="9" presetClass="entr" presetSubtype="0" fill="hold" nodeType="afterEffect">
                                  <p:stCondLst>
                                    <p:cond delay="0"/>
                                  </p:stCondLst>
                                  <p:childTnLst>
                                    <p:set>
                                      <p:cBhvr>
                                        <p:cTn id="15" dur="1" fill="hold">
                                          <p:stCondLst>
                                            <p:cond delay="0"/>
                                          </p:stCondLst>
                                        </p:cTn>
                                        <p:tgtEl>
                                          <p:spTgt spid="22"/>
                                        </p:tgtEl>
                                        <p:attrNameLst>
                                          <p:attrName>style.visibility</p:attrName>
                                        </p:attrNameLst>
                                      </p:cBhvr>
                                      <p:to>
                                        <p:strVal val="visible"/>
                                      </p:to>
                                    </p:set>
                                    <p:animEffect transition="in" filter="dissolve">
                                      <p:cBhvr>
                                        <p:cTn id="16" dur="500"/>
                                        <p:tgtEl>
                                          <p:spTgt spid="22"/>
                                        </p:tgtEl>
                                      </p:cBhvr>
                                    </p:animEffect>
                                  </p:childTnLst>
                                </p:cTn>
                              </p:par>
                            </p:childTnLst>
                          </p:cTn>
                        </p:par>
                      </p:childTnLst>
                    </p:cTn>
                  </p:par>
                  <p:par>
                    <p:cTn id="17" fill="hold">
                      <p:stCondLst>
                        <p:cond delay="indefinite"/>
                      </p:stCondLst>
                      <p:childTnLst>
                        <p:par>
                          <p:cTn id="18" fill="hold">
                            <p:stCondLst>
                              <p:cond delay="0"/>
                            </p:stCondLst>
                            <p:childTnLst>
                              <p:par>
                                <p:cTn id="19" presetID="2" presetClass="entr" presetSubtype="8" fill="hold" grpId="0" nodeType="clickEffect">
                                  <p:stCondLst>
                                    <p:cond delay="0"/>
                                  </p:stCondLst>
                                  <p:childTnLst>
                                    <p:set>
                                      <p:cBhvr>
                                        <p:cTn id="20" dur="1" fill="hold">
                                          <p:stCondLst>
                                            <p:cond delay="0"/>
                                          </p:stCondLst>
                                        </p:cTn>
                                        <p:tgtEl>
                                          <p:spTgt spid="23"/>
                                        </p:tgtEl>
                                        <p:attrNameLst>
                                          <p:attrName>style.visibility</p:attrName>
                                        </p:attrNameLst>
                                      </p:cBhvr>
                                      <p:to>
                                        <p:strVal val="visible"/>
                                      </p:to>
                                    </p:set>
                                    <p:anim calcmode="lin" valueType="num">
                                      <p:cBhvr additive="base">
                                        <p:cTn id="21" dur="500" fill="hold"/>
                                        <p:tgtEl>
                                          <p:spTgt spid="23"/>
                                        </p:tgtEl>
                                        <p:attrNameLst>
                                          <p:attrName>ppt_x</p:attrName>
                                        </p:attrNameLst>
                                      </p:cBhvr>
                                      <p:tavLst>
                                        <p:tav tm="0">
                                          <p:val>
                                            <p:strVal val="0-#ppt_w/2"/>
                                          </p:val>
                                        </p:tav>
                                        <p:tav tm="100000">
                                          <p:val>
                                            <p:strVal val="#ppt_x"/>
                                          </p:val>
                                        </p:tav>
                                      </p:tavLst>
                                    </p:anim>
                                    <p:anim calcmode="lin" valueType="num">
                                      <p:cBhvr additive="base">
                                        <p:cTn id="22" dur="500" fill="hold"/>
                                        <p:tgtEl>
                                          <p:spTgt spid="23"/>
                                        </p:tgtEl>
                                        <p:attrNameLst>
                                          <p:attrName>ppt_y</p:attrName>
                                        </p:attrNameLst>
                                      </p:cBhvr>
                                      <p:tavLst>
                                        <p:tav tm="0">
                                          <p:val>
                                            <p:strVal val="#ppt_y"/>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nodeType="clickEffect">
                                  <p:stCondLst>
                                    <p:cond delay="0"/>
                                  </p:stCondLst>
                                  <p:childTnLst>
                                    <p:set>
                                      <p:cBhvr>
                                        <p:cTn id="26" dur="1" fill="hold">
                                          <p:stCondLst>
                                            <p:cond delay="0"/>
                                          </p:stCondLst>
                                        </p:cTn>
                                        <p:tgtEl>
                                          <p:spTgt spid="24"/>
                                        </p:tgtEl>
                                        <p:attrNameLst>
                                          <p:attrName>style.visibility</p:attrName>
                                        </p:attrNameLst>
                                      </p:cBhvr>
                                      <p:to>
                                        <p:strVal val="visible"/>
                                      </p:to>
                                    </p:set>
                                    <p:animEffect transition="in" filter="dissolve">
                                      <p:cBhvr>
                                        <p:cTn id="27" dur="500"/>
                                        <p:tgtEl>
                                          <p:spTgt spid="24"/>
                                        </p:tgtEl>
                                      </p:cBhvr>
                                    </p:animEffect>
                                  </p:childTnLst>
                                </p:cTn>
                              </p:par>
                            </p:childTnLst>
                          </p:cTn>
                        </p:par>
                      </p:childTnLst>
                    </p:cTn>
                  </p:par>
                  <p:par>
                    <p:cTn id="28" fill="hold">
                      <p:stCondLst>
                        <p:cond delay="indefinite"/>
                      </p:stCondLst>
                      <p:childTnLst>
                        <p:par>
                          <p:cTn id="29" fill="hold">
                            <p:stCondLst>
                              <p:cond delay="0"/>
                            </p:stCondLst>
                            <p:childTnLst>
                              <p:par>
                                <p:cTn id="30" presetID="2" presetClass="entr" presetSubtype="8" fill="hold" grpId="0" nodeType="clickEffect">
                                  <p:stCondLst>
                                    <p:cond delay="0"/>
                                  </p:stCondLst>
                                  <p:childTnLst>
                                    <p:set>
                                      <p:cBhvr>
                                        <p:cTn id="31" dur="1" fill="hold">
                                          <p:stCondLst>
                                            <p:cond delay="0"/>
                                          </p:stCondLst>
                                        </p:cTn>
                                        <p:tgtEl>
                                          <p:spTgt spid="25"/>
                                        </p:tgtEl>
                                        <p:attrNameLst>
                                          <p:attrName>style.visibility</p:attrName>
                                        </p:attrNameLst>
                                      </p:cBhvr>
                                      <p:to>
                                        <p:strVal val="visible"/>
                                      </p:to>
                                    </p:set>
                                    <p:anim calcmode="lin" valueType="num">
                                      <p:cBhvr additive="base">
                                        <p:cTn id="32" dur="500" fill="hold"/>
                                        <p:tgtEl>
                                          <p:spTgt spid="25"/>
                                        </p:tgtEl>
                                        <p:attrNameLst>
                                          <p:attrName>ppt_x</p:attrName>
                                        </p:attrNameLst>
                                      </p:cBhvr>
                                      <p:tavLst>
                                        <p:tav tm="0">
                                          <p:val>
                                            <p:strVal val="0-#ppt_w/2"/>
                                          </p:val>
                                        </p:tav>
                                        <p:tav tm="100000">
                                          <p:val>
                                            <p:strVal val="#ppt_x"/>
                                          </p:val>
                                        </p:tav>
                                      </p:tavLst>
                                    </p:anim>
                                    <p:anim calcmode="lin" valueType="num">
                                      <p:cBhvr additive="base">
                                        <p:cTn id="33" dur="500" fill="hold"/>
                                        <p:tgtEl>
                                          <p:spTgt spid="25"/>
                                        </p:tgtEl>
                                        <p:attrNameLst>
                                          <p:attrName>ppt_y</p:attrName>
                                        </p:attrNameLst>
                                      </p:cBhvr>
                                      <p:tavLst>
                                        <p:tav tm="0">
                                          <p:val>
                                            <p:strVal val="#ppt_y"/>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9" presetClass="entr" presetSubtype="0" fill="hold" nodeType="clickEffect">
                                  <p:stCondLst>
                                    <p:cond delay="0"/>
                                  </p:stCondLst>
                                  <p:childTnLst>
                                    <p:set>
                                      <p:cBhvr>
                                        <p:cTn id="37" dur="1" fill="hold">
                                          <p:stCondLst>
                                            <p:cond delay="0"/>
                                          </p:stCondLst>
                                        </p:cTn>
                                        <p:tgtEl>
                                          <p:spTgt spid="26"/>
                                        </p:tgtEl>
                                        <p:attrNameLst>
                                          <p:attrName>style.visibility</p:attrName>
                                        </p:attrNameLst>
                                      </p:cBhvr>
                                      <p:to>
                                        <p:strVal val="visible"/>
                                      </p:to>
                                    </p:set>
                                    <p:animEffect transition="in" filter="dissolve">
                                      <p:cBhvr>
                                        <p:cTn id="38" dur="500"/>
                                        <p:tgtEl>
                                          <p:spTgt spid="26"/>
                                        </p:tgtEl>
                                      </p:cBhvr>
                                    </p:animEffect>
                                  </p:childTnLst>
                                </p:cTn>
                              </p:par>
                            </p:childTnLst>
                          </p:cTn>
                        </p:par>
                      </p:childTnLst>
                    </p:cTn>
                  </p:par>
                  <p:par>
                    <p:cTn id="39" fill="hold">
                      <p:stCondLst>
                        <p:cond delay="indefinite"/>
                      </p:stCondLst>
                      <p:childTnLst>
                        <p:par>
                          <p:cTn id="40" fill="hold">
                            <p:stCondLst>
                              <p:cond delay="0"/>
                            </p:stCondLst>
                            <p:childTnLst>
                              <p:par>
                                <p:cTn id="41" presetID="16" presetClass="entr" presetSubtype="37" fill="hold" grpId="0" nodeType="clickEffect">
                                  <p:stCondLst>
                                    <p:cond delay="0"/>
                                  </p:stCondLst>
                                  <p:childTnLst>
                                    <p:set>
                                      <p:cBhvr>
                                        <p:cTn id="42" dur="1" fill="hold">
                                          <p:stCondLst>
                                            <p:cond delay="0"/>
                                          </p:stCondLst>
                                        </p:cTn>
                                        <p:tgtEl>
                                          <p:spTgt spid="27"/>
                                        </p:tgtEl>
                                        <p:attrNameLst>
                                          <p:attrName>style.visibility</p:attrName>
                                        </p:attrNameLst>
                                      </p:cBhvr>
                                      <p:to>
                                        <p:strVal val="visible"/>
                                      </p:to>
                                    </p:set>
                                    <p:animEffect transition="in" filter="barn(outVertical)">
                                      <p:cBhvr>
                                        <p:cTn id="43" dur="500"/>
                                        <p:tgtEl>
                                          <p:spTgt spid="27"/>
                                        </p:tgtEl>
                                      </p:cBhvr>
                                    </p:animEffect>
                                  </p:childTnLst>
                                </p:cTn>
                              </p:par>
                            </p:childTnLst>
                          </p:cTn>
                        </p:par>
                      </p:childTnLst>
                    </p:cTn>
                  </p:par>
                  <p:par>
                    <p:cTn id="44" fill="hold">
                      <p:stCondLst>
                        <p:cond delay="indefinite"/>
                      </p:stCondLst>
                      <p:childTnLst>
                        <p:par>
                          <p:cTn id="45" fill="hold">
                            <p:stCondLst>
                              <p:cond delay="0"/>
                            </p:stCondLst>
                            <p:childTnLst>
                              <p:par>
                                <p:cTn id="46" presetID="2" presetClass="entr" presetSubtype="2" fill="hold" nodeType="clickEffect">
                                  <p:stCondLst>
                                    <p:cond delay="0"/>
                                  </p:stCondLst>
                                  <p:childTnLst>
                                    <p:set>
                                      <p:cBhvr>
                                        <p:cTn id="47" dur="1" fill="hold">
                                          <p:stCondLst>
                                            <p:cond delay="0"/>
                                          </p:stCondLst>
                                        </p:cTn>
                                        <p:tgtEl>
                                          <p:spTgt spid="28"/>
                                        </p:tgtEl>
                                        <p:attrNameLst>
                                          <p:attrName>style.visibility</p:attrName>
                                        </p:attrNameLst>
                                      </p:cBhvr>
                                      <p:to>
                                        <p:strVal val="visible"/>
                                      </p:to>
                                    </p:set>
                                    <p:anim calcmode="lin" valueType="num">
                                      <p:cBhvr additive="base">
                                        <p:cTn id="48" dur="500" fill="hold"/>
                                        <p:tgtEl>
                                          <p:spTgt spid="28"/>
                                        </p:tgtEl>
                                        <p:attrNameLst>
                                          <p:attrName>ppt_x</p:attrName>
                                        </p:attrNameLst>
                                      </p:cBhvr>
                                      <p:tavLst>
                                        <p:tav tm="0">
                                          <p:val>
                                            <p:strVal val="1+#ppt_w/2"/>
                                          </p:val>
                                        </p:tav>
                                        <p:tav tm="100000">
                                          <p:val>
                                            <p:strVal val="#ppt_x"/>
                                          </p:val>
                                        </p:tav>
                                      </p:tavLst>
                                    </p:anim>
                                    <p:anim calcmode="lin" valueType="num">
                                      <p:cBhvr additive="base">
                                        <p:cTn id="49" dur="500" fill="hold"/>
                                        <p:tgtEl>
                                          <p:spTgt spid="28"/>
                                        </p:tgtEl>
                                        <p:attrNameLst>
                                          <p:attrName>ppt_y</p:attrName>
                                        </p:attrNameLst>
                                      </p:cBhvr>
                                      <p:tavLst>
                                        <p:tav tm="0">
                                          <p:val>
                                            <p:strVal val="#ppt_y"/>
                                          </p:val>
                                        </p:tav>
                                        <p:tav tm="100000">
                                          <p:val>
                                            <p:strVal val="#ppt_y"/>
                                          </p:val>
                                        </p:tav>
                                      </p:tavLst>
                                    </p:anim>
                                  </p:childTnLst>
                                </p:cTn>
                              </p:par>
                            </p:childTnLst>
                          </p:cTn>
                        </p:par>
                      </p:childTnLst>
                    </p:cTn>
                  </p:par>
                  <p:par>
                    <p:cTn id="50" fill="hold">
                      <p:stCondLst>
                        <p:cond delay="indefinite"/>
                      </p:stCondLst>
                      <p:childTnLst>
                        <p:par>
                          <p:cTn id="51" fill="hold">
                            <p:stCondLst>
                              <p:cond delay="0"/>
                            </p:stCondLst>
                            <p:childTnLst>
                              <p:par>
                                <p:cTn id="52" presetID="16" presetClass="entr" presetSubtype="42" fill="hold" grpId="0" nodeType="clickEffect">
                                  <p:stCondLst>
                                    <p:cond delay="0"/>
                                  </p:stCondLst>
                                  <p:childTnLst>
                                    <p:set>
                                      <p:cBhvr>
                                        <p:cTn id="53" dur="1" fill="hold">
                                          <p:stCondLst>
                                            <p:cond delay="0"/>
                                          </p:stCondLst>
                                        </p:cTn>
                                        <p:tgtEl>
                                          <p:spTgt spid="29"/>
                                        </p:tgtEl>
                                        <p:attrNameLst>
                                          <p:attrName>style.visibility</p:attrName>
                                        </p:attrNameLst>
                                      </p:cBhvr>
                                      <p:to>
                                        <p:strVal val="visible"/>
                                      </p:to>
                                    </p:set>
                                    <p:animEffect transition="in" filter="barn(outHorizontal)">
                                      <p:cBhvr>
                                        <p:cTn id="54" dur="500"/>
                                        <p:tgtEl>
                                          <p:spTgt spid="29"/>
                                        </p:tgtEl>
                                      </p:cBhvr>
                                    </p:animEffect>
                                  </p:childTnLst>
                                </p:cTn>
                              </p:par>
                            </p:childTnLst>
                          </p:cTn>
                        </p:par>
                      </p:childTnLst>
                    </p:cTn>
                  </p:par>
                  <p:par>
                    <p:cTn id="55" fill="hold">
                      <p:stCondLst>
                        <p:cond delay="indefinite"/>
                      </p:stCondLst>
                      <p:childTnLst>
                        <p:par>
                          <p:cTn id="56" fill="hold">
                            <p:stCondLst>
                              <p:cond delay="0"/>
                            </p:stCondLst>
                            <p:childTnLst>
                              <p:par>
                                <p:cTn id="57" presetID="2" presetClass="entr" presetSubtype="2" fill="hold" nodeType="clickEffect">
                                  <p:stCondLst>
                                    <p:cond delay="0"/>
                                  </p:stCondLst>
                                  <p:childTnLst>
                                    <p:set>
                                      <p:cBhvr>
                                        <p:cTn id="58" dur="1" fill="hold">
                                          <p:stCondLst>
                                            <p:cond delay="0"/>
                                          </p:stCondLst>
                                        </p:cTn>
                                        <p:tgtEl>
                                          <p:spTgt spid="30"/>
                                        </p:tgtEl>
                                        <p:attrNameLst>
                                          <p:attrName>style.visibility</p:attrName>
                                        </p:attrNameLst>
                                      </p:cBhvr>
                                      <p:to>
                                        <p:strVal val="visible"/>
                                      </p:to>
                                    </p:set>
                                    <p:anim calcmode="lin" valueType="num">
                                      <p:cBhvr additive="base">
                                        <p:cTn id="59" dur="500" fill="hold"/>
                                        <p:tgtEl>
                                          <p:spTgt spid="30"/>
                                        </p:tgtEl>
                                        <p:attrNameLst>
                                          <p:attrName>ppt_x</p:attrName>
                                        </p:attrNameLst>
                                      </p:cBhvr>
                                      <p:tavLst>
                                        <p:tav tm="0">
                                          <p:val>
                                            <p:strVal val="1+#ppt_w/2"/>
                                          </p:val>
                                        </p:tav>
                                        <p:tav tm="100000">
                                          <p:val>
                                            <p:strVal val="#ppt_x"/>
                                          </p:val>
                                        </p:tav>
                                      </p:tavLst>
                                    </p:anim>
                                    <p:anim calcmode="lin" valueType="num">
                                      <p:cBhvr additive="base">
                                        <p:cTn id="60" dur="500" fill="hold"/>
                                        <p:tgtEl>
                                          <p:spTgt spid="3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utoUpdateAnimBg="0"/>
      <p:bldP spid="23" grpId="0" autoUpdateAnimBg="0"/>
      <p:bldP spid="25" grpId="0" autoUpdateAnimBg="0"/>
      <p:bldP spid="27" grpId="0" autoUpdateAnimBg="0"/>
      <p:bldP spid="29" grpId="0" autoUpdateAnimBg="0"/>
    </p:bldLst>
  </p:timing>
</p:sld>
</file>

<file path=ppt/slides/slide8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4754" name="Rectangle 4"/>
          <p:cNvSpPr>
            <a:spLocks noGrp="1" noChangeArrowheads="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a:spcBef>
                <a:spcPct val="0"/>
              </a:spcBef>
              <a:buFontTx/>
              <a:buNone/>
            </a:pPr>
            <a:fld id="{1C0DA88E-EDD5-4C82-BBA4-BC5E170292BF}" type="datetime1">
              <a:rPr kumimoji="0" lang="zh-CN" altLang="en-US" sz="1200" smtClean="0">
                <a:solidFill>
                  <a:srgbClr val="000000"/>
                </a:solidFill>
                <a:ea typeface="宋体" panose="02010600030101010101" pitchFamily="2" charset="-122"/>
              </a:rPr>
            </a:fld>
            <a:endParaRPr kumimoji="0" lang="en-US" altLang="zh-CN" sz="1200">
              <a:solidFill>
                <a:srgbClr val="000000"/>
              </a:solidFill>
              <a:ea typeface="宋体" panose="02010600030101010101" pitchFamily="2" charset="-122"/>
            </a:endParaRPr>
          </a:p>
        </p:txBody>
      </p:sp>
      <p:sp>
        <p:nvSpPr>
          <p:cNvPr id="74756" name="Rectangle 3"/>
          <p:cNvSpPr>
            <a:spLocks noChangeArrowheads="1"/>
          </p:cNvSpPr>
          <p:nvPr/>
        </p:nvSpPr>
        <p:spPr bwMode="auto">
          <a:xfrm>
            <a:off x="3481388" y="312896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spcBef>
                <a:spcPct val="0"/>
              </a:spcBef>
              <a:buFontTx/>
              <a:buNone/>
            </a:pPr>
            <a:endParaRPr kumimoji="0" lang="zh-CN" altLang="en-US" sz="1800">
              <a:ea typeface="宋体" panose="02010600030101010101" pitchFamily="2" charset="-122"/>
            </a:endParaRPr>
          </a:p>
        </p:txBody>
      </p:sp>
      <p:sp>
        <p:nvSpPr>
          <p:cNvPr id="74757" name="Rectangle 4"/>
          <p:cNvSpPr>
            <a:spLocks noChangeArrowheads="1"/>
          </p:cNvSpPr>
          <p:nvPr/>
        </p:nvSpPr>
        <p:spPr bwMode="auto">
          <a:xfrm>
            <a:off x="3128963" y="31765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spcBef>
                <a:spcPct val="0"/>
              </a:spcBef>
              <a:buFontTx/>
              <a:buNone/>
            </a:pPr>
            <a:endParaRPr kumimoji="0" lang="zh-CN" altLang="en-US" sz="1800">
              <a:ea typeface="宋体" panose="02010600030101010101" pitchFamily="2" charset="-122"/>
            </a:endParaRPr>
          </a:p>
        </p:txBody>
      </p:sp>
      <p:graphicFrame>
        <p:nvGraphicFramePr>
          <p:cNvPr id="371718" name="Object 6"/>
          <p:cNvGraphicFramePr>
            <a:graphicFrameLocks noChangeAspect="1"/>
          </p:cNvGraphicFramePr>
          <p:nvPr/>
        </p:nvGraphicFramePr>
        <p:xfrm>
          <a:off x="1851025" y="1931938"/>
          <a:ext cx="4224338" cy="488950"/>
        </p:xfrm>
        <a:graphic>
          <a:graphicData uri="http://schemas.openxmlformats.org/presentationml/2006/ole">
            <mc:AlternateContent xmlns:mc="http://schemas.openxmlformats.org/markup-compatibility/2006">
              <mc:Choice xmlns:v="urn:schemas-microsoft-com:vml" Requires="v">
                <p:oleObj spid="_x0000_s2" name="公式" r:id="rId1" imgW="1469390" imgH="154305" progId="Equation.3">
                  <p:embed/>
                </p:oleObj>
              </mc:Choice>
              <mc:Fallback>
                <p:oleObj name="公式" r:id="rId1" imgW="1469390" imgH="154305" progId="Equation.3">
                  <p:embed/>
                  <p:pic>
                    <p:nvPicPr>
                      <p:cNvPr id="0" name="Object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51025" y="1931938"/>
                        <a:ext cx="4224338" cy="4889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371720" name="Object 8"/>
          <p:cNvGraphicFramePr>
            <a:graphicFrameLocks noChangeAspect="1"/>
          </p:cNvGraphicFramePr>
          <p:nvPr/>
        </p:nvGraphicFramePr>
        <p:xfrm>
          <a:off x="1433562" y="2433601"/>
          <a:ext cx="4095651" cy="708525"/>
        </p:xfrm>
        <a:graphic>
          <a:graphicData uri="http://schemas.openxmlformats.org/presentationml/2006/ole">
            <mc:AlternateContent xmlns:mc="http://schemas.openxmlformats.org/markup-compatibility/2006">
              <mc:Choice xmlns:v="urn:schemas-microsoft-com:vml" Requires="v">
                <p:oleObj spid="_x0000_s3" name="公式" r:id="rId3" imgW="1120140" imgH="181610" progId="Equation.3">
                  <p:embed/>
                </p:oleObj>
              </mc:Choice>
              <mc:Fallback>
                <p:oleObj name="公式" r:id="rId3" imgW="1120140" imgH="181610" progId="Equation.3">
                  <p:embed/>
                  <p:pic>
                    <p:nvPicPr>
                      <p:cNvPr id="0" name="Object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33562" y="2433601"/>
                        <a:ext cx="4095651" cy="708525"/>
                      </a:xfrm>
                      <a:prstGeom prst="rect">
                        <a:avLst/>
                      </a:prstGeom>
                      <a:noFill/>
                      <a:ln>
                        <a:noFill/>
                      </a:ln>
                      <a:effectLst/>
                    </p:spPr>
                  </p:pic>
                </p:oleObj>
              </mc:Fallback>
            </mc:AlternateContent>
          </a:graphicData>
        </a:graphic>
      </p:graphicFrame>
      <p:sp>
        <p:nvSpPr>
          <p:cNvPr id="371721" name="Rectangle 9"/>
          <p:cNvSpPr>
            <a:spLocks noChangeArrowheads="1"/>
          </p:cNvSpPr>
          <p:nvPr/>
        </p:nvSpPr>
        <p:spPr bwMode="auto">
          <a:xfrm>
            <a:off x="428626" y="2818453"/>
            <a:ext cx="2700337" cy="854075"/>
          </a:xfrm>
          <a:prstGeom prst="rect">
            <a:avLst/>
          </a:prstGeom>
          <a:noFill/>
          <a:ln w="9525" algn="ctr">
            <a:noFill/>
            <a:miter lim="800000"/>
          </a:ln>
          <a:effectLst/>
        </p:spPr>
        <p:txBody>
          <a:bodyPr anchor="b"/>
          <a:lstStyle/>
          <a:p>
            <a:pPr eaLnBrk="1" hangingPunct="1">
              <a:lnSpc>
                <a:spcPct val="140000"/>
              </a:lnSpc>
              <a:defRPr/>
            </a:pPr>
            <a:r>
              <a:rPr lang="en-US" altLang="zh-CN" sz="2800" dirty="0">
                <a:solidFill>
                  <a:srgbClr val="FF0000"/>
                </a:solidFill>
                <a:effectLst>
                  <a:outerShdw blurRad="38100" dist="38100" dir="2700000" algn="tl">
                    <a:srgbClr val="C0C0C0"/>
                  </a:outerShdw>
                </a:effectLst>
                <a:latin typeface="楷体_GB2312" pitchFamily="49" charset="-122"/>
                <a:ea typeface="楷体_GB2312" pitchFamily="49" charset="-122"/>
              </a:rPr>
              <a:t>12</a:t>
            </a:r>
            <a:r>
              <a:rPr lang="zh-CN" altLang="en-US" sz="2800" dirty="0">
                <a:solidFill>
                  <a:srgbClr val="FF0000"/>
                </a:solidFill>
                <a:effectLst>
                  <a:outerShdw blurRad="38100" dist="38100" dir="2700000" algn="tl">
                    <a:srgbClr val="C0C0C0"/>
                  </a:outerShdw>
                </a:effectLst>
                <a:latin typeface="楷体_GB2312" pitchFamily="49" charset="-122"/>
                <a:ea typeface="楷体_GB2312" pitchFamily="49" charset="-122"/>
              </a:rPr>
              <a:t>、终值定理：</a:t>
            </a:r>
            <a:endParaRPr lang="zh-CN" altLang="en-US" sz="2800" dirty="0">
              <a:solidFill>
                <a:srgbClr val="FF0000"/>
              </a:solidFill>
              <a:effectLst>
                <a:outerShdw blurRad="38100" dist="38100" dir="2700000" algn="tl">
                  <a:srgbClr val="C0C0C0"/>
                </a:outerShdw>
              </a:effectLst>
              <a:latin typeface="楷体_GB2312" pitchFamily="49" charset="-122"/>
              <a:ea typeface="楷体_GB2312" pitchFamily="49" charset="-122"/>
            </a:endParaRPr>
          </a:p>
        </p:txBody>
      </p:sp>
      <p:sp>
        <p:nvSpPr>
          <p:cNvPr id="371722" name="Text Box 10"/>
          <p:cNvSpPr txBox="1">
            <a:spLocks noChangeArrowheads="1"/>
          </p:cNvSpPr>
          <p:nvPr/>
        </p:nvSpPr>
        <p:spPr bwMode="auto">
          <a:xfrm>
            <a:off x="755575" y="3870071"/>
            <a:ext cx="35814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spcBef>
                <a:spcPct val="50000"/>
              </a:spcBef>
              <a:buFontTx/>
              <a:buNone/>
            </a:pPr>
            <a:r>
              <a:rPr lang="zh-CN" altLang="en-US" sz="2400" dirty="0">
                <a:solidFill>
                  <a:srgbClr val="003300"/>
                </a:solidFill>
                <a:latin typeface="Tahoma" panose="020B0604030504040204" pitchFamily="34" charset="0"/>
                <a:ea typeface="宋体" panose="02010600030101010101" pitchFamily="2" charset="-122"/>
              </a:rPr>
              <a:t>终值</a:t>
            </a:r>
            <a:r>
              <a:rPr lang="en-US" altLang="zh-CN" sz="2400" dirty="0">
                <a:solidFill>
                  <a:srgbClr val="003300"/>
                </a:solidFill>
                <a:latin typeface="Tahoma" panose="020B0604030504040204" pitchFamily="34" charset="0"/>
                <a:ea typeface="宋体" panose="02010600030101010101" pitchFamily="2" charset="-122"/>
              </a:rPr>
              <a:t>:   f(t)|</a:t>
            </a:r>
            <a:r>
              <a:rPr lang="en-US" altLang="zh-CN" sz="2400" baseline="-25000" dirty="0">
                <a:solidFill>
                  <a:srgbClr val="003300"/>
                </a:solidFill>
                <a:latin typeface="Tahoma" panose="020B0604030504040204" pitchFamily="34" charset="0"/>
                <a:ea typeface="宋体" panose="02010600030101010101" pitchFamily="2" charset="-122"/>
              </a:rPr>
              <a:t>t=</a:t>
            </a:r>
            <a:r>
              <a:rPr lang="en-US" altLang="zh-CN" sz="2400" baseline="-25000" dirty="0">
                <a:solidFill>
                  <a:srgbClr val="003300"/>
                </a:solidFill>
                <a:latin typeface="Tahoma" panose="020B0604030504040204" pitchFamily="34" charset="0"/>
                <a:ea typeface="宋体" panose="02010600030101010101" pitchFamily="2" charset="-122"/>
                <a:sym typeface="Symbol" panose="05050102010706020507" pitchFamily="18" charset="2"/>
              </a:rPr>
              <a:t></a:t>
            </a:r>
            <a:r>
              <a:rPr lang="en-US" altLang="zh-CN" sz="2400" dirty="0">
                <a:solidFill>
                  <a:srgbClr val="003300"/>
                </a:solidFill>
                <a:latin typeface="Tahoma" panose="020B0604030504040204" pitchFamily="34" charset="0"/>
                <a:ea typeface="宋体" panose="02010600030101010101" pitchFamily="2" charset="-122"/>
              </a:rPr>
              <a:t>=f(</a:t>
            </a:r>
            <a:r>
              <a:rPr lang="en-US" altLang="zh-CN" sz="2400" dirty="0">
                <a:solidFill>
                  <a:srgbClr val="003300"/>
                </a:solidFill>
                <a:latin typeface="Tahoma" panose="020B0604030504040204" pitchFamily="34" charset="0"/>
                <a:ea typeface="宋体" panose="02010600030101010101" pitchFamily="2" charset="-122"/>
                <a:sym typeface="Symbol" panose="05050102010706020507" pitchFamily="18" charset="2"/>
              </a:rPr>
              <a:t></a:t>
            </a:r>
            <a:r>
              <a:rPr lang="en-US" altLang="zh-CN" sz="2400" dirty="0">
                <a:solidFill>
                  <a:srgbClr val="003300"/>
                </a:solidFill>
                <a:latin typeface="Tahoma" panose="020B0604030504040204" pitchFamily="34" charset="0"/>
                <a:ea typeface="宋体" panose="02010600030101010101" pitchFamily="2" charset="-122"/>
              </a:rPr>
              <a:t>)</a:t>
            </a:r>
            <a:endParaRPr lang="en-US" altLang="zh-CN" sz="2400" dirty="0">
              <a:solidFill>
                <a:srgbClr val="003300"/>
              </a:solidFill>
              <a:latin typeface="Tahoma" panose="020B0604030504040204" pitchFamily="34" charset="0"/>
              <a:ea typeface="宋体" panose="02010600030101010101" pitchFamily="2" charset="-122"/>
            </a:endParaRPr>
          </a:p>
        </p:txBody>
      </p:sp>
      <p:sp>
        <p:nvSpPr>
          <p:cNvPr id="371723" name="Text Box 11"/>
          <p:cNvSpPr txBox="1">
            <a:spLocks noChangeArrowheads="1"/>
          </p:cNvSpPr>
          <p:nvPr/>
        </p:nvSpPr>
        <p:spPr bwMode="auto">
          <a:xfrm>
            <a:off x="755575" y="4529279"/>
            <a:ext cx="518477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spcBef>
                <a:spcPct val="50000"/>
              </a:spcBef>
              <a:buFontTx/>
              <a:buNone/>
            </a:pPr>
            <a:r>
              <a:rPr lang="zh-CN" altLang="en-US" sz="2400" dirty="0">
                <a:solidFill>
                  <a:srgbClr val="003300"/>
                </a:solidFill>
                <a:latin typeface="Tahoma" panose="020B0604030504040204" pitchFamily="34" charset="0"/>
                <a:ea typeface="宋体" panose="02010600030101010101" pitchFamily="2" charset="-122"/>
              </a:rPr>
              <a:t>若</a:t>
            </a:r>
            <a:r>
              <a:rPr lang="en-US" altLang="zh-CN" sz="2400" dirty="0">
                <a:solidFill>
                  <a:srgbClr val="003300"/>
                </a:solidFill>
                <a:latin typeface="Tahoma" panose="020B0604030504040204" pitchFamily="34" charset="0"/>
                <a:ea typeface="宋体" panose="02010600030101010101" pitchFamily="2" charset="-122"/>
              </a:rPr>
              <a:t>f(t) </a:t>
            </a:r>
            <a:r>
              <a:rPr lang="zh-CN" altLang="en-US" sz="2400" dirty="0">
                <a:solidFill>
                  <a:srgbClr val="003300"/>
                </a:solidFill>
                <a:latin typeface="Tahoma" panose="020B0604030504040204" pitchFamily="34" charset="0"/>
                <a:ea typeface="宋体" panose="02010600030101010101" pitchFamily="2" charset="-122"/>
              </a:rPr>
              <a:t>有终值，且</a:t>
            </a:r>
            <a:r>
              <a:rPr lang="en-US" altLang="zh-CN" sz="2400" dirty="0">
                <a:solidFill>
                  <a:srgbClr val="003300"/>
                </a:solidFill>
                <a:latin typeface="Tahoma" panose="020B0604030504040204" pitchFamily="34" charset="0"/>
                <a:ea typeface="宋体" panose="02010600030101010101" pitchFamily="2" charset="-122"/>
              </a:rPr>
              <a:t>f(t) </a:t>
            </a:r>
            <a:r>
              <a:rPr lang="en-US" altLang="zh-CN" sz="2400" dirty="0">
                <a:solidFill>
                  <a:srgbClr val="003300"/>
                </a:solidFill>
                <a:latin typeface="Tahoma" panose="020B0604030504040204" pitchFamily="34" charset="0"/>
                <a:ea typeface="宋体" panose="02010600030101010101" pitchFamily="2" charset="-122"/>
                <a:sym typeface="Symbol" panose="05050102010706020507" pitchFamily="18" charset="2"/>
              </a:rPr>
              <a:t> </a:t>
            </a:r>
            <a:r>
              <a:rPr lang="en-US" altLang="zh-CN" sz="2400" dirty="0">
                <a:solidFill>
                  <a:srgbClr val="003300"/>
                </a:solidFill>
                <a:latin typeface="Tahoma" panose="020B0604030504040204" pitchFamily="34" charset="0"/>
                <a:ea typeface="宋体" panose="02010600030101010101" pitchFamily="2" charset="-122"/>
              </a:rPr>
              <a:t>F(s</a:t>
            </a:r>
            <a:r>
              <a:rPr lang="en-US" altLang="zh-CN" sz="2400" dirty="0">
                <a:solidFill>
                  <a:srgbClr val="003300"/>
                </a:solidFill>
                <a:latin typeface="Tahoma" panose="020B0604030504040204" pitchFamily="34" charset="0"/>
                <a:ea typeface="宋体" panose="02010600030101010101" pitchFamily="2" charset="-122"/>
                <a:sym typeface="Symbol" panose="05050102010706020507" pitchFamily="18" charset="2"/>
              </a:rPr>
              <a:t>)</a:t>
            </a:r>
            <a:r>
              <a:rPr lang="zh-CN" altLang="en-US" sz="2400" dirty="0">
                <a:solidFill>
                  <a:srgbClr val="003300"/>
                </a:solidFill>
                <a:latin typeface="Tahoma" panose="020B0604030504040204" pitchFamily="34" charset="0"/>
                <a:ea typeface="宋体" panose="02010600030101010101" pitchFamily="2" charset="-122"/>
                <a:sym typeface="Symbol" panose="05050102010706020507" pitchFamily="18" charset="2"/>
              </a:rPr>
              <a:t>，则</a:t>
            </a:r>
            <a:endParaRPr lang="zh-CN" altLang="en-US" sz="2400" dirty="0">
              <a:solidFill>
                <a:srgbClr val="003300"/>
              </a:solidFill>
              <a:latin typeface="Tahoma" panose="020B0604030504040204" pitchFamily="34" charset="0"/>
              <a:ea typeface="宋体" panose="02010600030101010101" pitchFamily="2" charset="-122"/>
              <a:sym typeface="Symbol" panose="05050102010706020507" pitchFamily="18" charset="2"/>
            </a:endParaRPr>
          </a:p>
        </p:txBody>
      </p:sp>
      <p:graphicFrame>
        <p:nvGraphicFramePr>
          <p:cNvPr id="371724" name="Object 12"/>
          <p:cNvGraphicFramePr>
            <a:graphicFrameLocks noChangeAspect="1"/>
          </p:cNvGraphicFramePr>
          <p:nvPr/>
        </p:nvGraphicFramePr>
        <p:xfrm>
          <a:off x="2174412" y="5260727"/>
          <a:ext cx="2301875" cy="558800"/>
        </p:xfrm>
        <a:graphic>
          <a:graphicData uri="http://schemas.openxmlformats.org/presentationml/2006/ole">
            <mc:AlternateContent xmlns:mc="http://schemas.openxmlformats.org/markup-compatibility/2006">
              <mc:Choice xmlns:v="urn:schemas-microsoft-com:vml" Requires="v">
                <p:oleObj spid="_x0000_s4" name="Equation" r:id="rId5" imgW="756920" imgH="167640" progId="Equation.3">
                  <p:embed/>
                </p:oleObj>
              </mc:Choice>
              <mc:Fallback>
                <p:oleObj name="Equation" r:id="rId5" imgW="756920" imgH="167640" progId="Equation.3">
                  <p:embed/>
                  <p:pic>
                    <p:nvPicPr>
                      <p:cNvPr id="0" name="Object 1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174412" y="5260727"/>
                        <a:ext cx="2301875" cy="558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371725" name="Rectangle 13"/>
          <p:cNvSpPr>
            <a:spLocks noGrp="1" noChangeArrowheads="1"/>
          </p:cNvSpPr>
          <p:nvPr>
            <p:ph type="title" idx="4294967295"/>
          </p:nvPr>
        </p:nvSpPr>
        <p:spPr>
          <a:xfrm>
            <a:off x="517031" y="683543"/>
            <a:ext cx="2555875" cy="657225"/>
          </a:xfrm>
          <a:noFill/>
          <a:ln w="9525" algn="ctr">
            <a:noFill/>
            <a:miter lim="800000"/>
          </a:ln>
          <a:effectLst/>
        </p:spPr>
        <p:txBody>
          <a:bodyPr anchor="b"/>
          <a:lstStyle/>
          <a:p>
            <a:pPr algn="l" eaLnBrk="1" hangingPunct="1">
              <a:lnSpc>
                <a:spcPct val="140000"/>
              </a:lnSpc>
            </a:pPr>
            <a:r>
              <a:rPr lang="en-US" altLang="zh-CN" sz="2800" b="1" kern="1200" dirty="0">
                <a:solidFill>
                  <a:srgbClr val="FF0000"/>
                </a:solidFill>
                <a:ea typeface="楷体_GB2312" pitchFamily="49" charset="-122"/>
                <a:cs typeface="+mn-cs"/>
              </a:rPr>
              <a:t>11</a:t>
            </a:r>
            <a:r>
              <a:rPr lang="zh-CN" altLang="en-US" sz="2800" b="1" kern="1200" dirty="0">
                <a:solidFill>
                  <a:srgbClr val="FF0000"/>
                </a:solidFill>
                <a:ea typeface="楷体_GB2312" pitchFamily="49" charset="-122"/>
                <a:cs typeface="+mn-cs"/>
              </a:rPr>
              <a:t>、初值定理：</a:t>
            </a:r>
            <a:endParaRPr lang="zh-CN" altLang="en-US" sz="2800" b="1" kern="1200" dirty="0">
              <a:solidFill>
                <a:srgbClr val="FF0000"/>
              </a:solidFill>
              <a:ea typeface="楷体_GB2312" pitchFamily="49" charset="-122"/>
              <a:cs typeface="+mn-cs"/>
            </a:endParaRPr>
          </a:p>
        </p:txBody>
      </p:sp>
      <p:sp>
        <p:nvSpPr>
          <p:cNvPr id="371726" name="Text Box 14"/>
          <p:cNvSpPr txBox="1">
            <a:spLocks noChangeArrowheads="1"/>
          </p:cNvSpPr>
          <p:nvPr/>
        </p:nvSpPr>
        <p:spPr bwMode="auto">
          <a:xfrm>
            <a:off x="849312" y="6063059"/>
            <a:ext cx="7445375" cy="822325"/>
          </a:xfrm>
          <a:prstGeom prst="rect">
            <a:avLst/>
          </a:prstGeom>
          <a:solidFill>
            <a:schemeClr val="tx1"/>
          </a:solidFill>
          <a:ln>
            <a:noFill/>
          </a:ln>
        </p:spPr>
        <p:txBody>
          <a:bodyPr>
            <a:spAutoFit/>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spcBef>
                <a:spcPct val="50000"/>
              </a:spcBef>
              <a:buFontTx/>
              <a:buNone/>
            </a:pPr>
            <a:r>
              <a:rPr lang="zh-CN" altLang="en-US" sz="2400">
                <a:solidFill>
                  <a:srgbClr val="6600CC"/>
                </a:solidFill>
                <a:latin typeface="Tahoma" panose="020B0604030504040204" pitchFamily="34" charset="0"/>
                <a:ea typeface="宋体" panose="02010600030101010101" pitchFamily="2" charset="-122"/>
              </a:rPr>
              <a:t>注意：</a:t>
            </a:r>
            <a:r>
              <a:rPr lang="zh-CN" altLang="en-US" sz="2400">
                <a:solidFill>
                  <a:srgbClr val="800000"/>
                </a:solidFill>
                <a:latin typeface="Tahoma" panose="020B0604030504040204" pitchFamily="34" charset="0"/>
                <a:ea typeface="宋体" panose="02010600030101010101" pitchFamily="2" charset="-122"/>
              </a:rPr>
              <a:t>终值存在的条件：</a:t>
            </a:r>
            <a:r>
              <a:rPr lang="en-US" altLang="zh-CN" sz="2400">
                <a:solidFill>
                  <a:srgbClr val="800000"/>
                </a:solidFill>
                <a:latin typeface="Tahoma" panose="020B0604030504040204" pitchFamily="34" charset="0"/>
                <a:ea typeface="宋体" panose="02010600030101010101" pitchFamily="2" charset="-122"/>
              </a:rPr>
              <a:t>F(s)</a:t>
            </a:r>
            <a:r>
              <a:rPr lang="zh-CN" altLang="en-US" sz="2400">
                <a:solidFill>
                  <a:srgbClr val="800000"/>
                </a:solidFill>
                <a:latin typeface="Tahoma" panose="020B0604030504040204" pitchFamily="34" charset="0"/>
                <a:ea typeface="宋体" panose="02010600030101010101" pitchFamily="2" charset="-122"/>
              </a:rPr>
              <a:t>所有极点都位于</a:t>
            </a:r>
            <a:r>
              <a:rPr lang="en-US" altLang="zh-CN" sz="2400">
                <a:solidFill>
                  <a:srgbClr val="800000"/>
                </a:solidFill>
                <a:latin typeface="Tahoma" panose="020B0604030504040204" pitchFamily="34" charset="0"/>
                <a:ea typeface="宋体" panose="02010600030101010101" pitchFamily="2" charset="-122"/>
              </a:rPr>
              <a:t>s</a:t>
            </a:r>
            <a:r>
              <a:rPr lang="zh-CN" altLang="en-US" sz="2400">
                <a:solidFill>
                  <a:srgbClr val="800000"/>
                </a:solidFill>
                <a:latin typeface="Tahoma" panose="020B0604030504040204" pitchFamily="34" charset="0"/>
                <a:ea typeface="宋体" panose="02010600030101010101" pitchFamily="2" charset="-122"/>
              </a:rPr>
              <a:t>左半平面（包括原点处的单极点）</a:t>
            </a:r>
            <a:endParaRPr lang="zh-CN" altLang="en-US" sz="2000">
              <a:solidFill>
                <a:srgbClr val="800000"/>
              </a:solidFill>
              <a:latin typeface="Tahoma" panose="020B0604030504040204" pitchFamily="34" charset="0"/>
              <a:ea typeface="宋体" panose="02010600030101010101" pitchFamily="2" charset="-122"/>
            </a:endParaRPr>
          </a:p>
        </p:txBody>
      </p:sp>
      <p:sp>
        <p:nvSpPr>
          <p:cNvPr id="371727" name="Rectangle 15"/>
          <p:cNvSpPr>
            <a:spLocks noChangeArrowheads="1"/>
          </p:cNvSpPr>
          <p:nvPr/>
        </p:nvSpPr>
        <p:spPr bwMode="auto">
          <a:xfrm>
            <a:off x="971600" y="1455167"/>
            <a:ext cx="69342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spcBef>
                <a:spcPct val="0"/>
              </a:spcBef>
              <a:buFontTx/>
              <a:buNone/>
            </a:pPr>
            <a:r>
              <a:rPr lang="zh-CN" altLang="en-US" sz="2400" dirty="0">
                <a:solidFill>
                  <a:srgbClr val="003300"/>
                </a:solidFill>
                <a:latin typeface="Tahoma" panose="020B0604030504040204" pitchFamily="34" charset="0"/>
                <a:ea typeface="宋体" panose="02010600030101010101" pitchFamily="2" charset="-122"/>
              </a:rPr>
              <a:t>当</a:t>
            </a:r>
            <a:r>
              <a:rPr lang="en-US" altLang="zh-CN" sz="2400" dirty="0">
                <a:solidFill>
                  <a:srgbClr val="003300"/>
                </a:solidFill>
                <a:latin typeface="Tahoma" panose="020B0604030504040204" pitchFamily="34" charset="0"/>
                <a:ea typeface="宋体" panose="02010600030101010101" pitchFamily="2" charset="-122"/>
              </a:rPr>
              <a:t>f(t)</a:t>
            </a:r>
            <a:r>
              <a:rPr lang="zh-CN" altLang="en-US" sz="2400" dirty="0">
                <a:solidFill>
                  <a:srgbClr val="003300"/>
                </a:solidFill>
                <a:latin typeface="Tahoma" panose="020B0604030504040204" pitchFamily="34" charset="0"/>
                <a:ea typeface="宋体" panose="02010600030101010101" pitchFamily="2" charset="-122"/>
              </a:rPr>
              <a:t>含有冲激及其导数</a:t>
            </a:r>
            <a:r>
              <a:rPr lang="zh-CN" altLang="en-US" sz="2400" dirty="0">
                <a:solidFill>
                  <a:srgbClr val="003300"/>
                </a:solidFill>
                <a:latin typeface="Tahoma" panose="020B0604030504040204" pitchFamily="34" charset="0"/>
                <a:ea typeface="宋体" panose="02010600030101010101" pitchFamily="2" charset="-122"/>
                <a:sym typeface="Symbol" panose="05050102010706020507" pitchFamily="18" charset="2"/>
              </a:rPr>
              <a:t>时，有</a:t>
            </a:r>
            <a:endParaRPr lang="zh-CN" altLang="en-US" sz="2400" dirty="0">
              <a:solidFill>
                <a:srgbClr val="003300"/>
              </a:solidFill>
              <a:latin typeface="Tahoma" panose="020B0604030504040204" pitchFamily="34" charset="0"/>
              <a:ea typeface="宋体" panose="02010600030101010101" pitchFamily="2" charset="-122"/>
            </a:endParaRPr>
          </a:p>
        </p:txBody>
      </p:sp>
      <p:sp>
        <p:nvSpPr>
          <p:cNvPr id="17" name="Rectangle 2"/>
          <p:cNvSpPr>
            <a:spLocks noChangeArrowheads="1"/>
          </p:cNvSpPr>
          <p:nvPr/>
        </p:nvSpPr>
        <p:spPr bwMode="auto">
          <a:xfrm>
            <a:off x="467544" y="-27384"/>
            <a:ext cx="8028956" cy="490537"/>
          </a:xfrm>
          <a:prstGeom prst="rect">
            <a:avLst/>
          </a:prstGeom>
          <a:solidFill>
            <a:schemeClr val="bg1"/>
          </a:solidFill>
          <a:ln>
            <a:noFill/>
          </a:ln>
          <a:effectLst>
            <a:outerShdw blurRad="63500" dist="38099" dir="2700000" algn="ctr" rotWithShape="0">
              <a:schemeClr val="bg2">
                <a:alpha val="74998"/>
              </a:schemeClr>
            </a:outerShdw>
          </a:effectLst>
        </p:spPr>
        <p:txBody>
          <a:bodyPr anchor="ctr"/>
          <a:lstStyle/>
          <a:p>
            <a:pPr eaLnBrk="1" hangingPunct="1">
              <a:defRPr/>
            </a:pPr>
            <a:r>
              <a:rPr lang="zh-CN" altLang="en-US" sz="2800" dirty="0">
                <a:effectLst>
                  <a:outerShdw blurRad="38100" dist="38100" dir="2700000" algn="tl">
                    <a:srgbClr val="000000"/>
                  </a:outerShdw>
                </a:effectLst>
                <a:ea typeface="黑体" panose="02010609060101010101" charset="-122"/>
              </a:rPr>
              <a:t>回顾</a:t>
            </a:r>
            <a:r>
              <a:rPr lang="en-US" altLang="zh-CN" sz="2800" dirty="0">
                <a:effectLst>
                  <a:outerShdw blurRad="38100" dist="38100" dir="2700000" algn="tl">
                    <a:srgbClr val="000000"/>
                  </a:outerShdw>
                </a:effectLst>
                <a:ea typeface="黑体" panose="02010609060101010101" charset="-122"/>
              </a:rPr>
              <a:t>3</a:t>
            </a:r>
            <a:r>
              <a:rPr lang="zh-CN" altLang="en-US" sz="2800" dirty="0">
                <a:effectLst>
                  <a:outerShdw blurRad="38100" dist="38100" dir="2700000" algn="tl">
                    <a:srgbClr val="000000"/>
                  </a:outerShdw>
                </a:effectLst>
                <a:ea typeface="黑体" panose="02010609060101010101" charset="-122"/>
              </a:rPr>
              <a:t>    拉普拉斯变换的性质</a:t>
            </a:r>
            <a:endParaRPr lang="zh-CN" altLang="en-US" sz="2800" dirty="0">
              <a:solidFill>
                <a:srgbClr val="FF0000"/>
              </a:solidFill>
              <a:effectLst>
                <a:outerShdw blurRad="38100" dist="38100" dir="2700000" algn="tl">
                  <a:srgbClr val="000000"/>
                </a:outerShdw>
              </a:effectLst>
              <a:ea typeface="黑体" panose="02010609060101010101" charset="-122"/>
            </a:endParaRPr>
          </a:p>
        </p:txBody>
      </p:sp>
    </p:spTree>
    <p:custDataLst>
      <p:tags r:id="rId7"/>
    </p:custDataLst>
  </p:cSld>
  <p:clrMapOvr>
    <a:masterClrMapping/>
  </p:clrMapOvr>
  <mc:AlternateContent xmlns:mc="http://schemas.openxmlformats.org/markup-compatibility/2006">
    <mc:Choice xmlns:p14="http://schemas.microsoft.com/office/powerpoint/2010/main" Requires="p14">
      <p:transition spd="slow" p14:dur="2000" advTm="3137"/>
    </mc:Choice>
    <mc:Fallback>
      <p:transition spd="slow" advTm="3137"/>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371727"/>
                                        </p:tgtEl>
                                        <p:attrNameLst>
                                          <p:attrName>style.visibility</p:attrName>
                                        </p:attrNameLst>
                                      </p:cBhvr>
                                      <p:to>
                                        <p:strVal val="visible"/>
                                      </p:to>
                                    </p:set>
                                    <p:anim calcmode="lin" valueType="num">
                                      <p:cBhvr additive="base">
                                        <p:cTn id="7" dur="500" fill="hold"/>
                                        <p:tgtEl>
                                          <p:spTgt spid="371727"/>
                                        </p:tgtEl>
                                        <p:attrNameLst>
                                          <p:attrName>ppt_x</p:attrName>
                                        </p:attrNameLst>
                                      </p:cBhvr>
                                      <p:tavLst>
                                        <p:tav tm="0">
                                          <p:val>
                                            <p:strVal val="0-#ppt_w/2"/>
                                          </p:val>
                                        </p:tav>
                                        <p:tav tm="100000">
                                          <p:val>
                                            <p:strVal val="#ppt_x"/>
                                          </p:val>
                                        </p:tav>
                                      </p:tavLst>
                                    </p:anim>
                                    <p:anim calcmode="lin" valueType="num">
                                      <p:cBhvr additive="base">
                                        <p:cTn id="8" dur="500" fill="hold"/>
                                        <p:tgtEl>
                                          <p:spTgt spid="371727"/>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9" presetClass="entr" presetSubtype="0" fill="hold" nodeType="afterEffect">
                                  <p:stCondLst>
                                    <p:cond delay="0"/>
                                  </p:stCondLst>
                                  <p:childTnLst>
                                    <p:set>
                                      <p:cBhvr>
                                        <p:cTn id="11" dur="1" fill="hold">
                                          <p:stCondLst>
                                            <p:cond delay="0"/>
                                          </p:stCondLst>
                                        </p:cTn>
                                        <p:tgtEl>
                                          <p:spTgt spid="371718"/>
                                        </p:tgtEl>
                                        <p:attrNameLst>
                                          <p:attrName>style.visibility</p:attrName>
                                        </p:attrNameLst>
                                      </p:cBhvr>
                                      <p:to>
                                        <p:strVal val="visible"/>
                                      </p:to>
                                    </p:set>
                                    <p:animEffect transition="in" filter="dissolve">
                                      <p:cBhvr>
                                        <p:cTn id="12" dur="500"/>
                                        <p:tgtEl>
                                          <p:spTgt spid="371718"/>
                                        </p:tgtEl>
                                      </p:cBhvr>
                                    </p:animEffect>
                                  </p:childTnLst>
                                </p:cTn>
                              </p:par>
                            </p:childTnLst>
                          </p:cTn>
                        </p:par>
                        <p:par>
                          <p:cTn id="13" fill="hold">
                            <p:stCondLst>
                              <p:cond delay="1000"/>
                            </p:stCondLst>
                            <p:childTnLst>
                              <p:par>
                                <p:cTn id="14" presetID="9" presetClass="entr" presetSubtype="0" fill="hold" nodeType="afterEffect">
                                  <p:stCondLst>
                                    <p:cond delay="0"/>
                                  </p:stCondLst>
                                  <p:childTnLst>
                                    <p:set>
                                      <p:cBhvr>
                                        <p:cTn id="15" dur="1" fill="hold">
                                          <p:stCondLst>
                                            <p:cond delay="0"/>
                                          </p:stCondLst>
                                        </p:cTn>
                                        <p:tgtEl>
                                          <p:spTgt spid="371720"/>
                                        </p:tgtEl>
                                        <p:attrNameLst>
                                          <p:attrName>style.visibility</p:attrName>
                                        </p:attrNameLst>
                                      </p:cBhvr>
                                      <p:to>
                                        <p:strVal val="visible"/>
                                      </p:to>
                                    </p:set>
                                    <p:animEffect transition="in" filter="dissolve">
                                      <p:cBhvr>
                                        <p:cTn id="16" dur="500"/>
                                        <p:tgtEl>
                                          <p:spTgt spid="371720"/>
                                        </p:tgtEl>
                                      </p:cBhvr>
                                    </p:animEffect>
                                  </p:childTnLst>
                                </p:cTn>
                              </p:par>
                            </p:childTnLst>
                          </p:cTn>
                        </p:par>
                      </p:childTnLst>
                    </p:cTn>
                  </p:par>
                  <p:par>
                    <p:cTn id="17" fill="hold">
                      <p:stCondLst>
                        <p:cond delay="indefinite"/>
                      </p:stCondLst>
                      <p:childTnLst>
                        <p:par>
                          <p:cTn id="18" fill="hold">
                            <p:stCondLst>
                              <p:cond delay="0"/>
                            </p:stCondLst>
                            <p:childTnLst>
                              <p:par>
                                <p:cTn id="19" presetID="2" presetClass="entr" presetSubtype="8" fill="hold" grpId="0" nodeType="clickEffect">
                                  <p:stCondLst>
                                    <p:cond delay="0"/>
                                  </p:stCondLst>
                                  <p:childTnLst>
                                    <p:set>
                                      <p:cBhvr>
                                        <p:cTn id="20" dur="1" fill="hold">
                                          <p:stCondLst>
                                            <p:cond delay="0"/>
                                          </p:stCondLst>
                                        </p:cTn>
                                        <p:tgtEl>
                                          <p:spTgt spid="371721"/>
                                        </p:tgtEl>
                                        <p:attrNameLst>
                                          <p:attrName>style.visibility</p:attrName>
                                        </p:attrNameLst>
                                      </p:cBhvr>
                                      <p:to>
                                        <p:strVal val="visible"/>
                                      </p:to>
                                    </p:set>
                                    <p:anim calcmode="lin" valueType="num">
                                      <p:cBhvr additive="base">
                                        <p:cTn id="21" dur="500" fill="hold"/>
                                        <p:tgtEl>
                                          <p:spTgt spid="371721"/>
                                        </p:tgtEl>
                                        <p:attrNameLst>
                                          <p:attrName>ppt_x</p:attrName>
                                        </p:attrNameLst>
                                      </p:cBhvr>
                                      <p:tavLst>
                                        <p:tav tm="0">
                                          <p:val>
                                            <p:strVal val="0-#ppt_w/2"/>
                                          </p:val>
                                        </p:tav>
                                        <p:tav tm="100000">
                                          <p:val>
                                            <p:strVal val="#ppt_x"/>
                                          </p:val>
                                        </p:tav>
                                      </p:tavLst>
                                    </p:anim>
                                    <p:anim calcmode="lin" valueType="num">
                                      <p:cBhvr additive="base">
                                        <p:cTn id="22" dur="500" fill="hold"/>
                                        <p:tgtEl>
                                          <p:spTgt spid="371721"/>
                                        </p:tgtEl>
                                        <p:attrNameLst>
                                          <p:attrName>ppt_y</p:attrName>
                                        </p:attrNameLst>
                                      </p:cBhvr>
                                      <p:tavLst>
                                        <p:tav tm="0">
                                          <p:val>
                                            <p:strVal val="#ppt_y"/>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2" fill="hold" grpId="0" nodeType="clickEffect">
                                  <p:stCondLst>
                                    <p:cond delay="0"/>
                                  </p:stCondLst>
                                  <p:childTnLst>
                                    <p:set>
                                      <p:cBhvr>
                                        <p:cTn id="26" dur="1" fill="hold">
                                          <p:stCondLst>
                                            <p:cond delay="0"/>
                                          </p:stCondLst>
                                        </p:cTn>
                                        <p:tgtEl>
                                          <p:spTgt spid="371722"/>
                                        </p:tgtEl>
                                        <p:attrNameLst>
                                          <p:attrName>style.visibility</p:attrName>
                                        </p:attrNameLst>
                                      </p:cBhvr>
                                      <p:to>
                                        <p:strVal val="visible"/>
                                      </p:to>
                                    </p:set>
                                    <p:anim calcmode="lin" valueType="num">
                                      <p:cBhvr additive="base">
                                        <p:cTn id="27" dur="500" fill="hold"/>
                                        <p:tgtEl>
                                          <p:spTgt spid="371722"/>
                                        </p:tgtEl>
                                        <p:attrNameLst>
                                          <p:attrName>ppt_x</p:attrName>
                                        </p:attrNameLst>
                                      </p:cBhvr>
                                      <p:tavLst>
                                        <p:tav tm="0">
                                          <p:val>
                                            <p:strVal val="1+#ppt_w/2"/>
                                          </p:val>
                                        </p:tav>
                                        <p:tav tm="100000">
                                          <p:val>
                                            <p:strVal val="#ppt_x"/>
                                          </p:val>
                                        </p:tav>
                                      </p:tavLst>
                                    </p:anim>
                                    <p:anim calcmode="lin" valueType="num">
                                      <p:cBhvr additive="base">
                                        <p:cTn id="28" dur="500" fill="hold"/>
                                        <p:tgtEl>
                                          <p:spTgt spid="371722"/>
                                        </p:tgtEl>
                                        <p:attrNameLst>
                                          <p:attrName>ppt_y</p:attrName>
                                        </p:attrNameLst>
                                      </p:cBhvr>
                                      <p:tavLst>
                                        <p:tav tm="0">
                                          <p:val>
                                            <p:strVal val="#ppt_y"/>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2" fill="hold" grpId="0" nodeType="clickEffect">
                                  <p:stCondLst>
                                    <p:cond delay="0"/>
                                  </p:stCondLst>
                                  <p:childTnLst>
                                    <p:set>
                                      <p:cBhvr>
                                        <p:cTn id="32" dur="1" fill="hold">
                                          <p:stCondLst>
                                            <p:cond delay="0"/>
                                          </p:stCondLst>
                                        </p:cTn>
                                        <p:tgtEl>
                                          <p:spTgt spid="371723"/>
                                        </p:tgtEl>
                                        <p:attrNameLst>
                                          <p:attrName>style.visibility</p:attrName>
                                        </p:attrNameLst>
                                      </p:cBhvr>
                                      <p:to>
                                        <p:strVal val="visible"/>
                                      </p:to>
                                    </p:set>
                                    <p:anim calcmode="lin" valueType="num">
                                      <p:cBhvr additive="base">
                                        <p:cTn id="33" dur="500" fill="hold"/>
                                        <p:tgtEl>
                                          <p:spTgt spid="371723"/>
                                        </p:tgtEl>
                                        <p:attrNameLst>
                                          <p:attrName>ppt_x</p:attrName>
                                        </p:attrNameLst>
                                      </p:cBhvr>
                                      <p:tavLst>
                                        <p:tav tm="0">
                                          <p:val>
                                            <p:strVal val="1+#ppt_w/2"/>
                                          </p:val>
                                        </p:tav>
                                        <p:tav tm="100000">
                                          <p:val>
                                            <p:strVal val="#ppt_x"/>
                                          </p:val>
                                        </p:tav>
                                      </p:tavLst>
                                    </p:anim>
                                    <p:anim calcmode="lin" valueType="num">
                                      <p:cBhvr additive="base">
                                        <p:cTn id="34" dur="500" fill="hold"/>
                                        <p:tgtEl>
                                          <p:spTgt spid="371723"/>
                                        </p:tgtEl>
                                        <p:attrNameLst>
                                          <p:attrName>ppt_y</p:attrName>
                                        </p:attrNameLst>
                                      </p:cBhvr>
                                      <p:tavLst>
                                        <p:tav tm="0">
                                          <p:val>
                                            <p:strVal val="#ppt_y"/>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9" presetClass="entr" presetSubtype="0" fill="hold" nodeType="clickEffect">
                                  <p:stCondLst>
                                    <p:cond delay="0"/>
                                  </p:stCondLst>
                                  <p:childTnLst>
                                    <p:set>
                                      <p:cBhvr>
                                        <p:cTn id="38" dur="1" fill="hold">
                                          <p:stCondLst>
                                            <p:cond delay="0"/>
                                          </p:stCondLst>
                                        </p:cTn>
                                        <p:tgtEl>
                                          <p:spTgt spid="371724"/>
                                        </p:tgtEl>
                                        <p:attrNameLst>
                                          <p:attrName>style.visibility</p:attrName>
                                        </p:attrNameLst>
                                      </p:cBhvr>
                                      <p:to>
                                        <p:strVal val="visible"/>
                                      </p:to>
                                    </p:set>
                                    <p:animEffect transition="in" filter="dissolve">
                                      <p:cBhvr>
                                        <p:cTn id="39" dur="500"/>
                                        <p:tgtEl>
                                          <p:spTgt spid="371724"/>
                                        </p:tgtEl>
                                      </p:cBhvr>
                                    </p:animEffect>
                                  </p:childTnLst>
                                </p:cTn>
                              </p:par>
                            </p:childTnLst>
                          </p:cTn>
                        </p:par>
                      </p:childTnLst>
                    </p:cTn>
                  </p:par>
                  <p:par>
                    <p:cTn id="40" fill="hold">
                      <p:stCondLst>
                        <p:cond delay="indefinite"/>
                      </p:stCondLst>
                      <p:childTnLst>
                        <p:par>
                          <p:cTn id="41" fill="hold">
                            <p:stCondLst>
                              <p:cond delay="0"/>
                            </p:stCondLst>
                            <p:childTnLst>
                              <p:par>
                                <p:cTn id="42" presetID="2" presetClass="entr" presetSubtype="4" fill="hold" grpId="0" nodeType="clickEffect">
                                  <p:stCondLst>
                                    <p:cond delay="0"/>
                                  </p:stCondLst>
                                  <p:childTnLst>
                                    <p:set>
                                      <p:cBhvr>
                                        <p:cTn id="43" dur="1" fill="hold">
                                          <p:stCondLst>
                                            <p:cond delay="0"/>
                                          </p:stCondLst>
                                        </p:cTn>
                                        <p:tgtEl>
                                          <p:spTgt spid="371726"/>
                                        </p:tgtEl>
                                        <p:attrNameLst>
                                          <p:attrName>style.visibility</p:attrName>
                                        </p:attrNameLst>
                                      </p:cBhvr>
                                      <p:to>
                                        <p:strVal val="visible"/>
                                      </p:to>
                                    </p:set>
                                    <p:anim calcmode="lin" valueType="num">
                                      <p:cBhvr additive="base">
                                        <p:cTn id="44" dur="500" fill="hold"/>
                                        <p:tgtEl>
                                          <p:spTgt spid="371726"/>
                                        </p:tgtEl>
                                        <p:attrNameLst>
                                          <p:attrName>ppt_x</p:attrName>
                                        </p:attrNameLst>
                                      </p:cBhvr>
                                      <p:tavLst>
                                        <p:tav tm="0">
                                          <p:val>
                                            <p:strVal val="#ppt_x"/>
                                          </p:val>
                                        </p:tav>
                                        <p:tav tm="100000">
                                          <p:val>
                                            <p:strVal val="#ppt_x"/>
                                          </p:val>
                                        </p:tav>
                                      </p:tavLst>
                                    </p:anim>
                                    <p:anim calcmode="lin" valueType="num">
                                      <p:cBhvr additive="base">
                                        <p:cTn id="45" dur="500" fill="hold"/>
                                        <p:tgtEl>
                                          <p:spTgt spid="37172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1721" grpId="0" autoUpdateAnimBg="0"/>
      <p:bldP spid="371722" grpId="0" autoUpdateAnimBg="0"/>
      <p:bldP spid="371723" grpId="0" autoUpdateAnimBg="0"/>
      <p:bldP spid="371726" grpId="0" animBg="1" autoUpdateAnimBg="0"/>
      <p:bldP spid="371727" grpId="0" autoUpdateAnimBg="0"/>
    </p:bld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4"/>
          <p:cNvSpPr>
            <a:spLocks noGrp="1" noChangeArrowheads="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a:spcBef>
                <a:spcPct val="0"/>
              </a:spcBef>
              <a:buFontTx/>
              <a:buNone/>
            </a:pPr>
            <a:fld id="{8E0157A4-944F-4EC8-8969-DCB52287F7C0}" type="datetime1">
              <a:rPr kumimoji="0" lang="zh-CN" altLang="en-US" sz="1200" smtClean="0">
                <a:solidFill>
                  <a:srgbClr val="000000"/>
                </a:solidFill>
                <a:ea typeface="宋体" panose="02010600030101010101" pitchFamily="2" charset="-122"/>
              </a:rPr>
            </a:fld>
            <a:r>
              <a:rPr kumimoji="0" lang="en-US" altLang="zh-CN" sz="1200">
                <a:solidFill>
                  <a:srgbClr val="000000"/>
                </a:solidFill>
                <a:ea typeface="宋体" panose="02010600030101010101" pitchFamily="2" charset="-122"/>
              </a:rPr>
              <a:t>**</a:t>
            </a:r>
            <a:endParaRPr kumimoji="0" lang="en-US" altLang="zh-CN" sz="1200">
              <a:solidFill>
                <a:srgbClr val="000000"/>
              </a:solidFill>
              <a:ea typeface="宋体" panose="02010600030101010101" pitchFamily="2" charset="-122"/>
            </a:endParaRPr>
          </a:p>
        </p:txBody>
      </p:sp>
      <p:sp>
        <p:nvSpPr>
          <p:cNvPr id="306178" name="Rectangle 2"/>
          <p:cNvSpPr>
            <a:spLocks noGrp="1" noChangeArrowheads="1"/>
          </p:cNvSpPr>
          <p:nvPr>
            <p:ph type="title" idx="4294967295"/>
          </p:nvPr>
        </p:nvSpPr>
        <p:spPr>
          <a:xfrm>
            <a:off x="611188" y="179388"/>
            <a:ext cx="6553200" cy="550862"/>
          </a:xfrm>
          <a:solidFill>
            <a:schemeClr val="bg1"/>
          </a:solidFill>
          <a:effectLst>
            <a:outerShdw dist="35921" dir="2700000" algn="ctr" rotWithShape="0">
              <a:srgbClr val="000000">
                <a:alpha val="74997"/>
              </a:srgbClr>
            </a:outerShdw>
          </a:effectLst>
        </p:spPr>
        <p:txBody>
          <a:bodyPr/>
          <a:lstStyle/>
          <a:p>
            <a:pPr eaLnBrk="1" hangingPunct="1">
              <a:defRPr/>
            </a:pPr>
            <a:r>
              <a:rPr kumimoji="0" lang="en-US" altLang="zh-CN" sz="2800" b="1">
                <a:solidFill>
                  <a:schemeClr val="tx1"/>
                </a:solidFill>
                <a:effectLst>
                  <a:outerShdw blurRad="38100" dist="38100" dir="2700000" algn="tl">
                    <a:srgbClr val="000000"/>
                  </a:outerShdw>
                </a:effectLst>
              </a:rPr>
              <a:t>§5.7 </a:t>
            </a:r>
            <a:r>
              <a:rPr kumimoji="0" lang="zh-CN" altLang="en-US" sz="2800" b="1">
                <a:solidFill>
                  <a:schemeClr val="tx1"/>
                </a:solidFill>
                <a:effectLst>
                  <a:outerShdw blurRad="38100" dist="38100" dir="2700000" algn="tl">
                    <a:srgbClr val="000000"/>
                  </a:outerShdw>
                </a:effectLst>
              </a:rPr>
              <a:t>线性系统的拉普拉斯变换分析方法</a:t>
            </a:r>
            <a:endParaRPr kumimoji="0" lang="zh-CN" altLang="en-US" sz="2800" b="1">
              <a:solidFill>
                <a:schemeClr val="tx1"/>
              </a:solidFill>
              <a:effectLst>
                <a:outerShdw blurRad="38100" dist="38100" dir="2700000" algn="tl">
                  <a:srgbClr val="000000"/>
                </a:outerShdw>
              </a:effectLst>
            </a:endParaRPr>
          </a:p>
        </p:txBody>
      </p:sp>
      <p:sp>
        <p:nvSpPr>
          <p:cNvPr id="306189" name="Rectangle 13"/>
          <p:cNvSpPr>
            <a:spLocks noChangeArrowheads="1"/>
          </p:cNvSpPr>
          <p:nvPr/>
        </p:nvSpPr>
        <p:spPr bwMode="auto">
          <a:xfrm>
            <a:off x="827584" y="1196752"/>
            <a:ext cx="7848872" cy="4892675"/>
          </a:xfrm>
          <a:prstGeom prst="rect">
            <a:avLst/>
          </a:prstGeom>
          <a:noFill/>
          <a:ln w="28575">
            <a:solidFill>
              <a:schemeClr val="accent1"/>
            </a:solidFill>
            <a:miter lim="800000"/>
          </a:ln>
          <a:extLst>
            <a:ext uri="{909E8E84-426E-40DD-AFC4-6F175D3DCCD1}">
              <a14:hiddenFill xmlns:a14="http://schemas.microsoft.com/office/drawing/2010/main">
                <a:solidFill>
                  <a:srgbClr val="FFFFFF"/>
                </a:solidFill>
              </a14:hiddenFill>
            </a:ext>
          </a:extLst>
        </p:spPr>
        <p:txBody>
          <a:bodyPr wrap="square">
            <a:spAutoFit/>
          </a:bodyPr>
          <a:lstStyle>
            <a:lvl1pPr marL="355600" indent="-355600">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lnSpc>
                <a:spcPct val="150000"/>
              </a:lnSpc>
              <a:spcBef>
                <a:spcPct val="50000"/>
              </a:spcBef>
              <a:buClr>
                <a:schemeClr val="folHlink"/>
              </a:buClr>
              <a:buSzPct val="60000"/>
              <a:buFont typeface="Wingdings" panose="05000000000000000000" pitchFamily="2" charset="2"/>
              <a:buNone/>
            </a:pPr>
            <a:r>
              <a:rPr lang="zh-CN" altLang="en-US" sz="2400" dirty="0">
                <a:solidFill>
                  <a:srgbClr val="161616"/>
                </a:solidFill>
                <a:ea typeface="楷体_GB2312" pitchFamily="49" charset="-122"/>
              </a:rPr>
              <a:t>一、由方程求响应       </a:t>
            </a:r>
            <a:endParaRPr lang="zh-CN" altLang="en-US" sz="2400" dirty="0">
              <a:solidFill>
                <a:srgbClr val="161616"/>
              </a:solidFill>
              <a:ea typeface="楷体_GB2312" pitchFamily="49" charset="-122"/>
            </a:endParaRPr>
          </a:p>
          <a:p>
            <a:pPr lvl="1" eaLnBrk="1" hangingPunct="1">
              <a:lnSpc>
                <a:spcPct val="150000"/>
              </a:lnSpc>
              <a:spcBef>
                <a:spcPct val="50000"/>
              </a:spcBef>
              <a:buClr>
                <a:srgbClr val="FF0000"/>
              </a:buClr>
              <a:buFont typeface="Wingdings" panose="05000000000000000000" pitchFamily="2" charset="2"/>
              <a:buChar char="l"/>
            </a:pPr>
            <a:r>
              <a:rPr lang="zh-CN" altLang="en-US" sz="2400" dirty="0">
                <a:solidFill>
                  <a:srgbClr val="161616"/>
                </a:solidFill>
                <a:ea typeface="楷体_GB2312" pitchFamily="49" charset="-122"/>
              </a:rPr>
              <a:t>利用拉氏变换求线性系统的响应时，需要首先对描述系统输入输出关系的</a:t>
            </a:r>
            <a:r>
              <a:rPr lang="zh-CN" altLang="en-US" sz="2400" dirty="0">
                <a:solidFill>
                  <a:srgbClr val="FF0000"/>
                </a:solidFill>
                <a:ea typeface="楷体_GB2312" pitchFamily="49" charset="-122"/>
              </a:rPr>
              <a:t>微分方程进行拉氏变换</a:t>
            </a:r>
            <a:r>
              <a:rPr lang="zh-CN" altLang="en-US" sz="2400" dirty="0">
                <a:solidFill>
                  <a:srgbClr val="161616"/>
                </a:solidFill>
                <a:ea typeface="楷体_GB2312" pitchFamily="49" charset="-122"/>
              </a:rPr>
              <a:t>，得到一个</a:t>
            </a:r>
            <a:r>
              <a:rPr lang="en-US" altLang="zh-CN" sz="2400" dirty="0">
                <a:solidFill>
                  <a:srgbClr val="FF0000"/>
                </a:solidFill>
                <a:ea typeface="楷体_GB2312" pitchFamily="49" charset="-122"/>
              </a:rPr>
              <a:t>s</a:t>
            </a:r>
            <a:r>
              <a:rPr lang="zh-CN" altLang="en-US" sz="2400" dirty="0">
                <a:solidFill>
                  <a:srgbClr val="FF0000"/>
                </a:solidFill>
                <a:ea typeface="楷体_GB2312" pitchFamily="49" charset="-122"/>
              </a:rPr>
              <a:t>域的代数方程</a:t>
            </a:r>
            <a:r>
              <a:rPr lang="en-US" altLang="zh-CN" sz="2400" dirty="0">
                <a:solidFill>
                  <a:srgbClr val="161616"/>
                </a:solidFill>
                <a:ea typeface="楷体_GB2312" pitchFamily="49" charset="-122"/>
              </a:rPr>
              <a:t>;</a:t>
            </a:r>
            <a:endParaRPr lang="en-US" altLang="zh-CN" sz="2400" dirty="0">
              <a:solidFill>
                <a:srgbClr val="161616"/>
              </a:solidFill>
              <a:ea typeface="楷体_GB2312" pitchFamily="49" charset="-122"/>
            </a:endParaRPr>
          </a:p>
          <a:p>
            <a:pPr lvl="1" eaLnBrk="1" hangingPunct="1">
              <a:lnSpc>
                <a:spcPct val="150000"/>
              </a:lnSpc>
              <a:spcBef>
                <a:spcPct val="50000"/>
              </a:spcBef>
              <a:buClr>
                <a:srgbClr val="FF0000"/>
              </a:buClr>
              <a:buFont typeface="Wingdings" panose="05000000000000000000" pitchFamily="2" charset="2"/>
              <a:buChar char="l"/>
            </a:pPr>
            <a:r>
              <a:rPr lang="zh-CN" altLang="en-US" sz="2400" dirty="0">
                <a:solidFill>
                  <a:srgbClr val="161616"/>
                </a:solidFill>
                <a:ea typeface="楷体_GB2312" pitchFamily="49" charset="-122"/>
              </a:rPr>
              <a:t>由于在变换中自动地引入了</a:t>
            </a:r>
            <a:r>
              <a:rPr lang="zh-CN" altLang="en-US" sz="2400" dirty="0">
                <a:solidFill>
                  <a:srgbClr val="FF0000"/>
                </a:solidFill>
                <a:ea typeface="楷体_GB2312" pitchFamily="49" charset="-122"/>
              </a:rPr>
              <a:t>系统起始状态</a:t>
            </a:r>
            <a:r>
              <a:rPr lang="zh-CN" altLang="en-US" sz="2400" dirty="0">
                <a:solidFill>
                  <a:srgbClr val="161616"/>
                </a:solidFill>
                <a:ea typeface="楷体_GB2312" pitchFamily="49" charset="-122"/>
              </a:rPr>
              <a:t>的作用，因而求出响应的象函数包含了零输入响应和零状态响应，再经过</a:t>
            </a:r>
            <a:r>
              <a:rPr lang="zh-CN" altLang="en-US" sz="2400" dirty="0">
                <a:solidFill>
                  <a:srgbClr val="FF0000"/>
                </a:solidFill>
                <a:ea typeface="楷体_GB2312" pitchFamily="49" charset="-122"/>
              </a:rPr>
              <a:t>拉氏反变换</a:t>
            </a:r>
            <a:r>
              <a:rPr lang="zh-CN" altLang="en-US" sz="2400" dirty="0">
                <a:solidFill>
                  <a:srgbClr val="161616"/>
                </a:solidFill>
                <a:ea typeface="楷体_GB2312" pitchFamily="49" charset="-122"/>
              </a:rPr>
              <a:t>可以很方便地得到零输入响应、零状态响应和全响应的时域解。</a:t>
            </a:r>
            <a:endParaRPr lang="zh-CN" altLang="en-US" sz="2400" dirty="0">
              <a:solidFill>
                <a:srgbClr val="161616"/>
              </a:solidFill>
              <a:ea typeface="楷体_GB2312" pitchFamily="49" charset="-122"/>
            </a:endParaRPr>
          </a:p>
        </p:txBody>
      </p:sp>
      <p:cxnSp>
        <p:nvCxnSpPr>
          <p:cNvPr id="78853" name="直接连接符 4"/>
          <p:cNvCxnSpPr>
            <a:cxnSpLocks noChangeShapeType="1"/>
          </p:cNvCxnSpPr>
          <p:nvPr/>
        </p:nvCxnSpPr>
        <p:spPr bwMode="auto">
          <a:xfrm>
            <a:off x="7286625" y="1071563"/>
            <a:ext cx="914400" cy="914400"/>
          </a:xfrm>
          <a:prstGeom prst="line">
            <a:avLst/>
          </a:prstGeom>
          <a:noFill/>
          <a:ln w="9525">
            <a:solidFill>
              <a:schemeClr val="tx1"/>
            </a:solidFill>
            <a:miter lim="800000"/>
          </a:ln>
          <a:extLst>
            <a:ext uri="{909E8E84-426E-40DD-AFC4-6F175D3DCCD1}">
              <a14:hiddenFill xmlns:a14="http://schemas.microsoft.com/office/drawing/2010/main">
                <a:noFill/>
              </a14:hiddenFill>
            </a:ext>
          </a:extLst>
        </p:spPr>
      </p:cxnSp>
      <p:cxnSp>
        <p:nvCxnSpPr>
          <p:cNvPr id="78854" name="直接连接符 6"/>
          <p:cNvCxnSpPr>
            <a:cxnSpLocks noChangeShapeType="1"/>
          </p:cNvCxnSpPr>
          <p:nvPr/>
        </p:nvCxnSpPr>
        <p:spPr bwMode="auto">
          <a:xfrm>
            <a:off x="6072188" y="1071563"/>
            <a:ext cx="914400" cy="914400"/>
          </a:xfrm>
          <a:prstGeom prst="line">
            <a:avLst/>
          </a:prstGeom>
          <a:noFill/>
          <a:ln w="9525">
            <a:solidFill>
              <a:schemeClr val="tx1"/>
            </a:solidFill>
            <a:miter lim="800000"/>
          </a:ln>
          <a:extLst>
            <a:ext uri="{909E8E84-426E-40DD-AFC4-6F175D3DCCD1}">
              <a14:hiddenFill xmlns:a14="http://schemas.microsoft.com/office/drawing/2010/main">
                <a:noFill/>
              </a14:hiddenFill>
            </a:ext>
          </a:extLst>
        </p:spPr>
      </p:cxnSp>
      <p:sp>
        <p:nvSpPr>
          <p:cNvPr id="2" name="墨迹 1"/>
          <p:cNvSpPr/>
          <p:nvPr/>
        </p:nvSpPr>
        <p:spPr bwMode="auto">
          <a:xfrm>
            <a:off x="482760" y="734400"/>
            <a:ext cx="7923600" cy="5766840"/>
          </a:xfrm>
        </p:spPr>
      </p:sp>
    </p:spTree>
    <p:custDataLst>
      <p:tags r:id="rId1"/>
    </p:custDataLst>
  </p:cSld>
  <p:clrMapOvr>
    <a:masterClrMapping/>
  </p:clrMapOvr>
  <mc:AlternateContent xmlns:mc="http://schemas.openxmlformats.org/markup-compatibility/2006">
    <mc:Choice xmlns:p14="http://schemas.microsoft.com/office/powerpoint/2010/main" Requires="p14">
      <p:transition spd="slow" p14:dur="2000" advTm="195978"/>
    </mc:Choice>
    <mc:Fallback>
      <p:transition spd="slow" advTm="195978"/>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nodeType="withEffect">
                                  <p:stCondLst>
                                    <p:cond delay="0"/>
                                  </p:stCondLst>
                                  <p:childTnLst>
                                    <p:set>
                                      <p:cBhvr>
                                        <p:cTn id="6" dur="1" fill="hold">
                                          <p:stCondLst>
                                            <p:cond delay="0"/>
                                          </p:stCondLst>
                                        </p:cTn>
                                        <p:tgtEl>
                                          <p:spTgt spid="2"/>
                                        </p:tgtEl>
                                        <p:attrNameLst>
                                          <p:attrName>style.visibility</p:attrName>
                                        </p:attrNameLst>
                                      </p:cBhvr>
                                      <p:to>
                                        <p:strVal val="visible"/>
                                      </p:to>
                                    </p:set>
                                    <p:cmd type="call" cmd="playFrom(0.0)">
                                      <p:cBhvr>
                                        <p:cTn id="7" dur="1" fill="hold"/>
                                        <p:tgtEl>
                                          <p:spTgt spid="2"/>
                                        </p:tgtEl>
                                      </p:cBhvr>
                                    </p:cmd>
                                  </p:childTnLst>
                                </p:cTn>
                              </p:par>
                            </p:childTnLst>
                          </p:cTn>
                        </p:par>
                        <p:par>
                          <p:cTn id="8" fill="hold">
                            <p:stCondLst>
                              <p:cond delay="0"/>
                            </p:stCondLst>
                            <p:childTnLst>
                              <p:par>
                                <p:cTn id="9" presetID="55" presetClass="entr" presetSubtype="0" fill="hold" nodeType="afterEffect">
                                  <p:stCondLst>
                                    <p:cond delay="0"/>
                                  </p:stCondLst>
                                  <p:childTnLst>
                                    <p:set>
                                      <p:cBhvr>
                                        <p:cTn id="10" dur="1" fill="hold">
                                          <p:stCondLst>
                                            <p:cond delay="0"/>
                                          </p:stCondLst>
                                        </p:cTn>
                                        <p:tgtEl>
                                          <p:spTgt spid="306189">
                                            <p:txEl>
                                              <p:pRg st="1" end="1"/>
                                            </p:txEl>
                                          </p:spTgt>
                                        </p:tgtEl>
                                        <p:attrNameLst>
                                          <p:attrName>style.visibility</p:attrName>
                                        </p:attrNameLst>
                                      </p:cBhvr>
                                      <p:to>
                                        <p:strVal val="visible"/>
                                      </p:to>
                                    </p:set>
                                    <p:anim calcmode="lin" valueType="num">
                                      <p:cBhvr>
                                        <p:cTn id="11" dur="1000" fill="hold"/>
                                        <p:tgtEl>
                                          <p:spTgt spid="306189">
                                            <p:txEl>
                                              <p:pRg st="1" end="1"/>
                                            </p:txEl>
                                          </p:spTgt>
                                        </p:tgtEl>
                                        <p:attrNameLst>
                                          <p:attrName>ppt_w</p:attrName>
                                        </p:attrNameLst>
                                      </p:cBhvr>
                                      <p:tavLst>
                                        <p:tav tm="0">
                                          <p:val>
                                            <p:strVal val="#ppt_w*0.70"/>
                                          </p:val>
                                        </p:tav>
                                        <p:tav tm="100000">
                                          <p:val>
                                            <p:strVal val="#ppt_w"/>
                                          </p:val>
                                        </p:tav>
                                      </p:tavLst>
                                    </p:anim>
                                    <p:anim calcmode="lin" valueType="num">
                                      <p:cBhvr>
                                        <p:cTn id="12" dur="1000" fill="hold"/>
                                        <p:tgtEl>
                                          <p:spTgt spid="306189">
                                            <p:txEl>
                                              <p:pRg st="1" end="1"/>
                                            </p:txEl>
                                          </p:spTgt>
                                        </p:tgtEl>
                                        <p:attrNameLst>
                                          <p:attrName>ppt_h</p:attrName>
                                        </p:attrNameLst>
                                      </p:cBhvr>
                                      <p:tavLst>
                                        <p:tav tm="0">
                                          <p:val>
                                            <p:strVal val="#ppt_h"/>
                                          </p:val>
                                        </p:tav>
                                        <p:tav tm="100000">
                                          <p:val>
                                            <p:strVal val="#ppt_h"/>
                                          </p:val>
                                        </p:tav>
                                      </p:tavLst>
                                    </p:anim>
                                    <p:animEffect transition="in" filter="fade">
                                      <p:cBhvr>
                                        <p:cTn id="13" dur="1000"/>
                                        <p:tgtEl>
                                          <p:spTgt spid="306189">
                                            <p:txEl>
                                              <p:pRg st="1" end="1"/>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55" presetClass="entr" presetSubtype="0" fill="hold" nodeType="clickEffect">
                                  <p:stCondLst>
                                    <p:cond delay="0"/>
                                  </p:stCondLst>
                                  <p:childTnLst>
                                    <p:set>
                                      <p:cBhvr>
                                        <p:cTn id="17" dur="1" fill="hold">
                                          <p:stCondLst>
                                            <p:cond delay="0"/>
                                          </p:stCondLst>
                                        </p:cTn>
                                        <p:tgtEl>
                                          <p:spTgt spid="306189">
                                            <p:txEl>
                                              <p:pRg st="2" end="2"/>
                                            </p:txEl>
                                          </p:spTgt>
                                        </p:tgtEl>
                                        <p:attrNameLst>
                                          <p:attrName>style.visibility</p:attrName>
                                        </p:attrNameLst>
                                      </p:cBhvr>
                                      <p:to>
                                        <p:strVal val="visible"/>
                                      </p:to>
                                    </p:set>
                                    <p:anim calcmode="lin" valueType="num">
                                      <p:cBhvr>
                                        <p:cTn id="18" dur="1000" fill="hold"/>
                                        <p:tgtEl>
                                          <p:spTgt spid="306189">
                                            <p:txEl>
                                              <p:pRg st="2" end="2"/>
                                            </p:txEl>
                                          </p:spTgt>
                                        </p:tgtEl>
                                        <p:attrNameLst>
                                          <p:attrName>ppt_w</p:attrName>
                                        </p:attrNameLst>
                                      </p:cBhvr>
                                      <p:tavLst>
                                        <p:tav tm="0">
                                          <p:val>
                                            <p:strVal val="#ppt_w*0.70"/>
                                          </p:val>
                                        </p:tav>
                                        <p:tav tm="100000">
                                          <p:val>
                                            <p:strVal val="#ppt_w"/>
                                          </p:val>
                                        </p:tav>
                                      </p:tavLst>
                                    </p:anim>
                                    <p:anim calcmode="lin" valueType="num">
                                      <p:cBhvr>
                                        <p:cTn id="19" dur="1000" fill="hold"/>
                                        <p:tgtEl>
                                          <p:spTgt spid="306189">
                                            <p:txEl>
                                              <p:pRg st="2" end="2"/>
                                            </p:txEl>
                                          </p:spTgt>
                                        </p:tgtEl>
                                        <p:attrNameLst>
                                          <p:attrName>ppt_h</p:attrName>
                                        </p:attrNameLst>
                                      </p:cBhvr>
                                      <p:tavLst>
                                        <p:tav tm="0">
                                          <p:val>
                                            <p:strVal val="#ppt_h"/>
                                          </p:val>
                                        </p:tav>
                                        <p:tav tm="100000">
                                          <p:val>
                                            <p:strVal val="#ppt_h"/>
                                          </p:val>
                                        </p:tav>
                                      </p:tavLst>
                                    </p:anim>
                                    <p:animEffect transition="in" filter="fade">
                                      <p:cBhvr>
                                        <p:cTn id="20" dur="1000"/>
                                        <p:tgtEl>
                                          <p:spTgt spid="306189">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4"/>
          <p:cNvSpPr>
            <a:spLocks noGrp="1" noChangeArrowheads="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a:spcBef>
                <a:spcPct val="0"/>
              </a:spcBef>
              <a:buFontTx/>
              <a:buNone/>
            </a:pPr>
            <a:fld id="{ADB47F3F-B572-40E0-9997-573223FD6DCE}" type="datetime1">
              <a:rPr kumimoji="0" lang="zh-CN" altLang="en-US" sz="1200" smtClean="0">
                <a:solidFill>
                  <a:srgbClr val="000000"/>
                </a:solidFill>
                <a:ea typeface="宋体" panose="02010600030101010101" pitchFamily="2" charset="-122"/>
              </a:rPr>
            </a:fld>
            <a:endParaRPr kumimoji="0" lang="en-US" altLang="zh-CN" sz="1200">
              <a:solidFill>
                <a:srgbClr val="000000"/>
              </a:solidFill>
              <a:ea typeface="宋体" panose="02010600030101010101" pitchFamily="2" charset="-122"/>
            </a:endParaRPr>
          </a:p>
        </p:txBody>
      </p:sp>
      <mc:AlternateContent xmlns:mc="http://schemas.openxmlformats.org/markup-compatibility/2006">
        <mc:Choice xmlns:a14="http://schemas.microsoft.com/office/drawing/2010/main" Requires="a14">
          <p:sp>
            <p:nvSpPr>
              <p:cNvPr id="60418" name="Object 2"/>
              <p:cNvSpPr txBox="1">
                <a:spLocks noGrp="1"/>
              </p:cNvSpPr>
              <p:nvPr>
                <p:ph sz="half" idx="2"/>
              </p:nvPr>
            </p:nvSpPr>
            <p:spPr bwMode="auto">
              <a:xfrm>
                <a:off x="467360" y="1484630"/>
                <a:ext cx="8609330" cy="3193415"/>
              </a:xfrm>
              <a:prstGeom prst="rect">
                <a:avLst/>
              </a:prstGeom>
              <a:noFill/>
              <a:ln w="38100">
                <a:solidFill>
                  <a:srgbClr val="009900"/>
                </a:solidFill>
                <a:miter lim="800000"/>
              </a:ln>
              <a:effectLst/>
            </p:spPr>
            <p:txBody>
              <a:bodyPr>
                <a:normAutofit lnSpcReduction="20000"/>
              </a:bodyPr>
              <a:lstStyle/>
              <a:p>
                <a:pPr>
                  <a:lnSpc>
                    <a:spcPct val="150000"/>
                  </a:lnSpc>
                  <a:buNone/>
                </a:pPr>
                <a14:m>
                  <m:oMathPara xmlns:m="http://schemas.openxmlformats.org/officeDocument/2006/math">
                    <m:oMathParaPr>
                      <m:jc m:val="left"/>
                    </m:oMathParaPr>
                    <m:oMath xmlns:m="http://schemas.openxmlformats.org/officeDocument/2006/math">
                      <m:r>
                        <a:rPr lang="zh-CN" altLang="en-US" i="1" smtClean="0">
                          <a:solidFill>
                            <a:srgbClr val="000000"/>
                          </a:solidFill>
                          <a:latin typeface="Cambria Math" panose="02040503050406030204" pitchFamily="18" charset="0"/>
                        </a:rPr>
                        <m:t>例</m:t>
                      </m:r>
                      <m:r>
                        <a:rPr lang="zh-CN" altLang="en-US" i="1" smtClean="0">
                          <a:solidFill>
                            <a:srgbClr val="000000"/>
                          </a:solidFill>
                          <a:latin typeface="Cambria Math" panose="02040503050406030204" pitchFamily="18" charset="0"/>
                        </a:rPr>
                        <m:t>1</m:t>
                      </m:r>
                      <m:r>
                        <a:rPr lang="zh-CN" altLang="en-US" i="1" smtClean="0">
                          <a:solidFill>
                            <a:srgbClr val="000000"/>
                          </a:solidFill>
                          <a:latin typeface="Cambria Math" panose="02040503050406030204" pitchFamily="18" charset="0"/>
                        </a:rPr>
                        <m:t>：</m:t>
                      </m:r>
                      <m:r>
                        <m:rPr>
                          <m:nor/>
                        </m:rPr>
                        <a:rPr lang="zh-CN" altLang="en-US" i="0">
                          <a:solidFill>
                            <a:srgbClr val="000000"/>
                          </a:solidFill>
                          <a:latin typeface="Cambria Math" panose="02040503050406030204" pitchFamily="18" charset="0"/>
                        </a:rPr>
                        <m:t>    </m:t>
                      </m:r>
                      <m:r>
                        <a:rPr lang="zh-CN" altLang="en-US" i="1">
                          <a:solidFill>
                            <a:srgbClr val="000000"/>
                          </a:solidFill>
                          <a:latin typeface="Cambria Math" panose="02040503050406030204" pitchFamily="18" charset="0"/>
                        </a:rPr>
                        <m:t>2</m:t>
                      </m:r>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𝑟</m:t>
                          </m:r>
                        </m:e>
                        <m:sup>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2</m:t>
                          </m:r>
                          <m:r>
                            <a:rPr lang="zh-CN" altLang="en-US" i="1">
                              <a:solidFill>
                                <a:srgbClr val="000000"/>
                              </a:solidFill>
                              <a:latin typeface="Cambria Math" panose="02040503050406030204" pitchFamily="18" charset="0"/>
                            </a:rPr>
                            <m:t>)</m:t>
                          </m:r>
                        </m:sup>
                      </m:sSup>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5</m:t>
                      </m:r>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𝑟</m:t>
                          </m:r>
                        </m:e>
                        <m:sup>
                          <m:r>
                            <a:rPr lang="zh-CN" altLang="en-US" i="1">
                              <a:solidFill>
                                <a:srgbClr val="000000"/>
                              </a:solidFill>
                              <a:latin typeface="Cambria Math" panose="02040503050406030204" pitchFamily="18" charset="0"/>
                            </a:rPr>
                            <m:t>′</m:t>
                          </m:r>
                        </m:sup>
                      </m:sSup>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3</m:t>
                      </m:r>
                      <m:r>
                        <a:rPr lang="zh-CN" altLang="en-US" i="1">
                          <a:solidFill>
                            <a:srgbClr val="000000"/>
                          </a:solidFill>
                          <a:latin typeface="Cambria Math" panose="02040503050406030204" pitchFamily="18" charset="0"/>
                        </a:rPr>
                        <m:t>𝑟</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2</m:t>
                      </m:r>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𝑒</m:t>
                          </m:r>
                        </m:e>
                        <m:sup>
                          <m:r>
                            <a:rPr lang="zh-CN" altLang="en-US" i="1">
                              <a:solidFill>
                                <a:srgbClr val="000000"/>
                              </a:solidFill>
                              <a:latin typeface="Cambria Math" panose="02040503050406030204" pitchFamily="18" charset="0"/>
                            </a:rPr>
                            <m:t>′</m:t>
                          </m:r>
                        </m:sup>
                      </m:sSup>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8</m:t>
                      </m:r>
                      <m:r>
                        <a:rPr lang="zh-CN" altLang="en-US" i="1">
                          <a:solidFill>
                            <a:srgbClr val="000000"/>
                          </a:solidFill>
                          <a:latin typeface="Cambria Math" panose="02040503050406030204" pitchFamily="18" charset="0"/>
                        </a:rPr>
                        <m:t>𝑒</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𝑡</m:t>
                      </m:r>
                      <m:r>
                        <a:rPr lang="zh-CN" altLang="en-US" i="1">
                          <a:solidFill>
                            <a:srgbClr val="000000"/>
                          </a:solidFill>
                          <a:latin typeface="Cambria Math" panose="02040503050406030204" pitchFamily="18" charset="0"/>
                        </a:rPr>
                        <m:t>)</m:t>
                      </m:r>
                    </m:oMath>
                    <m:oMath xmlns:m="http://schemas.openxmlformats.org/officeDocument/2006/math">
                      <m:r>
                        <a:rPr lang="zh-CN" altLang="en-US" sz="2400" i="1">
                          <a:solidFill>
                            <a:srgbClr val="000000"/>
                          </a:solidFill>
                          <a:latin typeface="Cambria Math" panose="02040503050406030204" pitchFamily="18" charset="0"/>
                        </a:rPr>
                        <m:t>若输入激励</m:t>
                      </m:r>
                      <m:r>
                        <a:rPr lang="zh-CN" altLang="en-US" sz="2400" i="1">
                          <a:solidFill>
                            <a:srgbClr val="000000"/>
                          </a:solidFill>
                          <a:latin typeface="Cambria Math" panose="02040503050406030204" pitchFamily="18" charset="0"/>
                        </a:rPr>
                        <m:t>𝑒</m:t>
                      </m:r>
                      <m:d>
                        <m:dPr>
                          <m:ctrlPr>
                            <a:rPr lang="zh-CN" altLang="en-US" sz="2400" i="1">
                              <a:solidFill>
                                <a:srgbClr val="000000"/>
                              </a:solidFill>
                              <a:latin typeface="Cambria Math" panose="02040503050406030204" pitchFamily="18" charset="0"/>
                            </a:rPr>
                          </m:ctrlPr>
                        </m:dPr>
                        <m:e>
                          <m:r>
                            <a:rPr lang="zh-CN" altLang="en-US" sz="2400" i="1">
                              <a:solidFill>
                                <a:srgbClr val="000000"/>
                              </a:solidFill>
                              <a:latin typeface="Cambria Math" panose="02040503050406030204" pitchFamily="18" charset="0"/>
                            </a:rPr>
                            <m:t>𝑡</m:t>
                          </m:r>
                        </m:e>
                      </m:d>
                      <m:r>
                        <a:rPr lang="zh-CN" altLang="en-US" sz="2400" i="1">
                          <a:solidFill>
                            <a:srgbClr val="000000"/>
                          </a:solidFill>
                          <a:latin typeface="Cambria Math" panose="02040503050406030204" pitchFamily="18" charset="0"/>
                        </a:rPr>
                        <m:t>=</m:t>
                      </m:r>
                      <m:sSup>
                        <m:sSupPr>
                          <m:ctrlPr>
                            <a:rPr lang="zh-CN" altLang="en-US" sz="2400" i="1">
                              <a:solidFill>
                                <a:srgbClr val="000000"/>
                              </a:solidFill>
                              <a:latin typeface="Cambria Math" panose="02040503050406030204" pitchFamily="18" charset="0"/>
                            </a:rPr>
                          </m:ctrlPr>
                        </m:sSupPr>
                        <m:e>
                          <m:r>
                            <a:rPr lang="zh-CN" altLang="en-US" sz="2400" i="1">
                              <a:solidFill>
                                <a:srgbClr val="000000"/>
                              </a:solidFill>
                              <a:latin typeface="Cambria Math" panose="02040503050406030204" pitchFamily="18" charset="0"/>
                            </a:rPr>
                            <m:t>𝑒</m:t>
                          </m:r>
                        </m:e>
                        <m:sup>
                          <m:r>
                            <a:rPr lang="zh-CN" altLang="en-US" sz="2400" i="1">
                              <a:solidFill>
                                <a:srgbClr val="000000"/>
                              </a:solidFill>
                              <a:latin typeface="Cambria Math" panose="02040503050406030204" pitchFamily="18" charset="0"/>
                            </a:rPr>
                            <m:t>−</m:t>
                          </m:r>
                          <m:r>
                            <a:rPr lang="zh-CN" altLang="en-US" sz="2400" i="1">
                              <a:solidFill>
                                <a:srgbClr val="000000"/>
                              </a:solidFill>
                              <a:latin typeface="Cambria Math" panose="02040503050406030204" pitchFamily="18" charset="0"/>
                            </a:rPr>
                            <m:t>4</m:t>
                          </m:r>
                          <m:r>
                            <a:rPr lang="zh-CN" altLang="en-US" sz="2400" i="1">
                              <a:solidFill>
                                <a:srgbClr val="000000"/>
                              </a:solidFill>
                              <a:latin typeface="Cambria Math" panose="02040503050406030204" pitchFamily="18" charset="0"/>
                            </a:rPr>
                            <m:t>𝑡</m:t>
                          </m:r>
                        </m:sup>
                      </m:sSup>
                      <m:r>
                        <a:rPr lang="zh-CN" altLang="en-US" sz="2400" i="1">
                          <a:solidFill>
                            <a:srgbClr val="000000"/>
                          </a:solidFill>
                          <a:latin typeface="Cambria Math" panose="02040503050406030204" pitchFamily="18" charset="0"/>
                        </a:rPr>
                        <m:t>𝜀</m:t>
                      </m:r>
                      <m:d>
                        <m:dPr>
                          <m:ctrlPr>
                            <a:rPr lang="zh-CN" altLang="en-US" sz="2400" i="1">
                              <a:solidFill>
                                <a:srgbClr val="000000"/>
                              </a:solidFill>
                              <a:latin typeface="Cambria Math" panose="02040503050406030204" pitchFamily="18" charset="0"/>
                            </a:rPr>
                          </m:ctrlPr>
                        </m:dPr>
                        <m:e>
                          <m:r>
                            <a:rPr lang="zh-CN" altLang="en-US" sz="2400" i="1">
                              <a:solidFill>
                                <a:srgbClr val="000000"/>
                              </a:solidFill>
                              <a:latin typeface="Cambria Math" panose="02040503050406030204" pitchFamily="18" charset="0"/>
                            </a:rPr>
                            <m:t>𝑡</m:t>
                          </m:r>
                        </m:e>
                      </m:d>
                      <m:r>
                        <a:rPr lang="zh-CN" altLang="en-US" sz="2400" i="1">
                          <a:solidFill>
                            <a:srgbClr val="000000"/>
                          </a:solidFill>
                          <a:latin typeface="Cambria Math" panose="02040503050406030204" pitchFamily="18" charset="0"/>
                        </a:rPr>
                        <m:t>,初始状态</m:t>
                      </m:r>
                      <m:r>
                        <a:rPr lang="zh-CN" altLang="en-US" sz="2400" i="1">
                          <a:solidFill>
                            <a:srgbClr val="000000"/>
                          </a:solidFill>
                          <a:latin typeface="Cambria Math" panose="02040503050406030204" pitchFamily="18" charset="0"/>
                        </a:rPr>
                        <m:t>𝑟</m:t>
                      </m:r>
                      <m:d>
                        <m:dPr>
                          <m:ctrlPr>
                            <a:rPr lang="zh-CN" altLang="en-US" sz="2400" i="1">
                              <a:solidFill>
                                <a:srgbClr val="000000"/>
                              </a:solidFill>
                              <a:latin typeface="Cambria Math" panose="02040503050406030204" pitchFamily="18" charset="0"/>
                            </a:rPr>
                          </m:ctrlPr>
                        </m:dPr>
                        <m:e>
                          <m:sSup>
                            <m:sSupPr>
                              <m:ctrlPr>
                                <a:rPr lang="zh-CN" altLang="en-US" sz="2400" i="1">
                                  <a:solidFill>
                                    <a:srgbClr val="000000"/>
                                  </a:solidFill>
                                  <a:latin typeface="Cambria Math" panose="02040503050406030204" pitchFamily="18" charset="0"/>
                                </a:rPr>
                              </m:ctrlPr>
                            </m:sSupPr>
                            <m:e>
                              <m:r>
                                <a:rPr lang="zh-CN" altLang="en-US" sz="2400" i="1">
                                  <a:solidFill>
                                    <a:srgbClr val="000000"/>
                                  </a:solidFill>
                                  <a:latin typeface="Cambria Math" panose="02040503050406030204" pitchFamily="18" charset="0"/>
                                </a:rPr>
                                <m:t>0</m:t>
                              </m:r>
                            </m:e>
                            <m:sup>
                              <m:r>
                                <a:rPr lang="zh-CN" altLang="en-US" sz="2400" i="1">
                                  <a:solidFill>
                                    <a:srgbClr val="000000"/>
                                  </a:solidFill>
                                  <a:latin typeface="Cambria Math" panose="02040503050406030204" pitchFamily="18" charset="0"/>
                                </a:rPr>
                                <m:t>−</m:t>
                              </m:r>
                            </m:sup>
                          </m:sSup>
                        </m:e>
                      </m:d>
                      <m:r>
                        <a:rPr lang="en-US" altLang="zh-CN" sz="2400" i="1">
                          <a:solidFill>
                            <a:srgbClr val="000000"/>
                          </a:solidFill>
                          <a:latin typeface="Cambria Math" panose="02040503050406030204" pitchFamily="18" charset="0"/>
                        </a:rPr>
                        <m:t>=</m:t>
                      </m:r>
                      <m:r>
                        <a:rPr lang="zh-CN" altLang="en-US" sz="2400" i="1">
                          <a:solidFill>
                            <a:srgbClr val="000000"/>
                          </a:solidFill>
                          <a:latin typeface="Cambria Math" panose="02040503050406030204" pitchFamily="18" charset="0"/>
                        </a:rPr>
                        <m:t>2</m:t>
                      </m:r>
                      <m:r>
                        <a:rPr lang="zh-CN" altLang="en-US" sz="2400" i="1">
                          <a:solidFill>
                            <a:srgbClr val="000000"/>
                          </a:solidFill>
                          <a:latin typeface="Cambria Math" panose="02040503050406030204" pitchFamily="18" charset="0"/>
                        </a:rPr>
                        <m:t>,</m:t>
                      </m:r>
                      <m:sSup>
                        <m:sSupPr>
                          <m:ctrlPr>
                            <a:rPr lang="zh-CN" altLang="en-US" sz="2400" i="1">
                              <a:solidFill>
                                <a:srgbClr val="000000"/>
                              </a:solidFill>
                              <a:latin typeface="Cambria Math" panose="02040503050406030204" pitchFamily="18" charset="0"/>
                            </a:rPr>
                          </m:ctrlPr>
                        </m:sSupPr>
                        <m:e>
                          <m:r>
                            <a:rPr lang="zh-CN" altLang="en-US" sz="2400" i="1">
                              <a:solidFill>
                                <a:srgbClr val="000000"/>
                              </a:solidFill>
                              <a:latin typeface="Cambria Math" panose="02040503050406030204" pitchFamily="18" charset="0"/>
                            </a:rPr>
                            <m:t>𝑟</m:t>
                          </m:r>
                        </m:e>
                        <m:sup>
                          <m:r>
                            <a:rPr lang="zh-CN" altLang="en-US" sz="2400" i="1">
                              <a:solidFill>
                                <a:srgbClr val="000000"/>
                              </a:solidFill>
                              <a:latin typeface="Cambria Math" panose="02040503050406030204" pitchFamily="18" charset="0"/>
                            </a:rPr>
                            <m:t>′</m:t>
                          </m:r>
                        </m:sup>
                      </m:sSup>
                      <m:d>
                        <m:dPr>
                          <m:ctrlPr>
                            <a:rPr lang="zh-CN" altLang="en-US" sz="2400" i="1">
                              <a:solidFill>
                                <a:srgbClr val="000000"/>
                              </a:solidFill>
                              <a:latin typeface="Cambria Math" panose="02040503050406030204" pitchFamily="18" charset="0"/>
                            </a:rPr>
                          </m:ctrlPr>
                        </m:dPr>
                        <m:e>
                          <m:sSup>
                            <m:sSupPr>
                              <m:ctrlPr>
                                <a:rPr lang="zh-CN" altLang="en-US" sz="2400" i="1">
                                  <a:solidFill>
                                    <a:srgbClr val="000000"/>
                                  </a:solidFill>
                                  <a:latin typeface="Cambria Math" panose="02040503050406030204" pitchFamily="18" charset="0"/>
                                </a:rPr>
                              </m:ctrlPr>
                            </m:sSupPr>
                            <m:e>
                              <m:r>
                                <a:rPr lang="zh-CN" altLang="en-US" sz="2400" i="1">
                                  <a:solidFill>
                                    <a:srgbClr val="000000"/>
                                  </a:solidFill>
                                  <a:latin typeface="Cambria Math" panose="02040503050406030204" pitchFamily="18" charset="0"/>
                                </a:rPr>
                                <m:t>0</m:t>
                              </m:r>
                            </m:e>
                            <m:sup>
                              <m:r>
                                <a:rPr lang="zh-CN" altLang="en-US" sz="2400" i="1">
                                  <a:solidFill>
                                    <a:srgbClr val="000000"/>
                                  </a:solidFill>
                                  <a:latin typeface="Cambria Math" panose="02040503050406030204" pitchFamily="18" charset="0"/>
                                </a:rPr>
                                <m:t>−</m:t>
                              </m:r>
                            </m:sup>
                          </m:sSup>
                        </m:e>
                      </m:d>
                      <m:r>
                        <a:rPr lang="zh-CN" altLang="en-US" sz="2400" i="1">
                          <a:solidFill>
                            <a:srgbClr val="000000"/>
                          </a:solidFill>
                          <a:latin typeface="Cambria Math" panose="02040503050406030204" pitchFamily="18" charset="0"/>
                        </a:rPr>
                        <m:t>=−</m:t>
                      </m:r>
                      <m:r>
                        <a:rPr lang="zh-CN" altLang="en-US" sz="2400" i="1">
                          <a:solidFill>
                            <a:srgbClr val="000000"/>
                          </a:solidFill>
                          <a:latin typeface="Cambria Math" panose="02040503050406030204" pitchFamily="18" charset="0"/>
                        </a:rPr>
                        <m:t>1</m:t>
                      </m:r>
                      <m:r>
                        <a:rPr lang="zh-CN" altLang="en-US" sz="2400" i="1">
                          <a:solidFill>
                            <a:srgbClr val="000000"/>
                          </a:solidFill>
                          <a:latin typeface="Cambria Math" panose="02040503050406030204" pitchFamily="18" charset="0"/>
                        </a:rPr>
                        <m:t>,</m:t>
                      </m:r>
                    </m:oMath>
                  </m:oMathPara>
                </a14:m>
                <a:endParaRPr lang="en-US" altLang="zh-CN" i="1" dirty="0">
                  <a:solidFill>
                    <a:srgbClr val="000000"/>
                  </a:solidFill>
                  <a:latin typeface="Cambria Math" panose="02040503050406030204" pitchFamily="18" charset="0"/>
                </a:endParaRPr>
              </a:p>
              <a:p>
                <a:pPr>
                  <a:lnSpc>
                    <a:spcPct val="150000"/>
                  </a:lnSpc>
                  <a:buNone/>
                </a:pPr>
                <a14:m>
                  <m:oMathPara xmlns:m="http://schemas.openxmlformats.org/officeDocument/2006/math">
                    <m:oMathParaPr>
                      <m:jc m:val="left"/>
                    </m:oMathParaPr>
                    <m:oMath xmlns:m="http://schemas.openxmlformats.org/officeDocument/2006/math">
                      <m:r>
                        <a:rPr lang="zh-CN" altLang="en-US" i="1" smtClean="0">
                          <a:solidFill>
                            <a:schemeClr val="bg1"/>
                          </a:solidFill>
                          <a:latin typeface="Cambria Math" panose="02040503050406030204" pitchFamily="18" charset="0"/>
                        </a:rPr>
                        <m:t>求系统的零输入响应</m:t>
                      </m:r>
                      <m:sSub>
                        <m:sSubPr>
                          <m:ctrlPr>
                            <a:rPr lang="zh-CN" altLang="en-US" i="1">
                              <a:solidFill>
                                <a:schemeClr val="bg1"/>
                              </a:solidFill>
                              <a:latin typeface="Cambria Math" panose="02040503050406030204" pitchFamily="18" charset="0"/>
                            </a:rPr>
                          </m:ctrlPr>
                        </m:sSubPr>
                        <m:e>
                          <m:r>
                            <a:rPr lang="zh-CN" altLang="en-US" i="1">
                              <a:solidFill>
                                <a:schemeClr val="bg1"/>
                              </a:solidFill>
                              <a:latin typeface="Cambria Math" panose="02040503050406030204" pitchFamily="18" charset="0"/>
                            </a:rPr>
                            <m:t>𝑟</m:t>
                          </m:r>
                        </m:e>
                        <m:sub>
                          <m:r>
                            <a:rPr lang="zh-CN" altLang="en-US" i="1">
                              <a:solidFill>
                                <a:schemeClr val="bg1"/>
                              </a:solidFill>
                              <a:latin typeface="Cambria Math" panose="02040503050406030204" pitchFamily="18" charset="0"/>
                            </a:rPr>
                            <m:t>𝑧𝑖</m:t>
                          </m:r>
                        </m:sub>
                      </m:sSub>
                      <m:r>
                        <a:rPr lang="zh-CN" altLang="en-US" i="1">
                          <a:solidFill>
                            <a:schemeClr val="bg1"/>
                          </a:solidFill>
                          <a:latin typeface="Cambria Math" panose="02040503050406030204" pitchFamily="18" charset="0"/>
                        </a:rPr>
                        <m:t>(</m:t>
                      </m:r>
                      <m:r>
                        <a:rPr lang="zh-CN" altLang="en-US" i="1">
                          <a:solidFill>
                            <a:schemeClr val="bg1"/>
                          </a:solidFill>
                          <a:latin typeface="Cambria Math" panose="02040503050406030204" pitchFamily="18" charset="0"/>
                        </a:rPr>
                        <m:t>𝑡</m:t>
                      </m:r>
                      <m:r>
                        <a:rPr lang="zh-CN" altLang="en-US" i="1">
                          <a:solidFill>
                            <a:schemeClr val="bg1"/>
                          </a:solidFill>
                          <a:latin typeface="Cambria Math" panose="02040503050406030204" pitchFamily="18" charset="0"/>
                        </a:rPr>
                        <m:t>)</m:t>
                      </m:r>
                      <m:r>
                        <a:rPr lang="zh-CN" altLang="en-US" i="1">
                          <a:solidFill>
                            <a:schemeClr val="bg1"/>
                          </a:solidFill>
                          <a:latin typeface="Cambria Math" panose="02040503050406030204" pitchFamily="18" charset="0"/>
                        </a:rPr>
                        <m:t>、零状态响应</m:t>
                      </m:r>
                      <m:sSub>
                        <m:sSubPr>
                          <m:ctrlPr>
                            <a:rPr lang="zh-CN" altLang="en-US" i="1">
                              <a:solidFill>
                                <a:schemeClr val="bg1"/>
                              </a:solidFill>
                              <a:latin typeface="Cambria Math" panose="02040503050406030204" pitchFamily="18" charset="0"/>
                            </a:rPr>
                          </m:ctrlPr>
                        </m:sSubPr>
                        <m:e>
                          <m:r>
                            <a:rPr lang="zh-CN" altLang="en-US" i="1">
                              <a:solidFill>
                                <a:schemeClr val="bg1"/>
                              </a:solidFill>
                              <a:latin typeface="Cambria Math" panose="02040503050406030204" pitchFamily="18" charset="0"/>
                            </a:rPr>
                            <m:t>𝑟</m:t>
                          </m:r>
                        </m:e>
                        <m:sub>
                          <m:r>
                            <a:rPr lang="zh-CN" altLang="en-US" i="1">
                              <a:solidFill>
                                <a:schemeClr val="bg1"/>
                              </a:solidFill>
                              <a:latin typeface="Cambria Math" panose="02040503050406030204" pitchFamily="18" charset="0"/>
                            </a:rPr>
                            <m:t>𝑧𝑠</m:t>
                          </m:r>
                        </m:sub>
                      </m:sSub>
                      <m:r>
                        <a:rPr lang="zh-CN" altLang="en-US" i="1">
                          <a:solidFill>
                            <a:schemeClr val="bg1"/>
                          </a:solidFill>
                          <a:latin typeface="Cambria Math" panose="02040503050406030204" pitchFamily="18" charset="0"/>
                        </a:rPr>
                        <m:t>(</m:t>
                      </m:r>
                      <m:r>
                        <a:rPr lang="zh-CN" altLang="en-US" i="1">
                          <a:solidFill>
                            <a:schemeClr val="bg1"/>
                          </a:solidFill>
                          <a:latin typeface="Cambria Math" panose="02040503050406030204" pitchFamily="18" charset="0"/>
                        </a:rPr>
                        <m:t>𝑡</m:t>
                      </m:r>
                      <m:r>
                        <a:rPr lang="zh-CN" altLang="en-US" i="1">
                          <a:solidFill>
                            <a:schemeClr val="bg1"/>
                          </a:solidFill>
                          <a:latin typeface="Cambria Math" panose="02040503050406030204" pitchFamily="18" charset="0"/>
                        </a:rPr>
                        <m:t>)</m:t>
                      </m:r>
                      <m:r>
                        <a:rPr lang="zh-CN" altLang="en-US" i="1">
                          <a:solidFill>
                            <a:schemeClr val="bg1"/>
                          </a:solidFill>
                          <a:latin typeface="Cambria Math" panose="02040503050406030204" pitchFamily="18" charset="0"/>
                        </a:rPr>
                        <m:t>和全响应</m:t>
                      </m:r>
                      <m:r>
                        <a:rPr lang="zh-CN" altLang="en-US" i="1">
                          <a:solidFill>
                            <a:schemeClr val="bg1"/>
                          </a:solidFill>
                          <a:latin typeface="Cambria Math" panose="02040503050406030204" pitchFamily="18" charset="0"/>
                        </a:rPr>
                        <m:t>𝑟</m:t>
                      </m:r>
                      <m:r>
                        <a:rPr lang="zh-CN" altLang="en-US" i="1">
                          <a:solidFill>
                            <a:schemeClr val="bg1"/>
                          </a:solidFill>
                          <a:latin typeface="Cambria Math" panose="02040503050406030204" pitchFamily="18" charset="0"/>
                        </a:rPr>
                        <m:t>(</m:t>
                      </m:r>
                      <m:r>
                        <a:rPr lang="zh-CN" altLang="en-US" i="1">
                          <a:solidFill>
                            <a:schemeClr val="bg1"/>
                          </a:solidFill>
                          <a:latin typeface="Cambria Math" panose="02040503050406030204" pitchFamily="18" charset="0"/>
                        </a:rPr>
                        <m:t>𝑡</m:t>
                      </m:r>
                      <m:r>
                        <a:rPr lang="zh-CN" altLang="en-US" i="1">
                          <a:solidFill>
                            <a:schemeClr val="bg1"/>
                          </a:solidFill>
                          <a:latin typeface="Cambria Math" panose="02040503050406030204" pitchFamily="18" charset="0"/>
                        </a:rPr>
                        <m:t>)</m:t>
                      </m:r>
                      <m:r>
                        <a:rPr lang="zh-CN" altLang="en-US" i="1">
                          <a:solidFill>
                            <a:schemeClr val="bg1"/>
                          </a:solidFill>
                          <a:latin typeface="Cambria Math" panose="02040503050406030204" pitchFamily="18" charset="0"/>
                        </a:rPr>
                        <m:t>。</m:t>
                      </m:r>
                    </m:oMath>
                  </m:oMathPara>
                </a14:m>
                <a:endParaRPr lang="zh-CN" altLang="en-US" dirty="0">
                  <a:solidFill>
                    <a:schemeClr val="bg1"/>
                  </a:solidFill>
                </a:endParaRPr>
              </a:p>
            </p:txBody>
          </p:sp>
        </mc:Choice>
        <mc:Fallback>
          <p:sp>
            <p:nvSpPr>
              <p:cNvPr id="60418" name="Object 2"/>
              <p:cNvSpPr txBox="1">
                <a:spLocks noRot="1" noChangeAspect="1" noMove="1" noResize="1" noEditPoints="1" noAdjustHandles="1" noChangeArrowheads="1" noChangeShapeType="1" noTextEdit="1"/>
              </p:cNvSpPr>
              <p:nvPr>
                <p:ph sz="half" idx="2"/>
              </p:nvPr>
            </p:nvSpPr>
            <p:spPr bwMode="auto">
              <a:xfrm>
                <a:off x="467360" y="1484630"/>
                <a:ext cx="8609330" cy="3193415"/>
              </a:xfrm>
              <a:prstGeom prst="rect">
                <a:avLst/>
              </a:prstGeom>
              <a:blipFill rotWithShape="1">
                <a:blip r:embed="rId1"/>
                <a:stretch>
                  <a:fillRect l="-221" t="-597" r="-221" b="-597"/>
                </a:stretch>
              </a:blipFill>
              <a:ln w="38100">
                <a:solidFill>
                  <a:srgbClr val="009900"/>
                </a:solidFill>
                <a:miter lim="800000"/>
              </a:ln>
              <a:effectLst/>
            </p:spPr>
            <p:txBody>
              <a:bodyPr/>
              <a:lstStyle/>
              <a:p>
                <a:r>
                  <a:rPr lang="zh-CN" altLang="en-US">
                    <a:noFill/>
                  </a:rPr>
                  <a:t> </a:t>
                </a:r>
              </a:p>
            </p:txBody>
          </p:sp>
        </mc:Fallback>
      </mc:AlternateContent>
      <p:sp>
        <p:nvSpPr>
          <p:cNvPr id="306178" name="Rectangle 2"/>
          <p:cNvSpPr>
            <a:spLocks noChangeArrowheads="1"/>
          </p:cNvSpPr>
          <p:nvPr/>
        </p:nvSpPr>
        <p:spPr bwMode="auto">
          <a:xfrm>
            <a:off x="611188" y="188913"/>
            <a:ext cx="6553200" cy="622300"/>
          </a:xfrm>
          <a:prstGeom prst="rect">
            <a:avLst/>
          </a:prstGeom>
          <a:solidFill>
            <a:schemeClr val="bg1"/>
          </a:solidFill>
          <a:ln>
            <a:noFill/>
          </a:ln>
          <a:effectLst>
            <a:outerShdw blurRad="63500" dist="38099" dir="2700000" algn="ctr" rotWithShape="0">
              <a:srgbClr val="000000">
                <a:alpha val="74998"/>
              </a:srgbClr>
            </a:outerShdw>
          </a:effectLst>
        </p:spPr>
        <p:txBody>
          <a:bodyPr anchor="ctr"/>
          <a:lstStyle/>
          <a:p>
            <a:pPr algn="ctr" eaLnBrk="1" hangingPunct="1">
              <a:defRPr/>
            </a:pPr>
            <a:r>
              <a:rPr lang="en-US" altLang="zh-CN" sz="2800">
                <a:effectLst>
                  <a:outerShdw blurRad="38100" dist="38100" dir="2700000" algn="tl">
                    <a:srgbClr val="000000"/>
                  </a:outerShdw>
                </a:effectLst>
                <a:ea typeface="黑体" panose="02010609060101010101" charset="-122"/>
              </a:rPr>
              <a:t>§5.7 </a:t>
            </a:r>
            <a:r>
              <a:rPr lang="zh-CN" altLang="en-US" sz="2800">
                <a:effectLst>
                  <a:outerShdw blurRad="38100" dist="38100" dir="2700000" algn="tl">
                    <a:srgbClr val="000000"/>
                  </a:outerShdw>
                </a:effectLst>
                <a:ea typeface="黑体" panose="02010609060101010101" charset="-122"/>
              </a:rPr>
              <a:t>线性系统的拉普拉斯变换分析方法</a:t>
            </a:r>
            <a:endParaRPr lang="zh-CN" altLang="en-US" sz="2800">
              <a:effectLst>
                <a:outerShdw blurRad="38100" dist="38100" dir="2700000" algn="tl">
                  <a:srgbClr val="000000"/>
                </a:outerShdw>
              </a:effectLst>
              <a:ea typeface="黑体" panose="02010609060101010101" charset="-122"/>
            </a:endParaRPr>
          </a:p>
        </p:txBody>
      </p:sp>
      <p:sp>
        <p:nvSpPr>
          <p:cNvPr id="4" name="墨迹 3"/>
          <p:cNvSpPr/>
          <p:nvPr/>
        </p:nvSpPr>
        <p:spPr bwMode="auto">
          <a:xfrm>
            <a:off x="3276185" y="1124760"/>
            <a:ext cx="2657880" cy="1715040"/>
          </a:xfrm>
        </p:spPr>
      </p:sp>
    </p:spTree>
  </p:cSld>
  <p:clrMapOvr>
    <a:masterClrMapping/>
  </p:clrMapOvr>
  <mc:AlternateContent xmlns:mc="http://schemas.openxmlformats.org/markup-compatibility/2006">
    <mc:Choice xmlns:p14="http://schemas.microsoft.com/office/powerpoint/2010/main" Requires="p14">
      <p:transition spd="slow" p14:dur="2000" advTm="48455"/>
    </mc:Choice>
    <mc:Fallback>
      <p:transition spd="slow" advTm="48455"/>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nodeType="withEffect">
                                  <p:stCondLst>
                                    <p:cond delay="0"/>
                                  </p:stCondLst>
                                  <p:childTnLst>
                                    <p:set>
                                      <p:cBhvr>
                                        <p:cTn id="6" dur="1" fill="hold">
                                          <p:stCondLst>
                                            <p:cond delay="0"/>
                                          </p:stCondLst>
                                        </p:cTn>
                                        <p:tgtEl>
                                          <p:spTgt spid="4"/>
                                        </p:tgtEl>
                                        <p:attrNameLst>
                                          <p:attrName>style.visibility</p:attrName>
                                        </p:attrNameLst>
                                      </p:cBhvr>
                                      <p:to>
                                        <p:strVal val="visible"/>
                                      </p:to>
                                    </p:set>
                                    <p:cmd type="call" cmd="playFrom(0.0)">
                                      <p:cBhvr>
                                        <p:cTn id="7"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4"/>
          <p:cNvSpPr>
            <a:spLocks noGrp="1" noChangeArrowheads="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a:spcBef>
                <a:spcPct val="0"/>
              </a:spcBef>
              <a:buFontTx/>
              <a:buNone/>
            </a:pPr>
            <a:fld id="{F7D98792-CE60-47ED-8BB7-69459680EA41}" type="datetime1">
              <a:rPr kumimoji="0" lang="zh-CN" altLang="en-US" sz="1200" smtClean="0">
                <a:solidFill>
                  <a:srgbClr val="000000"/>
                </a:solidFill>
                <a:ea typeface="宋体" panose="02010600030101010101" pitchFamily="2" charset="-122"/>
              </a:rPr>
            </a:fld>
            <a:endParaRPr kumimoji="0" lang="en-US" altLang="zh-CN" sz="1200">
              <a:solidFill>
                <a:srgbClr val="000000"/>
              </a:solidFill>
              <a:ea typeface="宋体" panose="02010600030101010101" pitchFamily="2" charset="-122"/>
            </a:endParaRPr>
          </a:p>
        </p:txBody>
      </p:sp>
      <p:graphicFrame>
        <p:nvGraphicFramePr>
          <p:cNvPr id="414724" name="Object 3"/>
          <p:cNvGraphicFramePr>
            <a:graphicFrameLocks noGrp="1" noChangeAspect="1"/>
          </p:cNvGraphicFramePr>
          <p:nvPr>
            <p:ph sz="half" idx="1"/>
          </p:nvPr>
        </p:nvGraphicFramePr>
        <p:xfrm>
          <a:off x="1978978" y="5683250"/>
          <a:ext cx="3168650" cy="712788"/>
        </p:xfrm>
        <a:graphic>
          <a:graphicData uri="http://schemas.openxmlformats.org/presentationml/2006/ole">
            <mc:AlternateContent xmlns:mc="http://schemas.openxmlformats.org/markup-compatibility/2006">
              <mc:Choice xmlns:v="urn:schemas-microsoft-com:vml" Requires="v">
                <p:oleObj spid="_x0000_s2" name="公式" r:id="rId1" imgW="1016000" imgH="228600" progId="Equation.3">
                  <p:embed/>
                </p:oleObj>
              </mc:Choice>
              <mc:Fallback>
                <p:oleObj name="公式" r:id="rId1" imgW="1016000" imgH="228600" progId="Equation.3">
                  <p:embed/>
                  <p:pic>
                    <p:nvPicPr>
                      <p:cNvPr id="0" name="Object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78978" y="5683250"/>
                        <a:ext cx="3168650" cy="712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aphicFrame>
        <p:nvGraphicFramePr>
          <p:cNvPr id="80900" name="Object 4"/>
          <p:cNvGraphicFramePr>
            <a:graphicFrameLocks noChangeAspect="1"/>
          </p:cNvGraphicFramePr>
          <p:nvPr/>
        </p:nvGraphicFramePr>
        <p:xfrm>
          <a:off x="900113" y="188913"/>
          <a:ext cx="6465887" cy="642937"/>
        </p:xfrm>
        <a:graphic>
          <a:graphicData uri="http://schemas.openxmlformats.org/presentationml/2006/ole">
            <mc:AlternateContent xmlns:mc="http://schemas.openxmlformats.org/markup-compatibility/2006">
              <mc:Choice xmlns:v="urn:schemas-microsoft-com:vml" Requires="v">
                <p:oleObj spid="_x0000_s3" name="公式" r:id="rId3" imgW="2298700" imgH="228600" progId="Equation.3">
                  <p:embed/>
                </p:oleObj>
              </mc:Choice>
              <mc:Fallback>
                <p:oleObj name="公式" r:id="rId3" imgW="2298700" imgH="228600" progId="Equation.3">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00113" y="188913"/>
                        <a:ext cx="6465887" cy="6429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cxnSp>
        <p:nvCxnSpPr>
          <p:cNvPr id="80901" name="直接连接符 7"/>
          <p:cNvCxnSpPr>
            <a:cxnSpLocks noChangeShapeType="1"/>
          </p:cNvCxnSpPr>
          <p:nvPr/>
        </p:nvCxnSpPr>
        <p:spPr bwMode="auto">
          <a:xfrm rot="5400000">
            <a:off x="5607844" y="1535907"/>
            <a:ext cx="142875" cy="71437"/>
          </a:xfrm>
          <a:prstGeom prst="line">
            <a:avLst/>
          </a:prstGeom>
          <a:noFill/>
          <a:ln w="9525">
            <a:solidFill>
              <a:schemeClr val="tx1"/>
            </a:solidFill>
            <a:miter lim="800000"/>
          </a:ln>
          <a:extLst>
            <a:ext uri="{909E8E84-426E-40DD-AFC4-6F175D3DCCD1}">
              <a14:hiddenFill xmlns:a14="http://schemas.microsoft.com/office/drawing/2010/main">
                <a:noFill/>
              </a14:hiddenFill>
            </a:ext>
          </a:extLst>
        </p:spPr>
      </p:cxnSp>
      <mc:AlternateContent xmlns:mc="http://schemas.openxmlformats.org/markup-compatibility/2006">
        <mc:Choice xmlns:a14="http://schemas.microsoft.com/office/drawing/2010/main" Requires="a14">
          <p:sp>
            <p:nvSpPr>
              <p:cNvPr id="80902" name="Object 2"/>
              <p:cNvSpPr txBox="1"/>
              <p:nvPr/>
            </p:nvSpPr>
            <p:spPr bwMode="auto">
              <a:xfrm>
                <a:off x="612774" y="1041400"/>
                <a:ext cx="3887218" cy="522288"/>
              </a:xfrm>
              <a:prstGeom prst="rect">
                <a:avLst/>
              </a:prstGeom>
              <a:noFill/>
              <a:ln>
                <a:noFill/>
              </a:ln>
              <a:effectLst/>
            </p:spPr>
            <p:txBody>
              <a:bodyPr>
                <a:noAutofit/>
              </a:bodyPr>
              <a:lstStyle/>
              <a:p>
                <a14:m>
                  <m:oMathPara xmlns:m="http://schemas.openxmlformats.org/officeDocument/2006/math">
                    <m:oMathParaPr>
                      <m:jc m:val="left"/>
                    </m:oMathParaPr>
                    <m:oMath xmlns:m="http://schemas.openxmlformats.org/officeDocument/2006/math">
                      <m:r>
                        <a:rPr lang="zh-CN" altLang="en-US" sz="2800" i="1" smtClean="0">
                          <a:solidFill>
                            <a:schemeClr val="bg1"/>
                          </a:solidFill>
                          <a:latin typeface="Cambria Math" panose="02040503050406030204" pitchFamily="18" charset="0"/>
                        </a:rPr>
                        <m:t>解</m:t>
                      </m:r>
                      <m:r>
                        <a:rPr lang="zh-CN" altLang="en-US" sz="2800" i="1" smtClean="0">
                          <a:solidFill>
                            <a:schemeClr val="bg1"/>
                          </a:solidFill>
                          <a:latin typeface="Cambria Math" panose="02040503050406030204" pitchFamily="18" charset="0"/>
                          <a:ea typeface="+mj-ea"/>
                        </a:rPr>
                        <m:t>：</m:t>
                      </m:r>
                      <m:r>
                        <m:rPr>
                          <m:nor/>
                        </m:rPr>
                        <a:rPr lang="zh-CN" altLang="en-US" sz="2800" i="0">
                          <a:solidFill>
                            <a:schemeClr val="bg1"/>
                          </a:solidFill>
                          <a:latin typeface="+mj-ea"/>
                          <a:ea typeface="+mj-ea"/>
                        </a:rPr>
                        <m:t>  </m:t>
                      </m:r>
                      <m:r>
                        <a:rPr lang="zh-CN" altLang="en-US" sz="2800" i="1">
                          <a:solidFill>
                            <a:schemeClr val="bg1"/>
                          </a:solidFill>
                          <a:latin typeface="Cambria Math" panose="02040503050406030204" pitchFamily="18" charset="0"/>
                          <a:ea typeface="+mj-ea"/>
                        </a:rPr>
                        <m:t>取拉氏变换</m:t>
                      </m:r>
                      <m:r>
                        <a:rPr lang="zh-CN" altLang="en-US" sz="2800" i="1">
                          <a:solidFill>
                            <a:schemeClr val="bg1"/>
                          </a:solidFill>
                          <a:latin typeface="Cambria Math" panose="02040503050406030204" pitchFamily="18" charset="0"/>
                        </a:rPr>
                        <m:t>：</m:t>
                      </m:r>
                    </m:oMath>
                  </m:oMathPara>
                </a14:m>
                <a:endParaRPr lang="zh-CN" altLang="en-US" sz="2800" dirty="0">
                  <a:solidFill>
                    <a:schemeClr val="bg1"/>
                  </a:solidFill>
                  <a:latin typeface="黑体" panose="02010609060101010101" charset="-122"/>
                  <a:ea typeface="黑体" panose="02010609060101010101" charset="-122"/>
                </a:endParaRPr>
              </a:p>
            </p:txBody>
          </p:sp>
        </mc:Choice>
        <mc:Fallback>
          <p:sp>
            <p:nvSpPr>
              <p:cNvPr id="80902" name="Object 2"/>
              <p:cNvSpPr txBox="1">
                <a:spLocks noRot="1" noChangeAspect="1" noMove="1" noResize="1" noEditPoints="1" noAdjustHandles="1" noChangeArrowheads="1" noChangeShapeType="1" noTextEdit="1"/>
              </p:cNvSpPr>
              <p:nvPr/>
            </p:nvSpPr>
            <p:spPr bwMode="auto">
              <a:xfrm>
                <a:off x="612774" y="1041400"/>
                <a:ext cx="3887218" cy="522288"/>
              </a:xfrm>
              <a:prstGeom prst="rect">
                <a:avLst/>
              </a:prstGeom>
              <a:blipFill rotWithShape="1">
                <a:blip r:embed="rId5"/>
                <a:stretch>
                  <a:fillRect l="-16" r="10" b="61"/>
                </a:stretch>
              </a:blipFill>
              <a:ln>
                <a:noFill/>
              </a:ln>
              <a:effectLst/>
            </p:spPr>
            <p:txBody>
              <a:bodyPr/>
              <a:lstStyle/>
              <a:p>
                <a:r>
                  <a:rPr lang="zh-CN" altLang="en-US">
                    <a:noFill/>
                  </a:rPr>
                  <a:t> </a:t>
                </a:r>
              </a:p>
            </p:txBody>
          </p:sp>
        </mc:Fallback>
      </mc:AlternateContent>
      <p:graphicFrame>
        <p:nvGraphicFramePr>
          <p:cNvPr id="61448" name="Object 8"/>
          <p:cNvGraphicFramePr>
            <a:graphicFrameLocks noChangeAspect="1"/>
          </p:cNvGraphicFramePr>
          <p:nvPr/>
        </p:nvGraphicFramePr>
        <p:xfrm>
          <a:off x="1115616" y="1892300"/>
          <a:ext cx="7345362" cy="1112838"/>
        </p:xfrm>
        <a:graphic>
          <a:graphicData uri="http://schemas.openxmlformats.org/presentationml/2006/ole">
            <mc:AlternateContent xmlns:mc="http://schemas.openxmlformats.org/markup-compatibility/2006">
              <mc:Choice xmlns:v="urn:schemas-microsoft-com:vml" Requires="v">
                <p:oleObj spid="_x0000_s4" name="公式" r:id="rId6" imgW="3187700" imgH="482600" progId="Equation.3">
                  <p:embed/>
                </p:oleObj>
              </mc:Choice>
              <mc:Fallback>
                <p:oleObj name="公式" r:id="rId6" imgW="3187700" imgH="482600" progId="Equation.3">
                  <p:embed/>
                  <p:pic>
                    <p:nvPicPr>
                      <p:cNvPr id="0" name="Object 8"/>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115616" y="1892300"/>
                        <a:ext cx="7345362" cy="1112838"/>
                      </a:xfrm>
                      <a:prstGeom prst="rect">
                        <a:avLst/>
                      </a:prstGeom>
                      <a:solidFill>
                        <a:schemeClr val="tx1"/>
                      </a:solidFill>
                      <a:ln w="9525">
                        <a:solidFill>
                          <a:schemeClr val="bg1"/>
                        </a:solidFill>
                        <a:miter lim="800000"/>
                        <a:headEnd/>
                        <a:tailEnd/>
                      </a:ln>
                      <a:effectLst>
                        <a:outerShdw dist="35921" dir="2700000" algn="ctr" rotWithShape="0">
                          <a:schemeClr val="bg2">
                            <a:alpha val="74997"/>
                          </a:schemeClr>
                        </a:outerShdw>
                      </a:effectLst>
                    </p:spPr>
                  </p:pic>
                </p:oleObj>
              </mc:Fallback>
            </mc:AlternateContent>
          </a:graphicData>
        </a:graphic>
      </p:graphicFrame>
      <p:graphicFrame>
        <p:nvGraphicFramePr>
          <p:cNvPr id="61449" name="Object 9"/>
          <p:cNvGraphicFramePr>
            <a:graphicFrameLocks noChangeAspect="1"/>
          </p:cNvGraphicFramePr>
          <p:nvPr/>
        </p:nvGraphicFramePr>
        <p:xfrm>
          <a:off x="1331595" y="3610293"/>
          <a:ext cx="5759450" cy="884237"/>
        </p:xfrm>
        <a:graphic>
          <a:graphicData uri="http://schemas.openxmlformats.org/presentationml/2006/ole">
            <mc:AlternateContent xmlns:mc="http://schemas.openxmlformats.org/markup-compatibility/2006">
              <mc:Choice xmlns:v="urn:schemas-microsoft-com:vml" Requires="v">
                <p:oleObj spid="_x0000_s5" name="公式" r:id="rId8" imgW="2730500" imgH="419100" progId="Equation.3">
                  <p:embed/>
                </p:oleObj>
              </mc:Choice>
              <mc:Fallback>
                <p:oleObj name="公式" r:id="rId8" imgW="2730500" imgH="419100" progId="Equation.3">
                  <p:embed/>
                  <p:pic>
                    <p:nvPicPr>
                      <p:cNvPr id="0" name="Object 9"/>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331595" y="3610293"/>
                        <a:ext cx="5759450" cy="8842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aphicFrame>
        <p:nvGraphicFramePr>
          <p:cNvPr id="61450" name="Object 10"/>
          <p:cNvGraphicFramePr>
            <a:graphicFrameLocks noChangeAspect="1"/>
          </p:cNvGraphicFramePr>
          <p:nvPr/>
        </p:nvGraphicFramePr>
        <p:xfrm>
          <a:off x="1799908" y="4580890"/>
          <a:ext cx="5688012" cy="973138"/>
        </p:xfrm>
        <a:graphic>
          <a:graphicData uri="http://schemas.openxmlformats.org/presentationml/2006/ole">
            <mc:AlternateContent xmlns:mc="http://schemas.openxmlformats.org/markup-compatibility/2006">
              <mc:Choice xmlns:v="urn:schemas-microsoft-com:vml" Requires="v">
                <p:oleObj spid="_x0000_s6" name="公式" r:id="rId10" imgW="2451100" imgH="419100" progId="Equation.3">
                  <p:embed/>
                </p:oleObj>
              </mc:Choice>
              <mc:Fallback>
                <p:oleObj name="公式" r:id="rId10" imgW="2451100" imgH="419100" progId="Equation.3">
                  <p:embed/>
                  <p:pic>
                    <p:nvPicPr>
                      <p:cNvPr id="0" name="Object 10"/>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799908" y="4580890"/>
                        <a:ext cx="5688012" cy="973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aphicFrame>
        <p:nvGraphicFramePr>
          <p:cNvPr id="80906" name="Object 11"/>
          <p:cNvGraphicFramePr>
            <a:graphicFrameLocks noChangeAspect="1"/>
          </p:cNvGraphicFramePr>
          <p:nvPr/>
        </p:nvGraphicFramePr>
        <p:xfrm>
          <a:off x="3563303" y="1052830"/>
          <a:ext cx="2160587" cy="571500"/>
        </p:xfrm>
        <a:graphic>
          <a:graphicData uri="http://schemas.openxmlformats.org/presentationml/2006/ole">
            <mc:AlternateContent xmlns:mc="http://schemas.openxmlformats.org/markup-compatibility/2006">
              <mc:Choice xmlns:v="urn:schemas-microsoft-com:vml" Requires="v">
                <p:oleObj spid="_x0000_s7" name="公式" r:id="rId12" imgW="862965" imgH="228600" progId="Equation.3">
                  <p:embed/>
                </p:oleObj>
              </mc:Choice>
              <mc:Fallback>
                <p:oleObj name="公式" r:id="rId12" imgW="862965" imgH="228600" progId="Equation.3">
                  <p:embed/>
                  <p:pic>
                    <p:nvPicPr>
                      <p:cNvPr id="0" name="Object 11"/>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563303" y="1052830"/>
                        <a:ext cx="2160587" cy="571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sp>
        <p:nvSpPr>
          <p:cNvPr id="8" name="墨迹 3"/>
          <p:cNvSpPr/>
          <p:nvPr/>
        </p:nvSpPr>
        <p:spPr bwMode="auto">
          <a:xfrm>
            <a:off x="827440" y="260130"/>
            <a:ext cx="8046720" cy="5457960"/>
          </a:xfrm>
        </p:spPr>
      </p:sp>
      <mc:AlternateContent xmlns:mc="http://schemas.openxmlformats.org/markup-compatibility/2006">
        <mc:Choice xmlns:a14="http://schemas.microsoft.com/office/drawing/2010/main" Requires="a14">
          <p:sp>
            <p:nvSpPr>
              <p:cNvPr id="9" name="文本框 8"/>
              <p:cNvSpPr txBox="1"/>
              <p:nvPr/>
            </p:nvSpPr>
            <p:spPr>
              <a:xfrm>
                <a:off x="1331595" y="3140710"/>
                <a:ext cx="4572000" cy="460375"/>
              </a:xfrm>
              <a:prstGeom prst="rect">
                <a:avLst/>
              </a:prstGeom>
              <a:noFill/>
            </p:spPr>
            <p:txBody>
              <a:bodyPr wrap="square" rtlCol="0" anchor="t">
                <a:spAutoFit/>
              </a:bodyPr>
              <a:p>
                <a14:m>
                  <m:oMathPara xmlns:m="http://schemas.openxmlformats.org/officeDocument/2006/math">
                    <m:oMathParaPr>
                      <m:jc m:val="centerGroup"/>
                    </m:oMathParaPr>
                    <m:oMath xmlns:m="http://schemas.openxmlformats.org/officeDocument/2006/math">
                      <m:r>
                        <a:rPr lang="zh-CN" altLang="en-US" sz="2400" i="1">
                          <a:solidFill>
                            <a:srgbClr val="FF0000"/>
                          </a:solidFill>
                          <a:latin typeface="Cambria Math" panose="02040503050406030204" pitchFamily="18" charset="0"/>
                        </a:rPr>
                        <m:t>𝑟</m:t>
                      </m:r>
                      <m:d>
                        <m:dPr>
                          <m:ctrlPr>
                            <a:rPr lang="zh-CN" altLang="en-US" sz="2400" i="1">
                              <a:solidFill>
                                <a:srgbClr val="FF0000"/>
                              </a:solidFill>
                              <a:latin typeface="Cambria Math" panose="02040503050406030204" pitchFamily="18" charset="0"/>
                            </a:rPr>
                          </m:ctrlPr>
                        </m:dPr>
                        <m:e>
                          <m:sSup>
                            <m:sSupPr>
                              <m:ctrlPr>
                                <a:rPr lang="zh-CN" altLang="en-US" sz="2400" i="1">
                                  <a:solidFill>
                                    <a:srgbClr val="FF0000"/>
                                  </a:solidFill>
                                  <a:latin typeface="Cambria Math" panose="02040503050406030204" pitchFamily="18" charset="0"/>
                                </a:rPr>
                              </m:ctrlPr>
                            </m:sSupPr>
                            <m:e>
                              <m:r>
                                <a:rPr lang="zh-CN" altLang="en-US" sz="2400" i="1">
                                  <a:solidFill>
                                    <a:srgbClr val="FF0000"/>
                                  </a:solidFill>
                                  <a:latin typeface="Cambria Math" panose="02040503050406030204" pitchFamily="18" charset="0"/>
                                </a:rPr>
                                <m:t>0</m:t>
                              </m:r>
                            </m:e>
                            <m:sup>
                              <m:r>
                                <a:rPr lang="zh-CN" altLang="en-US" sz="2400" i="1">
                                  <a:solidFill>
                                    <a:srgbClr val="FF0000"/>
                                  </a:solidFill>
                                  <a:latin typeface="Cambria Math" panose="02040503050406030204" pitchFamily="18" charset="0"/>
                                </a:rPr>
                                <m:t>−</m:t>
                              </m:r>
                            </m:sup>
                          </m:sSup>
                        </m:e>
                      </m:d>
                      <m:r>
                        <a:rPr lang="en-US" altLang="zh-CN" sz="2400" i="1">
                          <a:solidFill>
                            <a:srgbClr val="FF0000"/>
                          </a:solidFill>
                          <a:latin typeface="Cambria Math" panose="02040503050406030204" pitchFamily="18" charset="0"/>
                        </a:rPr>
                        <m:t>=</m:t>
                      </m:r>
                      <m:r>
                        <a:rPr lang="zh-CN" altLang="en-US" sz="2400" i="1">
                          <a:solidFill>
                            <a:srgbClr val="FF0000"/>
                          </a:solidFill>
                          <a:latin typeface="Cambria Math" panose="02040503050406030204" pitchFamily="18" charset="0"/>
                        </a:rPr>
                        <m:t>2</m:t>
                      </m:r>
                      <m:r>
                        <a:rPr lang="zh-CN" altLang="en-US" sz="2400" i="1">
                          <a:solidFill>
                            <a:srgbClr val="FF0000"/>
                          </a:solidFill>
                          <a:latin typeface="Cambria Math" panose="02040503050406030204" pitchFamily="18" charset="0"/>
                        </a:rPr>
                        <m:t>,</m:t>
                      </m:r>
                      <m:sSup>
                        <m:sSupPr>
                          <m:ctrlPr>
                            <a:rPr lang="zh-CN" altLang="en-US" sz="2400" i="1">
                              <a:solidFill>
                                <a:srgbClr val="FF0000"/>
                              </a:solidFill>
                              <a:latin typeface="Cambria Math" panose="02040503050406030204" pitchFamily="18" charset="0"/>
                            </a:rPr>
                          </m:ctrlPr>
                        </m:sSupPr>
                        <m:e>
                          <m:r>
                            <a:rPr lang="zh-CN" altLang="en-US" sz="2400" i="1">
                              <a:solidFill>
                                <a:srgbClr val="FF0000"/>
                              </a:solidFill>
                              <a:latin typeface="Cambria Math" panose="02040503050406030204" pitchFamily="18" charset="0"/>
                            </a:rPr>
                            <m:t>𝑟</m:t>
                          </m:r>
                        </m:e>
                        <m:sup>
                          <m:r>
                            <a:rPr lang="zh-CN" altLang="en-US" sz="2400" i="1">
                              <a:solidFill>
                                <a:srgbClr val="FF0000"/>
                              </a:solidFill>
                              <a:latin typeface="Cambria Math" panose="02040503050406030204" pitchFamily="18" charset="0"/>
                            </a:rPr>
                            <m:t>′</m:t>
                          </m:r>
                        </m:sup>
                      </m:sSup>
                      <m:d>
                        <m:dPr>
                          <m:ctrlPr>
                            <a:rPr lang="zh-CN" altLang="en-US" sz="2400" i="1">
                              <a:solidFill>
                                <a:srgbClr val="FF0000"/>
                              </a:solidFill>
                              <a:latin typeface="Cambria Math" panose="02040503050406030204" pitchFamily="18" charset="0"/>
                            </a:rPr>
                          </m:ctrlPr>
                        </m:dPr>
                        <m:e>
                          <m:sSup>
                            <m:sSupPr>
                              <m:ctrlPr>
                                <a:rPr lang="zh-CN" altLang="en-US" sz="2400" i="1">
                                  <a:solidFill>
                                    <a:srgbClr val="FF0000"/>
                                  </a:solidFill>
                                  <a:latin typeface="Cambria Math" panose="02040503050406030204" pitchFamily="18" charset="0"/>
                                </a:rPr>
                              </m:ctrlPr>
                            </m:sSupPr>
                            <m:e>
                              <m:r>
                                <a:rPr lang="zh-CN" altLang="en-US" sz="2400" i="1">
                                  <a:solidFill>
                                    <a:srgbClr val="FF0000"/>
                                  </a:solidFill>
                                  <a:latin typeface="Cambria Math" panose="02040503050406030204" pitchFamily="18" charset="0"/>
                                </a:rPr>
                                <m:t>0</m:t>
                              </m:r>
                            </m:e>
                            <m:sup>
                              <m:r>
                                <a:rPr lang="zh-CN" altLang="en-US" sz="2400" i="1">
                                  <a:solidFill>
                                    <a:srgbClr val="FF0000"/>
                                  </a:solidFill>
                                  <a:latin typeface="Cambria Math" panose="02040503050406030204" pitchFamily="18" charset="0"/>
                                </a:rPr>
                                <m:t>−</m:t>
                              </m:r>
                            </m:sup>
                          </m:sSup>
                        </m:e>
                      </m:d>
                      <m:r>
                        <a:rPr lang="zh-CN" altLang="en-US" sz="2400" i="1">
                          <a:solidFill>
                            <a:srgbClr val="FF0000"/>
                          </a:solidFill>
                          <a:latin typeface="Cambria Math" panose="02040503050406030204" pitchFamily="18" charset="0"/>
                        </a:rPr>
                        <m:t>=−</m:t>
                      </m:r>
                      <m:r>
                        <a:rPr lang="zh-CN" altLang="en-US" sz="2400" i="1">
                          <a:solidFill>
                            <a:srgbClr val="FF0000"/>
                          </a:solidFill>
                          <a:latin typeface="Cambria Math" panose="02040503050406030204" pitchFamily="18" charset="0"/>
                        </a:rPr>
                        <m:t>1</m:t>
                      </m:r>
                    </m:oMath>
                  </m:oMathPara>
                </a14:m>
                <a:endParaRPr lang="zh-CN" altLang="en-US" sz="2400" i="1">
                  <a:solidFill>
                    <a:srgbClr val="FF0000"/>
                  </a:solidFill>
                  <a:latin typeface="Cambria Math" panose="02040503050406030204" pitchFamily="18" charset="0"/>
                </a:endParaRPr>
              </a:p>
            </p:txBody>
          </p:sp>
        </mc:Choice>
        <mc:Fallback>
          <p:sp>
            <p:nvSpPr>
              <p:cNvPr id="9" name="文本框 8"/>
              <p:cNvSpPr txBox="1">
                <a:spLocks noRot="1" noChangeAspect="1" noMove="1" noResize="1" noEditPoints="1" noAdjustHandles="1" noChangeArrowheads="1" noChangeShapeType="1" noTextEdit="1"/>
              </p:cNvSpPr>
              <p:nvPr/>
            </p:nvSpPr>
            <p:spPr>
              <a:xfrm>
                <a:off x="1331595" y="3140710"/>
                <a:ext cx="4572000" cy="460375"/>
              </a:xfrm>
              <a:prstGeom prst="rect">
                <a:avLst/>
              </a:prstGeom>
              <a:blipFill rotWithShape="1">
                <a:blip r:embed="rId14"/>
                <a:stretch>
                  <a:fillRect/>
                </a:stretch>
              </a:blipFill>
            </p:spPr>
            <p:txBody>
              <a:bodyPr/>
              <a:lstStyle/>
              <a:p>
                <a:r>
                  <a:rPr lang="zh-CN" altLang="en-US">
                    <a:noFill/>
                  </a:rPr>
                  <a:t> </a:t>
                </a:r>
              </a:p>
            </p:txBody>
          </p:sp>
        </mc:Fallback>
      </mc:AlternateContent>
    </p:spTree>
    <p:custDataLst>
      <p:tags r:id="rId15"/>
    </p:custDataLst>
  </p:cSld>
  <p:clrMapOvr>
    <a:masterClrMapping/>
  </p:clrMapOvr>
  <mc:AlternateContent xmlns:mc="http://schemas.openxmlformats.org/markup-compatibility/2006">
    <mc:Choice xmlns:p14="http://schemas.microsoft.com/office/powerpoint/2010/main" Requires="p14">
      <p:transition spd="slow" p14:dur="2000" advTm="194351"/>
    </mc:Choice>
    <mc:Fallback>
      <p:transition spd="slow" advTm="194351"/>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5" presetClass="entr" presetSubtype="0" fill="hold" nodeType="clickEffect">
                                  <p:stCondLst>
                                    <p:cond delay="0"/>
                                  </p:stCondLst>
                                  <p:childTnLst>
                                    <p:set>
                                      <p:cBhvr>
                                        <p:cTn id="6" dur="1" fill="hold">
                                          <p:stCondLst>
                                            <p:cond delay="0"/>
                                          </p:stCondLst>
                                        </p:cTn>
                                        <p:tgtEl>
                                          <p:spTgt spid="61448"/>
                                        </p:tgtEl>
                                        <p:attrNameLst>
                                          <p:attrName>style.visibility</p:attrName>
                                        </p:attrNameLst>
                                      </p:cBhvr>
                                      <p:to>
                                        <p:strVal val="visible"/>
                                      </p:to>
                                    </p:set>
                                    <p:anim calcmode="lin" valueType="num">
                                      <p:cBhvr>
                                        <p:cTn id="7" dur="1000" fill="hold"/>
                                        <p:tgtEl>
                                          <p:spTgt spid="61448"/>
                                        </p:tgtEl>
                                        <p:attrNameLst>
                                          <p:attrName>ppt_w</p:attrName>
                                        </p:attrNameLst>
                                      </p:cBhvr>
                                      <p:tavLst>
                                        <p:tav tm="0">
                                          <p:val>
                                            <p:strVal val="#ppt_w*0.70"/>
                                          </p:val>
                                        </p:tav>
                                        <p:tav tm="100000">
                                          <p:val>
                                            <p:strVal val="#ppt_w"/>
                                          </p:val>
                                        </p:tav>
                                      </p:tavLst>
                                    </p:anim>
                                    <p:anim calcmode="lin" valueType="num">
                                      <p:cBhvr>
                                        <p:cTn id="8" dur="1000" fill="hold"/>
                                        <p:tgtEl>
                                          <p:spTgt spid="61448"/>
                                        </p:tgtEl>
                                        <p:attrNameLst>
                                          <p:attrName>ppt_h</p:attrName>
                                        </p:attrNameLst>
                                      </p:cBhvr>
                                      <p:tavLst>
                                        <p:tav tm="0">
                                          <p:val>
                                            <p:strVal val="#ppt_h"/>
                                          </p:val>
                                        </p:tav>
                                        <p:tav tm="100000">
                                          <p:val>
                                            <p:strVal val="#ppt_h"/>
                                          </p:val>
                                        </p:tav>
                                      </p:tavLst>
                                    </p:anim>
                                    <p:animEffect transition="in" filter="fade">
                                      <p:cBhvr>
                                        <p:cTn id="9" dur="1000"/>
                                        <p:tgtEl>
                                          <p:spTgt spid="61448"/>
                                        </p:tgtEl>
                                      </p:cBhvr>
                                    </p:animEffect>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9"/>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55" presetClass="entr" presetSubtype="0" fill="hold" nodeType="clickEffect">
                                  <p:stCondLst>
                                    <p:cond delay="0"/>
                                  </p:stCondLst>
                                  <p:childTnLst>
                                    <p:set>
                                      <p:cBhvr>
                                        <p:cTn id="17" dur="1" fill="hold">
                                          <p:stCondLst>
                                            <p:cond delay="0"/>
                                          </p:stCondLst>
                                        </p:cTn>
                                        <p:tgtEl>
                                          <p:spTgt spid="61449"/>
                                        </p:tgtEl>
                                        <p:attrNameLst>
                                          <p:attrName>style.visibility</p:attrName>
                                        </p:attrNameLst>
                                      </p:cBhvr>
                                      <p:to>
                                        <p:strVal val="visible"/>
                                      </p:to>
                                    </p:set>
                                    <p:anim calcmode="lin" valueType="num">
                                      <p:cBhvr>
                                        <p:cTn id="18" dur="1000" fill="hold"/>
                                        <p:tgtEl>
                                          <p:spTgt spid="61449"/>
                                        </p:tgtEl>
                                        <p:attrNameLst>
                                          <p:attrName>ppt_w</p:attrName>
                                        </p:attrNameLst>
                                      </p:cBhvr>
                                      <p:tavLst>
                                        <p:tav tm="0">
                                          <p:val>
                                            <p:strVal val="#ppt_w*0.70"/>
                                          </p:val>
                                        </p:tav>
                                        <p:tav tm="100000">
                                          <p:val>
                                            <p:strVal val="#ppt_w"/>
                                          </p:val>
                                        </p:tav>
                                      </p:tavLst>
                                    </p:anim>
                                    <p:anim calcmode="lin" valueType="num">
                                      <p:cBhvr>
                                        <p:cTn id="19" dur="1000" fill="hold"/>
                                        <p:tgtEl>
                                          <p:spTgt spid="61449"/>
                                        </p:tgtEl>
                                        <p:attrNameLst>
                                          <p:attrName>ppt_h</p:attrName>
                                        </p:attrNameLst>
                                      </p:cBhvr>
                                      <p:tavLst>
                                        <p:tav tm="0">
                                          <p:val>
                                            <p:strVal val="#ppt_h"/>
                                          </p:val>
                                        </p:tav>
                                        <p:tav tm="100000">
                                          <p:val>
                                            <p:strVal val="#ppt_h"/>
                                          </p:val>
                                        </p:tav>
                                      </p:tavLst>
                                    </p:anim>
                                    <p:animEffect transition="in" filter="fade">
                                      <p:cBhvr>
                                        <p:cTn id="20" dur="1000"/>
                                        <p:tgtEl>
                                          <p:spTgt spid="61449"/>
                                        </p:tgtEl>
                                      </p:cBhvr>
                                    </p:animEffect>
                                  </p:childTnLst>
                                </p:cTn>
                              </p:par>
                            </p:childTnLst>
                          </p:cTn>
                        </p:par>
                      </p:childTnLst>
                    </p:cTn>
                  </p:par>
                  <p:par>
                    <p:cTn id="21" fill="hold">
                      <p:stCondLst>
                        <p:cond delay="indefinite"/>
                      </p:stCondLst>
                      <p:childTnLst>
                        <p:par>
                          <p:cTn id="22" fill="hold">
                            <p:stCondLst>
                              <p:cond delay="0"/>
                            </p:stCondLst>
                            <p:childTnLst>
                              <p:par>
                                <p:cTn id="23" presetID="55" presetClass="entr" presetSubtype="0" fill="hold" nodeType="clickEffect">
                                  <p:stCondLst>
                                    <p:cond delay="0"/>
                                  </p:stCondLst>
                                  <p:childTnLst>
                                    <p:set>
                                      <p:cBhvr>
                                        <p:cTn id="24" dur="1" fill="hold">
                                          <p:stCondLst>
                                            <p:cond delay="0"/>
                                          </p:stCondLst>
                                        </p:cTn>
                                        <p:tgtEl>
                                          <p:spTgt spid="61450"/>
                                        </p:tgtEl>
                                        <p:attrNameLst>
                                          <p:attrName>style.visibility</p:attrName>
                                        </p:attrNameLst>
                                      </p:cBhvr>
                                      <p:to>
                                        <p:strVal val="visible"/>
                                      </p:to>
                                    </p:set>
                                    <p:anim calcmode="lin" valueType="num">
                                      <p:cBhvr>
                                        <p:cTn id="25" dur="1000" fill="hold"/>
                                        <p:tgtEl>
                                          <p:spTgt spid="61450"/>
                                        </p:tgtEl>
                                        <p:attrNameLst>
                                          <p:attrName>ppt_w</p:attrName>
                                        </p:attrNameLst>
                                      </p:cBhvr>
                                      <p:tavLst>
                                        <p:tav tm="0">
                                          <p:val>
                                            <p:strVal val="#ppt_w*0.70"/>
                                          </p:val>
                                        </p:tav>
                                        <p:tav tm="100000">
                                          <p:val>
                                            <p:strVal val="#ppt_w"/>
                                          </p:val>
                                        </p:tav>
                                      </p:tavLst>
                                    </p:anim>
                                    <p:anim calcmode="lin" valueType="num">
                                      <p:cBhvr>
                                        <p:cTn id="26" dur="1000" fill="hold"/>
                                        <p:tgtEl>
                                          <p:spTgt spid="61450"/>
                                        </p:tgtEl>
                                        <p:attrNameLst>
                                          <p:attrName>ppt_h</p:attrName>
                                        </p:attrNameLst>
                                      </p:cBhvr>
                                      <p:tavLst>
                                        <p:tav tm="0">
                                          <p:val>
                                            <p:strVal val="#ppt_h"/>
                                          </p:val>
                                        </p:tav>
                                        <p:tav tm="100000">
                                          <p:val>
                                            <p:strVal val="#ppt_h"/>
                                          </p:val>
                                        </p:tav>
                                      </p:tavLst>
                                    </p:anim>
                                    <p:animEffect transition="in" filter="fade">
                                      <p:cBhvr>
                                        <p:cTn id="27" dur="1000"/>
                                        <p:tgtEl>
                                          <p:spTgt spid="61450"/>
                                        </p:tgtEl>
                                      </p:cBhvr>
                                    </p:animEffect>
                                  </p:childTnLst>
                                </p:cTn>
                              </p:par>
                            </p:childTnLst>
                          </p:cTn>
                        </p:par>
                      </p:childTnLst>
                    </p:cTn>
                  </p:par>
                  <p:par>
                    <p:cTn id="28" fill="hold">
                      <p:stCondLst>
                        <p:cond delay="indefinite"/>
                      </p:stCondLst>
                      <p:childTnLst>
                        <p:par>
                          <p:cTn id="29" fill="hold">
                            <p:stCondLst>
                              <p:cond delay="0"/>
                            </p:stCondLst>
                            <p:childTnLst>
                              <p:par>
                                <p:cTn id="30" presetID="55" presetClass="entr" presetSubtype="0" fill="hold" nodeType="clickEffect">
                                  <p:stCondLst>
                                    <p:cond delay="0"/>
                                  </p:stCondLst>
                                  <p:childTnLst>
                                    <p:set>
                                      <p:cBhvr>
                                        <p:cTn id="31" dur="1" fill="hold">
                                          <p:stCondLst>
                                            <p:cond delay="0"/>
                                          </p:stCondLst>
                                        </p:cTn>
                                        <p:tgtEl>
                                          <p:spTgt spid="414724"/>
                                        </p:tgtEl>
                                        <p:attrNameLst>
                                          <p:attrName>style.visibility</p:attrName>
                                        </p:attrNameLst>
                                      </p:cBhvr>
                                      <p:to>
                                        <p:strVal val="visible"/>
                                      </p:to>
                                    </p:set>
                                    <p:anim calcmode="lin" valueType="num">
                                      <p:cBhvr>
                                        <p:cTn id="32" dur="1000" fill="hold"/>
                                        <p:tgtEl>
                                          <p:spTgt spid="414724"/>
                                        </p:tgtEl>
                                        <p:attrNameLst>
                                          <p:attrName>ppt_w</p:attrName>
                                        </p:attrNameLst>
                                      </p:cBhvr>
                                      <p:tavLst>
                                        <p:tav tm="0">
                                          <p:val>
                                            <p:strVal val="#ppt_w*0.70"/>
                                          </p:val>
                                        </p:tav>
                                        <p:tav tm="100000">
                                          <p:val>
                                            <p:strVal val="#ppt_w"/>
                                          </p:val>
                                        </p:tav>
                                      </p:tavLst>
                                    </p:anim>
                                    <p:anim calcmode="lin" valueType="num">
                                      <p:cBhvr>
                                        <p:cTn id="33" dur="1000" fill="hold"/>
                                        <p:tgtEl>
                                          <p:spTgt spid="414724"/>
                                        </p:tgtEl>
                                        <p:attrNameLst>
                                          <p:attrName>ppt_h</p:attrName>
                                        </p:attrNameLst>
                                      </p:cBhvr>
                                      <p:tavLst>
                                        <p:tav tm="0">
                                          <p:val>
                                            <p:strVal val="#ppt_h"/>
                                          </p:val>
                                        </p:tav>
                                        <p:tav tm="100000">
                                          <p:val>
                                            <p:strVal val="#ppt_h"/>
                                          </p:val>
                                        </p:tav>
                                      </p:tavLst>
                                    </p:anim>
                                    <p:animEffect transition="in" filter="fade">
                                      <p:cBhvr>
                                        <p:cTn id="34" dur="1000"/>
                                        <p:tgtEl>
                                          <p:spTgt spid="4147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9" grpId="1"/>
    </p:bld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4"/>
          <p:cNvSpPr>
            <a:spLocks noGrp="1" noChangeArrowheads="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a:spcBef>
                <a:spcPct val="0"/>
              </a:spcBef>
              <a:buFontTx/>
              <a:buNone/>
            </a:pPr>
            <a:fld id="{155171DA-8625-4820-8556-8E7054D7BC39}" type="datetime1">
              <a:rPr kumimoji="0" lang="zh-CN" altLang="en-US" sz="1200" smtClean="0">
                <a:solidFill>
                  <a:srgbClr val="000000"/>
                </a:solidFill>
                <a:ea typeface="宋体" panose="02010600030101010101" pitchFamily="2" charset="-122"/>
              </a:rPr>
            </a:fld>
            <a:endParaRPr kumimoji="0" lang="en-US" altLang="zh-CN" sz="1200">
              <a:solidFill>
                <a:srgbClr val="000000"/>
              </a:solidFill>
              <a:ea typeface="宋体" panose="02010600030101010101" pitchFamily="2" charset="-122"/>
            </a:endParaRPr>
          </a:p>
        </p:txBody>
      </p:sp>
      <p:graphicFrame>
        <p:nvGraphicFramePr>
          <p:cNvPr id="81923" name="Object 2"/>
          <p:cNvGraphicFramePr>
            <a:graphicFrameLocks noGrp="1" noChangeAspect="1"/>
          </p:cNvGraphicFramePr>
          <p:nvPr>
            <p:ph sz="half" idx="2"/>
          </p:nvPr>
        </p:nvGraphicFramePr>
        <p:xfrm>
          <a:off x="6872605" y="404178"/>
          <a:ext cx="1119188" cy="512762"/>
        </p:xfrm>
        <a:graphic>
          <a:graphicData uri="http://schemas.openxmlformats.org/presentationml/2006/ole">
            <mc:AlternateContent xmlns:mc="http://schemas.openxmlformats.org/markup-compatibility/2006">
              <mc:Choice xmlns:v="urn:schemas-microsoft-com:vml" Requires="v">
                <p:oleObj spid="_x0000_s2" name="公式" r:id="rId1" imgW="444500" imgH="203200" progId="Equation.3">
                  <p:embed/>
                </p:oleObj>
              </mc:Choice>
              <mc:Fallback>
                <p:oleObj name="公式" r:id="rId1" imgW="444500" imgH="203200" progId="Equation.3">
                  <p:embed/>
                  <p:pic>
                    <p:nvPicPr>
                      <p:cNvPr id="0" name="Object 2"/>
                      <p:cNvPicPr>
                        <a:picLocks noChangeAspect="1" noChangeArrowheads="1"/>
                      </p:cNvPicPr>
                      <p:nvPr/>
                    </p:nvPicPr>
                    <p:blipFill>
                      <a:blip r:embed="rId2">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6872605" y="404178"/>
                        <a:ext cx="1119188" cy="5127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81924" name="Object 5"/>
          <p:cNvGraphicFramePr>
            <a:graphicFrameLocks noChangeAspect="1"/>
          </p:cNvGraphicFramePr>
          <p:nvPr/>
        </p:nvGraphicFramePr>
        <p:xfrm>
          <a:off x="3995738" y="260350"/>
          <a:ext cx="2592387" cy="655638"/>
        </p:xfrm>
        <a:graphic>
          <a:graphicData uri="http://schemas.openxmlformats.org/presentationml/2006/ole">
            <mc:AlternateContent xmlns:mc="http://schemas.openxmlformats.org/markup-compatibility/2006">
              <mc:Choice xmlns:v="urn:schemas-microsoft-com:vml" Requires="v">
                <p:oleObj spid="_x0000_s3" name="公式" r:id="rId3" imgW="901065" imgH="228600" progId="Equation.3">
                  <p:embed/>
                </p:oleObj>
              </mc:Choice>
              <mc:Fallback>
                <p:oleObj name="公式" r:id="rId3" imgW="901065" imgH="228600" progId="Equation.3">
                  <p:embed/>
                  <p:pic>
                    <p:nvPicPr>
                      <p:cNvPr id="0"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95738" y="260350"/>
                        <a:ext cx="2592387" cy="655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aphicFrame>
        <p:nvGraphicFramePr>
          <p:cNvPr id="81925" name="Object 7"/>
          <p:cNvGraphicFramePr>
            <a:graphicFrameLocks noChangeAspect="1"/>
          </p:cNvGraphicFramePr>
          <p:nvPr/>
        </p:nvGraphicFramePr>
        <p:xfrm>
          <a:off x="971550" y="87313"/>
          <a:ext cx="2740025" cy="914400"/>
        </p:xfrm>
        <a:graphic>
          <a:graphicData uri="http://schemas.openxmlformats.org/presentationml/2006/ole">
            <mc:AlternateContent xmlns:mc="http://schemas.openxmlformats.org/markup-compatibility/2006">
              <mc:Choice xmlns:v="urn:schemas-microsoft-com:vml" Requires="v">
                <p:oleObj spid="_x0000_s4" name="公式" r:id="rId5" imgW="1180465" imgH="393700" progId="Equation.3">
                  <p:embed/>
                </p:oleObj>
              </mc:Choice>
              <mc:Fallback>
                <p:oleObj name="公式" r:id="rId5" imgW="1180465" imgH="393700" progId="Equation.3">
                  <p:embed/>
                  <p:pic>
                    <p:nvPicPr>
                      <p:cNvPr id="0" name="Object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71550" y="87313"/>
                        <a:ext cx="2740025"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aphicFrame>
        <p:nvGraphicFramePr>
          <p:cNvPr id="62473" name="Object 5"/>
          <p:cNvGraphicFramePr>
            <a:graphicFrameLocks noChangeAspect="1"/>
          </p:cNvGraphicFramePr>
          <p:nvPr/>
        </p:nvGraphicFramePr>
        <p:xfrm>
          <a:off x="933450" y="1569562"/>
          <a:ext cx="5835650" cy="2592070"/>
        </p:xfrm>
        <a:graphic>
          <a:graphicData uri="http://schemas.openxmlformats.org/presentationml/2006/ole">
            <mc:AlternateContent xmlns:mc="http://schemas.openxmlformats.org/markup-compatibility/2006">
              <mc:Choice xmlns:v="urn:schemas-microsoft-com:vml" Requires="v">
                <p:oleObj spid="_x0000_s5" name="公式" r:id="rId7" imgW="2691765" imgH="1193800" progId="Equation.3">
                  <p:embed/>
                </p:oleObj>
              </mc:Choice>
              <mc:Fallback>
                <p:oleObj name="公式" r:id="rId7" imgW="2691765" imgH="1193800" progId="Equation.3">
                  <p:embed/>
                  <p:pic>
                    <p:nvPicPr>
                      <p:cNvPr id="0" name="Object 5"/>
                      <p:cNvPicPr>
                        <a:picLocks noChangeAspect="1" noChangeArrowheads="1"/>
                      </p:cNvPicPr>
                      <p:nvPr/>
                    </p:nvPicPr>
                    <p:blipFill>
                      <a:blip r:embed="rId8"/>
                      <a:srcRect/>
                      <a:stretch>
                        <a:fillRect/>
                      </a:stretch>
                    </p:blipFill>
                    <p:spPr bwMode="auto">
                      <a:xfrm>
                        <a:off x="933450" y="1569562"/>
                        <a:ext cx="5835650" cy="259207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62474" name="Object 6"/>
          <p:cNvGraphicFramePr>
            <a:graphicFrameLocks noChangeAspect="1"/>
          </p:cNvGraphicFramePr>
          <p:nvPr/>
        </p:nvGraphicFramePr>
        <p:xfrm>
          <a:off x="7988618" y="80328"/>
          <a:ext cx="908050" cy="1008062"/>
        </p:xfrm>
        <a:graphic>
          <a:graphicData uri="http://schemas.openxmlformats.org/presentationml/2006/ole">
            <mc:AlternateContent xmlns:mc="http://schemas.openxmlformats.org/markup-compatibility/2006">
              <mc:Choice xmlns:v="urn:schemas-microsoft-com:vml" Requires="v">
                <p:oleObj spid="_x0000_s6" name="公式" r:id="rId9" imgW="355600" imgH="393065" progId="Equation.3">
                  <p:embed/>
                </p:oleObj>
              </mc:Choice>
              <mc:Fallback>
                <p:oleObj name="公式" r:id="rId9" imgW="355600" imgH="393065" progId="Equation.3">
                  <p:embed/>
                  <p:pic>
                    <p:nvPicPr>
                      <p:cNvPr id="0" name="Object 6"/>
                      <p:cNvPicPr>
                        <a:picLocks noChangeAspect="1" noChangeArrowheads="1"/>
                      </p:cNvPicPr>
                      <p:nvPr/>
                    </p:nvPicPr>
                    <p:blipFill>
                      <a:blip r:embed="rId10">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988618" y="80328"/>
                        <a:ext cx="908050" cy="10080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62475" name="Object 7"/>
          <p:cNvGraphicFramePr>
            <a:graphicFrameLocks noChangeAspect="1"/>
          </p:cNvGraphicFramePr>
          <p:nvPr/>
        </p:nvGraphicFramePr>
        <p:xfrm>
          <a:off x="3922713" y="2879090"/>
          <a:ext cx="2422525" cy="1268413"/>
        </p:xfrm>
        <a:graphic>
          <a:graphicData uri="http://schemas.openxmlformats.org/presentationml/2006/ole">
            <mc:AlternateContent xmlns:mc="http://schemas.openxmlformats.org/markup-compatibility/2006">
              <mc:Choice xmlns:v="urn:schemas-microsoft-com:vml" Requires="v">
                <p:oleObj spid="_x0000_s7" name="公式" r:id="rId11" imgW="1116965" imgH="584200" progId="Equation.3">
                  <p:embed/>
                </p:oleObj>
              </mc:Choice>
              <mc:Fallback>
                <p:oleObj name="公式" r:id="rId11" imgW="1116965" imgH="584200" progId="Equation.3">
                  <p:embed/>
                  <p:pic>
                    <p:nvPicPr>
                      <p:cNvPr id="0" name="Object 7"/>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922713" y="2879090"/>
                        <a:ext cx="2422525" cy="12684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62476" name="Object 8"/>
          <p:cNvGraphicFramePr>
            <a:graphicFrameLocks noChangeAspect="1"/>
          </p:cNvGraphicFramePr>
          <p:nvPr/>
        </p:nvGraphicFramePr>
        <p:xfrm>
          <a:off x="1315720" y="5156835"/>
          <a:ext cx="990600" cy="496888"/>
        </p:xfrm>
        <a:graphic>
          <a:graphicData uri="http://schemas.openxmlformats.org/presentationml/2006/ole">
            <mc:AlternateContent xmlns:mc="http://schemas.openxmlformats.org/markup-compatibility/2006">
              <mc:Choice xmlns:v="urn:schemas-microsoft-com:vml" Requires="v">
                <p:oleObj spid="_x0000_s8" name="公式" r:id="rId13" imgW="457200" imgH="228600" progId="Equation.3">
                  <p:embed/>
                </p:oleObj>
              </mc:Choice>
              <mc:Fallback>
                <p:oleObj name="公式" r:id="rId13" imgW="457200" imgH="228600" progId="Equation.3">
                  <p:embed/>
                  <p:pic>
                    <p:nvPicPr>
                      <p:cNvPr id="0" name="Object 8"/>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315720" y="5156835"/>
                        <a:ext cx="990600" cy="4968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62478" name="Object 14"/>
          <p:cNvGraphicFramePr>
            <a:graphicFrameLocks noChangeAspect="1"/>
          </p:cNvGraphicFramePr>
          <p:nvPr/>
        </p:nvGraphicFramePr>
        <p:xfrm>
          <a:off x="2555558" y="4940935"/>
          <a:ext cx="2808287" cy="849313"/>
        </p:xfrm>
        <a:graphic>
          <a:graphicData uri="http://schemas.openxmlformats.org/presentationml/2006/ole">
            <mc:AlternateContent xmlns:mc="http://schemas.openxmlformats.org/markup-compatibility/2006">
              <mc:Choice xmlns:v="urn:schemas-microsoft-com:vml" Requires="v">
                <p:oleObj spid="_x0000_s9" name="公式" r:id="rId15" imgW="1091565" imgH="330200" progId="Equation.3">
                  <p:embed/>
                </p:oleObj>
              </mc:Choice>
              <mc:Fallback>
                <p:oleObj name="公式" r:id="rId15" imgW="1091565" imgH="330200" progId="Equation.3">
                  <p:embed/>
                  <p:pic>
                    <p:nvPicPr>
                      <p:cNvPr id="0" name="Object 14"/>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2555558" y="4940935"/>
                        <a:ext cx="2808287" cy="849313"/>
                      </a:xfrm>
                      <a:prstGeom prst="rect">
                        <a:avLst/>
                      </a:prstGeom>
                      <a:solidFill>
                        <a:schemeClr val="tx1"/>
                      </a:solidFill>
                      <a:ln w="9525">
                        <a:solidFill>
                          <a:schemeClr val="bg1"/>
                        </a:solidFill>
                        <a:miter lim="800000"/>
                        <a:headEnd/>
                        <a:tailEnd/>
                      </a:ln>
                      <a:effectLst>
                        <a:outerShdw dist="35921" dir="2700000" algn="ctr" rotWithShape="0">
                          <a:schemeClr val="bg2">
                            <a:alpha val="74997"/>
                          </a:schemeClr>
                        </a:outerShdw>
                      </a:effectLst>
                    </p:spPr>
                  </p:pic>
                </p:oleObj>
              </mc:Fallback>
            </mc:AlternateContent>
          </a:graphicData>
        </a:graphic>
      </p:graphicFrame>
      <p:sp>
        <p:nvSpPr>
          <p:cNvPr id="10" name="墨迹 1"/>
          <p:cNvSpPr/>
          <p:nvPr/>
        </p:nvSpPr>
        <p:spPr bwMode="auto">
          <a:xfrm>
            <a:off x="1691710" y="692665"/>
            <a:ext cx="6944040" cy="4365000"/>
          </a:xfrm>
        </p:spPr>
        <p:txBody>
          <a:bodyPr/>
          <a:p>
            <a:endParaRPr lang="zh-CN" altLang="en-US"/>
          </a:p>
        </p:txBody>
      </p:sp>
    </p:spTree>
    <p:custDataLst>
      <p:tags r:id="rId17"/>
    </p:custDataLst>
  </p:cSld>
  <p:clrMapOvr>
    <a:masterClrMapping/>
  </p:clrMapOvr>
  <mc:AlternateContent xmlns:mc="http://schemas.openxmlformats.org/markup-compatibility/2006">
    <mc:Choice xmlns:p14="http://schemas.microsoft.com/office/powerpoint/2010/main" Requires="p14">
      <p:transition spd="slow" p14:dur="2000" advTm="182895"/>
    </mc:Choice>
    <mc:Fallback>
      <p:transition spd="slow" advTm="182895"/>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5" presetClass="entr" presetSubtype="0" fill="hold" nodeType="clickEffect">
                                  <p:stCondLst>
                                    <p:cond delay="0"/>
                                  </p:stCondLst>
                                  <p:childTnLst>
                                    <p:set>
                                      <p:cBhvr>
                                        <p:cTn id="6" dur="1" fill="hold">
                                          <p:stCondLst>
                                            <p:cond delay="0"/>
                                          </p:stCondLst>
                                        </p:cTn>
                                        <p:tgtEl>
                                          <p:spTgt spid="62474"/>
                                        </p:tgtEl>
                                        <p:attrNameLst>
                                          <p:attrName>style.visibility</p:attrName>
                                        </p:attrNameLst>
                                      </p:cBhvr>
                                      <p:to>
                                        <p:strVal val="visible"/>
                                      </p:to>
                                    </p:set>
                                    <p:anim calcmode="lin" valueType="num">
                                      <p:cBhvr>
                                        <p:cTn id="7" dur="1000" fill="hold"/>
                                        <p:tgtEl>
                                          <p:spTgt spid="62474"/>
                                        </p:tgtEl>
                                        <p:attrNameLst>
                                          <p:attrName>ppt_w</p:attrName>
                                        </p:attrNameLst>
                                      </p:cBhvr>
                                      <p:tavLst>
                                        <p:tav tm="0">
                                          <p:val>
                                            <p:strVal val="#ppt_w*0.70"/>
                                          </p:val>
                                        </p:tav>
                                        <p:tav tm="100000">
                                          <p:val>
                                            <p:strVal val="#ppt_w"/>
                                          </p:val>
                                        </p:tav>
                                      </p:tavLst>
                                    </p:anim>
                                    <p:anim calcmode="lin" valueType="num">
                                      <p:cBhvr>
                                        <p:cTn id="8" dur="1000" fill="hold"/>
                                        <p:tgtEl>
                                          <p:spTgt spid="62474"/>
                                        </p:tgtEl>
                                        <p:attrNameLst>
                                          <p:attrName>ppt_h</p:attrName>
                                        </p:attrNameLst>
                                      </p:cBhvr>
                                      <p:tavLst>
                                        <p:tav tm="0">
                                          <p:val>
                                            <p:strVal val="#ppt_h"/>
                                          </p:val>
                                        </p:tav>
                                        <p:tav tm="100000">
                                          <p:val>
                                            <p:strVal val="#ppt_h"/>
                                          </p:val>
                                        </p:tav>
                                      </p:tavLst>
                                    </p:anim>
                                    <p:animEffect transition="in" filter="fade">
                                      <p:cBhvr>
                                        <p:cTn id="9" dur="1000"/>
                                        <p:tgtEl>
                                          <p:spTgt spid="62474"/>
                                        </p:tgtEl>
                                      </p:cBhvr>
                                    </p:animEffect>
                                  </p:childTnLst>
                                </p:cTn>
                              </p:par>
                            </p:childTnLst>
                          </p:cTn>
                        </p:par>
                      </p:childTnLst>
                    </p:cTn>
                  </p:par>
                  <p:par>
                    <p:cTn id="10" fill="hold">
                      <p:stCondLst>
                        <p:cond delay="indefinite"/>
                      </p:stCondLst>
                      <p:childTnLst>
                        <p:par>
                          <p:cTn id="11" fill="hold">
                            <p:stCondLst>
                              <p:cond delay="0"/>
                            </p:stCondLst>
                            <p:childTnLst>
                              <p:par>
                                <p:cTn id="12" presetID="55" presetClass="entr" presetSubtype="0" fill="hold" nodeType="clickEffect">
                                  <p:stCondLst>
                                    <p:cond delay="0"/>
                                  </p:stCondLst>
                                  <p:childTnLst>
                                    <p:set>
                                      <p:cBhvr>
                                        <p:cTn id="13" dur="1" fill="hold">
                                          <p:stCondLst>
                                            <p:cond delay="0"/>
                                          </p:stCondLst>
                                        </p:cTn>
                                        <p:tgtEl>
                                          <p:spTgt spid="62473"/>
                                        </p:tgtEl>
                                        <p:attrNameLst>
                                          <p:attrName>style.visibility</p:attrName>
                                        </p:attrNameLst>
                                      </p:cBhvr>
                                      <p:to>
                                        <p:strVal val="visible"/>
                                      </p:to>
                                    </p:set>
                                    <p:anim calcmode="lin" valueType="num">
                                      <p:cBhvr>
                                        <p:cTn id="14" dur="1000" fill="hold"/>
                                        <p:tgtEl>
                                          <p:spTgt spid="62473"/>
                                        </p:tgtEl>
                                        <p:attrNameLst>
                                          <p:attrName>ppt_w</p:attrName>
                                        </p:attrNameLst>
                                      </p:cBhvr>
                                      <p:tavLst>
                                        <p:tav tm="0">
                                          <p:val>
                                            <p:strVal val="#ppt_w*0.70"/>
                                          </p:val>
                                        </p:tav>
                                        <p:tav tm="100000">
                                          <p:val>
                                            <p:strVal val="#ppt_w"/>
                                          </p:val>
                                        </p:tav>
                                      </p:tavLst>
                                    </p:anim>
                                    <p:anim calcmode="lin" valueType="num">
                                      <p:cBhvr>
                                        <p:cTn id="15" dur="1000" fill="hold"/>
                                        <p:tgtEl>
                                          <p:spTgt spid="62473"/>
                                        </p:tgtEl>
                                        <p:attrNameLst>
                                          <p:attrName>ppt_h</p:attrName>
                                        </p:attrNameLst>
                                      </p:cBhvr>
                                      <p:tavLst>
                                        <p:tav tm="0">
                                          <p:val>
                                            <p:strVal val="#ppt_h"/>
                                          </p:val>
                                        </p:tav>
                                        <p:tav tm="100000">
                                          <p:val>
                                            <p:strVal val="#ppt_h"/>
                                          </p:val>
                                        </p:tav>
                                      </p:tavLst>
                                    </p:anim>
                                    <p:animEffect transition="in" filter="fade">
                                      <p:cBhvr>
                                        <p:cTn id="16" dur="1000"/>
                                        <p:tgtEl>
                                          <p:spTgt spid="62473"/>
                                        </p:tgtEl>
                                      </p:cBhvr>
                                    </p:animEffect>
                                  </p:childTnLst>
                                </p:cTn>
                              </p:par>
                            </p:childTnLst>
                          </p:cTn>
                        </p:par>
                      </p:childTnLst>
                    </p:cTn>
                  </p:par>
                  <p:par>
                    <p:cTn id="17" fill="hold">
                      <p:stCondLst>
                        <p:cond delay="indefinite"/>
                      </p:stCondLst>
                      <p:childTnLst>
                        <p:par>
                          <p:cTn id="18" fill="hold">
                            <p:stCondLst>
                              <p:cond delay="0"/>
                            </p:stCondLst>
                            <p:childTnLst>
                              <p:par>
                                <p:cTn id="19" presetID="55" presetClass="entr" presetSubtype="0" fill="hold" nodeType="clickEffect">
                                  <p:stCondLst>
                                    <p:cond delay="0"/>
                                  </p:stCondLst>
                                  <p:childTnLst>
                                    <p:set>
                                      <p:cBhvr>
                                        <p:cTn id="20" dur="1" fill="hold">
                                          <p:stCondLst>
                                            <p:cond delay="0"/>
                                          </p:stCondLst>
                                        </p:cTn>
                                        <p:tgtEl>
                                          <p:spTgt spid="62475"/>
                                        </p:tgtEl>
                                        <p:attrNameLst>
                                          <p:attrName>style.visibility</p:attrName>
                                        </p:attrNameLst>
                                      </p:cBhvr>
                                      <p:to>
                                        <p:strVal val="visible"/>
                                      </p:to>
                                    </p:set>
                                    <p:anim calcmode="lin" valueType="num">
                                      <p:cBhvr>
                                        <p:cTn id="21" dur="1000" fill="hold"/>
                                        <p:tgtEl>
                                          <p:spTgt spid="62475"/>
                                        </p:tgtEl>
                                        <p:attrNameLst>
                                          <p:attrName>ppt_w</p:attrName>
                                        </p:attrNameLst>
                                      </p:cBhvr>
                                      <p:tavLst>
                                        <p:tav tm="0">
                                          <p:val>
                                            <p:strVal val="#ppt_w*0.70"/>
                                          </p:val>
                                        </p:tav>
                                        <p:tav tm="100000">
                                          <p:val>
                                            <p:strVal val="#ppt_w"/>
                                          </p:val>
                                        </p:tav>
                                      </p:tavLst>
                                    </p:anim>
                                    <p:anim calcmode="lin" valueType="num">
                                      <p:cBhvr>
                                        <p:cTn id="22" dur="1000" fill="hold"/>
                                        <p:tgtEl>
                                          <p:spTgt spid="62475"/>
                                        </p:tgtEl>
                                        <p:attrNameLst>
                                          <p:attrName>ppt_h</p:attrName>
                                        </p:attrNameLst>
                                      </p:cBhvr>
                                      <p:tavLst>
                                        <p:tav tm="0">
                                          <p:val>
                                            <p:strVal val="#ppt_h"/>
                                          </p:val>
                                        </p:tav>
                                        <p:tav tm="100000">
                                          <p:val>
                                            <p:strVal val="#ppt_h"/>
                                          </p:val>
                                        </p:tav>
                                      </p:tavLst>
                                    </p:anim>
                                    <p:animEffect transition="in" filter="fade">
                                      <p:cBhvr>
                                        <p:cTn id="23" dur="1000"/>
                                        <p:tgtEl>
                                          <p:spTgt spid="62475"/>
                                        </p:tgtEl>
                                      </p:cBhvr>
                                    </p:animEffect>
                                  </p:childTnLst>
                                </p:cTn>
                              </p:par>
                            </p:childTnLst>
                          </p:cTn>
                        </p:par>
                        <p:par>
                          <p:cTn id="24" fill="hold">
                            <p:stCondLst>
                              <p:cond delay="1000"/>
                            </p:stCondLst>
                            <p:childTnLst>
                              <p:par>
                                <p:cTn id="25" presetID="55" presetClass="entr" presetSubtype="0" fill="hold" nodeType="afterEffect">
                                  <p:stCondLst>
                                    <p:cond delay="0"/>
                                  </p:stCondLst>
                                  <p:childTnLst>
                                    <p:set>
                                      <p:cBhvr>
                                        <p:cTn id="26" dur="1" fill="hold">
                                          <p:stCondLst>
                                            <p:cond delay="0"/>
                                          </p:stCondLst>
                                        </p:cTn>
                                        <p:tgtEl>
                                          <p:spTgt spid="62476"/>
                                        </p:tgtEl>
                                        <p:attrNameLst>
                                          <p:attrName>style.visibility</p:attrName>
                                        </p:attrNameLst>
                                      </p:cBhvr>
                                      <p:to>
                                        <p:strVal val="visible"/>
                                      </p:to>
                                    </p:set>
                                    <p:anim calcmode="lin" valueType="num">
                                      <p:cBhvr>
                                        <p:cTn id="27" dur="1000" fill="hold"/>
                                        <p:tgtEl>
                                          <p:spTgt spid="62476"/>
                                        </p:tgtEl>
                                        <p:attrNameLst>
                                          <p:attrName>ppt_w</p:attrName>
                                        </p:attrNameLst>
                                      </p:cBhvr>
                                      <p:tavLst>
                                        <p:tav tm="0">
                                          <p:val>
                                            <p:strVal val="#ppt_w*0.70"/>
                                          </p:val>
                                        </p:tav>
                                        <p:tav tm="100000">
                                          <p:val>
                                            <p:strVal val="#ppt_w"/>
                                          </p:val>
                                        </p:tav>
                                      </p:tavLst>
                                    </p:anim>
                                    <p:anim calcmode="lin" valueType="num">
                                      <p:cBhvr>
                                        <p:cTn id="28" dur="1000" fill="hold"/>
                                        <p:tgtEl>
                                          <p:spTgt spid="62476"/>
                                        </p:tgtEl>
                                        <p:attrNameLst>
                                          <p:attrName>ppt_h</p:attrName>
                                        </p:attrNameLst>
                                      </p:cBhvr>
                                      <p:tavLst>
                                        <p:tav tm="0">
                                          <p:val>
                                            <p:strVal val="#ppt_h"/>
                                          </p:val>
                                        </p:tav>
                                        <p:tav tm="100000">
                                          <p:val>
                                            <p:strVal val="#ppt_h"/>
                                          </p:val>
                                        </p:tav>
                                      </p:tavLst>
                                    </p:anim>
                                    <p:animEffect transition="in" filter="fade">
                                      <p:cBhvr>
                                        <p:cTn id="29" dur="1000"/>
                                        <p:tgtEl>
                                          <p:spTgt spid="62476"/>
                                        </p:tgtEl>
                                      </p:cBhvr>
                                    </p:animEffect>
                                  </p:childTnLst>
                                </p:cTn>
                              </p:par>
                            </p:childTnLst>
                          </p:cTn>
                        </p:par>
                      </p:childTnLst>
                    </p:cTn>
                  </p:par>
                  <p:par>
                    <p:cTn id="30" fill="hold">
                      <p:stCondLst>
                        <p:cond delay="indefinite"/>
                      </p:stCondLst>
                      <p:childTnLst>
                        <p:par>
                          <p:cTn id="31" fill="hold">
                            <p:stCondLst>
                              <p:cond delay="0"/>
                            </p:stCondLst>
                            <p:childTnLst>
                              <p:par>
                                <p:cTn id="32" presetID="55" presetClass="entr" presetSubtype="0" fill="hold" nodeType="clickEffect">
                                  <p:stCondLst>
                                    <p:cond delay="0"/>
                                  </p:stCondLst>
                                  <p:childTnLst>
                                    <p:set>
                                      <p:cBhvr>
                                        <p:cTn id="33" dur="1" fill="hold">
                                          <p:stCondLst>
                                            <p:cond delay="0"/>
                                          </p:stCondLst>
                                        </p:cTn>
                                        <p:tgtEl>
                                          <p:spTgt spid="62478"/>
                                        </p:tgtEl>
                                        <p:attrNameLst>
                                          <p:attrName>style.visibility</p:attrName>
                                        </p:attrNameLst>
                                      </p:cBhvr>
                                      <p:to>
                                        <p:strVal val="visible"/>
                                      </p:to>
                                    </p:set>
                                    <p:anim calcmode="lin" valueType="num">
                                      <p:cBhvr>
                                        <p:cTn id="34" dur="1000" fill="hold"/>
                                        <p:tgtEl>
                                          <p:spTgt spid="62478"/>
                                        </p:tgtEl>
                                        <p:attrNameLst>
                                          <p:attrName>ppt_w</p:attrName>
                                        </p:attrNameLst>
                                      </p:cBhvr>
                                      <p:tavLst>
                                        <p:tav tm="0">
                                          <p:val>
                                            <p:strVal val="#ppt_w*0.70"/>
                                          </p:val>
                                        </p:tav>
                                        <p:tav tm="100000">
                                          <p:val>
                                            <p:strVal val="#ppt_w"/>
                                          </p:val>
                                        </p:tav>
                                      </p:tavLst>
                                    </p:anim>
                                    <p:anim calcmode="lin" valueType="num">
                                      <p:cBhvr>
                                        <p:cTn id="35" dur="1000" fill="hold"/>
                                        <p:tgtEl>
                                          <p:spTgt spid="62478"/>
                                        </p:tgtEl>
                                        <p:attrNameLst>
                                          <p:attrName>ppt_h</p:attrName>
                                        </p:attrNameLst>
                                      </p:cBhvr>
                                      <p:tavLst>
                                        <p:tav tm="0">
                                          <p:val>
                                            <p:strVal val="#ppt_h"/>
                                          </p:val>
                                        </p:tav>
                                        <p:tav tm="100000">
                                          <p:val>
                                            <p:strVal val="#ppt_h"/>
                                          </p:val>
                                        </p:tav>
                                      </p:tavLst>
                                    </p:anim>
                                    <p:animEffect transition="in" filter="fade">
                                      <p:cBhvr>
                                        <p:cTn id="36" dur="1000"/>
                                        <p:tgtEl>
                                          <p:spTgt spid="6247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4"/>
          <p:cNvSpPr>
            <a:spLocks noGrp="1" noChangeArrowheads="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a:spcBef>
                <a:spcPct val="0"/>
              </a:spcBef>
              <a:buFontTx/>
              <a:buNone/>
            </a:pPr>
            <a:fld id="{EBAFDABD-91A8-4C2E-AA2E-94A1DE8B4504}" type="datetime1">
              <a:rPr kumimoji="0" lang="zh-CN" altLang="en-US" sz="1200" smtClean="0">
                <a:solidFill>
                  <a:srgbClr val="000000"/>
                </a:solidFill>
                <a:ea typeface="宋体" panose="02010600030101010101" pitchFamily="2" charset="-122"/>
              </a:rPr>
            </a:fld>
            <a:endParaRPr kumimoji="0" lang="en-US" altLang="zh-CN" sz="1200">
              <a:solidFill>
                <a:srgbClr val="000000"/>
              </a:solidFill>
              <a:ea typeface="宋体" panose="02010600030101010101" pitchFamily="2" charset="-122"/>
            </a:endParaRPr>
          </a:p>
        </p:txBody>
      </p:sp>
      <p:graphicFrame>
        <p:nvGraphicFramePr>
          <p:cNvPr id="82947" name="Object 2"/>
          <p:cNvGraphicFramePr>
            <a:graphicFrameLocks noGrp="1" noChangeAspect="1"/>
          </p:cNvGraphicFramePr>
          <p:nvPr>
            <p:ph idx="1"/>
          </p:nvPr>
        </p:nvGraphicFramePr>
        <p:xfrm>
          <a:off x="5148263" y="404813"/>
          <a:ext cx="3619500" cy="631825"/>
        </p:xfrm>
        <a:graphic>
          <a:graphicData uri="http://schemas.openxmlformats.org/presentationml/2006/ole">
            <mc:AlternateContent xmlns:mc="http://schemas.openxmlformats.org/markup-compatibility/2006">
              <mc:Choice xmlns:v="urn:schemas-microsoft-com:vml" Requires="v">
                <p:oleObj spid="_x0000_s2" name="公式" r:id="rId1" imgW="1308100" imgH="228600" progId="Equation.3">
                  <p:embed/>
                </p:oleObj>
              </mc:Choice>
              <mc:Fallback>
                <p:oleObj name="公式" r:id="rId1" imgW="1308100" imgH="228600" progId="Equation.3">
                  <p:embed/>
                  <p:pic>
                    <p:nvPicPr>
                      <p:cNvPr id="0" name="Object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48263" y="404813"/>
                        <a:ext cx="3619500" cy="631825"/>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aphicFrame>
        <p:nvGraphicFramePr>
          <p:cNvPr id="82948" name="Object 6"/>
          <p:cNvGraphicFramePr>
            <a:graphicFrameLocks noChangeAspect="1"/>
          </p:cNvGraphicFramePr>
          <p:nvPr/>
        </p:nvGraphicFramePr>
        <p:xfrm>
          <a:off x="684213" y="333375"/>
          <a:ext cx="4032250" cy="874713"/>
        </p:xfrm>
        <a:graphic>
          <a:graphicData uri="http://schemas.openxmlformats.org/presentationml/2006/ole">
            <mc:AlternateContent xmlns:mc="http://schemas.openxmlformats.org/markup-compatibility/2006">
              <mc:Choice xmlns:v="urn:schemas-microsoft-com:vml" Requires="v">
                <p:oleObj spid="_x0000_s3" name="公式" r:id="rId3" imgW="1930400" imgH="419100" progId="Equation.3">
                  <p:embed/>
                </p:oleObj>
              </mc:Choice>
              <mc:Fallback>
                <p:oleObj name="公式" r:id="rId3" imgW="1930400" imgH="419100" progId="Equation.3">
                  <p:embed/>
                  <p:pic>
                    <p:nvPicPr>
                      <p:cNvPr id="0"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4213" y="333375"/>
                        <a:ext cx="4032250" cy="874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aphicFrame>
        <p:nvGraphicFramePr>
          <p:cNvPr id="63495" name="Object 4"/>
          <p:cNvGraphicFramePr>
            <a:graphicFrameLocks noChangeAspect="1"/>
          </p:cNvGraphicFramePr>
          <p:nvPr/>
        </p:nvGraphicFramePr>
        <p:xfrm>
          <a:off x="1331913" y="1484313"/>
          <a:ext cx="3402012" cy="966787"/>
        </p:xfrm>
        <a:graphic>
          <a:graphicData uri="http://schemas.openxmlformats.org/presentationml/2006/ole">
            <mc:AlternateContent xmlns:mc="http://schemas.openxmlformats.org/markup-compatibility/2006">
              <mc:Choice xmlns:v="urn:schemas-microsoft-com:vml" Requires="v">
                <p:oleObj spid="_x0000_s4" name="公式" r:id="rId5" imgW="1384300" imgH="393700" progId="Equation.3">
                  <p:embed/>
                </p:oleObj>
              </mc:Choice>
              <mc:Fallback>
                <p:oleObj name="公式" r:id="rId5" imgW="1384300" imgH="393700" progId="Equation.3">
                  <p:embed/>
                  <p:pic>
                    <p:nvPicPr>
                      <p:cNvPr id="0"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331913" y="1484313"/>
                        <a:ext cx="3402012" cy="9667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aphicFrame>
        <p:nvGraphicFramePr>
          <p:cNvPr id="63496" name="Object 8"/>
          <p:cNvGraphicFramePr>
            <a:graphicFrameLocks noChangeAspect="1"/>
          </p:cNvGraphicFramePr>
          <p:nvPr/>
        </p:nvGraphicFramePr>
        <p:xfrm>
          <a:off x="4932363" y="1484313"/>
          <a:ext cx="2016125" cy="1404937"/>
        </p:xfrm>
        <a:graphic>
          <a:graphicData uri="http://schemas.openxmlformats.org/presentationml/2006/ole">
            <mc:AlternateContent xmlns:mc="http://schemas.openxmlformats.org/markup-compatibility/2006">
              <mc:Choice xmlns:v="urn:schemas-microsoft-com:vml" Requires="v">
                <p:oleObj spid="_x0000_s5" name="公式" r:id="rId7" imgW="837565" imgH="584200" progId="Equation.3">
                  <p:embed/>
                </p:oleObj>
              </mc:Choice>
              <mc:Fallback>
                <p:oleObj name="公式" r:id="rId7" imgW="837565" imgH="584200" progId="Equation.3">
                  <p:embed/>
                  <p:pic>
                    <p:nvPicPr>
                      <p:cNvPr id="0" name="Object 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932363" y="1484313"/>
                        <a:ext cx="2016125" cy="1404937"/>
                      </a:xfrm>
                      <a:prstGeom prst="rect">
                        <a:avLst/>
                      </a:prstGeom>
                      <a:solidFill>
                        <a:schemeClr val="tx1"/>
                      </a:solidFill>
                      <a:ln w="9525">
                        <a:solidFill>
                          <a:srgbClr val="C0C0C0"/>
                        </a:solidFill>
                        <a:miter lim="800000"/>
                        <a:headEnd/>
                        <a:tailEnd/>
                      </a:ln>
                      <a:effectLst>
                        <a:outerShdw dist="35921" dir="2700000" algn="ctr" rotWithShape="0">
                          <a:schemeClr val="bg2">
                            <a:alpha val="74997"/>
                          </a:schemeClr>
                        </a:outerShdw>
                      </a:effectLst>
                    </p:spPr>
                  </p:pic>
                </p:oleObj>
              </mc:Fallback>
            </mc:AlternateContent>
          </a:graphicData>
        </a:graphic>
      </p:graphicFrame>
      <p:graphicFrame>
        <p:nvGraphicFramePr>
          <p:cNvPr id="63497" name="Object 9"/>
          <p:cNvGraphicFramePr>
            <a:graphicFrameLocks noChangeAspect="1"/>
          </p:cNvGraphicFramePr>
          <p:nvPr/>
        </p:nvGraphicFramePr>
        <p:xfrm>
          <a:off x="1928337" y="3269774"/>
          <a:ext cx="3053715" cy="1380490"/>
        </p:xfrm>
        <a:graphic>
          <a:graphicData uri="http://schemas.openxmlformats.org/presentationml/2006/ole">
            <mc:AlternateContent xmlns:mc="http://schemas.openxmlformats.org/markup-compatibility/2006">
              <mc:Choice xmlns:v="urn:schemas-microsoft-com:vml" Requires="v">
                <p:oleObj spid="_x0000_s6" name="公式" r:id="rId9" imgW="1155700" imgH="596900" progId="Equation.3">
                  <p:embed/>
                </p:oleObj>
              </mc:Choice>
              <mc:Fallback>
                <p:oleObj name="公式" r:id="rId9" imgW="1155700" imgH="596900" progId="Equation.3">
                  <p:embed/>
                  <p:pic>
                    <p:nvPicPr>
                      <p:cNvPr id="0" name="Object 9"/>
                      <p:cNvPicPr>
                        <a:picLocks noChangeAspect="1" noChangeArrowheads="1"/>
                      </p:cNvPicPr>
                      <p:nvPr/>
                    </p:nvPicPr>
                    <p:blipFill>
                      <a:blip r:embed="rId10"/>
                      <a:srcRect/>
                      <a:stretch>
                        <a:fillRect/>
                      </a:stretch>
                    </p:blipFill>
                    <p:spPr bwMode="auto">
                      <a:xfrm>
                        <a:off x="1928337" y="3269774"/>
                        <a:ext cx="3053715" cy="13804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aphicFrame>
        <p:nvGraphicFramePr>
          <p:cNvPr id="63498" name="Object 7"/>
          <p:cNvGraphicFramePr>
            <a:graphicFrameLocks noChangeAspect="1"/>
          </p:cNvGraphicFramePr>
          <p:nvPr/>
        </p:nvGraphicFramePr>
        <p:xfrm>
          <a:off x="5148263" y="3213100"/>
          <a:ext cx="2447925" cy="1589088"/>
        </p:xfrm>
        <a:graphic>
          <a:graphicData uri="http://schemas.openxmlformats.org/presentationml/2006/ole">
            <mc:AlternateContent xmlns:mc="http://schemas.openxmlformats.org/markup-compatibility/2006">
              <mc:Choice xmlns:v="urn:schemas-microsoft-com:vml" Requires="v">
                <p:oleObj spid="_x0000_s7" name="公式" r:id="rId11" imgW="901065" imgH="584200" progId="Equation.3">
                  <p:embed/>
                </p:oleObj>
              </mc:Choice>
              <mc:Fallback>
                <p:oleObj name="公式" r:id="rId11" imgW="901065" imgH="584200" progId="Equation.3">
                  <p:embed/>
                  <p:pic>
                    <p:nvPicPr>
                      <p:cNvPr id="0" name="Object 7"/>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148263" y="3213100"/>
                        <a:ext cx="2447925" cy="1589088"/>
                      </a:xfrm>
                      <a:prstGeom prst="rect">
                        <a:avLst/>
                      </a:prstGeom>
                      <a:solidFill>
                        <a:schemeClr val="tx1"/>
                      </a:solidFill>
                      <a:ln w="9525">
                        <a:solidFill>
                          <a:schemeClr val="bg1"/>
                        </a:solidFill>
                        <a:miter lim="800000"/>
                        <a:headEnd/>
                        <a:tailEnd/>
                      </a:ln>
                      <a:effectLst>
                        <a:outerShdw dist="35921" dir="2700000" algn="ctr" rotWithShape="0">
                          <a:srgbClr val="808080">
                            <a:alpha val="74997"/>
                          </a:srgbClr>
                        </a:outerShdw>
                      </a:effectLst>
                    </p:spPr>
                  </p:pic>
                </p:oleObj>
              </mc:Fallback>
            </mc:AlternateContent>
          </a:graphicData>
        </a:graphic>
      </p:graphicFrame>
      <p:graphicFrame>
        <p:nvGraphicFramePr>
          <p:cNvPr id="63499" name="Object 8"/>
          <p:cNvGraphicFramePr>
            <a:graphicFrameLocks noChangeAspect="1"/>
          </p:cNvGraphicFramePr>
          <p:nvPr/>
        </p:nvGraphicFramePr>
        <p:xfrm>
          <a:off x="1612900" y="5445125"/>
          <a:ext cx="1150938" cy="593725"/>
        </p:xfrm>
        <a:graphic>
          <a:graphicData uri="http://schemas.openxmlformats.org/presentationml/2006/ole">
            <mc:AlternateContent xmlns:mc="http://schemas.openxmlformats.org/markup-compatibility/2006">
              <mc:Choice xmlns:v="urn:schemas-microsoft-com:vml" Requires="v">
                <p:oleObj spid="_x0000_s8" name="公式" r:id="rId13" imgW="444500" imgH="228600" progId="Equation.3">
                  <p:embed/>
                </p:oleObj>
              </mc:Choice>
              <mc:Fallback>
                <p:oleObj name="公式" r:id="rId13" imgW="444500" imgH="228600" progId="Equation.3">
                  <p:embed/>
                  <p:pic>
                    <p:nvPicPr>
                      <p:cNvPr id="0" name="Object 8"/>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612900" y="5445125"/>
                        <a:ext cx="1150938" cy="5937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63500" name="Object 12"/>
          <p:cNvGraphicFramePr>
            <a:graphicFrameLocks noChangeAspect="1"/>
          </p:cNvGraphicFramePr>
          <p:nvPr/>
        </p:nvGraphicFramePr>
        <p:xfrm>
          <a:off x="2987358" y="5372418"/>
          <a:ext cx="2879725" cy="869950"/>
        </p:xfrm>
        <a:graphic>
          <a:graphicData uri="http://schemas.openxmlformats.org/presentationml/2006/ole">
            <mc:AlternateContent xmlns:mc="http://schemas.openxmlformats.org/markup-compatibility/2006">
              <mc:Choice xmlns:v="urn:schemas-microsoft-com:vml" Requires="v">
                <p:oleObj spid="_x0000_s9" name="公式" r:id="rId15" imgW="1091565" imgH="330200" progId="Equation.3">
                  <p:embed/>
                </p:oleObj>
              </mc:Choice>
              <mc:Fallback>
                <p:oleObj name="公式" r:id="rId15" imgW="1091565" imgH="330200" progId="Equation.3">
                  <p:embed/>
                  <p:pic>
                    <p:nvPicPr>
                      <p:cNvPr id="0" name="Object 12"/>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2987358" y="5372418"/>
                        <a:ext cx="2879725" cy="869950"/>
                      </a:xfrm>
                      <a:prstGeom prst="rect">
                        <a:avLst/>
                      </a:prstGeom>
                      <a:solidFill>
                        <a:schemeClr val="tx1"/>
                      </a:solidFill>
                      <a:ln w="9525">
                        <a:solidFill>
                          <a:srgbClr val="FF0000"/>
                        </a:solidFill>
                        <a:miter lim="800000"/>
                        <a:headEnd/>
                        <a:tailEnd/>
                      </a:ln>
                      <a:effectLst>
                        <a:outerShdw dist="35921" dir="2700000" algn="ctr" rotWithShape="0">
                          <a:schemeClr val="bg2">
                            <a:alpha val="74997"/>
                          </a:schemeClr>
                        </a:outerShdw>
                      </a:effectLst>
                    </p:spPr>
                  </p:pic>
                </p:oleObj>
              </mc:Fallback>
            </mc:AlternateContent>
          </a:graphicData>
        </a:graphic>
      </p:graphicFrame>
      <p:sp>
        <p:nvSpPr>
          <p:cNvPr id="10" name="墨迹 1"/>
          <p:cNvSpPr/>
          <p:nvPr/>
        </p:nvSpPr>
        <p:spPr bwMode="auto">
          <a:xfrm>
            <a:off x="2613240" y="1508760"/>
            <a:ext cx="6471360" cy="3637080"/>
          </a:xfrm>
        </p:spPr>
      </p:sp>
    </p:spTree>
    <p:custDataLst>
      <p:tags r:id="rId17"/>
    </p:custDataLst>
  </p:cSld>
  <p:clrMapOvr>
    <a:masterClrMapping/>
  </p:clrMapOvr>
  <mc:AlternateContent xmlns:mc="http://schemas.openxmlformats.org/markup-compatibility/2006">
    <mc:Choice xmlns:p14="http://schemas.microsoft.com/office/powerpoint/2010/main" Requires="p14">
      <p:transition spd="slow" p14:dur="2000" advTm="66303"/>
    </mc:Choice>
    <mc:Fallback>
      <p:transition spd="slow" advTm="66303"/>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5" presetClass="entr" presetSubtype="0" fill="hold" nodeType="clickEffect">
                                  <p:stCondLst>
                                    <p:cond delay="0"/>
                                  </p:stCondLst>
                                  <p:childTnLst>
                                    <p:set>
                                      <p:cBhvr>
                                        <p:cTn id="6" dur="1" fill="hold">
                                          <p:stCondLst>
                                            <p:cond delay="0"/>
                                          </p:stCondLst>
                                        </p:cTn>
                                        <p:tgtEl>
                                          <p:spTgt spid="63495"/>
                                        </p:tgtEl>
                                        <p:attrNameLst>
                                          <p:attrName>style.visibility</p:attrName>
                                        </p:attrNameLst>
                                      </p:cBhvr>
                                      <p:to>
                                        <p:strVal val="visible"/>
                                      </p:to>
                                    </p:set>
                                    <p:anim calcmode="lin" valueType="num">
                                      <p:cBhvr>
                                        <p:cTn id="7" dur="1000" fill="hold"/>
                                        <p:tgtEl>
                                          <p:spTgt spid="63495"/>
                                        </p:tgtEl>
                                        <p:attrNameLst>
                                          <p:attrName>ppt_w</p:attrName>
                                        </p:attrNameLst>
                                      </p:cBhvr>
                                      <p:tavLst>
                                        <p:tav tm="0">
                                          <p:val>
                                            <p:strVal val="#ppt_w*0.70"/>
                                          </p:val>
                                        </p:tav>
                                        <p:tav tm="100000">
                                          <p:val>
                                            <p:strVal val="#ppt_w"/>
                                          </p:val>
                                        </p:tav>
                                      </p:tavLst>
                                    </p:anim>
                                    <p:anim calcmode="lin" valueType="num">
                                      <p:cBhvr>
                                        <p:cTn id="8" dur="1000" fill="hold"/>
                                        <p:tgtEl>
                                          <p:spTgt spid="63495"/>
                                        </p:tgtEl>
                                        <p:attrNameLst>
                                          <p:attrName>ppt_h</p:attrName>
                                        </p:attrNameLst>
                                      </p:cBhvr>
                                      <p:tavLst>
                                        <p:tav tm="0">
                                          <p:val>
                                            <p:strVal val="#ppt_h"/>
                                          </p:val>
                                        </p:tav>
                                        <p:tav tm="100000">
                                          <p:val>
                                            <p:strVal val="#ppt_h"/>
                                          </p:val>
                                        </p:tav>
                                      </p:tavLst>
                                    </p:anim>
                                    <p:animEffect transition="in" filter="fade">
                                      <p:cBhvr>
                                        <p:cTn id="9" dur="1000"/>
                                        <p:tgtEl>
                                          <p:spTgt spid="63495"/>
                                        </p:tgtEl>
                                      </p:cBhvr>
                                    </p:animEffect>
                                  </p:childTnLst>
                                </p:cTn>
                              </p:par>
                            </p:childTnLst>
                          </p:cTn>
                        </p:par>
                        <p:par>
                          <p:cTn id="10" fill="hold">
                            <p:stCondLst>
                              <p:cond delay="1000"/>
                            </p:stCondLst>
                            <p:childTnLst>
                              <p:par>
                                <p:cTn id="11" presetID="55" presetClass="entr" presetSubtype="0" fill="hold" nodeType="afterEffect">
                                  <p:stCondLst>
                                    <p:cond delay="0"/>
                                  </p:stCondLst>
                                  <p:childTnLst>
                                    <p:set>
                                      <p:cBhvr>
                                        <p:cTn id="12" dur="1" fill="hold">
                                          <p:stCondLst>
                                            <p:cond delay="0"/>
                                          </p:stCondLst>
                                        </p:cTn>
                                        <p:tgtEl>
                                          <p:spTgt spid="63496"/>
                                        </p:tgtEl>
                                        <p:attrNameLst>
                                          <p:attrName>style.visibility</p:attrName>
                                        </p:attrNameLst>
                                      </p:cBhvr>
                                      <p:to>
                                        <p:strVal val="visible"/>
                                      </p:to>
                                    </p:set>
                                    <p:anim calcmode="lin" valueType="num">
                                      <p:cBhvr>
                                        <p:cTn id="13" dur="1000" fill="hold"/>
                                        <p:tgtEl>
                                          <p:spTgt spid="63496"/>
                                        </p:tgtEl>
                                        <p:attrNameLst>
                                          <p:attrName>ppt_w</p:attrName>
                                        </p:attrNameLst>
                                      </p:cBhvr>
                                      <p:tavLst>
                                        <p:tav tm="0">
                                          <p:val>
                                            <p:strVal val="#ppt_w*0.70"/>
                                          </p:val>
                                        </p:tav>
                                        <p:tav tm="100000">
                                          <p:val>
                                            <p:strVal val="#ppt_w"/>
                                          </p:val>
                                        </p:tav>
                                      </p:tavLst>
                                    </p:anim>
                                    <p:anim calcmode="lin" valueType="num">
                                      <p:cBhvr>
                                        <p:cTn id="14" dur="1000" fill="hold"/>
                                        <p:tgtEl>
                                          <p:spTgt spid="63496"/>
                                        </p:tgtEl>
                                        <p:attrNameLst>
                                          <p:attrName>ppt_h</p:attrName>
                                        </p:attrNameLst>
                                      </p:cBhvr>
                                      <p:tavLst>
                                        <p:tav tm="0">
                                          <p:val>
                                            <p:strVal val="#ppt_h"/>
                                          </p:val>
                                        </p:tav>
                                        <p:tav tm="100000">
                                          <p:val>
                                            <p:strVal val="#ppt_h"/>
                                          </p:val>
                                        </p:tav>
                                      </p:tavLst>
                                    </p:anim>
                                    <p:animEffect transition="in" filter="fade">
                                      <p:cBhvr>
                                        <p:cTn id="15" dur="1000"/>
                                        <p:tgtEl>
                                          <p:spTgt spid="63496"/>
                                        </p:tgtEl>
                                      </p:cBhvr>
                                    </p:animEffect>
                                  </p:childTnLst>
                                </p:cTn>
                              </p:par>
                            </p:childTnLst>
                          </p:cTn>
                        </p:par>
                        <p:par>
                          <p:cTn id="16" fill="hold">
                            <p:stCondLst>
                              <p:cond delay="2000"/>
                            </p:stCondLst>
                            <p:childTnLst>
                              <p:par>
                                <p:cTn id="17" presetID="55" presetClass="entr" presetSubtype="0" fill="hold" nodeType="afterEffect">
                                  <p:stCondLst>
                                    <p:cond delay="0"/>
                                  </p:stCondLst>
                                  <p:childTnLst>
                                    <p:set>
                                      <p:cBhvr>
                                        <p:cTn id="18" dur="1" fill="hold">
                                          <p:stCondLst>
                                            <p:cond delay="0"/>
                                          </p:stCondLst>
                                        </p:cTn>
                                        <p:tgtEl>
                                          <p:spTgt spid="63497"/>
                                        </p:tgtEl>
                                        <p:attrNameLst>
                                          <p:attrName>style.visibility</p:attrName>
                                        </p:attrNameLst>
                                      </p:cBhvr>
                                      <p:to>
                                        <p:strVal val="visible"/>
                                      </p:to>
                                    </p:set>
                                    <p:anim calcmode="lin" valueType="num">
                                      <p:cBhvr>
                                        <p:cTn id="19" dur="1000" fill="hold"/>
                                        <p:tgtEl>
                                          <p:spTgt spid="63497"/>
                                        </p:tgtEl>
                                        <p:attrNameLst>
                                          <p:attrName>ppt_w</p:attrName>
                                        </p:attrNameLst>
                                      </p:cBhvr>
                                      <p:tavLst>
                                        <p:tav tm="0">
                                          <p:val>
                                            <p:strVal val="#ppt_w*0.70"/>
                                          </p:val>
                                        </p:tav>
                                        <p:tav tm="100000">
                                          <p:val>
                                            <p:strVal val="#ppt_w"/>
                                          </p:val>
                                        </p:tav>
                                      </p:tavLst>
                                    </p:anim>
                                    <p:anim calcmode="lin" valueType="num">
                                      <p:cBhvr>
                                        <p:cTn id="20" dur="1000" fill="hold"/>
                                        <p:tgtEl>
                                          <p:spTgt spid="63497"/>
                                        </p:tgtEl>
                                        <p:attrNameLst>
                                          <p:attrName>ppt_h</p:attrName>
                                        </p:attrNameLst>
                                      </p:cBhvr>
                                      <p:tavLst>
                                        <p:tav tm="0">
                                          <p:val>
                                            <p:strVal val="#ppt_h"/>
                                          </p:val>
                                        </p:tav>
                                        <p:tav tm="100000">
                                          <p:val>
                                            <p:strVal val="#ppt_h"/>
                                          </p:val>
                                        </p:tav>
                                      </p:tavLst>
                                    </p:anim>
                                    <p:animEffect transition="in" filter="fade">
                                      <p:cBhvr>
                                        <p:cTn id="21" dur="1000"/>
                                        <p:tgtEl>
                                          <p:spTgt spid="63497"/>
                                        </p:tgtEl>
                                      </p:cBhvr>
                                    </p:animEffect>
                                  </p:childTnLst>
                                </p:cTn>
                              </p:par>
                            </p:childTnLst>
                          </p:cTn>
                        </p:par>
                      </p:childTnLst>
                    </p:cTn>
                  </p:par>
                  <p:par>
                    <p:cTn id="22" fill="hold">
                      <p:stCondLst>
                        <p:cond delay="indefinite"/>
                      </p:stCondLst>
                      <p:childTnLst>
                        <p:par>
                          <p:cTn id="23" fill="hold">
                            <p:stCondLst>
                              <p:cond delay="0"/>
                            </p:stCondLst>
                            <p:childTnLst>
                              <p:par>
                                <p:cTn id="24" presetID="55" presetClass="entr" presetSubtype="0" fill="hold" nodeType="clickEffect">
                                  <p:stCondLst>
                                    <p:cond delay="0"/>
                                  </p:stCondLst>
                                  <p:childTnLst>
                                    <p:set>
                                      <p:cBhvr>
                                        <p:cTn id="25" dur="1" fill="hold">
                                          <p:stCondLst>
                                            <p:cond delay="0"/>
                                          </p:stCondLst>
                                        </p:cTn>
                                        <p:tgtEl>
                                          <p:spTgt spid="63498"/>
                                        </p:tgtEl>
                                        <p:attrNameLst>
                                          <p:attrName>style.visibility</p:attrName>
                                        </p:attrNameLst>
                                      </p:cBhvr>
                                      <p:to>
                                        <p:strVal val="visible"/>
                                      </p:to>
                                    </p:set>
                                    <p:anim calcmode="lin" valueType="num">
                                      <p:cBhvr>
                                        <p:cTn id="26" dur="1000" fill="hold"/>
                                        <p:tgtEl>
                                          <p:spTgt spid="63498"/>
                                        </p:tgtEl>
                                        <p:attrNameLst>
                                          <p:attrName>ppt_w</p:attrName>
                                        </p:attrNameLst>
                                      </p:cBhvr>
                                      <p:tavLst>
                                        <p:tav tm="0">
                                          <p:val>
                                            <p:strVal val="#ppt_w*0.70"/>
                                          </p:val>
                                        </p:tav>
                                        <p:tav tm="100000">
                                          <p:val>
                                            <p:strVal val="#ppt_w"/>
                                          </p:val>
                                        </p:tav>
                                      </p:tavLst>
                                    </p:anim>
                                    <p:anim calcmode="lin" valueType="num">
                                      <p:cBhvr>
                                        <p:cTn id="27" dur="1000" fill="hold"/>
                                        <p:tgtEl>
                                          <p:spTgt spid="63498"/>
                                        </p:tgtEl>
                                        <p:attrNameLst>
                                          <p:attrName>ppt_h</p:attrName>
                                        </p:attrNameLst>
                                      </p:cBhvr>
                                      <p:tavLst>
                                        <p:tav tm="0">
                                          <p:val>
                                            <p:strVal val="#ppt_h"/>
                                          </p:val>
                                        </p:tav>
                                        <p:tav tm="100000">
                                          <p:val>
                                            <p:strVal val="#ppt_h"/>
                                          </p:val>
                                        </p:tav>
                                      </p:tavLst>
                                    </p:anim>
                                    <p:animEffect transition="in" filter="fade">
                                      <p:cBhvr>
                                        <p:cTn id="28" dur="1000"/>
                                        <p:tgtEl>
                                          <p:spTgt spid="63498"/>
                                        </p:tgtEl>
                                      </p:cBhvr>
                                    </p:animEffect>
                                  </p:childTnLst>
                                </p:cTn>
                              </p:par>
                            </p:childTnLst>
                          </p:cTn>
                        </p:par>
                        <p:par>
                          <p:cTn id="29" fill="hold">
                            <p:stCondLst>
                              <p:cond delay="1000"/>
                            </p:stCondLst>
                            <p:childTnLst>
                              <p:par>
                                <p:cTn id="30" presetID="55" presetClass="entr" presetSubtype="0" fill="hold" nodeType="afterEffect">
                                  <p:stCondLst>
                                    <p:cond delay="0"/>
                                  </p:stCondLst>
                                  <p:childTnLst>
                                    <p:set>
                                      <p:cBhvr>
                                        <p:cTn id="31" dur="1" fill="hold">
                                          <p:stCondLst>
                                            <p:cond delay="0"/>
                                          </p:stCondLst>
                                        </p:cTn>
                                        <p:tgtEl>
                                          <p:spTgt spid="63499"/>
                                        </p:tgtEl>
                                        <p:attrNameLst>
                                          <p:attrName>style.visibility</p:attrName>
                                        </p:attrNameLst>
                                      </p:cBhvr>
                                      <p:to>
                                        <p:strVal val="visible"/>
                                      </p:to>
                                    </p:set>
                                    <p:anim calcmode="lin" valueType="num">
                                      <p:cBhvr>
                                        <p:cTn id="32" dur="1000" fill="hold"/>
                                        <p:tgtEl>
                                          <p:spTgt spid="63499"/>
                                        </p:tgtEl>
                                        <p:attrNameLst>
                                          <p:attrName>ppt_w</p:attrName>
                                        </p:attrNameLst>
                                      </p:cBhvr>
                                      <p:tavLst>
                                        <p:tav tm="0">
                                          <p:val>
                                            <p:strVal val="#ppt_w*0.70"/>
                                          </p:val>
                                        </p:tav>
                                        <p:tav tm="100000">
                                          <p:val>
                                            <p:strVal val="#ppt_w"/>
                                          </p:val>
                                        </p:tav>
                                      </p:tavLst>
                                    </p:anim>
                                    <p:anim calcmode="lin" valueType="num">
                                      <p:cBhvr>
                                        <p:cTn id="33" dur="1000" fill="hold"/>
                                        <p:tgtEl>
                                          <p:spTgt spid="63499"/>
                                        </p:tgtEl>
                                        <p:attrNameLst>
                                          <p:attrName>ppt_h</p:attrName>
                                        </p:attrNameLst>
                                      </p:cBhvr>
                                      <p:tavLst>
                                        <p:tav tm="0">
                                          <p:val>
                                            <p:strVal val="#ppt_h"/>
                                          </p:val>
                                        </p:tav>
                                        <p:tav tm="100000">
                                          <p:val>
                                            <p:strVal val="#ppt_h"/>
                                          </p:val>
                                        </p:tav>
                                      </p:tavLst>
                                    </p:anim>
                                    <p:animEffect transition="in" filter="fade">
                                      <p:cBhvr>
                                        <p:cTn id="34" dur="1000"/>
                                        <p:tgtEl>
                                          <p:spTgt spid="63499"/>
                                        </p:tgtEl>
                                      </p:cBhvr>
                                    </p:animEffect>
                                  </p:childTnLst>
                                </p:cTn>
                              </p:par>
                            </p:childTnLst>
                          </p:cTn>
                        </p:par>
                      </p:childTnLst>
                    </p:cTn>
                  </p:par>
                  <p:par>
                    <p:cTn id="35" fill="hold">
                      <p:stCondLst>
                        <p:cond delay="indefinite"/>
                      </p:stCondLst>
                      <p:childTnLst>
                        <p:par>
                          <p:cTn id="36" fill="hold">
                            <p:stCondLst>
                              <p:cond delay="0"/>
                            </p:stCondLst>
                            <p:childTnLst>
                              <p:par>
                                <p:cTn id="37" presetID="55" presetClass="entr" presetSubtype="0" fill="hold" nodeType="clickEffect">
                                  <p:stCondLst>
                                    <p:cond delay="0"/>
                                  </p:stCondLst>
                                  <p:childTnLst>
                                    <p:set>
                                      <p:cBhvr>
                                        <p:cTn id="38" dur="1" fill="hold">
                                          <p:stCondLst>
                                            <p:cond delay="0"/>
                                          </p:stCondLst>
                                        </p:cTn>
                                        <p:tgtEl>
                                          <p:spTgt spid="63500"/>
                                        </p:tgtEl>
                                        <p:attrNameLst>
                                          <p:attrName>style.visibility</p:attrName>
                                        </p:attrNameLst>
                                      </p:cBhvr>
                                      <p:to>
                                        <p:strVal val="visible"/>
                                      </p:to>
                                    </p:set>
                                    <p:anim calcmode="lin" valueType="num">
                                      <p:cBhvr>
                                        <p:cTn id="39" dur="1000" fill="hold"/>
                                        <p:tgtEl>
                                          <p:spTgt spid="63500"/>
                                        </p:tgtEl>
                                        <p:attrNameLst>
                                          <p:attrName>ppt_w</p:attrName>
                                        </p:attrNameLst>
                                      </p:cBhvr>
                                      <p:tavLst>
                                        <p:tav tm="0">
                                          <p:val>
                                            <p:strVal val="#ppt_w*0.70"/>
                                          </p:val>
                                        </p:tav>
                                        <p:tav tm="100000">
                                          <p:val>
                                            <p:strVal val="#ppt_w"/>
                                          </p:val>
                                        </p:tav>
                                      </p:tavLst>
                                    </p:anim>
                                    <p:anim calcmode="lin" valueType="num">
                                      <p:cBhvr>
                                        <p:cTn id="40" dur="1000" fill="hold"/>
                                        <p:tgtEl>
                                          <p:spTgt spid="63500"/>
                                        </p:tgtEl>
                                        <p:attrNameLst>
                                          <p:attrName>ppt_h</p:attrName>
                                        </p:attrNameLst>
                                      </p:cBhvr>
                                      <p:tavLst>
                                        <p:tav tm="0">
                                          <p:val>
                                            <p:strVal val="#ppt_h"/>
                                          </p:val>
                                        </p:tav>
                                        <p:tav tm="100000">
                                          <p:val>
                                            <p:strVal val="#ppt_h"/>
                                          </p:val>
                                        </p:tav>
                                      </p:tavLst>
                                    </p:anim>
                                    <p:animEffect transition="in" filter="fade">
                                      <p:cBhvr>
                                        <p:cTn id="41" dur="1000"/>
                                        <p:tgtEl>
                                          <p:spTgt spid="6350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4"/>
          <p:cNvSpPr>
            <a:spLocks noGrp="1" noChangeArrowheads="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a:spcBef>
                <a:spcPct val="0"/>
              </a:spcBef>
              <a:buFontTx/>
              <a:buNone/>
            </a:pPr>
            <a:fld id="{E1F2E9DF-02F2-49EB-AA32-BB45DBE325F2}" type="datetime1">
              <a:rPr kumimoji="0" lang="zh-CN" altLang="en-US" sz="1200" smtClean="0">
                <a:solidFill>
                  <a:srgbClr val="000000"/>
                </a:solidFill>
                <a:ea typeface="宋体" panose="02010600030101010101" pitchFamily="2" charset="-122"/>
              </a:rPr>
            </a:fld>
            <a:endParaRPr kumimoji="0" lang="en-US" altLang="zh-CN" sz="1200">
              <a:solidFill>
                <a:srgbClr val="000000"/>
              </a:solidFill>
              <a:ea typeface="宋体" panose="02010600030101010101" pitchFamily="2" charset="-122"/>
            </a:endParaRPr>
          </a:p>
        </p:txBody>
      </p:sp>
      <p:graphicFrame>
        <p:nvGraphicFramePr>
          <p:cNvPr id="64514" name="Object 2"/>
          <p:cNvGraphicFramePr>
            <a:graphicFrameLocks noGrp="1" noChangeAspect="1"/>
          </p:cNvGraphicFramePr>
          <p:nvPr>
            <p:ph idx="1"/>
          </p:nvPr>
        </p:nvGraphicFramePr>
        <p:xfrm>
          <a:off x="1404144" y="1196499"/>
          <a:ext cx="6120130" cy="2742565"/>
        </p:xfrm>
        <a:graphic>
          <a:graphicData uri="http://schemas.openxmlformats.org/presentationml/2006/ole">
            <mc:AlternateContent xmlns:mc="http://schemas.openxmlformats.org/markup-compatibility/2006">
              <mc:Choice xmlns:v="urn:schemas-microsoft-com:vml" Requires="v">
                <p:oleObj spid="_x0000_s2" name="公式" r:id="rId1" imgW="1587500" imgH="711200" progId="Equation.3">
                  <p:embed/>
                </p:oleObj>
              </mc:Choice>
              <mc:Fallback>
                <p:oleObj name="公式" r:id="rId1" imgW="1587500" imgH="711200" progId="Equation.3">
                  <p:embed/>
                  <p:pic>
                    <p:nvPicPr>
                      <p:cNvPr id="0" name="Object 2"/>
                      <p:cNvPicPr>
                        <a:picLocks noChangeAspect="1" noChangeArrowheads="1"/>
                      </p:cNvPicPr>
                      <p:nvPr/>
                    </p:nvPicPr>
                    <p:blipFill>
                      <a:blip r:embed="rId2"/>
                      <a:srcRect/>
                      <a:stretch>
                        <a:fillRect/>
                      </a:stretch>
                    </p:blipFill>
                    <p:spPr bwMode="auto">
                      <a:xfrm>
                        <a:off x="1404144" y="1196499"/>
                        <a:ext cx="6120130" cy="27425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sp>
        <p:nvSpPr>
          <p:cNvPr id="306178" name="Rectangle 2"/>
          <p:cNvSpPr>
            <a:spLocks noChangeArrowheads="1"/>
          </p:cNvSpPr>
          <p:nvPr/>
        </p:nvSpPr>
        <p:spPr bwMode="auto">
          <a:xfrm>
            <a:off x="611188" y="188913"/>
            <a:ext cx="6553200" cy="622300"/>
          </a:xfrm>
          <a:prstGeom prst="rect">
            <a:avLst/>
          </a:prstGeom>
          <a:solidFill>
            <a:schemeClr val="bg1"/>
          </a:solidFill>
          <a:ln>
            <a:noFill/>
          </a:ln>
          <a:effectLst>
            <a:outerShdw blurRad="63500" dist="38099" dir="2700000" algn="ctr" rotWithShape="0">
              <a:srgbClr val="000000">
                <a:alpha val="74998"/>
              </a:srgbClr>
            </a:outerShdw>
          </a:effectLst>
        </p:spPr>
        <p:txBody>
          <a:bodyPr anchor="ctr"/>
          <a:lstStyle/>
          <a:p>
            <a:pPr algn="ctr" eaLnBrk="1" hangingPunct="1">
              <a:defRPr/>
            </a:pPr>
            <a:r>
              <a:rPr lang="en-US" altLang="zh-CN" sz="2800">
                <a:effectLst>
                  <a:outerShdw blurRad="38100" dist="38100" dir="2700000" algn="tl">
                    <a:srgbClr val="000000"/>
                  </a:outerShdw>
                </a:effectLst>
                <a:ea typeface="黑体" panose="02010609060101010101" charset="-122"/>
              </a:rPr>
              <a:t>§5.7 </a:t>
            </a:r>
            <a:r>
              <a:rPr lang="zh-CN" altLang="en-US" sz="2800">
                <a:effectLst>
                  <a:outerShdw blurRad="38100" dist="38100" dir="2700000" algn="tl">
                    <a:srgbClr val="000000"/>
                  </a:outerShdw>
                </a:effectLst>
                <a:ea typeface="黑体" panose="02010609060101010101" charset="-122"/>
              </a:rPr>
              <a:t>线性系统的拉普拉斯变换分析方法</a:t>
            </a:r>
            <a:endParaRPr lang="zh-CN" altLang="en-US" sz="2800">
              <a:effectLst>
                <a:outerShdw blurRad="38100" dist="38100" dir="2700000" algn="tl">
                  <a:srgbClr val="000000"/>
                </a:outerShdw>
              </a:effectLst>
              <a:ea typeface="黑体" panose="02010609060101010101" charset="-122"/>
            </a:endParaRPr>
          </a:p>
        </p:txBody>
      </p:sp>
      <p:sp>
        <p:nvSpPr>
          <p:cNvPr id="3" name="墨迹 1"/>
          <p:cNvSpPr/>
          <p:nvPr/>
        </p:nvSpPr>
        <p:spPr bwMode="auto">
          <a:xfrm>
            <a:off x="1960560" y="4854960"/>
            <a:ext cx="235080" cy="289800"/>
          </a:xfrm>
        </p:spPr>
      </p:sp>
      <p:graphicFrame>
        <p:nvGraphicFramePr>
          <p:cNvPr id="4" name="对象 3"/>
          <p:cNvGraphicFramePr/>
          <p:nvPr/>
        </p:nvGraphicFramePr>
        <p:xfrm>
          <a:off x="755650" y="4580890"/>
          <a:ext cx="5851525" cy="1271270"/>
        </p:xfrm>
        <a:graphic>
          <a:graphicData uri="http://schemas.openxmlformats.org/presentationml/2006/ole">
            <mc:AlternateContent xmlns:mc="http://schemas.openxmlformats.org/markup-compatibility/2006">
              <mc:Choice xmlns:v="urn:schemas-microsoft-com:vml" Requires="v">
                <p:oleObj spid="_x0000_s5" name="" r:id="rId3" imgW="1625600" imgH="342900" progId="Equation.KSEE3">
                  <p:embed/>
                </p:oleObj>
              </mc:Choice>
              <mc:Fallback>
                <p:oleObj name="" r:id="rId3" imgW="1625600" imgH="342900" progId="Equation.KSEE3">
                  <p:embed/>
                  <p:pic>
                    <p:nvPicPr>
                      <p:cNvPr id="0" name="图片 4"/>
                      <p:cNvPicPr/>
                      <p:nvPr/>
                    </p:nvPicPr>
                    <p:blipFill>
                      <a:blip r:embed="rId4">
                        <a:duotone>
                          <a:schemeClr val="accent1">
                            <a:shade val="45000"/>
                            <a:satMod val="135000"/>
                          </a:schemeClr>
                          <a:prstClr val="white"/>
                        </a:duotone>
                      </a:blip>
                      <a:stretch>
                        <a:fillRect/>
                      </a:stretch>
                    </p:blipFill>
                    <p:spPr>
                      <a:xfrm>
                        <a:off x="755650" y="4580890"/>
                        <a:ext cx="5851525" cy="1271270"/>
                      </a:xfrm>
                      <a:prstGeom prst="rect">
                        <a:avLst/>
                      </a:prstGeom>
                    </p:spPr>
                  </p:pic>
                </p:oleObj>
              </mc:Fallback>
            </mc:AlternateContent>
          </a:graphicData>
        </a:graphic>
      </p:graphicFrame>
    </p:spTree>
  </p:cSld>
  <p:clrMapOvr>
    <a:masterClrMapping/>
  </p:clrMapOvr>
  <mc:AlternateContent xmlns:mc="http://schemas.openxmlformats.org/markup-compatibility/2006">
    <mc:Choice xmlns:p14="http://schemas.microsoft.com/office/powerpoint/2010/main" Requires="p14">
      <p:transition spd="slow" p14:dur="2000" advTm="22518"/>
    </mc:Choice>
    <mc:Fallback>
      <p:transition spd="slow" advTm="22518"/>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5" presetClass="entr" presetSubtype="0" fill="hold" nodeType="afterEffect">
                                  <p:stCondLst>
                                    <p:cond delay="0"/>
                                  </p:stCondLst>
                                  <p:childTnLst>
                                    <p:set>
                                      <p:cBhvr>
                                        <p:cTn id="6" dur="1" fill="hold">
                                          <p:stCondLst>
                                            <p:cond delay="0"/>
                                          </p:stCondLst>
                                        </p:cTn>
                                        <p:tgtEl>
                                          <p:spTgt spid="64514"/>
                                        </p:tgtEl>
                                        <p:attrNameLst>
                                          <p:attrName>style.visibility</p:attrName>
                                        </p:attrNameLst>
                                      </p:cBhvr>
                                      <p:to>
                                        <p:strVal val="visible"/>
                                      </p:to>
                                    </p:set>
                                    <p:anim calcmode="lin" valueType="num">
                                      <p:cBhvr>
                                        <p:cTn id="7" dur="1000" fill="hold"/>
                                        <p:tgtEl>
                                          <p:spTgt spid="64514"/>
                                        </p:tgtEl>
                                        <p:attrNameLst>
                                          <p:attrName>ppt_w</p:attrName>
                                        </p:attrNameLst>
                                      </p:cBhvr>
                                      <p:tavLst>
                                        <p:tav tm="0">
                                          <p:val>
                                            <p:strVal val="#ppt_w*0.70"/>
                                          </p:val>
                                        </p:tav>
                                        <p:tav tm="100000">
                                          <p:val>
                                            <p:strVal val="#ppt_w"/>
                                          </p:val>
                                        </p:tav>
                                      </p:tavLst>
                                    </p:anim>
                                    <p:anim calcmode="lin" valueType="num">
                                      <p:cBhvr>
                                        <p:cTn id="8" dur="1000" fill="hold"/>
                                        <p:tgtEl>
                                          <p:spTgt spid="64514"/>
                                        </p:tgtEl>
                                        <p:attrNameLst>
                                          <p:attrName>ppt_h</p:attrName>
                                        </p:attrNameLst>
                                      </p:cBhvr>
                                      <p:tavLst>
                                        <p:tav tm="0">
                                          <p:val>
                                            <p:strVal val="#ppt_h"/>
                                          </p:val>
                                        </p:tav>
                                        <p:tav tm="100000">
                                          <p:val>
                                            <p:strVal val="#ppt_h"/>
                                          </p:val>
                                        </p:tav>
                                      </p:tavLst>
                                    </p:anim>
                                    <p:animEffect transition="in" filter="fade">
                                      <p:cBhvr>
                                        <p:cTn id="9" dur="1000"/>
                                        <p:tgtEl>
                                          <p:spTgt spid="64514"/>
                                        </p:tgtEl>
                                      </p:cBhvr>
                                    </p:animEffect>
                                  </p:childTnLst>
                                </p:cTn>
                              </p:par>
                            </p:childTnLst>
                          </p:cTn>
                        </p:par>
                      </p:childTnLst>
                    </p:cTn>
                  </p:par>
                  <p:par>
                    <p:cTn id="10" fill="hold">
                      <p:stCondLst>
                        <p:cond delay="indefinite"/>
                      </p:stCondLst>
                      <p:childTnLst>
                        <p:par>
                          <p:cTn id="11" fill="hold">
                            <p:stCondLst>
                              <p:cond delay="0"/>
                            </p:stCondLst>
                            <p:childTnLst>
                              <p:par>
                                <p:cTn id="12" presetID="2" presetClass="entr" presetSubtype="4" fill="hold" nodeType="clickEffect">
                                  <p:stCondLst>
                                    <p:cond delay="0"/>
                                  </p:stCondLst>
                                  <p:childTnLst>
                                    <p:set>
                                      <p:cBhvr>
                                        <p:cTn id="13" dur="1" fill="hold">
                                          <p:stCondLst>
                                            <p:cond delay="0"/>
                                          </p:stCondLst>
                                        </p:cTn>
                                        <p:tgtEl>
                                          <p:spTgt spid="4"/>
                                        </p:tgtEl>
                                        <p:attrNameLst>
                                          <p:attrName>style.visibility</p:attrName>
                                        </p:attrNameLst>
                                      </p:cBhvr>
                                      <p:to>
                                        <p:strVal val="visible"/>
                                      </p:to>
                                    </p:set>
                                    <p:anim calcmode="lin" valueType="num">
                                      <p:cBhvr additive="base">
                                        <p:cTn id="14" dur="500" fill="hold"/>
                                        <p:tgtEl>
                                          <p:spTgt spid="4"/>
                                        </p:tgtEl>
                                        <p:attrNameLst>
                                          <p:attrName>ppt_x</p:attrName>
                                        </p:attrNameLst>
                                      </p:cBhvr>
                                      <p:tavLst>
                                        <p:tav tm="0">
                                          <p:val>
                                            <p:strVal val="#ppt_x"/>
                                          </p:val>
                                        </p:tav>
                                        <p:tav tm="100000">
                                          <p:val>
                                            <p:strVal val="#ppt_x"/>
                                          </p:val>
                                        </p:tav>
                                      </p:tavLst>
                                    </p:anim>
                                    <p:anim calcmode="lin" valueType="num">
                                      <p:cBhvr additive="base">
                                        <p:cTn id="15"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4"/>
          <p:cNvSpPr>
            <a:spLocks noGrp="1" noChangeArrowheads="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a:spcBef>
                <a:spcPct val="0"/>
              </a:spcBef>
              <a:buFontTx/>
              <a:buNone/>
            </a:pPr>
            <a:fld id="{5B35D9E9-C6AD-4626-AC7D-0C2C995A34B0}" type="datetime1">
              <a:rPr kumimoji="0" lang="zh-CN" altLang="en-US" sz="1200" smtClean="0">
                <a:solidFill>
                  <a:srgbClr val="000000"/>
                </a:solidFill>
                <a:ea typeface="宋体" panose="02010600030101010101" pitchFamily="2" charset="-122"/>
              </a:rPr>
            </a:fld>
            <a:endParaRPr kumimoji="0" lang="en-US" altLang="zh-CN" sz="1200">
              <a:solidFill>
                <a:srgbClr val="000000"/>
              </a:solidFill>
              <a:ea typeface="宋体" panose="02010600030101010101" pitchFamily="2" charset="-122"/>
            </a:endParaRPr>
          </a:p>
        </p:txBody>
      </p:sp>
      <mc:AlternateContent xmlns:mc="http://schemas.openxmlformats.org/markup-compatibility/2006">
        <mc:Choice xmlns:a14="http://schemas.microsoft.com/office/drawing/2010/main" Requires="a14">
          <p:sp>
            <p:nvSpPr>
              <p:cNvPr id="65538" name="Object 2"/>
              <p:cNvSpPr txBox="1">
                <a:spLocks noGrp="1"/>
              </p:cNvSpPr>
              <p:nvPr>
                <p:ph idx="1"/>
              </p:nvPr>
            </p:nvSpPr>
            <p:spPr bwMode="auto">
              <a:xfrm>
                <a:off x="971550" y="2637155"/>
                <a:ext cx="8048625" cy="3798570"/>
              </a:xfrm>
              <a:prstGeom prst="rect">
                <a:avLst/>
              </a:prstGeom>
              <a:solidFill>
                <a:schemeClr val="tx1"/>
              </a:solidFill>
              <a:ln w="9525">
                <a:solidFill>
                  <a:schemeClr val="bg1"/>
                </a:solidFill>
                <a:miter lim="800000"/>
              </a:ln>
              <a:effectLst>
                <a:outerShdw dist="35921" dir="2700000" algn="ctr" rotWithShape="0">
                  <a:schemeClr val="bg2">
                    <a:alpha val="74997"/>
                  </a:schemeClr>
                </a:outerShdw>
              </a:effectLst>
            </p:spPr>
            <p:txBody>
              <a:bodyPr>
                <a:normAutofit fontScale="75000" lnSpcReduction="10000"/>
              </a:bodyPr>
              <a:lstStyle/>
              <a:p>
                <a:pPr>
                  <a:buNone/>
                </a:pPr>
                <a14:m>
                  <m:oMathPara xmlns:m="http://schemas.openxmlformats.org/officeDocument/2006/math">
                    <m:oMathParaPr>
                      <m:jc m:val="left"/>
                    </m:oMathParaPr>
                    <m:oMath xmlns:m="http://schemas.openxmlformats.org/officeDocument/2006/math">
                      <m:r>
                        <a:rPr lang="zh-CN" altLang="en-US" sz="3100" b="1" i="1" smtClean="0">
                          <a:solidFill>
                            <a:srgbClr val="000000"/>
                          </a:solidFill>
                          <a:effectLst/>
                          <a:latin typeface="Cambria Math" panose="02040503050406030204" pitchFamily="18" charset="0"/>
                        </a:rPr>
                        <m:t>若只求全响应，则直接代入初始状态和</m:t>
                      </m:r>
                      <m:r>
                        <a:rPr lang="zh-CN" altLang="en-US" sz="3100" b="1" i="1" smtClean="0">
                          <a:solidFill>
                            <a:srgbClr val="000000"/>
                          </a:solidFill>
                          <a:effectLst/>
                          <a:latin typeface="Cambria Math" panose="02040503050406030204" pitchFamily="18" charset="0"/>
                        </a:rPr>
                        <m:t>𝑬</m:t>
                      </m:r>
                      <m:r>
                        <a:rPr lang="zh-CN" altLang="en-US" sz="3100" b="1" i="1" smtClean="0">
                          <a:solidFill>
                            <a:srgbClr val="000000"/>
                          </a:solidFill>
                          <a:effectLst/>
                          <a:latin typeface="Cambria Math" panose="02040503050406030204" pitchFamily="18" charset="0"/>
                        </a:rPr>
                        <m:t>(</m:t>
                      </m:r>
                      <m:r>
                        <a:rPr lang="zh-CN" altLang="en-US" sz="3100" b="1" i="1" smtClean="0">
                          <a:solidFill>
                            <a:srgbClr val="000000"/>
                          </a:solidFill>
                          <a:effectLst/>
                          <a:latin typeface="Cambria Math" panose="02040503050406030204" pitchFamily="18" charset="0"/>
                        </a:rPr>
                        <m:t>𝒔</m:t>
                      </m:r>
                      <m:r>
                        <a:rPr lang="zh-CN" altLang="en-US" sz="3100" b="1" i="1" smtClean="0">
                          <a:solidFill>
                            <a:srgbClr val="000000"/>
                          </a:solidFill>
                          <a:effectLst/>
                          <a:latin typeface="Cambria Math" panose="02040503050406030204" pitchFamily="18" charset="0"/>
                        </a:rPr>
                        <m:t>)</m:t>
                      </m:r>
                      <m:r>
                        <a:rPr lang="zh-CN" altLang="en-US" sz="3100" b="1" i="1" smtClean="0">
                          <a:solidFill>
                            <a:srgbClr val="000000"/>
                          </a:solidFill>
                          <a:effectLst/>
                          <a:latin typeface="Cambria Math" panose="02040503050406030204" pitchFamily="18" charset="0"/>
                        </a:rPr>
                        <m:t>，得：</m:t>
                      </m:r>
                    </m:oMath>
                  </m:oMathPara>
                </a14:m>
                <a:endParaRPr lang="zh-CN" altLang="en-US" sz="3100" b="1" i="1" smtClean="0">
                  <a:solidFill>
                    <a:srgbClr val="000000"/>
                  </a:solidFill>
                  <a:effectLst/>
                  <a:latin typeface="Cambria Math" panose="02040503050406030204" pitchFamily="18" charset="0"/>
                </a:endParaRPr>
              </a:p>
              <a:p>
                <a:pPr>
                  <a:buNone/>
                </a:pPr>
                <a:br>
                  <a:rPr lang="zh-CN" altLang="en-US" sz="3100" b="1" i="1" smtClean="0">
                    <a:solidFill>
                      <a:srgbClr val="000000"/>
                    </a:solidFill>
                    <a:effectLst/>
                    <a:latin typeface="Cambria Math" panose="02040503050406030204" pitchFamily="18" charset="0"/>
                  </a:rPr>
                </a:br>
                <a14:m>
                  <m:oMathPara xmlns:m="http://schemas.openxmlformats.org/officeDocument/2006/math">
                    <m:oMathParaPr>
                      <m:jc m:val="left"/>
                    </m:oMathParaPr>
                    <m:oMath xmlns:m="http://schemas.openxmlformats.org/officeDocument/2006/math">
                      <m:r>
                        <a:rPr lang="zh-CN" altLang="en-US" b="1" i="1">
                          <a:solidFill>
                            <a:srgbClr val="000000"/>
                          </a:solidFill>
                          <a:effectLst/>
                          <a:latin typeface="Cambria Math" panose="02040503050406030204" pitchFamily="18" charset="0"/>
                        </a:rPr>
                        <m:t>𝑹</m:t>
                      </m:r>
                      <m:r>
                        <a:rPr lang="zh-CN" altLang="en-US" b="1" i="1">
                          <a:solidFill>
                            <a:srgbClr val="000000"/>
                          </a:solidFill>
                          <a:effectLst/>
                          <a:latin typeface="Cambria Math" panose="02040503050406030204" pitchFamily="18" charset="0"/>
                        </a:rPr>
                        <m:t>(</m:t>
                      </m:r>
                      <m:r>
                        <a:rPr lang="zh-CN" altLang="en-US" b="1" i="1">
                          <a:solidFill>
                            <a:srgbClr val="000000"/>
                          </a:solidFill>
                          <a:effectLst/>
                          <a:latin typeface="Cambria Math" panose="02040503050406030204" pitchFamily="18" charset="0"/>
                        </a:rPr>
                        <m:t>𝒔</m:t>
                      </m:r>
                      <m:r>
                        <a:rPr lang="zh-CN" altLang="en-US" b="1" i="1">
                          <a:solidFill>
                            <a:srgbClr val="000000"/>
                          </a:solidFill>
                          <a:effectLst/>
                          <a:latin typeface="Cambria Math" panose="02040503050406030204" pitchFamily="18" charset="0"/>
                        </a:rPr>
                        <m:t>)=</m:t>
                      </m:r>
                      <m:f>
                        <m:fPr>
                          <m:ctrlPr>
                            <a:rPr lang="zh-CN" altLang="en-US" b="1" i="1">
                              <a:solidFill>
                                <a:srgbClr val="000000"/>
                              </a:solidFill>
                              <a:effectLst/>
                              <a:latin typeface="Cambria Math" panose="02040503050406030204" pitchFamily="18" charset="0"/>
                            </a:rPr>
                          </m:ctrlPr>
                        </m:fPr>
                        <m:num>
                          <m:r>
                            <a:rPr lang="zh-CN" altLang="en-US" b="1" i="1">
                              <a:solidFill>
                                <a:srgbClr val="000000"/>
                              </a:solidFill>
                              <a:effectLst/>
                              <a:latin typeface="Cambria Math" panose="02040503050406030204" pitchFamily="18" charset="0"/>
                            </a:rPr>
                            <m:t>𝟒</m:t>
                          </m:r>
                          <m:r>
                            <a:rPr lang="zh-CN" altLang="en-US" b="1" i="1">
                              <a:solidFill>
                                <a:srgbClr val="000000"/>
                              </a:solidFill>
                              <a:effectLst/>
                              <a:latin typeface="Cambria Math" panose="02040503050406030204" pitchFamily="18" charset="0"/>
                            </a:rPr>
                            <m:t>𝒔</m:t>
                          </m:r>
                          <m:r>
                            <a:rPr lang="zh-CN" altLang="en-US" b="1" i="1">
                              <a:solidFill>
                                <a:srgbClr val="000000"/>
                              </a:solidFill>
                              <a:effectLst/>
                              <a:latin typeface="Cambria Math" panose="02040503050406030204" pitchFamily="18" charset="0"/>
                            </a:rPr>
                            <m:t>+</m:t>
                          </m:r>
                          <m:r>
                            <a:rPr lang="zh-CN" altLang="en-US" b="1" i="1">
                              <a:solidFill>
                                <a:srgbClr val="000000"/>
                              </a:solidFill>
                              <a:effectLst/>
                              <a:latin typeface="Cambria Math" panose="02040503050406030204" pitchFamily="18" charset="0"/>
                            </a:rPr>
                            <m:t>𝟏𝟎</m:t>
                          </m:r>
                        </m:num>
                        <m:den>
                          <m:r>
                            <a:rPr lang="zh-CN" altLang="en-US" b="1" i="1">
                              <a:solidFill>
                                <a:srgbClr val="000000"/>
                              </a:solidFill>
                              <a:effectLst/>
                              <a:latin typeface="Cambria Math" panose="02040503050406030204" pitchFamily="18" charset="0"/>
                            </a:rPr>
                            <m:t>𝟐</m:t>
                          </m:r>
                          <m:sSup>
                            <m:sSupPr>
                              <m:ctrlPr>
                                <a:rPr lang="zh-CN" altLang="en-US" b="1" i="1">
                                  <a:solidFill>
                                    <a:srgbClr val="000000"/>
                                  </a:solidFill>
                                  <a:effectLst/>
                                  <a:latin typeface="Cambria Math" panose="02040503050406030204" pitchFamily="18" charset="0"/>
                                </a:rPr>
                              </m:ctrlPr>
                            </m:sSupPr>
                            <m:e>
                              <m:r>
                                <a:rPr lang="zh-CN" altLang="en-US" b="1" i="1">
                                  <a:solidFill>
                                    <a:srgbClr val="000000"/>
                                  </a:solidFill>
                                  <a:effectLst/>
                                  <a:latin typeface="Cambria Math" panose="02040503050406030204" pitchFamily="18" charset="0"/>
                                </a:rPr>
                                <m:t>𝒔</m:t>
                              </m:r>
                            </m:e>
                            <m:sup>
                              <m:r>
                                <a:rPr lang="zh-CN" altLang="en-US" b="1" i="1">
                                  <a:solidFill>
                                    <a:srgbClr val="000000"/>
                                  </a:solidFill>
                                  <a:effectLst/>
                                  <a:latin typeface="Cambria Math" panose="02040503050406030204" pitchFamily="18" charset="0"/>
                                </a:rPr>
                                <m:t>𝟐</m:t>
                              </m:r>
                            </m:sup>
                          </m:sSup>
                          <m:r>
                            <a:rPr lang="zh-CN" altLang="en-US" b="1" i="1">
                              <a:solidFill>
                                <a:srgbClr val="000000"/>
                              </a:solidFill>
                              <a:effectLst/>
                              <a:latin typeface="Cambria Math" panose="02040503050406030204" pitchFamily="18" charset="0"/>
                            </a:rPr>
                            <m:t>+</m:t>
                          </m:r>
                          <m:r>
                            <a:rPr lang="zh-CN" altLang="en-US" b="1" i="1">
                              <a:solidFill>
                                <a:srgbClr val="000000"/>
                              </a:solidFill>
                              <a:effectLst/>
                              <a:latin typeface="Cambria Math" panose="02040503050406030204" pitchFamily="18" charset="0"/>
                            </a:rPr>
                            <m:t>𝟓</m:t>
                          </m:r>
                          <m:r>
                            <a:rPr lang="zh-CN" altLang="en-US" b="1" i="1">
                              <a:solidFill>
                                <a:srgbClr val="000000"/>
                              </a:solidFill>
                              <a:effectLst/>
                              <a:latin typeface="Cambria Math" panose="02040503050406030204" pitchFamily="18" charset="0"/>
                            </a:rPr>
                            <m:t>𝒔</m:t>
                          </m:r>
                          <m:r>
                            <a:rPr lang="zh-CN" altLang="en-US" b="1" i="1">
                              <a:solidFill>
                                <a:srgbClr val="000000"/>
                              </a:solidFill>
                              <a:effectLst/>
                              <a:latin typeface="Cambria Math" panose="02040503050406030204" pitchFamily="18" charset="0"/>
                            </a:rPr>
                            <m:t>+</m:t>
                          </m:r>
                          <m:r>
                            <a:rPr lang="zh-CN" altLang="en-US" b="1" i="1">
                              <a:solidFill>
                                <a:srgbClr val="000000"/>
                              </a:solidFill>
                              <a:effectLst/>
                              <a:latin typeface="Cambria Math" panose="02040503050406030204" pitchFamily="18" charset="0"/>
                            </a:rPr>
                            <m:t>𝟑</m:t>
                          </m:r>
                        </m:den>
                      </m:f>
                      <m:r>
                        <a:rPr lang="zh-CN" altLang="en-US" b="1" i="1">
                          <a:solidFill>
                            <a:srgbClr val="000000"/>
                          </a:solidFill>
                          <a:effectLst/>
                          <a:latin typeface="Cambria Math" panose="02040503050406030204" pitchFamily="18" charset="0"/>
                        </a:rPr>
                        <m:t>=</m:t>
                      </m:r>
                      <m:f>
                        <m:fPr>
                          <m:ctrlPr>
                            <a:rPr lang="zh-CN" altLang="en-US" b="1" i="1">
                              <a:solidFill>
                                <a:srgbClr val="000000"/>
                              </a:solidFill>
                              <a:effectLst/>
                              <a:latin typeface="Cambria Math" panose="02040503050406030204" pitchFamily="18" charset="0"/>
                            </a:rPr>
                          </m:ctrlPr>
                        </m:fPr>
                        <m:num>
                          <m:r>
                            <a:rPr lang="zh-CN" altLang="en-US" b="1" i="1">
                              <a:solidFill>
                                <a:srgbClr val="000000"/>
                              </a:solidFill>
                              <a:effectLst/>
                              <a:latin typeface="Cambria Math" panose="02040503050406030204" pitchFamily="18" charset="0"/>
                            </a:rPr>
                            <m:t>𝟐</m:t>
                          </m:r>
                          <m:r>
                            <a:rPr lang="zh-CN" altLang="en-US" b="1" i="1">
                              <a:solidFill>
                                <a:srgbClr val="000000"/>
                              </a:solidFill>
                              <a:effectLst/>
                              <a:latin typeface="Cambria Math" panose="02040503050406030204" pitchFamily="18" charset="0"/>
                            </a:rPr>
                            <m:t>𝒔</m:t>
                          </m:r>
                          <m:r>
                            <a:rPr lang="zh-CN" altLang="en-US" b="1" i="1">
                              <a:solidFill>
                                <a:srgbClr val="000000"/>
                              </a:solidFill>
                              <a:effectLst/>
                              <a:latin typeface="Cambria Math" panose="02040503050406030204" pitchFamily="18" charset="0"/>
                            </a:rPr>
                            <m:t>+</m:t>
                          </m:r>
                          <m:r>
                            <a:rPr lang="zh-CN" altLang="en-US" b="1" i="1">
                              <a:solidFill>
                                <a:srgbClr val="000000"/>
                              </a:solidFill>
                              <a:effectLst/>
                              <a:latin typeface="Cambria Math" panose="02040503050406030204" pitchFamily="18" charset="0"/>
                            </a:rPr>
                            <m:t>𝟓</m:t>
                          </m:r>
                        </m:num>
                        <m:den>
                          <m:r>
                            <a:rPr lang="zh-CN" altLang="en-US" b="1" i="1">
                              <a:solidFill>
                                <a:srgbClr val="000000"/>
                              </a:solidFill>
                              <a:effectLst/>
                              <a:latin typeface="Cambria Math" panose="02040503050406030204" pitchFamily="18" charset="0"/>
                            </a:rPr>
                            <m:t>(</m:t>
                          </m:r>
                          <m:r>
                            <a:rPr lang="zh-CN" altLang="en-US" b="1" i="1">
                              <a:solidFill>
                                <a:srgbClr val="000000"/>
                              </a:solidFill>
                              <a:effectLst/>
                              <a:latin typeface="Cambria Math" panose="02040503050406030204" pitchFamily="18" charset="0"/>
                            </a:rPr>
                            <m:t>𝒔</m:t>
                          </m:r>
                          <m:r>
                            <a:rPr lang="zh-CN" altLang="en-US" b="1" i="1">
                              <a:solidFill>
                                <a:srgbClr val="000000"/>
                              </a:solidFill>
                              <a:effectLst/>
                              <a:latin typeface="Cambria Math" panose="02040503050406030204" pitchFamily="18" charset="0"/>
                            </a:rPr>
                            <m:t>+</m:t>
                          </m:r>
                          <m:r>
                            <a:rPr lang="zh-CN" altLang="en-US" b="1" i="1">
                              <a:solidFill>
                                <a:srgbClr val="000000"/>
                              </a:solidFill>
                              <a:effectLst/>
                              <a:latin typeface="Cambria Math" panose="02040503050406030204" pitchFamily="18" charset="0"/>
                            </a:rPr>
                            <m:t>𝟏</m:t>
                          </m:r>
                          <m:r>
                            <a:rPr lang="zh-CN" altLang="en-US" b="1" i="1">
                              <a:solidFill>
                                <a:srgbClr val="000000"/>
                              </a:solidFill>
                              <a:effectLst/>
                              <a:latin typeface="Cambria Math" panose="02040503050406030204" pitchFamily="18" charset="0"/>
                            </a:rPr>
                            <m:t>)(</m:t>
                          </m:r>
                          <m:r>
                            <a:rPr lang="zh-CN" altLang="en-US" b="1" i="1">
                              <a:solidFill>
                                <a:srgbClr val="000000"/>
                              </a:solidFill>
                              <a:effectLst/>
                              <a:latin typeface="Cambria Math" panose="02040503050406030204" pitchFamily="18" charset="0"/>
                            </a:rPr>
                            <m:t>𝒔</m:t>
                          </m:r>
                          <m:r>
                            <a:rPr lang="zh-CN" altLang="en-US" b="1" i="1">
                              <a:solidFill>
                                <a:srgbClr val="000000"/>
                              </a:solidFill>
                              <a:effectLst/>
                              <a:latin typeface="Cambria Math" panose="02040503050406030204" pitchFamily="18" charset="0"/>
                            </a:rPr>
                            <m:t>+</m:t>
                          </m:r>
                          <m:f>
                            <m:fPr>
                              <m:ctrlPr>
                                <a:rPr lang="zh-CN" altLang="en-US" b="1" i="1">
                                  <a:solidFill>
                                    <a:srgbClr val="000000"/>
                                  </a:solidFill>
                                  <a:effectLst/>
                                  <a:latin typeface="Cambria Math" panose="02040503050406030204" pitchFamily="18" charset="0"/>
                                </a:rPr>
                              </m:ctrlPr>
                            </m:fPr>
                            <m:num>
                              <m:r>
                                <a:rPr lang="zh-CN" altLang="en-US" b="1" i="1">
                                  <a:solidFill>
                                    <a:srgbClr val="000000"/>
                                  </a:solidFill>
                                  <a:effectLst/>
                                  <a:latin typeface="Cambria Math" panose="02040503050406030204" pitchFamily="18" charset="0"/>
                                </a:rPr>
                                <m:t>𝟑</m:t>
                              </m:r>
                            </m:num>
                            <m:den>
                              <m:r>
                                <a:rPr lang="zh-CN" altLang="en-US" b="1" i="1">
                                  <a:solidFill>
                                    <a:srgbClr val="000000"/>
                                  </a:solidFill>
                                  <a:effectLst/>
                                  <a:latin typeface="Cambria Math" panose="02040503050406030204" pitchFamily="18" charset="0"/>
                                </a:rPr>
                                <m:t>𝟐</m:t>
                              </m:r>
                            </m:den>
                          </m:f>
                          <m:r>
                            <a:rPr lang="zh-CN" altLang="en-US" b="1" i="1">
                              <a:solidFill>
                                <a:srgbClr val="000000"/>
                              </a:solidFill>
                              <a:effectLst/>
                              <a:latin typeface="Cambria Math" panose="02040503050406030204" pitchFamily="18" charset="0"/>
                            </a:rPr>
                            <m:t>)</m:t>
                          </m:r>
                        </m:den>
                      </m:f>
                    </m:oMath>
                  </m:oMathPara>
                </a14:m>
                <a:endParaRPr lang="zh-CN" altLang="en-US" b="1" i="1">
                  <a:solidFill>
                    <a:srgbClr val="000000"/>
                  </a:solidFill>
                  <a:effectLst/>
                  <a:latin typeface="Cambria Math" panose="02040503050406030204" pitchFamily="18" charset="0"/>
                </a:endParaRPr>
              </a:p>
              <a:p>
                <a:pPr>
                  <a:buNone/>
                </a:pPr>
                <a:br>
                  <a:rPr lang="zh-CN" altLang="en-US" b="1" i="1">
                    <a:solidFill>
                      <a:srgbClr val="000000"/>
                    </a:solidFill>
                    <a:effectLst/>
                    <a:latin typeface="Cambria Math" panose="02040503050406030204" pitchFamily="18" charset="0"/>
                  </a:rPr>
                </a:br>
                <a14:m>
                  <m:oMathPara xmlns:m="http://schemas.openxmlformats.org/officeDocument/2006/math">
                    <m:oMathParaPr>
                      <m:jc m:val="left"/>
                    </m:oMathParaPr>
                    <m:oMath xmlns:m="http://schemas.openxmlformats.org/officeDocument/2006/math">
                      <m:r>
                        <a:rPr lang="en-US" altLang="zh-CN" b="1" i="1" smtClean="0">
                          <a:solidFill>
                            <a:srgbClr val="000000"/>
                          </a:solidFill>
                          <a:effectLst/>
                          <a:latin typeface="Cambria Math" panose="02040503050406030204" pitchFamily="18" charset="0"/>
                        </a:rPr>
                        <m:t>              </m:t>
                      </m:r>
                      <m:r>
                        <a:rPr lang="zh-CN" altLang="en-US" b="1" i="1">
                          <a:solidFill>
                            <a:srgbClr val="000000"/>
                          </a:solidFill>
                          <a:effectLst/>
                          <a:latin typeface="Cambria Math" panose="02040503050406030204" pitchFamily="18" charset="0"/>
                        </a:rPr>
                        <m:t>=</m:t>
                      </m:r>
                      <m:f>
                        <m:fPr>
                          <m:ctrlPr>
                            <a:rPr lang="zh-CN" altLang="en-US" b="1" i="1">
                              <a:solidFill>
                                <a:srgbClr val="000000"/>
                              </a:solidFill>
                              <a:effectLst/>
                              <a:latin typeface="Cambria Math" panose="02040503050406030204" pitchFamily="18" charset="0"/>
                            </a:rPr>
                          </m:ctrlPr>
                        </m:fPr>
                        <m:num>
                          <m:r>
                            <a:rPr lang="zh-CN" altLang="en-US" b="1" i="1">
                              <a:solidFill>
                                <a:srgbClr val="000000"/>
                              </a:solidFill>
                              <a:effectLst/>
                              <a:latin typeface="Cambria Math" panose="02040503050406030204" pitchFamily="18" charset="0"/>
                            </a:rPr>
                            <m:t>𝟔</m:t>
                          </m:r>
                        </m:num>
                        <m:den>
                          <m:r>
                            <a:rPr lang="zh-CN" altLang="en-US" b="1" i="1">
                              <a:solidFill>
                                <a:srgbClr val="000000"/>
                              </a:solidFill>
                              <a:effectLst/>
                              <a:latin typeface="Cambria Math" panose="02040503050406030204" pitchFamily="18" charset="0"/>
                            </a:rPr>
                            <m:t>(</m:t>
                          </m:r>
                          <m:r>
                            <a:rPr lang="zh-CN" altLang="en-US" b="1" i="1">
                              <a:solidFill>
                                <a:srgbClr val="000000"/>
                              </a:solidFill>
                              <a:effectLst/>
                              <a:latin typeface="Cambria Math" panose="02040503050406030204" pitchFamily="18" charset="0"/>
                            </a:rPr>
                            <m:t>𝒔</m:t>
                          </m:r>
                          <m:r>
                            <a:rPr lang="zh-CN" altLang="en-US" b="1" i="1">
                              <a:solidFill>
                                <a:srgbClr val="000000"/>
                              </a:solidFill>
                              <a:effectLst/>
                              <a:latin typeface="Cambria Math" panose="02040503050406030204" pitchFamily="18" charset="0"/>
                            </a:rPr>
                            <m:t>+</m:t>
                          </m:r>
                          <m:r>
                            <a:rPr lang="zh-CN" altLang="en-US" b="1" i="1">
                              <a:solidFill>
                                <a:srgbClr val="000000"/>
                              </a:solidFill>
                              <a:effectLst/>
                              <a:latin typeface="Cambria Math" panose="02040503050406030204" pitchFamily="18" charset="0"/>
                            </a:rPr>
                            <m:t>𝟏</m:t>
                          </m:r>
                          <m:r>
                            <a:rPr lang="zh-CN" altLang="en-US" b="1" i="1">
                              <a:solidFill>
                                <a:srgbClr val="000000"/>
                              </a:solidFill>
                              <a:effectLst/>
                              <a:latin typeface="Cambria Math" panose="02040503050406030204" pitchFamily="18" charset="0"/>
                            </a:rPr>
                            <m:t>)</m:t>
                          </m:r>
                        </m:den>
                      </m:f>
                      <m:r>
                        <a:rPr lang="zh-CN" altLang="en-US" b="1" i="1">
                          <a:solidFill>
                            <a:srgbClr val="000000"/>
                          </a:solidFill>
                          <a:effectLst/>
                          <a:latin typeface="Cambria Math" panose="02040503050406030204" pitchFamily="18" charset="0"/>
                        </a:rPr>
                        <m:t>−</m:t>
                      </m:r>
                      <m:f>
                        <m:fPr>
                          <m:ctrlPr>
                            <a:rPr lang="zh-CN" altLang="en-US" b="1" i="1">
                              <a:solidFill>
                                <a:srgbClr val="000000"/>
                              </a:solidFill>
                              <a:effectLst/>
                              <a:latin typeface="Cambria Math" panose="02040503050406030204" pitchFamily="18" charset="0"/>
                            </a:rPr>
                          </m:ctrlPr>
                        </m:fPr>
                        <m:num>
                          <m:r>
                            <a:rPr lang="zh-CN" altLang="en-US" b="1" i="1">
                              <a:solidFill>
                                <a:srgbClr val="000000"/>
                              </a:solidFill>
                              <a:effectLst/>
                              <a:latin typeface="Cambria Math" panose="02040503050406030204" pitchFamily="18" charset="0"/>
                            </a:rPr>
                            <m:t>𝟒</m:t>
                          </m:r>
                        </m:num>
                        <m:den>
                          <m:r>
                            <a:rPr lang="zh-CN" altLang="en-US" b="1" i="1">
                              <a:solidFill>
                                <a:srgbClr val="000000"/>
                              </a:solidFill>
                              <a:effectLst/>
                              <a:latin typeface="Cambria Math" panose="02040503050406030204" pitchFamily="18" charset="0"/>
                            </a:rPr>
                            <m:t>(</m:t>
                          </m:r>
                          <m:r>
                            <a:rPr lang="zh-CN" altLang="en-US" b="1" i="1">
                              <a:solidFill>
                                <a:srgbClr val="000000"/>
                              </a:solidFill>
                              <a:effectLst/>
                              <a:latin typeface="Cambria Math" panose="02040503050406030204" pitchFamily="18" charset="0"/>
                            </a:rPr>
                            <m:t>𝒔</m:t>
                          </m:r>
                          <m:r>
                            <a:rPr lang="zh-CN" altLang="en-US" b="1" i="1">
                              <a:solidFill>
                                <a:srgbClr val="000000"/>
                              </a:solidFill>
                              <a:effectLst/>
                              <a:latin typeface="Cambria Math" panose="02040503050406030204" pitchFamily="18" charset="0"/>
                            </a:rPr>
                            <m:t>+</m:t>
                          </m:r>
                          <m:f>
                            <m:fPr>
                              <m:ctrlPr>
                                <a:rPr lang="zh-CN" altLang="en-US" b="1" i="1">
                                  <a:solidFill>
                                    <a:srgbClr val="000000"/>
                                  </a:solidFill>
                                  <a:effectLst/>
                                  <a:latin typeface="Cambria Math" panose="02040503050406030204" pitchFamily="18" charset="0"/>
                                </a:rPr>
                              </m:ctrlPr>
                            </m:fPr>
                            <m:num>
                              <m:r>
                                <a:rPr lang="zh-CN" altLang="en-US" b="1" i="1">
                                  <a:solidFill>
                                    <a:srgbClr val="000000"/>
                                  </a:solidFill>
                                  <a:effectLst/>
                                  <a:latin typeface="Cambria Math" panose="02040503050406030204" pitchFamily="18" charset="0"/>
                                </a:rPr>
                                <m:t>𝟑</m:t>
                              </m:r>
                            </m:num>
                            <m:den>
                              <m:r>
                                <a:rPr lang="zh-CN" altLang="en-US" b="1" i="1">
                                  <a:solidFill>
                                    <a:srgbClr val="000000"/>
                                  </a:solidFill>
                                  <a:effectLst/>
                                  <a:latin typeface="Cambria Math" panose="02040503050406030204" pitchFamily="18" charset="0"/>
                                </a:rPr>
                                <m:t>𝟐</m:t>
                              </m:r>
                            </m:den>
                          </m:f>
                          <m:r>
                            <a:rPr lang="zh-CN" altLang="en-US" b="1" i="1">
                              <a:solidFill>
                                <a:srgbClr val="000000"/>
                              </a:solidFill>
                              <a:effectLst/>
                              <a:latin typeface="Cambria Math" panose="02040503050406030204" pitchFamily="18" charset="0"/>
                            </a:rPr>
                            <m:t>)</m:t>
                          </m:r>
                        </m:den>
                      </m:f>
                      <m:r>
                        <a:rPr lang="zh-CN" altLang="en-US" b="1" i="1">
                          <a:solidFill>
                            <a:srgbClr val="000000"/>
                          </a:solidFill>
                          <a:effectLst/>
                          <a:latin typeface="Cambria Math" panose="02040503050406030204" pitchFamily="18" charset="0"/>
                        </a:rPr>
                        <m:t>,</m:t>
                      </m:r>
                      <m:r>
                        <a:rPr lang="zh-CN" altLang="en-US" b="1" i="1">
                          <a:solidFill>
                            <a:srgbClr val="000000"/>
                          </a:solidFill>
                          <a:effectLst/>
                          <a:latin typeface="Cambria Math" panose="02040503050406030204" pitchFamily="18" charset="0"/>
                        </a:rPr>
                        <m:t>直接得：</m:t>
                      </m:r>
                    </m:oMath>
                  </m:oMathPara>
                </a14:m>
                <a:endParaRPr lang="zh-CN" altLang="en-US" b="1" i="1">
                  <a:solidFill>
                    <a:srgbClr val="000000"/>
                  </a:solidFill>
                  <a:effectLst/>
                  <a:latin typeface="Cambria Math" panose="02040503050406030204" pitchFamily="18" charset="0"/>
                </a:endParaRPr>
              </a:p>
              <a:p>
                <a:pPr>
                  <a:buNone/>
                </a:pPr>
                <a:br>
                  <a:rPr lang="zh-CN" altLang="en-US" b="1" i="1">
                    <a:solidFill>
                      <a:srgbClr val="000000"/>
                    </a:solidFill>
                    <a:effectLst/>
                    <a:latin typeface="Cambria Math" panose="02040503050406030204" pitchFamily="18" charset="0"/>
                  </a:rPr>
                </a:br>
                <a14:m>
                  <m:oMathPara xmlns:m="http://schemas.openxmlformats.org/officeDocument/2006/math">
                    <m:oMathParaPr>
                      <m:jc m:val="left"/>
                    </m:oMathParaPr>
                    <m:oMath xmlns:m="http://schemas.openxmlformats.org/officeDocument/2006/math">
                      <m:r>
                        <a:rPr lang="zh-CN" altLang="en-US" b="1" i="1">
                          <a:solidFill>
                            <a:srgbClr val="000000"/>
                          </a:solidFill>
                          <a:effectLst/>
                          <a:latin typeface="Cambria Math" panose="02040503050406030204" pitchFamily="18" charset="0"/>
                        </a:rPr>
                        <m:t>𝒓</m:t>
                      </m:r>
                      <m:r>
                        <a:rPr lang="zh-CN" altLang="en-US" b="1" i="1">
                          <a:solidFill>
                            <a:srgbClr val="000000"/>
                          </a:solidFill>
                          <a:effectLst/>
                          <a:latin typeface="Cambria Math" panose="02040503050406030204" pitchFamily="18" charset="0"/>
                        </a:rPr>
                        <m:t>(</m:t>
                      </m:r>
                      <m:r>
                        <a:rPr lang="zh-CN" altLang="en-US" b="1" i="1">
                          <a:solidFill>
                            <a:srgbClr val="000000"/>
                          </a:solidFill>
                          <a:effectLst/>
                          <a:latin typeface="Cambria Math" panose="02040503050406030204" pitchFamily="18" charset="0"/>
                        </a:rPr>
                        <m:t>𝒕</m:t>
                      </m:r>
                      <m:r>
                        <a:rPr lang="zh-CN" altLang="en-US" b="1" i="1">
                          <a:solidFill>
                            <a:srgbClr val="000000"/>
                          </a:solidFill>
                          <a:effectLst/>
                          <a:latin typeface="Cambria Math" panose="02040503050406030204" pitchFamily="18" charset="0"/>
                        </a:rPr>
                        <m:t>)=(</m:t>
                      </m:r>
                      <m:r>
                        <a:rPr lang="zh-CN" altLang="en-US" b="1" i="1">
                          <a:solidFill>
                            <a:srgbClr val="000000"/>
                          </a:solidFill>
                          <a:effectLst/>
                          <a:latin typeface="Cambria Math" panose="02040503050406030204" pitchFamily="18" charset="0"/>
                        </a:rPr>
                        <m:t>𝟔</m:t>
                      </m:r>
                      <m:sSup>
                        <m:sSupPr>
                          <m:ctrlPr>
                            <a:rPr lang="zh-CN" altLang="en-US" b="1" i="1">
                              <a:solidFill>
                                <a:srgbClr val="000000"/>
                              </a:solidFill>
                              <a:effectLst/>
                              <a:latin typeface="Cambria Math" panose="02040503050406030204" pitchFamily="18" charset="0"/>
                            </a:rPr>
                          </m:ctrlPr>
                        </m:sSupPr>
                        <m:e>
                          <m:r>
                            <a:rPr lang="zh-CN" altLang="en-US" b="1" i="1">
                              <a:solidFill>
                                <a:srgbClr val="000000"/>
                              </a:solidFill>
                              <a:effectLst/>
                              <a:latin typeface="Cambria Math" panose="02040503050406030204" pitchFamily="18" charset="0"/>
                            </a:rPr>
                            <m:t>𝒆</m:t>
                          </m:r>
                        </m:e>
                        <m:sup>
                          <m:r>
                            <a:rPr lang="zh-CN" altLang="en-US" b="1" i="1">
                              <a:solidFill>
                                <a:srgbClr val="000000"/>
                              </a:solidFill>
                              <a:effectLst/>
                              <a:latin typeface="Cambria Math" panose="02040503050406030204" pitchFamily="18" charset="0"/>
                            </a:rPr>
                            <m:t>−</m:t>
                          </m:r>
                          <m:r>
                            <a:rPr lang="zh-CN" altLang="en-US" b="1" i="1">
                              <a:solidFill>
                                <a:srgbClr val="000000"/>
                              </a:solidFill>
                              <a:effectLst/>
                              <a:latin typeface="Cambria Math" panose="02040503050406030204" pitchFamily="18" charset="0"/>
                            </a:rPr>
                            <m:t>𝒕</m:t>
                          </m:r>
                        </m:sup>
                      </m:sSup>
                      <m:r>
                        <a:rPr lang="zh-CN" altLang="en-US" b="1" i="1">
                          <a:solidFill>
                            <a:srgbClr val="000000"/>
                          </a:solidFill>
                          <a:effectLst/>
                          <a:latin typeface="Cambria Math" panose="02040503050406030204" pitchFamily="18" charset="0"/>
                        </a:rPr>
                        <m:t>−</m:t>
                      </m:r>
                      <m:r>
                        <a:rPr lang="zh-CN" altLang="en-US" b="1" i="1">
                          <a:solidFill>
                            <a:srgbClr val="000000"/>
                          </a:solidFill>
                          <a:effectLst/>
                          <a:latin typeface="Cambria Math" panose="02040503050406030204" pitchFamily="18" charset="0"/>
                        </a:rPr>
                        <m:t>𝟒</m:t>
                      </m:r>
                      <m:sSup>
                        <m:sSupPr>
                          <m:ctrlPr>
                            <a:rPr lang="zh-CN" altLang="en-US" b="1" i="1">
                              <a:solidFill>
                                <a:srgbClr val="000000"/>
                              </a:solidFill>
                              <a:effectLst/>
                              <a:latin typeface="Cambria Math" panose="02040503050406030204" pitchFamily="18" charset="0"/>
                            </a:rPr>
                          </m:ctrlPr>
                        </m:sSupPr>
                        <m:e>
                          <m:r>
                            <a:rPr lang="zh-CN" altLang="en-US" b="1" i="1">
                              <a:solidFill>
                                <a:srgbClr val="000000"/>
                              </a:solidFill>
                              <a:effectLst/>
                              <a:latin typeface="Cambria Math" panose="02040503050406030204" pitchFamily="18" charset="0"/>
                            </a:rPr>
                            <m:t>𝒆</m:t>
                          </m:r>
                        </m:e>
                        <m:sup>
                          <m:r>
                            <a:rPr lang="zh-CN" altLang="en-US" b="1" i="1">
                              <a:solidFill>
                                <a:srgbClr val="000000"/>
                              </a:solidFill>
                              <a:effectLst/>
                              <a:latin typeface="Cambria Math" panose="02040503050406030204" pitchFamily="18" charset="0"/>
                            </a:rPr>
                            <m:t>−</m:t>
                          </m:r>
                          <m:f>
                            <m:fPr>
                              <m:ctrlPr>
                                <a:rPr lang="zh-CN" altLang="en-US" b="1" i="1">
                                  <a:solidFill>
                                    <a:srgbClr val="000000"/>
                                  </a:solidFill>
                                  <a:effectLst/>
                                  <a:latin typeface="Cambria Math" panose="02040503050406030204" pitchFamily="18" charset="0"/>
                                </a:rPr>
                              </m:ctrlPr>
                            </m:fPr>
                            <m:num>
                              <m:r>
                                <a:rPr lang="zh-CN" altLang="en-US" b="1" i="1">
                                  <a:solidFill>
                                    <a:srgbClr val="000000"/>
                                  </a:solidFill>
                                  <a:effectLst/>
                                  <a:latin typeface="Cambria Math" panose="02040503050406030204" pitchFamily="18" charset="0"/>
                                </a:rPr>
                                <m:t>𝟑</m:t>
                              </m:r>
                            </m:num>
                            <m:den>
                              <m:r>
                                <a:rPr lang="zh-CN" altLang="en-US" b="1" i="1">
                                  <a:solidFill>
                                    <a:srgbClr val="000000"/>
                                  </a:solidFill>
                                  <a:effectLst/>
                                  <a:latin typeface="Cambria Math" panose="02040503050406030204" pitchFamily="18" charset="0"/>
                                </a:rPr>
                                <m:t>𝟐</m:t>
                              </m:r>
                            </m:den>
                          </m:f>
                          <m:r>
                            <a:rPr lang="zh-CN" altLang="en-US" b="1" i="1">
                              <a:solidFill>
                                <a:srgbClr val="000000"/>
                              </a:solidFill>
                              <a:effectLst/>
                              <a:latin typeface="Cambria Math" panose="02040503050406030204" pitchFamily="18" charset="0"/>
                            </a:rPr>
                            <m:t>𝒕</m:t>
                          </m:r>
                        </m:sup>
                      </m:sSup>
                      <m:r>
                        <a:rPr lang="zh-CN" altLang="en-US" b="1" i="1">
                          <a:solidFill>
                            <a:srgbClr val="000000"/>
                          </a:solidFill>
                          <a:effectLst/>
                          <a:latin typeface="Cambria Math" panose="02040503050406030204" pitchFamily="18" charset="0"/>
                        </a:rPr>
                        <m:t>)</m:t>
                      </m:r>
                      <m:r>
                        <a:rPr lang="zh-CN" altLang="en-US" b="1" i="1">
                          <a:solidFill>
                            <a:srgbClr val="000000"/>
                          </a:solidFill>
                          <a:effectLst/>
                          <a:latin typeface="Cambria Math" panose="02040503050406030204" pitchFamily="18" charset="0"/>
                        </a:rPr>
                        <m:t>𝜺</m:t>
                      </m:r>
                      <m:r>
                        <a:rPr lang="zh-CN" altLang="en-US" b="1" i="1">
                          <a:solidFill>
                            <a:srgbClr val="000000"/>
                          </a:solidFill>
                          <a:effectLst/>
                          <a:latin typeface="Cambria Math" panose="02040503050406030204" pitchFamily="18" charset="0"/>
                        </a:rPr>
                        <m:t>(</m:t>
                      </m:r>
                      <m:r>
                        <a:rPr lang="zh-CN" altLang="en-US" b="1" i="1">
                          <a:solidFill>
                            <a:srgbClr val="000000"/>
                          </a:solidFill>
                          <a:effectLst/>
                          <a:latin typeface="Cambria Math" panose="02040503050406030204" pitchFamily="18" charset="0"/>
                        </a:rPr>
                        <m:t>𝒕</m:t>
                      </m:r>
                      <m:r>
                        <a:rPr lang="zh-CN" altLang="en-US" b="1" i="1">
                          <a:solidFill>
                            <a:srgbClr val="000000"/>
                          </a:solidFill>
                          <a:effectLst/>
                          <a:latin typeface="Cambria Math" panose="02040503050406030204" pitchFamily="18" charset="0"/>
                        </a:rPr>
                        <m:t>)</m:t>
                      </m:r>
                    </m:oMath>
                  </m:oMathPara>
                </a14:m>
                <a:endParaRPr lang="zh-CN" altLang="en-US" b="1" dirty="0">
                  <a:effectLst/>
                </a:endParaRPr>
              </a:p>
            </p:txBody>
          </p:sp>
        </mc:Choice>
        <mc:Fallback>
          <p:sp>
            <p:nvSpPr>
              <p:cNvPr id="65538" name="Object 2"/>
              <p:cNvSpPr txBox="1">
                <a:spLocks noRot="1" noChangeAspect="1" noMove="1" noResize="1" noEditPoints="1" noAdjustHandles="1" noChangeArrowheads="1" noChangeShapeType="1" noTextEdit="1"/>
              </p:cNvSpPr>
              <p:nvPr>
                <p:ph idx="1"/>
              </p:nvPr>
            </p:nvSpPr>
            <p:spPr bwMode="auto">
              <a:xfrm>
                <a:off x="971550" y="2637155"/>
                <a:ext cx="8048625" cy="3798570"/>
              </a:xfrm>
              <a:prstGeom prst="rect">
                <a:avLst/>
              </a:prstGeom>
              <a:blipFill rotWithShape="1">
                <a:blip r:embed="rId1"/>
                <a:stretch>
                  <a:fillRect l="-63" t="-134" r="-371" b="-786"/>
                </a:stretch>
              </a:blipFill>
              <a:ln w="9525">
                <a:solidFill>
                  <a:schemeClr val="bg1"/>
                </a:solidFill>
                <a:miter lim="800000"/>
              </a:ln>
              <a:effectLst>
                <a:outerShdw dist="35921" dir="2700000" algn="ctr" rotWithShape="0">
                  <a:schemeClr val="bg2">
                    <a:alpha val="74997"/>
                  </a:schemeClr>
                </a:outerShdw>
              </a:effectLst>
            </p:spPr>
            <p:txBody>
              <a:bodyPr/>
              <a:lstStyle/>
              <a:p>
                <a:r>
                  <a:rPr lang="zh-CN" altLang="en-US">
                    <a:noFill/>
                  </a:rPr>
                  <a:t> </a:t>
                </a:r>
              </a:p>
            </p:txBody>
          </p:sp>
        </mc:Fallback>
      </mc:AlternateContent>
      <p:graphicFrame>
        <p:nvGraphicFramePr>
          <p:cNvPr id="84996" name="Object 5"/>
          <p:cNvGraphicFramePr>
            <a:graphicFrameLocks noChangeAspect="1"/>
          </p:cNvGraphicFramePr>
          <p:nvPr/>
        </p:nvGraphicFramePr>
        <p:xfrm>
          <a:off x="755650" y="333375"/>
          <a:ext cx="6048375" cy="928688"/>
        </p:xfrm>
        <a:graphic>
          <a:graphicData uri="http://schemas.openxmlformats.org/presentationml/2006/ole">
            <mc:AlternateContent xmlns:mc="http://schemas.openxmlformats.org/markup-compatibility/2006">
              <mc:Choice xmlns:v="urn:schemas-microsoft-com:vml" Requires="v">
                <p:oleObj spid="_x0000_s2" name="公式" r:id="rId2" imgW="2730500" imgH="419100" progId="Equation.3">
                  <p:embed/>
                </p:oleObj>
              </mc:Choice>
              <mc:Fallback>
                <p:oleObj name="公式" r:id="rId2" imgW="2730500" imgH="419100" progId="Equation.3">
                  <p:embed/>
                  <p:pic>
                    <p:nvPicPr>
                      <p:cNvPr id="0" name="Object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5650" y="333375"/>
                        <a:ext cx="6048375" cy="9286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aphicFrame>
        <p:nvGraphicFramePr>
          <p:cNvPr id="84997" name="Object 4"/>
          <p:cNvGraphicFramePr>
            <a:graphicFrameLocks noChangeAspect="1"/>
          </p:cNvGraphicFramePr>
          <p:nvPr/>
        </p:nvGraphicFramePr>
        <p:xfrm>
          <a:off x="971233" y="1412875"/>
          <a:ext cx="3619500" cy="631825"/>
        </p:xfrm>
        <a:graphic>
          <a:graphicData uri="http://schemas.openxmlformats.org/presentationml/2006/ole">
            <mc:AlternateContent xmlns:mc="http://schemas.openxmlformats.org/markup-compatibility/2006">
              <mc:Choice xmlns:v="urn:schemas-microsoft-com:vml" Requires="v">
                <p:oleObj spid="_x0000_s3" name="公式" r:id="rId4" imgW="1308100" imgH="228600" progId="Equation.3">
                  <p:embed/>
                </p:oleObj>
              </mc:Choice>
              <mc:Fallback>
                <p:oleObj name="公式" r:id="rId4" imgW="1308100" imgH="228600" progId="Equation.3">
                  <p:embed/>
                  <p:pic>
                    <p:nvPicPr>
                      <p:cNvPr id="0"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71233" y="1412875"/>
                        <a:ext cx="3619500" cy="631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aphicFrame>
        <p:nvGraphicFramePr>
          <p:cNvPr id="84998" name="Object 5"/>
          <p:cNvGraphicFramePr>
            <a:graphicFrameLocks noChangeAspect="1"/>
          </p:cNvGraphicFramePr>
          <p:nvPr/>
        </p:nvGraphicFramePr>
        <p:xfrm>
          <a:off x="5363845" y="1268413"/>
          <a:ext cx="1800225" cy="901700"/>
        </p:xfrm>
        <a:graphic>
          <a:graphicData uri="http://schemas.openxmlformats.org/presentationml/2006/ole">
            <mc:AlternateContent xmlns:mc="http://schemas.openxmlformats.org/markup-compatibility/2006">
              <mc:Choice xmlns:v="urn:schemas-microsoft-com:vml" Requires="v">
                <p:oleObj spid="_x0000_s4" name="公式" r:id="rId6" imgW="786765" imgH="393700" progId="Equation.3">
                  <p:embed/>
                </p:oleObj>
              </mc:Choice>
              <mc:Fallback>
                <p:oleObj name="公式" r:id="rId6" imgW="786765" imgH="393700" progId="Equation.3">
                  <p:embed/>
                  <p:pic>
                    <p:nvPicPr>
                      <p:cNvPr id="0" name="Object 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363845" y="1268413"/>
                        <a:ext cx="1800225" cy="901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5" name="墨迹 3"/>
          <p:cNvSpPr/>
          <p:nvPr/>
        </p:nvSpPr>
        <p:spPr bwMode="auto">
          <a:xfrm>
            <a:off x="885600" y="920160"/>
            <a:ext cx="7679520" cy="5157000"/>
          </a:xfrm>
        </p:spPr>
      </p:sp>
    </p:spTree>
  </p:cSld>
  <p:clrMapOvr>
    <a:masterClrMapping/>
  </p:clrMapOvr>
  <mc:AlternateContent xmlns:mc="http://schemas.openxmlformats.org/markup-compatibility/2006">
    <mc:Choice xmlns:p14="http://schemas.microsoft.com/office/powerpoint/2010/main" Requires="p14">
      <p:transition spd="slow" p14:dur="2000" advTm="64951"/>
    </mc:Choice>
    <mc:Fallback>
      <p:transition spd="slow" advTm="64951"/>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5538">
                                            <p:bg/>
                                          </p:spTgt>
                                        </p:tgtEl>
                                        <p:attrNameLst>
                                          <p:attrName>style.visibility</p:attrName>
                                        </p:attrNameLst>
                                      </p:cBhvr>
                                      <p:to>
                                        <p:strVal val="visible"/>
                                      </p:to>
                                    </p:set>
                                    <p:anim calcmode="lin" valueType="num">
                                      <p:cBhvr additive="base">
                                        <p:cTn id="7" dur="500" fill="hold"/>
                                        <p:tgtEl>
                                          <p:spTgt spid="65538">
                                            <p:bg/>
                                          </p:spTgt>
                                        </p:tgtEl>
                                        <p:attrNameLst>
                                          <p:attrName>ppt_x</p:attrName>
                                        </p:attrNameLst>
                                      </p:cBhvr>
                                      <p:tavLst>
                                        <p:tav tm="0">
                                          <p:val>
                                            <p:strVal val="#ppt_x"/>
                                          </p:val>
                                        </p:tav>
                                        <p:tav tm="100000">
                                          <p:val>
                                            <p:strVal val="#ppt_x"/>
                                          </p:val>
                                        </p:tav>
                                      </p:tavLst>
                                    </p:anim>
                                    <p:anim calcmode="lin" valueType="num">
                                      <p:cBhvr additive="base">
                                        <p:cTn id="8" dur="500" fill="hold"/>
                                        <p:tgtEl>
                                          <p:spTgt spid="65538">
                                            <p:bg/>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65538">
                                            <p:txEl>
                                              <p:pRg st="0" end="0"/>
                                            </p:txEl>
                                          </p:spTgt>
                                        </p:tgtEl>
                                        <p:attrNameLst>
                                          <p:attrName>style.visibility</p:attrName>
                                        </p:attrNameLst>
                                      </p:cBhvr>
                                      <p:to>
                                        <p:strVal val="visible"/>
                                      </p:to>
                                    </p:set>
                                    <p:anim calcmode="lin" valueType="num">
                                      <p:cBhvr additive="base">
                                        <p:cTn id="13" dur="500" fill="hold"/>
                                        <p:tgtEl>
                                          <p:spTgt spid="65538">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65538">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65538">
                                            <p:txEl>
                                              <p:pRg st="1" end="1"/>
                                            </p:txEl>
                                          </p:spTgt>
                                        </p:tgtEl>
                                        <p:attrNameLst>
                                          <p:attrName>style.visibility</p:attrName>
                                        </p:attrNameLst>
                                      </p:cBhvr>
                                      <p:to>
                                        <p:strVal val="visible"/>
                                      </p:to>
                                    </p:set>
                                    <p:anim calcmode="lin" valueType="num">
                                      <p:cBhvr additive="base">
                                        <p:cTn id="19" dur="500" fill="hold"/>
                                        <p:tgtEl>
                                          <p:spTgt spid="65538">
                                            <p:txEl>
                                              <p:pRg st="1" end="1"/>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65538">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65538">
                                            <p:txEl>
                                              <p:pRg st="2" end="2"/>
                                            </p:txEl>
                                          </p:spTgt>
                                        </p:tgtEl>
                                        <p:attrNameLst>
                                          <p:attrName>style.visibility</p:attrName>
                                        </p:attrNameLst>
                                      </p:cBhvr>
                                      <p:to>
                                        <p:strVal val="visible"/>
                                      </p:to>
                                    </p:set>
                                    <p:anim calcmode="lin" valueType="num">
                                      <p:cBhvr additive="base">
                                        <p:cTn id="25" dur="500" fill="hold"/>
                                        <p:tgtEl>
                                          <p:spTgt spid="65538">
                                            <p:txEl>
                                              <p:pRg st="2" end="2"/>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65538">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65538">
                                            <p:txEl>
                                              <p:pRg st="3" end="3"/>
                                            </p:txEl>
                                          </p:spTgt>
                                        </p:tgtEl>
                                        <p:attrNameLst>
                                          <p:attrName>style.visibility</p:attrName>
                                        </p:attrNameLst>
                                      </p:cBhvr>
                                      <p:to>
                                        <p:strVal val="visible"/>
                                      </p:to>
                                    </p:set>
                                    <p:anim calcmode="lin" valueType="num">
                                      <p:cBhvr additive="base">
                                        <p:cTn id="31" dur="500" fill="hold"/>
                                        <p:tgtEl>
                                          <p:spTgt spid="65538">
                                            <p:txEl>
                                              <p:pRg st="3" end="3"/>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65538">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5538" grpId="0" animBg="1" build="p"/>
      <p:bldP spid="65538" grpId="1" animBg="1" build="p"/>
    </p:bld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4"/>
          <p:cNvSpPr>
            <a:spLocks noGrp="1" noChangeArrowheads="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a:spcBef>
                <a:spcPct val="0"/>
              </a:spcBef>
              <a:buFontTx/>
              <a:buNone/>
            </a:pPr>
            <a:fld id="{8CBA6C07-3C7E-4750-8110-9EBBA30DBC63}" type="datetime1">
              <a:rPr kumimoji="0" lang="zh-CN" altLang="en-US" sz="1200" smtClean="0">
                <a:solidFill>
                  <a:srgbClr val="000000"/>
                </a:solidFill>
                <a:ea typeface="宋体" panose="02010600030101010101" pitchFamily="2" charset="-122"/>
              </a:rPr>
            </a:fld>
            <a:endParaRPr kumimoji="0" lang="en-US" altLang="zh-CN" sz="1200">
              <a:solidFill>
                <a:srgbClr val="000000"/>
              </a:solidFill>
              <a:ea typeface="宋体" panose="02010600030101010101" pitchFamily="2" charset="-122"/>
            </a:endParaRPr>
          </a:p>
        </p:txBody>
      </p:sp>
      <p:graphicFrame>
        <p:nvGraphicFramePr>
          <p:cNvPr id="465927" name="Object 4"/>
          <p:cNvGraphicFramePr>
            <a:graphicFrameLocks noChangeAspect="1"/>
          </p:cNvGraphicFramePr>
          <p:nvPr/>
        </p:nvGraphicFramePr>
        <p:xfrm>
          <a:off x="6948488" y="1844675"/>
          <a:ext cx="439737" cy="958850"/>
        </p:xfrm>
        <a:graphic>
          <a:graphicData uri="http://schemas.openxmlformats.org/presentationml/2006/ole">
            <mc:AlternateContent xmlns:mc="http://schemas.openxmlformats.org/markup-compatibility/2006">
              <mc:Choice xmlns:v="urn:schemas-microsoft-com:vml" Requires="v">
                <p:oleObj spid="_x0000_s2" name="公式" r:id="rId1" imgW="116205" imgH="253365" progId="Equation.3">
                  <p:embed/>
                </p:oleObj>
              </mc:Choice>
              <mc:Fallback>
                <p:oleObj name="公式" r:id="rId1" imgW="116205" imgH="253365" progId="Equation.3">
                  <p:embed/>
                  <p:pic>
                    <p:nvPicPr>
                      <p:cNvPr id="0" name="Object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948488" y="1844675"/>
                        <a:ext cx="439737" cy="958850"/>
                      </a:xfrm>
                      <a:prstGeom prst="rect">
                        <a:avLst/>
                      </a:prstGeom>
                      <a:solidFill>
                        <a:schemeClr val="tx1"/>
                      </a:solidFill>
                      <a:ln>
                        <a:noFill/>
                      </a:ln>
                      <a:effectLst>
                        <a:outerShdw dist="35921" dir="2700000" algn="ctr" rotWithShape="0">
                          <a:schemeClr val="bg2">
                            <a:alpha val="74997"/>
                          </a:schemeClr>
                        </a:outerShdw>
                      </a:effectLst>
                      <a:extLs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graphicFrame>
        <p:nvGraphicFramePr>
          <p:cNvPr id="86020" name="Object 10"/>
          <p:cNvGraphicFramePr>
            <a:graphicFrameLocks noChangeAspect="1"/>
          </p:cNvGraphicFramePr>
          <p:nvPr/>
        </p:nvGraphicFramePr>
        <p:xfrm>
          <a:off x="5365501" y="-1794"/>
          <a:ext cx="3743003" cy="744146"/>
        </p:xfrm>
        <a:graphic>
          <a:graphicData uri="http://schemas.openxmlformats.org/presentationml/2006/ole">
            <mc:AlternateContent xmlns:mc="http://schemas.openxmlformats.org/markup-compatibility/2006">
              <mc:Choice xmlns:v="urn:schemas-microsoft-com:vml" Requires="v">
                <p:oleObj spid="_x0000_s3" name="公式" r:id="rId3" imgW="1981200" imgH="393700" progId="Equation.3">
                  <p:embed/>
                </p:oleObj>
              </mc:Choice>
              <mc:Fallback>
                <p:oleObj name="公式" r:id="rId3" imgW="1981200" imgH="393700" progId="Equation.3">
                  <p:embed/>
                  <p:pic>
                    <p:nvPicPr>
                      <p:cNvPr id="0" name="Object 1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65501" y="-1794"/>
                        <a:ext cx="3743003" cy="744146"/>
                      </a:xfrm>
                      <a:prstGeom prst="rect">
                        <a:avLst/>
                      </a:prstGeom>
                      <a:noFill/>
                      <a:ln>
                        <a:noFill/>
                      </a:ln>
                      <a:effectLst/>
                    </p:spPr>
                  </p:pic>
                </p:oleObj>
              </mc:Fallback>
            </mc:AlternateContent>
          </a:graphicData>
        </a:graphic>
      </p:graphicFrame>
      <p:graphicFrame>
        <p:nvGraphicFramePr>
          <p:cNvPr id="66564" name="Object 11"/>
          <p:cNvGraphicFramePr>
            <a:graphicFrameLocks noChangeAspect="1"/>
          </p:cNvGraphicFramePr>
          <p:nvPr/>
        </p:nvGraphicFramePr>
        <p:xfrm>
          <a:off x="1692275" y="1916113"/>
          <a:ext cx="2857500" cy="804862"/>
        </p:xfrm>
        <a:graphic>
          <a:graphicData uri="http://schemas.openxmlformats.org/presentationml/2006/ole">
            <mc:AlternateContent xmlns:mc="http://schemas.openxmlformats.org/markup-compatibility/2006">
              <mc:Choice xmlns:v="urn:schemas-microsoft-com:vml" Requires="v">
                <p:oleObj spid="_x0000_s4" name="公式" r:id="rId5" imgW="1396365" imgH="393700" progId="Equation.3">
                  <p:embed/>
                </p:oleObj>
              </mc:Choice>
              <mc:Fallback>
                <p:oleObj name="公式" r:id="rId5" imgW="1396365" imgH="393700" progId="Equation.3">
                  <p:embed/>
                  <p:pic>
                    <p:nvPicPr>
                      <p:cNvPr id="0" name="Object 1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692275" y="1916113"/>
                        <a:ext cx="2857500" cy="804862"/>
                      </a:xfrm>
                      <a:prstGeom prst="rect">
                        <a:avLst/>
                      </a:prstGeom>
                      <a:solidFill>
                        <a:schemeClr val="tx1"/>
                      </a:solidFill>
                      <a:ln>
                        <a:noFill/>
                      </a:ln>
                      <a:effectLst>
                        <a:outerShdw dist="35921" dir="2700000" algn="ctr" rotWithShape="0">
                          <a:schemeClr val="bg2">
                            <a:alpha val="74997"/>
                          </a:schemeClr>
                        </a:outerShdw>
                      </a:effectLst>
                      <a:extLs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graphicFrame>
        <p:nvGraphicFramePr>
          <p:cNvPr id="394252" name="Object 12"/>
          <p:cNvGraphicFramePr>
            <a:graphicFrameLocks noChangeAspect="1"/>
          </p:cNvGraphicFramePr>
          <p:nvPr/>
        </p:nvGraphicFramePr>
        <p:xfrm>
          <a:off x="1331913" y="2997200"/>
          <a:ext cx="3240087" cy="865188"/>
        </p:xfrm>
        <a:graphic>
          <a:graphicData uri="http://schemas.openxmlformats.org/presentationml/2006/ole">
            <mc:AlternateContent xmlns:mc="http://schemas.openxmlformats.org/markup-compatibility/2006">
              <mc:Choice xmlns:v="urn:schemas-microsoft-com:vml" Requires="v">
                <p:oleObj spid="_x0000_s5" name="公式" r:id="rId7" imgW="1473200" imgH="393700" progId="Equation.3">
                  <p:embed/>
                </p:oleObj>
              </mc:Choice>
              <mc:Fallback>
                <p:oleObj name="公式" r:id="rId7" imgW="1473200" imgH="393700" progId="Equation.3">
                  <p:embed/>
                  <p:pic>
                    <p:nvPicPr>
                      <p:cNvPr id="0" name="Object 1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331913" y="2997200"/>
                        <a:ext cx="3240087" cy="865188"/>
                      </a:xfrm>
                      <a:prstGeom prst="rect">
                        <a:avLst/>
                      </a:prstGeom>
                      <a:solidFill>
                        <a:schemeClr val="tx1"/>
                      </a:solidFill>
                      <a:ln>
                        <a:noFill/>
                      </a:ln>
                      <a:effectLst>
                        <a:outerShdw dist="35921" dir="2700000" algn="ctr" rotWithShape="0">
                          <a:schemeClr val="bg2">
                            <a:alpha val="74997"/>
                          </a:schemeClr>
                        </a:outerShdw>
                      </a:effectLst>
                      <a:extLs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graphicFrame>
        <p:nvGraphicFramePr>
          <p:cNvPr id="394253" name="Object 13"/>
          <p:cNvGraphicFramePr>
            <a:graphicFrameLocks noChangeAspect="1"/>
          </p:cNvGraphicFramePr>
          <p:nvPr/>
        </p:nvGraphicFramePr>
        <p:xfrm>
          <a:off x="971550" y="4149725"/>
          <a:ext cx="2879725" cy="904875"/>
        </p:xfrm>
        <a:graphic>
          <a:graphicData uri="http://schemas.openxmlformats.org/presentationml/2006/ole">
            <mc:AlternateContent xmlns:mc="http://schemas.openxmlformats.org/markup-compatibility/2006">
              <mc:Choice xmlns:v="urn:schemas-microsoft-com:vml" Requires="v">
                <p:oleObj spid="_x0000_s6" name="公式" r:id="rId9" imgW="1333500" imgH="419100" progId="Equation.3">
                  <p:embed/>
                </p:oleObj>
              </mc:Choice>
              <mc:Fallback>
                <p:oleObj name="公式" r:id="rId9" imgW="1333500" imgH="419100" progId="Equation.3">
                  <p:embed/>
                  <p:pic>
                    <p:nvPicPr>
                      <p:cNvPr id="0" name="Object 13"/>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971550" y="4149725"/>
                        <a:ext cx="2879725" cy="904875"/>
                      </a:xfrm>
                      <a:prstGeom prst="rect">
                        <a:avLst/>
                      </a:prstGeom>
                      <a:solidFill>
                        <a:schemeClr val="tx1"/>
                      </a:solidFill>
                      <a:ln>
                        <a:noFill/>
                      </a:ln>
                      <a:effectLst>
                        <a:outerShdw dist="35921" dir="2700000" algn="ctr" rotWithShape="0">
                          <a:schemeClr val="bg2">
                            <a:alpha val="74997"/>
                          </a:schemeClr>
                        </a:outerShdw>
                      </a:effectLst>
                      <a:extLs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graphicFrame>
        <p:nvGraphicFramePr>
          <p:cNvPr id="394254" name="Object 14"/>
          <p:cNvGraphicFramePr>
            <a:graphicFrameLocks noChangeAspect="1"/>
          </p:cNvGraphicFramePr>
          <p:nvPr/>
        </p:nvGraphicFramePr>
        <p:xfrm>
          <a:off x="3995738" y="4149725"/>
          <a:ext cx="2095500" cy="823913"/>
        </p:xfrm>
        <a:graphic>
          <a:graphicData uri="http://schemas.openxmlformats.org/presentationml/2006/ole">
            <mc:AlternateContent xmlns:mc="http://schemas.openxmlformats.org/markup-compatibility/2006">
              <mc:Choice xmlns:v="urn:schemas-microsoft-com:vml" Requires="v">
                <p:oleObj spid="_x0000_s7" name="公式" r:id="rId11" imgW="1066800" imgH="419100" progId="Equation.3">
                  <p:embed/>
                </p:oleObj>
              </mc:Choice>
              <mc:Fallback>
                <p:oleObj name="公式" r:id="rId11" imgW="1066800" imgH="419100" progId="Equation.3">
                  <p:embed/>
                  <p:pic>
                    <p:nvPicPr>
                      <p:cNvPr id="0" name="Object 14"/>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995738" y="4149725"/>
                        <a:ext cx="2095500" cy="823913"/>
                      </a:xfrm>
                      <a:prstGeom prst="rect">
                        <a:avLst/>
                      </a:prstGeom>
                      <a:solidFill>
                        <a:schemeClr val="tx1"/>
                      </a:solidFill>
                      <a:ln>
                        <a:noFill/>
                      </a:ln>
                      <a:effectLst>
                        <a:outerShdw dist="35921" dir="2700000" algn="ctr" rotWithShape="0">
                          <a:schemeClr val="bg2">
                            <a:alpha val="74997"/>
                          </a:schemeClr>
                        </a:outerShdw>
                      </a:effectLst>
                      <a:extLs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graphicFrame>
        <p:nvGraphicFramePr>
          <p:cNvPr id="394255" name="Object 15"/>
          <p:cNvGraphicFramePr>
            <a:graphicFrameLocks noChangeAspect="1"/>
          </p:cNvGraphicFramePr>
          <p:nvPr/>
        </p:nvGraphicFramePr>
        <p:xfrm>
          <a:off x="1822450" y="5748338"/>
          <a:ext cx="806450" cy="442912"/>
        </p:xfrm>
        <a:graphic>
          <a:graphicData uri="http://schemas.openxmlformats.org/presentationml/2006/ole">
            <mc:AlternateContent xmlns:mc="http://schemas.openxmlformats.org/markup-compatibility/2006">
              <mc:Choice xmlns:v="urn:schemas-microsoft-com:vml" Requires="v">
                <p:oleObj spid="_x0000_s8" name="公式" r:id="rId13" imgW="368300" imgH="203200" progId="Equation.3">
                  <p:embed/>
                </p:oleObj>
              </mc:Choice>
              <mc:Fallback>
                <p:oleObj name="公式" r:id="rId13" imgW="368300" imgH="203200" progId="Equation.3">
                  <p:embed/>
                  <p:pic>
                    <p:nvPicPr>
                      <p:cNvPr id="0" name="Object 15"/>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822450" y="5748338"/>
                        <a:ext cx="806450" cy="4429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mc:AlternateContent xmlns:mc="http://schemas.openxmlformats.org/markup-compatibility/2006">
        <mc:Choice xmlns:a14="http://schemas.microsoft.com/office/drawing/2010/main" Requires="a14">
          <p:sp>
            <p:nvSpPr>
              <p:cNvPr id="86026" name="Object 9"/>
              <p:cNvSpPr txBox="1"/>
              <p:nvPr/>
            </p:nvSpPr>
            <p:spPr bwMode="auto">
              <a:xfrm>
                <a:off x="532267" y="48161"/>
                <a:ext cx="8353300" cy="981075"/>
              </a:xfrm>
              <a:prstGeom prst="rect">
                <a:avLst/>
              </a:prstGeom>
              <a:noFill/>
              <a:ln>
                <a:noFill/>
              </a:ln>
              <a:effectLst/>
            </p:spPr>
            <p:txBody>
              <a:bodyPr>
                <a:noAutofit/>
              </a:bodyPr>
              <a:lstStyle/>
              <a:p>
                <a14:m>
                  <m:oMathPara xmlns:m="http://schemas.openxmlformats.org/officeDocument/2006/math">
                    <m:oMathParaPr>
                      <m:jc m:val="left"/>
                    </m:oMathParaPr>
                    <m:oMath xmlns:m="http://schemas.openxmlformats.org/officeDocument/2006/math">
                      <m:r>
                        <a:rPr lang="zh-CN" altLang="en-US" sz="2400" b="1" i="1" smtClean="0">
                          <a:solidFill>
                            <a:srgbClr val="000000"/>
                          </a:solidFill>
                          <a:latin typeface="Cambria Math" panose="02040503050406030204" pitchFamily="18" charset="0"/>
                        </a:rPr>
                        <m:t>已知某线性时不变系统数学模型</m:t>
                      </m:r>
                      <m:r>
                        <a:rPr lang="zh-CN" altLang="en-US" sz="2400" i="1">
                          <a:solidFill>
                            <a:srgbClr val="000000"/>
                          </a:solidFill>
                          <a:latin typeface="Cambria Math" panose="02040503050406030204" pitchFamily="18" charset="0"/>
                        </a:rPr>
                        <m:t>为</m:t>
                      </m:r>
                      <m:r>
                        <a:rPr lang="zh-CN" altLang="en-US" sz="2400" b="1" i="1" smtClean="0">
                          <a:solidFill>
                            <a:srgbClr val="000000"/>
                          </a:solidFill>
                          <a:latin typeface="Cambria Math" panose="02040503050406030204" pitchFamily="18" charset="0"/>
                        </a:rPr>
                        <m:t>，</m:t>
                      </m:r>
                    </m:oMath>
                  </m:oMathPara>
                </a14:m>
                <a:endParaRPr lang="en-US" altLang="zh-CN" sz="2800" b="1" i="1" dirty="0">
                  <a:solidFill>
                    <a:srgbClr val="000000"/>
                  </a:solidFill>
                  <a:latin typeface="Cambria Math" panose="02040503050406030204" pitchFamily="18" charset="0"/>
                </a:endParaRPr>
              </a:p>
              <a:p>
                <a:endParaRPr lang="en-US" altLang="zh-CN" sz="2400" i="1" dirty="0">
                  <a:solidFill>
                    <a:srgbClr val="000000"/>
                  </a:solidFill>
                  <a:latin typeface="Cambria Math" panose="02040503050406030204" pitchFamily="18" charset="0"/>
                </a:endParaRPr>
              </a:p>
              <a:p>
                <a14:m>
                  <m:oMathPara xmlns:m="http://schemas.openxmlformats.org/officeDocument/2006/math">
                    <m:oMathParaPr>
                      <m:jc m:val="left"/>
                    </m:oMathParaPr>
                    <m:oMath xmlns:m="http://schemas.openxmlformats.org/officeDocument/2006/math">
                      <m:sSub>
                        <m:sSubPr>
                          <m:ctrlPr>
                            <a:rPr lang="zh-CN" altLang="en-US" sz="2400" i="1">
                              <a:solidFill>
                                <a:srgbClr val="000000"/>
                              </a:solidFill>
                              <a:latin typeface="Cambria Math" panose="02040503050406030204" pitchFamily="18" charset="0"/>
                            </a:rPr>
                          </m:ctrlPr>
                        </m:sSubPr>
                        <m:e>
                          <m:r>
                            <a:rPr lang="zh-CN" altLang="en-US" sz="2400" b="1" i="1">
                              <a:solidFill>
                                <a:srgbClr val="000000"/>
                              </a:solidFill>
                              <a:latin typeface="Cambria Math" panose="02040503050406030204" pitchFamily="18" charset="0"/>
                            </a:rPr>
                            <m:t>𝒖</m:t>
                          </m:r>
                        </m:e>
                        <m:sub>
                          <m:r>
                            <a:rPr lang="zh-CN" altLang="en-US" sz="2400" b="1" i="1">
                              <a:solidFill>
                                <a:srgbClr val="000000"/>
                              </a:solidFill>
                              <a:latin typeface="Cambria Math" panose="02040503050406030204" pitchFamily="18" charset="0"/>
                            </a:rPr>
                            <m:t>𝒔</m:t>
                          </m:r>
                        </m:sub>
                      </m:sSub>
                      <m:r>
                        <a:rPr lang="zh-CN" altLang="en-US" sz="2400" b="1" i="1">
                          <a:solidFill>
                            <a:srgbClr val="000000"/>
                          </a:solidFill>
                          <a:latin typeface="Cambria Math" panose="02040503050406030204" pitchFamily="18" charset="0"/>
                        </a:rPr>
                        <m:t>(</m:t>
                      </m:r>
                      <m:r>
                        <a:rPr lang="zh-CN" altLang="en-US" sz="2400" b="1" i="1">
                          <a:solidFill>
                            <a:srgbClr val="000000"/>
                          </a:solidFill>
                          <a:latin typeface="Cambria Math" panose="02040503050406030204" pitchFamily="18" charset="0"/>
                        </a:rPr>
                        <m:t>𝒕</m:t>
                      </m:r>
                      <m:r>
                        <a:rPr lang="zh-CN" altLang="en-US" sz="2400" b="1" i="1">
                          <a:solidFill>
                            <a:srgbClr val="000000"/>
                          </a:solidFill>
                          <a:latin typeface="Cambria Math" panose="02040503050406030204" pitchFamily="18" charset="0"/>
                        </a:rPr>
                        <m:t>)=</m:t>
                      </m:r>
                      <m:r>
                        <a:rPr lang="zh-CN" altLang="en-US" sz="2400" b="1" i="1">
                          <a:solidFill>
                            <a:srgbClr val="000000"/>
                          </a:solidFill>
                          <a:latin typeface="Cambria Math" panose="02040503050406030204" pitchFamily="18" charset="0"/>
                        </a:rPr>
                        <m:t>𝒕</m:t>
                      </m:r>
                      <m:r>
                        <a:rPr lang="zh-CN" altLang="en-US" sz="2400" b="1" i="1">
                          <a:solidFill>
                            <a:srgbClr val="000000"/>
                          </a:solidFill>
                          <a:latin typeface="Cambria Math" panose="02040503050406030204" pitchFamily="18" charset="0"/>
                        </a:rPr>
                        <m:t>𝜺</m:t>
                      </m:r>
                      <m:r>
                        <a:rPr lang="zh-CN" altLang="en-US" sz="2400" b="1" i="1">
                          <a:solidFill>
                            <a:srgbClr val="000000"/>
                          </a:solidFill>
                          <a:latin typeface="Cambria Math" panose="02040503050406030204" pitchFamily="18" charset="0"/>
                        </a:rPr>
                        <m:t>(</m:t>
                      </m:r>
                      <m:r>
                        <a:rPr lang="zh-CN" altLang="en-US" sz="2400" b="1" i="1">
                          <a:solidFill>
                            <a:srgbClr val="000000"/>
                          </a:solidFill>
                          <a:latin typeface="Cambria Math" panose="02040503050406030204" pitchFamily="18" charset="0"/>
                        </a:rPr>
                        <m:t>𝒕</m:t>
                      </m:r>
                      <m:r>
                        <a:rPr lang="zh-CN" altLang="en-US" sz="2400" b="1" i="1">
                          <a:solidFill>
                            <a:srgbClr val="000000"/>
                          </a:solidFill>
                          <a:latin typeface="Cambria Math" panose="02040503050406030204" pitchFamily="18" charset="0"/>
                        </a:rPr>
                        <m:t>),</m:t>
                      </m:r>
                      <m:r>
                        <a:rPr lang="zh-CN" altLang="en-US" sz="2400" b="1" i="1">
                          <a:solidFill>
                            <a:srgbClr val="000000"/>
                          </a:solidFill>
                          <a:latin typeface="Cambria Math" panose="02040503050406030204" pitchFamily="18" charset="0"/>
                        </a:rPr>
                        <m:t>求零状态响应</m:t>
                      </m:r>
                      <m:r>
                        <a:rPr lang="zh-CN" altLang="en-US" sz="2400" b="1" i="1">
                          <a:solidFill>
                            <a:srgbClr val="000000"/>
                          </a:solidFill>
                          <a:latin typeface="Cambria Math" panose="02040503050406030204" pitchFamily="18" charset="0"/>
                        </a:rPr>
                        <m:t>𝒊</m:t>
                      </m:r>
                      <m:r>
                        <a:rPr lang="zh-CN" altLang="en-US" sz="2400" b="1" i="1">
                          <a:solidFill>
                            <a:srgbClr val="000000"/>
                          </a:solidFill>
                          <a:latin typeface="Cambria Math" panose="02040503050406030204" pitchFamily="18" charset="0"/>
                        </a:rPr>
                        <m:t>(</m:t>
                      </m:r>
                      <m:r>
                        <a:rPr lang="zh-CN" altLang="en-US" sz="2400" b="1" i="1">
                          <a:solidFill>
                            <a:srgbClr val="000000"/>
                          </a:solidFill>
                          <a:latin typeface="Cambria Math" panose="02040503050406030204" pitchFamily="18" charset="0"/>
                        </a:rPr>
                        <m:t>𝒕</m:t>
                      </m:r>
                      <m:r>
                        <a:rPr lang="zh-CN" altLang="en-US" sz="2400" b="1" i="1">
                          <a:solidFill>
                            <a:srgbClr val="000000"/>
                          </a:solidFill>
                          <a:latin typeface="Cambria Math" panose="02040503050406030204" pitchFamily="18" charset="0"/>
                        </a:rPr>
                        <m:t>)</m:t>
                      </m:r>
                    </m:oMath>
                  </m:oMathPara>
                </a14:m>
                <a:endParaRPr lang="zh-CN" altLang="en-US" sz="2400" dirty="0"/>
              </a:p>
            </p:txBody>
          </p:sp>
        </mc:Choice>
        <mc:Fallback>
          <p:sp>
            <p:nvSpPr>
              <p:cNvPr id="86026" name="Object 9"/>
              <p:cNvSpPr txBox="1">
                <a:spLocks noRot="1" noChangeAspect="1" noMove="1" noResize="1" noEditPoints="1" noAdjustHandles="1" noChangeArrowheads="1" noChangeShapeType="1" noTextEdit="1"/>
              </p:cNvSpPr>
              <p:nvPr/>
            </p:nvSpPr>
            <p:spPr bwMode="auto">
              <a:xfrm>
                <a:off x="532267" y="48161"/>
                <a:ext cx="8353300" cy="981075"/>
              </a:xfrm>
              <a:prstGeom prst="rect">
                <a:avLst/>
              </a:prstGeom>
              <a:blipFill rotWithShape="1">
                <a:blip r:embed="rId15"/>
                <a:stretch>
                  <a:fillRect l="-2" t="-55" b="-16839"/>
                </a:stretch>
              </a:blipFill>
              <a:ln>
                <a:noFill/>
              </a:ln>
              <a:effectLst/>
            </p:spPr>
            <p:txBody>
              <a:bodyPr/>
              <a:lstStyle/>
              <a:p>
                <a:r>
                  <a:rPr lang="zh-CN" altLang="en-US">
                    <a:noFill/>
                  </a:rPr>
                  <a:t> </a:t>
                </a:r>
              </a:p>
            </p:txBody>
          </p:sp>
        </mc:Fallback>
      </mc:AlternateContent>
      <p:graphicFrame>
        <p:nvGraphicFramePr>
          <p:cNvPr id="86027" name="Object 2"/>
          <p:cNvGraphicFramePr>
            <a:graphicFrameLocks noChangeAspect="1"/>
          </p:cNvGraphicFramePr>
          <p:nvPr/>
        </p:nvGraphicFramePr>
        <p:xfrm>
          <a:off x="611560" y="1440535"/>
          <a:ext cx="2665413" cy="452438"/>
        </p:xfrm>
        <a:graphic>
          <a:graphicData uri="http://schemas.openxmlformats.org/presentationml/2006/ole">
            <mc:AlternateContent xmlns:mc="http://schemas.openxmlformats.org/markup-compatibility/2006">
              <mc:Choice xmlns:v="urn:schemas-microsoft-com:vml" Requires="v">
                <p:oleObj spid="_x0000_s9" name="公式" r:id="rId16" imgW="1193800" imgH="203200" progId="Equation.3">
                  <p:embed/>
                </p:oleObj>
              </mc:Choice>
              <mc:Fallback>
                <p:oleObj name="公式" r:id="rId16" imgW="1193800" imgH="203200" progId="Equation.3">
                  <p:embed/>
                  <p:pic>
                    <p:nvPicPr>
                      <p:cNvPr id="0" name="Object 2"/>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611560" y="1440535"/>
                        <a:ext cx="2665413" cy="4524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10" name="Object 11"/>
          <p:cNvGraphicFramePr>
            <a:graphicFrameLocks noChangeAspect="1"/>
          </p:cNvGraphicFramePr>
          <p:nvPr/>
        </p:nvGraphicFramePr>
        <p:xfrm>
          <a:off x="5508625" y="2133600"/>
          <a:ext cx="1100138" cy="555625"/>
        </p:xfrm>
        <a:graphic>
          <a:graphicData uri="http://schemas.openxmlformats.org/presentationml/2006/ole">
            <mc:AlternateContent xmlns:mc="http://schemas.openxmlformats.org/markup-compatibility/2006">
              <mc:Choice xmlns:v="urn:schemas-microsoft-com:vml" Requires="v">
                <p:oleObj spid="_x0000_s11" name="公式" r:id="rId18" imgW="335915" imgH="133350" progId="Equation.3">
                  <p:embed/>
                </p:oleObj>
              </mc:Choice>
              <mc:Fallback>
                <p:oleObj name="公式" r:id="rId18" imgW="335915" imgH="133350" progId="Equation.3">
                  <p:embed/>
                  <p:pic>
                    <p:nvPicPr>
                      <p:cNvPr id="0" name="Object 11"/>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5508625" y="2133600"/>
                        <a:ext cx="1100138" cy="555625"/>
                      </a:xfrm>
                      <a:prstGeom prst="rect">
                        <a:avLst/>
                      </a:prstGeom>
                      <a:solidFill>
                        <a:schemeClr val="tx1"/>
                      </a:solidFill>
                      <a:ln>
                        <a:noFill/>
                      </a:ln>
                      <a:effectLst>
                        <a:outerShdw dist="35921" dir="2700000" algn="ctr" rotWithShape="0">
                          <a:schemeClr val="bg2">
                            <a:alpha val="74997"/>
                          </a:schemeClr>
                        </a:outerShdw>
                      </a:effectLst>
                      <a:extLs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graphicFrame>
        <p:nvGraphicFramePr>
          <p:cNvPr id="66575" name="Object 12"/>
          <p:cNvGraphicFramePr>
            <a:graphicFrameLocks noChangeAspect="1"/>
          </p:cNvGraphicFramePr>
          <p:nvPr/>
        </p:nvGraphicFramePr>
        <p:xfrm>
          <a:off x="6227763" y="4149725"/>
          <a:ext cx="2916237" cy="869950"/>
        </p:xfrm>
        <a:graphic>
          <a:graphicData uri="http://schemas.openxmlformats.org/presentationml/2006/ole">
            <mc:AlternateContent xmlns:mc="http://schemas.openxmlformats.org/markup-compatibility/2006">
              <mc:Choice xmlns:v="urn:schemas-microsoft-com:vml" Requires="v">
                <p:oleObj spid="_x0000_s12" name="公式" r:id="rId20" imgW="1320165" imgH="393700" progId="Equation.3">
                  <p:embed/>
                </p:oleObj>
              </mc:Choice>
              <mc:Fallback>
                <p:oleObj name="公式" r:id="rId20" imgW="1320165" imgH="393700" progId="Equation.3">
                  <p:embed/>
                  <p:pic>
                    <p:nvPicPr>
                      <p:cNvPr id="0" name="Object 12"/>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6227763" y="4149725"/>
                        <a:ext cx="2916237" cy="869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aphicFrame>
        <p:nvGraphicFramePr>
          <p:cNvPr id="13" name="Object 13"/>
          <p:cNvGraphicFramePr>
            <a:graphicFrameLocks noChangeAspect="1"/>
          </p:cNvGraphicFramePr>
          <p:nvPr/>
        </p:nvGraphicFramePr>
        <p:xfrm>
          <a:off x="2916238" y="5516563"/>
          <a:ext cx="3163887" cy="860425"/>
        </p:xfrm>
        <a:graphic>
          <a:graphicData uri="http://schemas.openxmlformats.org/presentationml/2006/ole">
            <mc:AlternateContent xmlns:mc="http://schemas.openxmlformats.org/markup-compatibility/2006">
              <mc:Choice xmlns:v="urn:schemas-microsoft-com:vml" Requires="v">
                <p:oleObj spid="_x0000_s14" name="公式" r:id="rId22" imgW="1447165" imgH="393700" progId="Equation.3">
                  <p:embed/>
                </p:oleObj>
              </mc:Choice>
              <mc:Fallback>
                <p:oleObj name="公式" r:id="rId22" imgW="1447165" imgH="393700" progId="Equation.3">
                  <p:embed/>
                  <p:pic>
                    <p:nvPicPr>
                      <p:cNvPr id="0" name="Object 13"/>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2916238" y="5516563"/>
                        <a:ext cx="3163887" cy="860425"/>
                      </a:xfrm>
                      <a:prstGeom prst="rect">
                        <a:avLst/>
                      </a:prstGeom>
                      <a:noFill/>
                      <a:ln w="38100">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sp>
        <p:nvSpPr>
          <p:cNvPr id="15" name="墨迹 5"/>
          <p:cNvSpPr/>
          <p:nvPr/>
        </p:nvSpPr>
        <p:spPr bwMode="auto">
          <a:xfrm>
            <a:off x="1584360" y="452520"/>
            <a:ext cx="7530480" cy="5841000"/>
          </a:xfrm>
        </p:spPr>
      </p:sp>
    </p:spTree>
    <p:custDataLst>
      <p:tags r:id="rId24"/>
    </p:custDataLst>
  </p:cSld>
  <p:clrMapOvr>
    <a:masterClrMapping/>
  </p:clrMapOvr>
  <mc:AlternateContent xmlns:mc="http://schemas.openxmlformats.org/markup-compatibility/2006">
    <mc:Choice xmlns:p14="http://schemas.microsoft.com/office/powerpoint/2010/main" Requires="p14">
      <p:transition spd="slow" p14:dur="2000" advTm="347130"/>
    </mc:Choice>
    <mc:Fallback>
      <p:transition spd="slow" advTm="34713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5" presetClass="entr" presetSubtype="0" fill="hold" nodeType="clickEffect">
                                  <p:stCondLst>
                                    <p:cond delay="0"/>
                                  </p:stCondLst>
                                  <p:childTnLst>
                                    <p:set>
                                      <p:cBhvr>
                                        <p:cTn id="6" dur="1" fill="hold">
                                          <p:stCondLst>
                                            <p:cond delay="0"/>
                                          </p:stCondLst>
                                        </p:cTn>
                                        <p:tgtEl>
                                          <p:spTgt spid="66564"/>
                                        </p:tgtEl>
                                        <p:attrNameLst>
                                          <p:attrName>style.visibility</p:attrName>
                                        </p:attrNameLst>
                                      </p:cBhvr>
                                      <p:to>
                                        <p:strVal val="visible"/>
                                      </p:to>
                                    </p:set>
                                    <p:anim calcmode="lin" valueType="num">
                                      <p:cBhvr>
                                        <p:cTn id="7" dur="1000" fill="hold"/>
                                        <p:tgtEl>
                                          <p:spTgt spid="66564"/>
                                        </p:tgtEl>
                                        <p:attrNameLst>
                                          <p:attrName>ppt_w</p:attrName>
                                        </p:attrNameLst>
                                      </p:cBhvr>
                                      <p:tavLst>
                                        <p:tav tm="0">
                                          <p:val>
                                            <p:strVal val="#ppt_w*0.70"/>
                                          </p:val>
                                        </p:tav>
                                        <p:tav tm="100000">
                                          <p:val>
                                            <p:strVal val="#ppt_w"/>
                                          </p:val>
                                        </p:tav>
                                      </p:tavLst>
                                    </p:anim>
                                    <p:anim calcmode="lin" valueType="num">
                                      <p:cBhvr>
                                        <p:cTn id="8" dur="1000" fill="hold"/>
                                        <p:tgtEl>
                                          <p:spTgt spid="66564"/>
                                        </p:tgtEl>
                                        <p:attrNameLst>
                                          <p:attrName>ppt_h</p:attrName>
                                        </p:attrNameLst>
                                      </p:cBhvr>
                                      <p:tavLst>
                                        <p:tav tm="0">
                                          <p:val>
                                            <p:strVal val="#ppt_h"/>
                                          </p:val>
                                        </p:tav>
                                        <p:tav tm="100000">
                                          <p:val>
                                            <p:strVal val="#ppt_h"/>
                                          </p:val>
                                        </p:tav>
                                      </p:tavLst>
                                    </p:anim>
                                    <p:animEffect transition="in" filter="fade">
                                      <p:cBhvr>
                                        <p:cTn id="9" dur="1000"/>
                                        <p:tgtEl>
                                          <p:spTgt spid="66564"/>
                                        </p:tgtEl>
                                      </p:cBhvr>
                                    </p:animEffect>
                                  </p:childTnLst>
                                </p:cTn>
                              </p:par>
                            </p:childTnLst>
                          </p:cTn>
                        </p:par>
                        <p:par>
                          <p:cTn id="10" fill="hold">
                            <p:stCondLst>
                              <p:cond delay="1000"/>
                            </p:stCondLst>
                            <p:childTnLst>
                              <p:par>
                                <p:cTn id="11" presetID="1" presetClass="entr" presetSubtype="0" fill="hold" nodeType="after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55" presetClass="entr" presetSubtype="0" fill="hold" nodeType="clickEffect">
                                  <p:stCondLst>
                                    <p:cond delay="0"/>
                                  </p:stCondLst>
                                  <p:childTnLst>
                                    <p:set>
                                      <p:cBhvr>
                                        <p:cTn id="16" dur="1" fill="hold">
                                          <p:stCondLst>
                                            <p:cond delay="0"/>
                                          </p:stCondLst>
                                        </p:cTn>
                                        <p:tgtEl>
                                          <p:spTgt spid="465927"/>
                                        </p:tgtEl>
                                        <p:attrNameLst>
                                          <p:attrName>style.visibility</p:attrName>
                                        </p:attrNameLst>
                                      </p:cBhvr>
                                      <p:to>
                                        <p:strVal val="visible"/>
                                      </p:to>
                                    </p:set>
                                    <p:anim calcmode="lin" valueType="num">
                                      <p:cBhvr>
                                        <p:cTn id="17" dur="1000" fill="hold"/>
                                        <p:tgtEl>
                                          <p:spTgt spid="465927"/>
                                        </p:tgtEl>
                                        <p:attrNameLst>
                                          <p:attrName>ppt_w</p:attrName>
                                        </p:attrNameLst>
                                      </p:cBhvr>
                                      <p:tavLst>
                                        <p:tav tm="0">
                                          <p:val>
                                            <p:strVal val="#ppt_w*0.70"/>
                                          </p:val>
                                        </p:tav>
                                        <p:tav tm="100000">
                                          <p:val>
                                            <p:strVal val="#ppt_w"/>
                                          </p:val>
                                        </p:tav>
                                      </p:tavLst>
                                    </p:anim>
                                    <p:anim calcmode="lin" valueType="num">
                                      <p:cBhvr>
                                        <p:cTn id="18" dur="1000" fill="hold"/>
                                        <p:tgtEl>
                                          <p:spTgt spid="465927"/>
                                        </p:tgtEl>
                                        <p:attrNameLst>
                                          <p:attrName>ppt_h</p:attrName>
                                        </p:attrNameLst>
                                      </p:cBhvr>
                                      <p:tavLst>
                                        <p:tav tm="0">
                                          <p:val>
                                            <p:strVal val="#ppt_h"/>
                                          </p:val>
                                        </p:tav>
                                        <p:tav tm="100000">
                                          <p:val>
                                            <p:strVal val="#ppt_h"/>
                                          </p:val>
                                        </p:tav>
                                      </p:tavLst>
                                    </p:anim>
                                    <p:animEffect transition="in" filter="fade">
                                      <p:cBhvr>
                                        <p:cTn id="19" dur="1000"/>
                                        <p:tgtEl>
                                          <p:spTgt spid="465927"/>
                                        </p:tgtEl>
                                      </p:cBhvr>
                                    </p:animEffect>
                                  </p:childTnLst>
                                </p:cTn>
                              </p:par>
                            </p:childTnLst>
                          </p:cTn>
                        </p:par>
                      </p:childTnLst>
                    </p:cTn>
                  </p:par>
                  <p:par>
                    <p:cTn id="20" fill="hold">
                      <p:stCondLst>
                        <p:cond delay="indefinite"/>
                      </p:stCondLst>
                      <p:childTnLst>
                        <p:par>
                          <p:cTn id="21" fill="hold">
                            <p:stCondLst>
                              <p:cond delay="0"/>
                            </p:stCondLst>
                            <p:childTnLst>
                              <p:par>
                                <p:cTn id="22" presetID="55" presetClass="entr" presetSubtype="0" fill="hold" nodeType="clickEffect">
                                  <p:stCondLst>
                                    <p:cond delay="0"/>
                                  </p:stCondLst>
                                  <p:childTnLst>
                                    <p:set>
                                      <p:cBhvr>
                                        <p:cTn id="23" dur="1" fill="hold">
                                          <p:stCondLst>
                                            <p:cond delay="0"/>
                                          </p:stCondLst>
                                        </p:cTn>
                                        <p:tgtEl>
                                          <p:spTgt spid="394252"/>
                                        </p:tgtEl>
                                        <p:attrNameLst>
                                          <p:attrName>style.visibility</p:attrName>
                                        </p:attrNameLst>
                                      </p:cBhvr>
                                      <p:to>
                                        <p:strVal val="visible"/>
                                      </p:to>
                                    </p:set>
                                    <p:anim calcmode="lin" valueType="num">
                                      <p:cBhvr>
                                        <p:cTn id="24" dur="1000" fill="hold"/>
                                        <p:tgtEl>
                                          <p:spTgt spid="394252"/>
                                        </p:tgtEl>
                                        <p:attrNameLst>
                                          <p:attrName>ppt_w</p:attrName>
                                        </p:attrNameLst>
                                      </p:cBhvr>
                                      <p:tavLst>
                                        <p:tav tm="0">
                                          <p:val>
                                            <p:strVal val="#ppt_w*0.70"/>
                                          </p:val>
                                        </p:tav>
                                        <p:tav tm="100000">
                                          <p:val>
                                            <p:strVal val="#ppt_w"/>
                                          </p:val>
                                        </p:tav>
                                      </p:tavLst>
                                    </p:anim>
                                    <p:anim calcmode="lin" valueType="num">
                                      <p:cBhvr>
                                        <p:cTn id="25" dur="1000" fill="hold"/>
                                        <p:tgtEl>
                                          <p:spTgt spid="394252"/>
                                        </p:tgtEl>
                                        <p:attrNameLst>
                                          <p:attrName>ppt_h</p:attrName>
                                        </p:attrNameLst>
                                      </p:cBhvr>
                                      <p:tavLst>
                                        <p:tav tm="0">
                                          <p:val>
                                            <p:strVal val="#ppt_h"/>
                                          </p:val>
                                        </p:tav>
                                        <p:tav tm="100000">
                                          <p:val>
                                            <p:strVal val="#ppt_h"/>
                                          </p:val>
                                        </p:tav>
                                      </p:tavLst>
                                    </p:anim>
                                    <p:animEffect transition="in" filter="fade">
                                      <p:cBhvr>
                                        <p:cTn id="26" dur="1000"/>
                                        <p:tgtEl>
                                          <p:spTgt spid="394252"/>
                                        </p:tgtEl>
                                      </p:cBhvr>
                                    </p:animEffect>
                                  </p:childTnLst>
                                </p:cTn>
                              </p:par>
                            </p:childTnLst>
                          </p:cTn>
                        </p:par>
                      </p:childTnLst>
                    </p:cTn>
                  </p:par>
                  <p:par>
                    <p:cTn id="27" fill="hold">
                      <p:stCondLst>
                        <p:cond delay="indefinite"/>
                      </p:stCondLst>
                      <p:childTnLst>
                        <p:par>
                          <p:cTn id="28" fill="hold">
                            <p:stCondLst>
                              <p:cond delay="0"/>
                            </p:stCondLst>
                            <p:childTnLst>
                              <p:par>
                                <p:cTn id="29" presetID="55" presetClass="entr" presetSubtype="0" fill="hold" nodeType="clickEffect">
                                  <p:stCondLst>
                                    <p:cond delay="0"/>
                                  </p:stCondLst>
                                  <p:childTnLst>
                                    <p:set>
                                      <p:cBhvr>
                                        <p:cTn id="30" dur="1" fill="hold">
                                          <p:stCondLst>
                                            <p:cond delay="0"/>
                                          </p:stCondLst>
                                        </p:cTn>
                                        <p:tgtEl>
                                          <p:spTgt spid="394253"/>
                                        </p:tgtEl>
                                        <p:attrNameLst>
                                          <p:attrName>style.visibility</p:attrName>
                                        </p:attrNameLst>
                                      </p:cBhvr>
                                      <p:to>
                                        <p:strVal val="visible"/>
                                      </p:to>
                                    </p:set>
                                    <p:anim calcmode="lin" valueType="num">
                                      <p:cBhvr>
                                        <p:cTn id="31" dur="1000" fill="hold"/>
                                        <p:tgtEl>
                                          <p:spTgt spid="394253"/>
                                        </p:tgtEl>
                                        <p:attrNameLst>
                                          <p:attrName>ppt_w</p:attrName>
                                        </p:attrNameLst>
                                      </p:cBhvr>
                                      <p:tavLst>
                                        <p:tav tm="0">
                                          <p:val>
                                            <p:strVal val="#ppt_w*0.70"/>
                                          </p:val>
                                        </p:tav>
                                        <p:tav tm="100000">
                                          <p:val>
                                            <p:strVal val="#ppt_w"/>
                                          </p:val>
                                        </p:tav>
                                      </p:tavLst>
                                    </p:anim>
                                    <p:anim calcmode="lin" valueType="num">
                                      <p:cBhvr>
                                        <p:cTn id="32" dur="1000" fill="hold"/>
                                        <p:tgtEl>
                                          <p:spTgt spid="394253"/>
                                        </p:tgtEl>
                                        <p:attrNameLst>
                                          <p:attrName>ppt_h</p:attrName>
                                        </p:attrNameLst>
                                      </p:cBhvr>
                                      <p:tavLst>
                                        <p:tav tm="0">
                                          <p:val>
                                            <p:strVal val="#ppt_h"/>
                                          </p:val>
                                        </p:tav>
                                        <p:tav tm="100000">
                                          <p:val>
                                            <p:strVal val="#ppt_h"/>
                                          </p:val>
                                        </p:tav>
                                      </p:tavLst>
                                    </p:anim>
                                    <p:animEffect transition="in" filter="fade">
                                      <p:cBhvr>
                                        <p:cTn id="33" dur="1000"/>
                                        <p:tgtEl>
                                          <p:spTgt spid="394253"/>
                                        </p:tgtEl>
                                      </p:cBhvr>
                                    </p:animEffect>
                                  </p:childTnLst>
                                </p:cTn>
                              </p:par>
                            </p:childTnLst>
                          </p:cTn>
                        </p:par>
                      </p:childTnLst>
                    </p:cTn>
                  </p:par>
                  <p:par>
                    <p:cTn id="34" fill="hold">
                      <p:stCondLst>
                        <p:cond delay="indefinite"/>
                      </p:stCondLst>
                      <p:childTnLst>
                        <p:par>
                          <p:cTn id="35" fill="hold">
                            <p:stCondLst>
                              <p:cond delay="0"/>
                            </p:stCondLst>
                            <p:childTnLst>
                              <p:par>
                                <p:cTn id="36" presetID="55" presetClass="entr" presetSubtype="0" fill="hold" nodeType="clickEffect">
                                  <p:stCondLst>
                                    <p:cond delay="0"/>
                                  </p:stCondLst>
                                  <p:childTnLst>
                                    <p:set>
                                      <p:cBhvr>
                                        <p:cTn id="37" dur="1" fill="hold">
                                          <p:stCondLst>
                                            <p:cond delay="0"/>
                                          </p:stCondLst>
                                        </p:cTn>
                                        <p:tgtEl>
                                          <p:spTgt spid="394254"/>
                                        </p:tgtEl>
                                        <p:attrNameLst>
                                          <p:attrName>style.visibility</p:attrName>
                                        </p:attrNameLst>
                                      </p:cBhvr>
                                      <p:to>
                                        <p:strVal val="visible"/>
                                      </p:to>
                                    </p:set>
                                    <p:anim calcmode="lin" valueType="num">
                                      <p:cBhvr>
                                        <p:cTn id="38" dur="1000" fill="hold"/>
                                        <p:tgtEl>
                                          <p:spTgt spid="394254"/>
                                        </p:tgtEl>
                                        <p:attrNameLst>
                                          <p:attrName>ppt_w</p:attrName>
                                        </p:attrNameLst>
                                      </p:cBhvr>
                                      <p:tavLst>
                                        <p:tav tm="0">
                                          <p:val>
                                            <p:strVal val="#ppt_w*0.70"/>
                                          </p:val>
                                        </p:tav>
                                        <p:tav tm="100000">
                                          <p:val>
                                            <p:strVal val="#ppt_w"/>
                                          </p:val>
                                        </p:tav>
                                      </p:tavLst>
                                    </p:anim>
                                    <p:anim calcmode="lin" valueType="num">
                                      <p:cBhvr>
                                        <p:cTn id="39" dur="1000" fill="hold"/>
                                        <p:tgtEl>
                                          <p:spTgt spid="394254"/>
                                        </p:tgtEl>
                                        <p:attrNameLst>
                                          <p:attrName>ppt_h</p:attrName>
                                        </p:attrNameLst>
                                      </p:cBhvr>
                                      <p:tavLst>
                                        <p:tav tm="0">
                                          <p:val>
                                            <p:strVal val="#ppt_h"/>
                                          </p:val>
                                        </p:tav>
                                        <p:tav tm="100000">
                                          <p:val>
                                            <p:strVal val="#ppt_h"/>
                                          </p:val>
                                        </p:tav>
                                      </p:tavLst>
                                    </p:anim>
                                    <p:animEffect transition="in" filter="fade">
                                      <p:cBhvr>
                                        <p:cTn id="40" dur="1000"/>
                                        <p:tgtEl>
                                          <p:spTgt spid="394254"/>
                                        </p:tgtEl>
                                      </p:cBhvr>
                                    </p:animEffect>
                                  </p:childTnLst>
                                </p:cTn>
                              </p:par>
                            </p:childTnLst>
                          </p:cTn>
                        </p:par>
                      </p:childTnLst>
                    </p:cTn>
                  </p:par>
                  <p:par>
                    <p:cTn id="41" fill="hold">
                      <p:stCondLst>
                        <p:cond delay="indefinite"/>
                      </p:stCondLst>
                      <p:childTnLst>
                        <p:par>
                          <p:cTn id="42" fill="hold">
                            <p:stCondLst>
                              <p:cond delay="0"/>
                            </p:stCondLst>
                            <p:childTnLst>
                              <p:par>
                                <p:cTn id="43" presetID="55" presetClass="entr" presetSubtype="0" fill="hold" nodeType="clickEffect">
                                  <p:stCondLst>
                                    <p:cond delay="0"/>
                                  </p:stCondLst>
                                  <p:childTnLst>
                                    <p:set>
                                      <p:cBhvr>
                                        <p:cTn id="44" dur="1" fill="hold">
                                          <p:stCondLst>
                                            <p:cond delay="0"/>
                                          </p:stCondLst>
                                        </p:cTn>
                                        <p:tgtEl>
                                          <p:spTgt spid="66575"/>
                                        </p:tgtEl>
                                        <p:attrNameLst>
                                          <p:attrName>style.visibility</p:attrName>
                                        </p:attrNameLst>
                                      </p:cBhvr>
                                      <p:to>
                                        <p:strVal val="visible"/>
                                      </p:to>
                                    </p:set>
                                    <p:anim calcmode="lin" valueType="num">
                                      <p:cBhvr>
                                        <p:cTn id="45" dur="1000" fill="hold"/>
                                        <p:tgtEl>
                                          <p:spTgt spid="66575"/>
                                        </p:tgtEl>
                                        <p:attrNameLst>
                                          <p:attrName>ppt_w</p:attrName>
                                        </p:attrNameLst>
                                      </p:cBhvr>
                                      <p:tavLst>
                                        <p:tav tm="0">
                                          <p:val>
                                            <p:strVal val="#ppt_w*0.70"/>
                                          </p:val>
                                        </p:tav>
                                        <p:tav tm="100000">
                                          <p:val>
                                            <p:strVal val="#ppt_w"/>
                                          </p:val>
                                        </p:tav>
                                      </p:tavLst>
                                    </p:anim>
                                    <p:anim calcmode="lin" valueType="num">
                                      <p:cBhvr>
                                        <p:cTn id="46" dur="1000" fill="hold"/>
                                        <p:tgtEl>
                                          <p:spTgt spid="66575"/>
                                        </p:tgtEl>
                                        <p:attrNameLst>
                                          <p:attrName>ppt_h</p:attrName>
                                        </p:attrNameLst>
                                      </p:cBhvr>
                                      <p:tavLst>
                                        <p:tav tm="0">
                                          <p:val>
                                            <p:strVal val="#ppt_h"/>
                                          </p:val>
                                        </p:tav>
                                        <p:tav tm="100000">
                                          <p:val>
                                            <p:strVal val="#ppt_h"/>
                                          </p:val>
                                        </p:tav>
                                      </p:tavLst>
                                    </p:anim>
                                    <p:animEffect transition="in" filter="fade">
                                      <p:cBhvr>
                                        <p:cTn id="47" dur="1000"/>
                                        <p:tgtEl>
                                          <p:spTgt spid="66575"/>
                                        </p:tgtEl>
                                      </p:cBhvr>
                                    </p:animEffect>
                                  </p:childTnLst>
                                </p:cTn>
                              </p:par>
                            </p:childTnLst>
                          </p:cTn>
                        </p:par>
                      </p:childTnLst>
                    </p:cTn>
                  </p:par>
                  <p:par>
                    <p:cTn id="48" fill="hold">
                      <p:stCondLst>
                        <p:cond delay="indefinite"/>
                      </p:stCondLst>
                      <p:childTnLst>
                        <p:par>
                          <p:cTn id="49" fill="hold">
                            <p:stCondLst>
                              <p:cond delay="0"/>
                            </p:stCondLst>
                            <p:childTnLst>
                              <p:par>
                                <p:cTn id="50" presetID="55" presetClass="entr" presetSubtype="0" fill="hold" nodeType="clickEffect">
                                  <p:stCondLst>
                                    <p:cond delay="0"/>
                                  </p:stCondLst>
                                  <p:childTnLst>
                                    <p:set>
                                      <p:cBhvr>
                                        <p:cTn id="51" dur="1" fill="hold">
                                          <p:stCondLst>
                                            <p:cond delay="0"/>
                                          </p:stCondLst>
                                        </p:cTn>
                                        <p:tgtEl>
                                          <p:spTgt spid="394255"/>
                                        </p:tgtEl>
                                        <p:attrNameLst>
                                          <p:attrName>style.visibility</p:attrName>
                                        </p:attrNameLst>
                                      </p:cBhvr>
                                      <p:to>
                                        <p:strVal val="visible"/>
                                      </p:to>
                                    </p:set>
                                    <p:anim calcmode="lin" valueType="num">
                                      <p:cBhvr>
                                        <p:cTn id="52" dur="1000" fill="hold"/>
                                        <p:tgtEl>
                                          <p:spTgt spid="394255"/>
                                        </p:tgtEl>
                                        <p:attrNameLst>
                                          <p:attrName>ppt_w</p:attrName>
                                        </p:attrNameLst>
                                      </p:cBhvr>
                                      <p:tavLst>
                                        <p:tav tm="0">
                                          <p:val>
                                            <p:strVal val="#ppt_w*0.70"/>
                                          </p:val>
                                        </p:tav>
                                        <p:tav tm="100000">
                                          <p:val>
                                            <p:strVal val="#ppt_w"/>
                                          </p:val>
                                        </p:tav>
                                      </p:tavLst>
                                    </p:anim>
                                    <p:anim calcmode="lin" valueType="num">
                                      <p:cBhvr>
                                        <p:cTn id="53" dur="1000" fill="hold"/>
                                        <p:tgtEl>
                                          <p:spTgt spid="394255"/>
                                        </p:tgtEl>
                                        <p:attrNameLst>
                                          <p:attrName>ppt_h</p:attrName>
                                        </p:attrNameLst>
                                      </p:cBhvr>
                                      <p:tavLst>
                                        <p:tav tm="0">
                                          <p:val>
                                            <p:strVal val="#ppt_h"/>
                                          </p:val>
                                        </p:tav>
                                        <p:tav tm="100000">
                                          <p:val>
                                            <p:strVal val="#ppt_h"/>
                                          </p:val>
                                        </p:tav>
                                      </p:tavLst>
                                    </p:anim>
                                    <p:animEffect transition="in" filter="fade">
                                      <p:cBhvr>
                                        <p:cTn id="54" dur="1000"/>
                                        <p:tgtEl>
                                          <p:spTgt spid="394255"/>
                                        </p:tgtEl>
                                      </p:cBhvr>
                                    </p:animEffec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4"/>
          <p:cNvSpPr>
            <a:spLocks noGrp="1" noChangeArrowheads="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a:spcBef>
                <a:spcPct val="0"/>
              </a:spcBef>
              <a:buFontTx/>
              <a:buNone/>
            </a:pPr>
            <a:fld id="{1DFD6B08-C278-450E-AA35-E49A370D974F}" type="datetime1">
              <a:rPr kumimoji="0" lang="zh-CN" altLang="en-US" sz="1200" smtClean="0">
                <a:solidFill>
                  <a:srgbClr val="000000"/>
                </a:solidFill>
                <a:ea typeface="宋体" panose="02010600030101010101" pitchFamily="2" charset="-122"/>
              </a:rPr>
            </a:fld>
            <a:endParaRPr kumimoji="0" lang="en-US" altLang="zh-CN" sz="1200">
              <a:solidFill>
                <a:srgbClr val="000000"/>
              </a:solidFill>
              <a:ea typeface="宋体" panose="02010600030101010101" pitchFamily="2" charset="-122"/>
            </a:endParaRPr>
          </a:p>
        </p:txBody>
      </p:sp>
      <p:sp>
        <p:nvSpPr>
          <p:cNvPr id="87043" name="Rectangle 2"/>
          <p:cNvSpPr>
            <a:spLocks noGrp="1" noChangeArrowheads="1"/>
          </p:cNvSpPr>
          <p:nvPr>
            <p:ph type="title" idx="4294967295"/>
          </p:nvPr>
        </p:nvSpPr>
        <p:spPr>
          <a:xfrm>
            <a:off x="538163" y="260350"/>
            <a:ext cx="8605837" cy="11525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l" eaLnBrk="1" hangingPunct="1">
              <a:lnSpc>
                <a:spcPct val="130000"/>
              </a:lnSpc>
            </a:pPr>
            <a:r>
              <a:rPr kumimoji="0" lang="zh-CN" altLang="en-US" sz="2400" dirty="0">
                <a:solidFill>
                  <a:srgbClr val="000000"/>
                </a:solidFill>
                <a:effectLst/>
              </a:rPr>
              <a:t>例</a:t>
            </a:r>
            <a:r>
              <a:rPr kumimoji="0" lang="en-US" altLang="zh-CN" sz="2400" dirty="0">
                <a:solidFill>
                  <a:srgbClr val="000000"/>
                </a:solidFill>
                <a:effectLst/>
              </a:rPr>
              <a:t>3</a:t>
            </a:r>
            <a:r>
              <a:rPr kumimoji="0" lang="zh-CN" altLang="en-US" sz="2400" dirty="0">
                <a:solidFill>
                  <a:srgbClr val="000000"/>
                </a:solidFill>
                <a:effectLst/>
              </a:rPr>
              <a:t>： 线性时不变系统的模型如下，且已知：</a:t>
            </a:r>
            <a:r>
              <a:rPr kumimoji="0" lang="en-US" altLang="zh-CN" sz="2400" dirty="0">
                <a:solidFill>
                  <a:srgbClr val="000000"/>
                </a:solidFill>
                <a:effectLst/>
              </a:rPr>
              <a:t>f(t)=</a:t>
            </a:r>
            <a:r>
              <a:rPr kumimoji="0" lang="el-GR" altLang="zh-CN" sz="2400" dirty="0">
                <a:solidFill>
                  <a:srgbClr val="000000"/>
                </a:solidFill>
                <a:effectLst/>
                <a:latin typeface="Arial Unicode MS" panose="020B0604020202020204" charset="-122"/>
                <a:ea typeface="Arial Unicode MS" panose="020B0604020202020204" charset="-122"/>
                <a:cs typeface="Arial Unicode MS" panose="020B0604020202020204" charset="-122"/>
              </a:rPr>
              <a:t>ε</a:t>
            </a:r>
            <a:r>
              <a:rPr kumimoji="0" lang="en-US" altLang="zh-CN" sz="2400" dirty="0">
                <a:solidFill>
                  <a:srgbClr val="000000"/>
                </a:solidFill>
                <a:effectLst/>
              </a:rPr>
              <a:t>(t)</a:t>
            </a:r>
            <a:r>
              <a:rPr kumimoji="0" lang="zh-CN" altLang="en-US" sz="2400" dirty="0">
                <a:solidFill>
                  <a:srgbClr val="000000"/>
                </a:solidFill>
                <a:effectLst/>
              </a:rPr>
              <a:t>，</a:t>
            </a:r>
            <a:br>
              <a:rPr kumimoji="0" lang="zh-CN" altLang="en-US" sz="2400" dirty="0">
                <a:solidFill>
                  <a:srgbClr val="000000"/>
                </a:solidFill>
                <a:effectLst/>
              </a:rPr>
            </a:br>
            <a:r>
              <a:rPr kumimoji="0" lang="en-US" altLang="zh-CN" sz="2400" dirty="0">
                <a:solidFill>
                  <a:srgbClr val="000000"/>
                </a:solidFill>
                <a:effectLst/>
              </a:rPr>
              <a:t>y(o</a:t>
            </a:r>
            <a:r>
              <a:rPr kumimoji="0" lang="en-US" altLang="zh-CN" sz="2400" baseline="30000" dirty="0">
                <a:solidFill>
                  <a:srgbClr val="000000"/>
                </a:solidFill>
                <a:effectLst/>
              </a:rPr>
              <a:t>-</a:t>
            </a:r>
            <a:r>
              <a:rPr kumimoji="0" lang="en-US" altLang="zh-CN" sz="2400" dirty="0">
                <a:solidFill>
                  <a:srgbClr val="000000"/>
                </a:solidFill>
                <a:effectLst/>
              </a:rPr>
              <a:t>)=2</a:t>
            </a:r>
            <a:r>
              <a:rPr kumimoji="0" lang="zh-CN" altLang="en-US" sz="2400" dirty="0">
                <a:solidFill>
                  <a:srgbClr val="000000"/>
                </a:solidFill>
                <a:effectLst/>
              </a:rPr>
              <a:t>， </a:t>
            </a:r>
            <a:r>
              <a:rPr kumimoji="0" lang="en-US" altLang="zh-CN" sz="2400" dirty="0">
                <a:solidFill>
                  <a:srgbClr val="000000"/>
                </a:solidFill>
                <a:effectLst/>
              </a:rPr>
              <a:t>y’(o</a:t>
            </a:r>
            <a:r>
              <a:rPr kumimoji="0" lang="en-US" altLang="zh-CN" sz="2400" baseline="30000" dirty="0">
                <a:solidFill>
                  <a:srgbClr val="000000"/>
                </a:solidFill>
                <a:effectLst/>
              </a:rPr>
              <a:t>-</a:t>
            </a:r>
            <a:r>
              <a:rPr kumimoji="0" lang="en-US" altLang="zh-CN" sz="2400" dirty="0">
                <a:solidFill>
                  <a:srgbClr val="000000"/>
                </a:solidFill>
                <a:effectLst/>
              </a:rPr>
              <a:t>)=1</a:t>
            </a:r>
            <a:r>
              <a:rPr kumimoji="0" lang="zh-CN" altLang="en-US" sz="2400" dirty="0">
                <a:solidFill>
                  <a:srgbClr val="000000"/>
                </a:solidFill>
                <a:effectLst/>
              </a:rPr>
              <a:t>。求系统零输入响应、零状态响应以及全响应</a:t>
            </a:r>
            <a:r>
              <a:rPr kumimoji="0" lang="en-US" altLang="zh-CN" sz="2400" dirty="0">
                <a:solidFill>
                  <a:srgbClr val="000000"/>
                </a:solidFill>
                <a:effectLst/>
              </a:rPr>
              <a:t>y(t)</a:t>
            </a:r>
            <a:r>
              <a:rPr kumimoji="0" lang="zh-CN" altLang="en-US" sz="2400" dirty="0">
                <a:solidFill>
                  <a:srgbClr val="000000"/>
                </a:solidFill>
                <a:effectLst/>
              </a:rPr>
              <a:t>。</a:t>
            </a:r>
            <a:endParaRPr kumimoji="0" lang="zh-CN" altLang="en-US" sz="2400" dirty="0">
              <a:solidFill>
                <a:srgbClr val="000000"/>
              </a:solidFill>
              <a:effectLst/>
            </a:endParaRPr>
          </a:p>
        </p:txBody>
      </p:sp>
      <p:sp>
        <p:nvSpPr>
          <p:cNvPr id="87044" name="Text Box 7"/>
          <p:cNvSpPr txBox="1">
            <a:spLocks noChangeArrowheads="1"/>
          </p:cNvSpPr>
          <p:nvPr/>
        </p:nvSpPr>
        <p:spPr bwMode="auto">
          <a:xfrm>
            <a:off x="540385" y="2205355"/>
            <a:ext cx="245173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spcBef>
                <a:spcPct val="50000"/>
              </a:spcBef>
              <a:buFontTx/>
              <a:buNone/>
            </a:pPr>
            <a:r>
              <a:rPr lang="zh-CN" altLang="en-US" sz="2400" dirty="0">
                <a:solidFill>
                  <a:srgbClr val="800000"/>
                </a:solidFill>
                <a:latin typeface="Tahoma" panose="020B0604030504040204" pitchFamily="34" charset="0"/>
                <a:ea typeface="宋体" panose="02010600030101010101" pitchFamily="2" charset="-122"/>
              </a:rPr>
              <a:t>解：零输入</a:t>
            </a:r>
            <a:r>
              <a:rPr lang="zh-CN" altLang="en-US" sz="2400" dirty="0">
                <a:solidFill>
                  <a:srgbClr val="800000"/>
                </a:solidFill>
                <a:latin typeface="Tahoma" panose="020B0604030504040204" pitchFamily="34" charset="0"/>
                <a:ea typeface="宋体" panose="02010600030101010101" pitchFamily="2" charset="-122"/>
              </a:rPr>
              <a:t>响应：</a:t>
            </a:r>
            <a:endParaRPr lang="zh-CN" altLang="en-US" sz="2400" dirty="0">
              <a:solidFill>
                <a:srgbClr val="800000"/>
              </a:solidFill>
              <a:latin typeface="Tahoma" panose="020B0604030504040204" pitchFamily="34" charset="0"/>
              <a:ea typeface="宋体" panose="02010600030101010101" pitchFamily="2" charset="-122"/>
            </a:endParaRPr>
          </a:p>
        </p:txBody>
      </p:sp>
      <p:graphicFrame>
        <p:nvGraphicFramePr>
          <p:cNvPr id="87045" name="Object 13"/>
          <p:cNvGraphicFramePr>
            <a:graphicFrameLocks noChangeAspect="1"/>
          </p:cNvGraphicFramePr>
          <p:nvPr/>
        </p:nvGraphicFramePr>
        <p:xfrm>
          <a:off x="2051050" y="1268413"/>
          <a:ext cx="4535488" cy="752475"/>
        </p:xfrm>
        <a:graphic>
          <a:graphicData uri="http://schemas.openxmlformats.org/presentationml/2006/ole">
            <mc:AlternateContent xmlns:mc="http://schemas.openxmlformats.org/markup-compatibility/2006">
              <mc:Choice xmlns:v="urn:schemas-microsoft-com:vml" Requires="v">
                <p:oleObj spid="_x0000_s2" name="公式" r:id="rId1" imgW="2527300" imgH="419100" progId="Equation.3">
                  <p:embed/>
                </p:oleObj>
              </mc:Choice>
              <mc:Fallback>
                <p:oleObj name="公式" r:id="rId1" imgW="2527300" imgH="419100" progId="Equation.3">
                  <p:embed/>
                  <p:pic>
                    <p:nvPicPr>
                      <p:cNvPr id="0" name="Object 1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51050" y="1268413"/>
                        <a:ext cx="4535488" cy="752475"/>
                      </a:xfrm>
                      <a:prstGeom prst="rect">
                        <a:avLst/>
                      </a:prstGeom>
                      <a:noFill/>
                      <a:ln w="38100">
                        <a:solidFill>
                          <a:srgbClr val="0066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aphicFrame>
        <p:nvGraphicFramePr>
          <p:cNvPr id="67589" name="Object 14"/>
          <p:cNvGraphicFramePr>
            <a:graphicFrameLocks noChangeAspect="1"/>
          </p:cNvGraphicFramePr>
          <p:nvPr/>
        </p:nvGraphicFramePr>
        <p:xfrm>
          <a:off x="1046480" y="2853055"/>
          <a:ext cx="7435215" cy="571500"/>
        </p:xfrm>
        <a:graphic>
          <a:graphicData uri="http://schemas.openxmlformats.org/presentationml/2006/ole">
            <mc:AlternateContent xmlns:mc="http://schemas.openxmlformats.org/markup-compatibility/2006">
              <mc:Choice xmlns:v="urn:schemas-microsoft-com:vml" Requires="v">
                <p:oleObj spid="_x0000_s3" name="公式" r:id="rId3" imgW="3695700" imgH="241300" progId="Equation.3">
                  <p:embed/>
                </p:oleObj>
              </mc:Choice>
              <mc:Fallback>
                <p:oleObj name="公式" r:id="rId3" imgW="3695700" imgH="241300" progId="Equation.3">
                  <p:embed/>
                  <p:pic>
                    <p:nvPicPr>
                      <p:cNvPr id="0" name="Object 14"/>
                      <p:cNvPicPr>
                        <a:picLocks noChangeAspect="1" noChangeArrowheads="1"/>
                      </p:cNvPicPr>
                      <p:nvPr/>
                    </p:nvPicPr>
                    <p:blipFill>
                      <a:blip r:embed="rId4"/>
                      <a:srcRect/>
                      <a:stretch>
                        <a:fillRect/>
                      </a:stretch>
                    </p:blipFill>
                    <p:spPr bwMode="auto">
                      <a:xfrm>
                        <a:off x="1046480" y="2853055"/>
                        <a:ext cx="7435215" cy="571500"/>
                      </a:xfrm>
                      <a:prstGeom prst="rect">
                        <a:avLst/>
                      </a:prstGeom>
                      <a:solidFill>
                        <a:schemeClr val="tx1"/>
                      </a:solidFill>
                      <a:ln>
                        <a:noFill/>
                      </a:ln>
                      <a:effectLst>
                        <a:outerShdw dist="35921" dir="2700000" algn="ctr" rotWithShape="0">
                          <a:schemeClr val="bg2">
                            <a:alpha val="74997"/>
                          </a:schemeClr>
                        </a:outerShdw>
                      </a:effectLst>
                      <a:extLs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graphicFrame>
        <p:nvGraphicFramePr>
          <p:cNvPr id="67590" name="Object 15"/>
          <p:cNvGraphicFramePr>
            <a:graphicFrameLocks noChangeAspect="1"/>
          </p:cNvGraphicFramePr>
          <p:nvPr/>
        </p:nvGraphicFramePr>
        <p:xfrm>
          <a:off x="1042988" y="3860800"/>
          <a:ext cx="7131050" cy="536575"/>
        </p:xfrm>
        <a:graphic>
          <a:graphicData uri="http://schemas.openxmlformats.org/presentationml/2006/ole">
            <mc:AlternateContent xmlns:mc="http://schemas.openxmlformats.org/markup-compatibility/2006">
              <mc:Choice xmlns:v="urn:schemas-microsoft-com:vml" Requires="v">
                <p:oleObj spid="_x0000_s4" name="公式" r:id="rId5" imgW="3213100" imgH="241300" progId="Equation.3">
                  <p:embed/>
                </p:oleObj>
              </mc:Choice>
              <mc:Fallback>
                <p:oleObj name="公式" r:id="rId5" imgW="3213100" imgH="241300" progId="Equation.3">
                  <p:embed/>
                  <p:pic>
                    <p:nvPicPr>
                      <p:cNvPr id="0" name="Object 1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42988" y="3860800"/>
                        <a:ext cx="7131050" cy="536575"/>
                      </a:xfrm>
                      <a:prstGeom prst="rect">
                        <a:avLst/>
                      </a:prstGeom>
                      <a:solidFill>
                        <a:schemeClr val="tx1"/>
                      </a:solidFill>
                      <a:ln>
                        <a:noFill/>
                      </a:ln>
                      <a:effectLst>
                        <a:outerShdw dist="35921" dir="2700000" algn="ctr" rotWithShape="0">
                          <a:schemeClr val="bg2">
                            <a:alpha val="74997"/>
                          </a:schemeClr>
                        </a:outerShdw>
                      </a:effectLst>
                      <a:extLs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graphicFrame>
        <p:nvGraphicFramePr>
          <p:cNvPr id="67591" name="Object 16"/>
          <p:cNvGraphicFramePr>
            <a:graphicFrameLocks noChangeAspect="1"/>
          </p:cNvGraphicFramePr>
          <p:nvPr/>
        </p:nvGraphicFramePr>
        <p:xfrm>
          <a:off x="1258888" y="5876925"/>
          <a:ext cx="1155700" cy="534988"/>
        </p:xfrm>
        <a:graphic>
          <a:graphicData uri="http://schemas.openxmlformats.org/presentationml/2006/ole">
            <mc:AlternateContent xmlns:mc="http://schemas.openxmlformats.org/markup-compatibility/2006">
              <mc:Choice xmlns:v="urn:schemas-microsoft-com:vml" Requires="v">
                <p:oleObj spid="_x0000_s5" name="公式" r:id="rId7" imgW="495300" imgH="228600" progId="Equation.3">
                  <p:embed/>
                </p:oleObj>
              </mc:Choice>
              <mc:Fallback>
                <p:oleObj name="公式" r:id="rId7" imgW="495300" imgH="228600" progId="Equation.3">
                  <p:embed/>
                  <p:pic>
                    <p:nvPicPr>
                      <p:cNvPr id="0" name="Object 1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258888" y="5876925"/>
                        <a:ext cx="1155700" cy="534988"/>
                      </a:xfrm>
                      <a:prstGeom prst="rect">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aphicFrame>
        <p:nvGraphicFramePr>
          <p:cNvPr id="87049" name="Object 2"/>
          <p:cNvGraphicFramePr>
            <a:graphicFrameLocks noChangeAspect="1"/>
          </p:cNvGraphicFramePr>
          <p:nvPr/>
        </p:nvGraphicFramePr>
        <p:xfrm>
          <a:off x="3225800" y="2205038"/>
          <a:ext cx="1898650" cy="452437"/>
        </p:xfrm>
        <a:graphic>
          <a:graphicData uri="http://schemas.openxmlformats.org/presentationml/2006/ole">
            <mc:AlternateContent xmlns:mc="http://schemas.openxmlformats.org/markup-compatibility/2006">
              <mc:Choice xmlns:v="urn:schemas-microsoft-com:vml" Requires="v">
                <p:oleObj spid="_x0000_s6" name="公式" r:id="rId9" imgW="850265" imgH="203200" progId="Equation.3">
                  <p:embed/>
                </p:oleObj>
              </mc:Choice>
              <mc:Fallback>
                <p:oleObj name="公式" r:id="rId9" imgW="850265" imgH="203200" progId="Equation.3">
                  <p:embed/>
                  <p:pic>
                    <p:nvPicPr>
                      <p:cNvPr id="0" name="Object 2"/>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225800" y="2205038"/>
                        <a:ext cx="1898650" cy="4524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67603" name="Object 7"/>
          <p:cNvGraphicFramePr>
            <a:graphicFrameLocks noChangeAspect="1"/>
          </p:cNvGraphicFramePr>
          <p:nvPr/>
        </p:nvGraphicFramePr>
        <p:xfrm>
          <a:off x="1331913" y="4724400"/>
          <a:ext cx="4508500" cy="876300"/>
        </p:xfrm>
        <a:graphic>
          <a:graphicData uri="http://schemas.openxmlformats.org/presentationml/2006/ole">
            <mc:AlternateContent xmlns:mc="http://schemas.openxmlformats.org/markup-compatibility/2006">
              <mc:Choice xmlns:v="urn:schemas-microsoft-com:vml" Requires="v">
                <p:oleObj spid="_x0000_s7" name="公式" r:id="rId11" imgW="2032000" imgH="393700" progId="Equation.3">
                  <p:embed/>
                </p:oleObj>
              </mc:Choice>
              <mc:Fallback>
                <p:oleObj name="公式" r:id="rId11" imgW="2032000" imgH="393700" progId="Equation.3">
                  <p:embed/>
                  <p:pic>
                    <p:nvPicPr>
                      <p:cNvPr id="0" name="Object 7"/>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331913" y="4724400"/>
                        <a:ext cx="4508500" cy="876300"/>
                      </a:xfrm>
                      <a:prstGeom prst="rect">
                        <a:avLst/>
                      </a:prstGeom>
                      <a:solidFill>
                        <a:schemeClr val="tx1"/>
                      </a:solidFill>
                      <a:ln>
                        <a:noFill/>
                      </a:ln>
                      <a:effectLst>
                        <a:outerShdw dist="35921" dir="2700000" algn="ctr" rotWithShape="0">
                          <a:schemeClr val="bg2">
                            <a:alpha val="74997"/>
                          </a:schemeClr>
                        </a:outerShdw>
                      </a:effectLst>
                      <a:extLs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graphicFrame>
        <p:nvGraphicFramePr>
          <p:cNvPr id="67604" name="Object 8"/>
          <p:cNvGraphicFramePr>
            <a:graphicFrameLocks noChangeAspect="1"/>
          </p:cNvGraphicFramePr>
          <p:nvPr/>
        </p:nvGraphicFramePr>
        <p:xfrm>
          <a:off x="2627313" y="5876925"/>
          <a:ext cx="2843212" cy="533400"/>
        </p:xfrm>
        <a:graphic>
          <a:graphicData uri="http://schemas.openxmlformats.org/presentationml/2006/ole">
            <mc:AlternateContent xmlns:mc="http://schemas.openxmlformats.org/markup-compatibility/2006">
              <mc:Choice xmlns:v="urn:schemas-microsoft-com:vml" Requires="v">
                <p:oleObj spid="_x0000_s8" name="公式" r:id="rId13" imgW="1219200" imgH="228600" progId="Equation.3">
                  <p:embed/>
                </p:oleObj>
              </mc:Choice>
              <mc:Fallback>
                <p:oleObj name="公式" r:id="rId13" imgW="1219200" imgH="228600" progId="Equation.3">
                  <p:embed/>
                  <p:pic>
                    <p:nvPicPr>
                      <p:cNvPr id="0" name="Object 8"/>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627313" y="5876925"/>
                        <a:ext cx="2843212" cy="533400"/>
                      </a:xfrm>
                      <a:prstGeom prst="rect">
                        <a:avLst/>
                      </a:prstGeom>
                      <a:solidFill>
                        <a:schemeClr val="tx1"/>
                      </a:solidFill>
                      <a:ln w="9525">
                        <a:solidFill>
                          <a:srgbClr val="006600"/>
                        </a:solidFill>
                        <a:miter lim="800000"/>
                        <a:headEnd/>
                        <a:tailEnd/>
                      </a:ln>
                      <a:effectLst>
                        <a:outerShdw dist="35921" dir="2700000" algn="ctr" rotWithShape="0">
                          <a:schemeClr val="bg2">
                            <a:alpha val="74997"/>
                          </a:schemeClr>
                        </a:outerShdw>
                      </a:effectLst>
                    </p:spPr>
                  </p:pic>
                </p:oleObj>
              </mc:Fallback>
            </mc:AlternateContent>
          </a:graphicData>
        </a:graphic>
      </p:graphicFrame>
      <p:sp>
        <p:nvSpPr>
          <p:cNvPr id="9" name="墨迹 1"/>
          <p:cNvSpPr/>
          <p:nvPr/>
        </p:nvSpPr>
        <p:spPr bwMode="auto">
          <a:xfrm>
            <a:off x="523440" y="598320"/>
            <a:ext cx="8650080" cy="4937040"/>
          </a:xfrm>
        </p:spPr>
      </p:sp>
    </p:spTree>
    <p:custDataLst>
      <p:tags r:id="rId15"/>
    </p:custDataLst>
  </p:cSld>
  <p:clrMapOvr>
    <a:masterClrMapping/>
  </p:clrMapOvr>
  <mc:AlternateContent xmlns:mc="http://schemas.openxmlformats.org/markup-compatibility/2006">
    <mc:Choice xmlns:p14="http://schemas.microsoft.com/office/powerpoint/2010/main" Requires="p14">
      <p:transition spd="slow" p14:dur="2000" advTm="152790"/>
    </mc:Choice>
    <mc:Fallback>
      <p:transition spd="slow" advTm="15279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5" presetClass="entr" presetSubtype="0" fill="hold" nodeType="clickEffect">
                                  <p:stCondLst>
                                    <p:cond delay="0"/>
                                  </p:stCondLst>
                                  <p:childTnLst>
                                    <p:set>
                                      <p:cBhvr>
                                        <p:cTn id="6" dur="1" fill="hold">
                                          <p:stCondLst>
                                            <p:cond delay="0"/>
                                          </p:stCondLst>
                                        </p:cTn>
                                        <p:tgtEl>
                                          <p:spTgt spid="67589"/>
                                        </p:tgtEl>
                                        <p:attrNameLst>
                                          <p:attrName>style.visibility</p:attrName>
                                        </p:attrNameLst>
                                      </p:cBhvr>
                                      <p:to>
                                        <p:strVal val="visible"/>
                                      </p:to>
                                    </p:set>
                                    <p:anim calcmode="lin" valueType="num">
                                      <p:cBhvr>
                                        <p:cTn id="7" dur="1000" fill="hold"/>
                                        <p:tgtEl>
                                          <p:spTgt spid="67589"/>
                                        </p:tgtEl>
                                        <p:attrNameLst>
                                          <p:attrName>ppt_w</p:attrName>
                                        </p:attrNameLst>
                                      </p:cBhvr>
                                      <p:tavLst>
                                        <p:tav tm="0">
                                          <p:val>
                                            <p:strVal val="#ppt_w*0.70"/>
                                          </p:val>
                                        </p:tav>
                                        <p:tav tm="100000">
                                          <p:val>
                                            <p:strVal val="#ppt_w"/>
                                          </p:val>
                                        </p:tav>
                                      </p:tavLst>
                                    </p:anim>
                                    <p:anim calcmode="lin" valueType="num">
                                      <p:cBhvr>
                                        <p:cTn id="8" dur="1000" fill="hold"/>
                                        <p:tgtEl>
                                          <p:spTgt spid="67589"/>
                                        </p:tgtEl>
                                        <p:attrNameLst>
                                          <p:attrName>ppt_h</p:attrName>
                                        </p:attrNameLst>
                                      </p:cBhvr>
                                      <p:tavLst>
                                        <p:tav tm="0">
                                          <p:val>
                                            <p:strVal val="#ppt_h"/>
                                          </p:val>
                                        </p:tav>
                                        <p:tav tm="100000">
                                          <p:val>
                                            <p:strVal val="#ppt_h"/>
                                          </p:val>
                                        </p:tav>
                                      </p:tavLst>
                                    </p:anim>
                                    <p:animEffect transition="in" filter="fade">
                                      <p:cBhvr>
                                        <p:cTn id="9" dur="1000"/>
                                        <p:tgtEl>
                                          <p:spTgt spid="67589"/>
                                        </p:tgtEl>
                                      </p:cBhvr>
                                    </p:animEffect>
                                  </p:childTnLst>
                                </p:cTn>
                              </p:par>
                            </p:childTnLst>
                          </p:cTn>
                        </p:par>
                      </p:childTnLst>
                    </p:cTn>
                  </p:par>
                  <p:par>
                    <p:cTn id="10" fill="hold">
                      <p:stCondLst>
                        <p:cond delay="indefinite"/>
                      </p:stCondLst>
                      <p:childTnLst>
                        <p:par>
                          <p:cTn id="11" fill="hold">
                            <p:stCondLst>
                              <p:cond delay="0"/>
                            </p:stCondLst>
                            <p:childTnLst>
                              <p:par>
                                <p:cTn id="12" presetID="55" presetClass="entr" presetSubtype="0" fill="hold" nodeType="clickEffect">
                                  <p:stCondLst>
                                    <p:cond delay="0"/>
                                  </p:stCondLst>
                                  <p:childTnLst>
                                    <p:set>
                                      <p:cBhvr>
                                        <p:cTn id="13" dur="1" fill="hold">
                                          <p:stCondLst>
                                            <p:cond delay="0"/>
                                          </p:stCondLst>
                                        </p:cTn>
                                        <p:tgtEl>
                                          <p:spTgt spid="67590"/>
                                        </p:tgtEl>
                                        <p:attrNameLst>
                                          <p:attrName>style.visibility</p:attrName>
                                        </p:attrNameLst>
                                      </p:cBhvr>
                                      <p:to>
                                        <p:strVal val="visible"/>
                                      </p:to>
                                    </p:set>
                                    <p:anim calcmode="lin" valueType="num">
                                      <p:cBhvr>
                                        <p:cTn id="14" dur="1000" fill="hold"/>
                                        <p:tgtEl>
                                          <p:spTgt spid="67590"/>
                                        </p:tgtEl>
                                        <p:attrNameLst>
                                          <p:attrName>ppt_w</p:attrName>
                                        </p:attrNameLst>
                                      </p:cBhvr>
                                      <p:tavLst>
                                        <p:tav tm="0">
                                          <p:val>
                                            <p:strVal val="#ppt_w*0.70"/>
                                          </p:val>
                                        </p:tav>
                                        <p:tav tm="100000">
                                          <p:val>
                                            <p:strVal val="#ppt_w"/>
                                          </p:val>
                                        </p:tav>
                                      </p:tavLst>
                                    </p:anim>
                                    <p:anim calcmode="lin" valueType="num">
                                      <p:cBhvr>
                                        <p:cTn id="15" dur="1000" fill="hold"/>
                                        <p:tgtEl>
                                          <p:spTgt spid="67590"/>
                                        </p:tgtEl>
                                        <p:attrNameLst>
                                          <p:attrName>ppt_h</p:attrName>
                                        </p:attrNameLst>
                                      </p:cBhvr>
                                      <p:tavLst>
                                        <p:tav tm="0">
                                          <p:val>
                                            <p:strVal val="#ppt_h"/>
                                          </p:val>
                                        </p:tav>
                                        <p:tav tm="100000">
                                          <p:val>
                                            <p:strVal val="#ppt_h"/>
                                          </p:val>
                                        </p:tav>
                                      </p:tavLst>
                                    </p:anim>
                                    <p:animEffect transition="in" filter="fade">
                                      <p:cBhvr>
                                        <p:cTn id="16" dur="1000"/>
                                        <p:tgtEl>
                                          <p:spTgt spid="67590"/>
                                        </p:tgtEl>
                                      </p:cBhvr>
                                    </p:animEffect>
                                  </p:childTnLst>
                                </p:cTn>
                              </p:par>
                            </p:childTnLst>
                          </p:cTn>
                        </p:par>
                      </p:childTnLst>
                    </p:cTn>
                  </p:par>
                  <p:par>
                    <p:cTn id="17" fill="hold">
                      <p:stCondLst>
                        <p:cond delay="indefinite"/>
                      </p:stCondLst>
                      <p:childTnLst>
                        <p:par>
                          <p:cTn id="18" fill="hold">
                            <p:stCondLst>
                              <p:cond delay="0"/>
                            </p:stCondLst>
                            <p:childTnLst>
                              <p:par>
                                <p:cTn id="19" presetID="55" presetClass="entr" presetSubtype="0" fill="hold" nodeType="clickEffect">
                                  <p:stCondLst>
                                    <p:cond delay="0"/>
                                  </p:stCondLst>
                                  <p:childTnLst>
                                    <p:set>
                                      <p:cBhvr>
                                        <p:cTn id="20" dur="1" fill="hold">
                                          <p:stCondLst>
                                            <p:cond delay="0"/>
                                          </p:stCondLst>
                                        </p:cTn>
                                        <p:tgtEl>
                                          <p:spTgt spid="67603"/>
                                        </p:tgtEl>
                                        <p:attrNameLst>
                                          <p:attrName>style.visibility</p:attrName>
                                        </p:attrNameLst>
                                      </p:cBhvr>
                                      <p:to>
                                        <p:strVal val="visible"/>
                                      </p:to>
                                    </p:set>
                                    <p:anim calcmode="lin" valueType="num">
                                      <p:cBhvr>
                                        <p:cTn id="21" dur="1000" fill="hold"/>
                                        <p:tgtEl>
                                          <p:spTgt spid="67603"/>
                                        </p:tgtEl>
                                        <p:attrNameLst>
                                          <p:attrName>ppt_w</p:attrName>
                                        </p:attrNameLst>
                                      </p:cBhvr>
                                      <p:tavLst>
                                        <p:tav tm="0">
                                          <p:val>
                                            <p:strVal val="#ppt_w*0.70"/>
                                          </p:val>
                                        </p:tav>
                                        <p:tav tm="100000">
                                          <p:val>
                                            <p:strVal val="#ppt_w"/>
                                          </p:val>
                                        </p:tav>
                                      </p:tavLst>
                                    </p:anim>
                                    <p:anim calcmode="lin" valueType="num">
                                      <p:cBhvr>
                                        <p:cTn id="22" dur="1000" fill="hold"/>
                                        <p:tgtEl>
                                          <p:spTgt spid="67603"/>
                                        </p:tgtEl>
                                        <p:attrNameLst>
                                          <p:attrName>ppt_h</p:attrName>
                                        </p:attrNameLst>
                                      </p:cBhvr>
                                      <p:tavLst>
                                        <p:tav tm="0">
                                          <p:val>
                                            <p:strVal val="#ppt_h"/>
                                          </p:val>
                                        </p:tav>
                                        <p:tav tm="100000">
                                          <p:val>
                                            <p:strVal val="#ppt_h"/>
                                          </p:val>
                                        </p:tav>
                                      </p:tavLst>
                                    </p:anim>
                                    <p:animEffect transition="in" filter="fade">
                                      <p:cBhvr>
                                        <p:cTn id="23" dur="1000"/>
                                        <p:tgtEl>
                                          <p:spTgt spid="67603"/>
                                        </p:tgtEl>
                                      </p:cBhvr>
                                    </p:animEffect>
                                  </p:childTnLst>
                                </p:cTn>
                              </p:par>
                            </p:childTnLst>
                          </p:cTn>
                        </p:par>
                        <p:par>
                          <p:cTn id="24" fill="hold">
                            <p:stCondLst>
                              <p:cond delay="1000"/>
                            </p:stCondLst>
                            <p:childTnLst>
                              <p:par>
                                <p:cTn id="25" presetID="55" presetClass="entr" presetSubtype="0" fill="hold" nodeType="afterEffect">
                                  <p:stCondLst>
                                    <p:cond delay="0"/>
                                  </p:stCondLst>
                                  <p:childTnLst>
                                    <p:set>
                                      <p:cBhvr>
                                        <p:cTn id="26" dur="1" fill="hold">
                                          <p:stCondLst>
                                            <p:cond delay="0"/>
                                          </p:stCondLst>
                                        </p:cTn>
                                        <p:tgtEl>
                                          <p:spTgt spid="67591"/>
                                        </p:tgtEl>
                                        <p:attrNameLst>
                                          <p:attrName>style.visibility</p:attrName>
                                        </p:attrNameLst>
                                      </p:cBhvr>
                                      <p:to>
                                        <p:strVal val="visible"/>
                                      </p:to>
                                    </p:set>
                                    <p:anim calcmode="lin" valueType="num">
                                      <p:cBhvr>
                                        <p:cTn id="27" dur="1000" fill="hold"/>
                                        <p:tgtEl>
                                          <p:spTgt spid="67591"/>
                                        </p:tgtEl>
                                        <p:attrNameLst>
                                          <p:attrName>ppt_w</p:attrName>
                                        </p:attrNameLst>
                                      </p:cBhvr>
                                      <p:tavLst>
                                        <p:tav tm="0">
                                          <p:val>
                                            <p:strVal val="#ppt_w*0.70"/>
                                          </p:val>
                                        </p:tav>
                                        <p:tav tm="100000">
                                          <p:val>
                                            <p:strVal val="#ppt_w"/>
                                          </p:val>
                                        </p:tav>
                                      </p:tavLst>
                                    </p:anim>
                                    <p:anim calcmode="lin" valueType="num">
                                      <p:cBhvr>
                                        <p:cTn id="28" dur="1000" fill="hold"/>
                                        <p:tgtEl>
                                          <p:spTgt spid="67591"/>
                                        </p:tgtEl>
                                        <p:attrNameLst>
                                          <p:attrName>ppt_h</p:attrName>
                                        </p:attrNameLst>
                                      </p:cBhvr>
                                      <p:tavLst>
                                        <p:tav tm="0">
                                          <p:val>
                                            <p:strVal val="#ppt_h"/>
                                          </p:val>
                                        </p:tav>
                                        <p:tav tm="100000">
                                          <p:val>
                                            <p:strVal val="#ppt_h"/>
                                          </p:val>
                                        </p:tav>
                                      </p:tavLst>
                                    </p:anim>
                                    <p:animEffect transition="in" filter="fade">
                                      <p:cBhvr>
                                        <p:cTn id="29" dur="1000"/>
                                        <p:tgtEl>
                                          <p:spTgt spid="67591"/>
                                        </p:tgtEl>
                                      </p:cBhvr>
                                    </p:animEffect>
                                  </p:childTnLst>
                                </p:cTn>
                              </p:par>
                            </p:childTnLst>
                          </p:cTn>
                        </p:par>
                      </p:childTnLst>
                    </p:cTn>
                  </p:par>
                  <p:par>
                    <p:cTn id="30" fill="hold">
                      <p:stCondLst>
                        <p:cond delay="indefinite"/>
                      </p:stCondLst>
                      <p:childTnLst>
                        <p:par>
                          <p:cTn id="31" fill="hold">
                            <p:stCondLst>
                              <p:cond delay="0"/>
                            </p:stCondLst>
                            <p:childTnLst>
                              <p:par>
                                <p:cTn id="32" presetID="55" presetClass="entr" presetSubtype="0" fill="hold" nodeType="clickEffect">
                                  <p:stCondLst>
                                    <p:cond delay="0"/>
                                  </p:stCondLst>
                                  <p:childTnLst>
                                    <p:set>
                                      <p:cBhvr>
                                        <p:cTn id="33" dur="1" fill="hold">
                                          <p:stCondLst>
                                            <p:cond delay="0"/>
                                          </p:stCondLst>
                                        </p:cTn>
                                        <p:tgtEl>
                                          <p:spTgt spid="67604"/>
                                        </p:tgtEl>
                                        <p:attrNameLst>
                                          <p:attrName>style.visibility</p:attrName>
                                        </p:attrNameLst>
                                      </p:cBhvr>
                                      <p:to>
                                        <p:strVal val="visible"/>
                                      </p:to>
                                    </p:set>
                                    <p:anim calcmode="lin" valueType="num">
                                      <p:cBhvr>
                                        <p:cTn id="34" dur="1000" fill="hold"/>
                                        <p:tgtEl>
                                          <p:spTgt spid="67604"/>
                                        </p:tgtEl>
                                        <p:attrNameLst>
                                          <p:attrName>ppt_w</p:attrName>
                                        </p:attrNameLst>
                                      </p:cBhvr>
                                      <p:tavLst>
                                        <p:tav tm="0">
                                          <p:val>
                                            <p:strVal val="#ppt_w*0.70"/>
                                          </p:val>
                                        </p:tav>
                                        <p:tav tm="100000">
                                          <p:val>
                                            <p:strVal val="#ppt_w"/>
                                          </p:val>
                                        </p:tav>
                                      </p:tavLst>
                                    </p:anim>
                                    <p:anim calcmode="lin" valueType="num">
                                      <p:cBhvr>
                                        <p:cTn id="35" dur="1000" fill="hold"/>
                                        <p:tgtEl>
                                          <p:spTgt spid="67604"/>
                                        </p:tgtEl>
                                        <p:attrNameLst>
                                          <p:attrName>ppt_h</p:attrName>
                                        </p:attrNameLst>
                                      </p:cBhvr>
                                      <p:tavLst>
                                        <p:tav tm="0">
                                          <p:val>
                                            <p:strVal val="#ppt_h"/>
                                          </p:val>
                                        </p:tav>
                                        <p:tav tm="100000">
                                          <p:val>
                                            <p:strVal val="#ppt_h"/>
                                          </p:val>
                                        </p:tav>
                                      </p:tavLst>
                                    </p:anim>
                                    <p:animEffect transition="in" filter="fade">
                                      <p:cBhvr>
                                        <p:cTn id="36" dur="1000"/>
                                        <p:tgtEl>
                                          <p:spTgt spid="6760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4"/>
          <p:cNvSpPr>
            <a:spLocks noGrp="1" noChangeArrowheads="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a:spcBef>
                <a:spcPct val="0"/>
              </a:spcBef>
              <a:buFontTx/>
              <a:buNone/>
            </a:pPr>
            <a:fld id="{A1F91E95-D4EA-4045-894C-BEEAF6565F23}" type="datetime1">
              <a:rPr kumimoji="0" lang="zh-CN" altLang="en-US" sz="1200" smtClean="0">
                <a:solidFill>
                  <a:srgbClr val="000000"/>
                </a:solidFill>
                <a:ea typeface="宋体" panose="02010600030101010101" pitchFamily="2" charset="-122"/>
              </a:rPr>
            </a:fld>
            <a:endParaRPr kumimoji="0" lang="en-US" altLang="zh-CN" sz="1200">
              <a:solidFill>
                <a:srgbClr val="000000"/>
              </a:solidFill>
              <a:ea typeface="宋体" panose="02010600030101010101" pitchFamily="2" charset="-122"/>
            </a:endParaRPr>
          </a:p>
        </p:txBody>
      </p:sp>
      <p:sp>
        <p:nvSpPr>
          <p:cNvPr id="88067" name="Text Box 11"/>
          <p:cNvSpPr txBox="1">
            <a:spLocks noChangeArrowheads="1"/>
          </p:cNvSpPr>
          <p:nvPr/>
        </p:nvSpPr>
        <p:spPr bwMode="auto">
          <a:xfrm>
            <a:off x="827088" y="333375"/>
            <a:ext cx="2159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spcBef>
                <a:spcPct val="50000"/>
              </a:spcBef>
              <a:buFontTx/>
              <a:buNone/>
            </a:pPr>
            <a:r>
              <a:rPr lang="zh-CN" altLang="en-US" sz="2400">
                <a:solidFill>
                  <a:srgbClr val="800000"/>
                </a:solidFill>
                <a:latin typeface="Tahoma" panose="020B0604030504040204" pitchFamily="34" charset="0"/>
                <a:ea typeface="宋体" panose="02010600030101010101" pitchFamily="2" charset="-122"/>
              </a:rPr>
              <a:t>零状态分量：</a:t>
            </a:r>
            <a:endParaRPr lang="zh-CN" altLang="en-US" sz="2400">
              <a:solidFill>
                <a:srgbClr val="800000"/>
              </a:solidFill>
              <a:latin typeface="Tahoma" panose="020B0604030504040204" pitchFamily="34" charset="0"/>
              <a:ea typeface="宋体" panose="02010600030101010101" pitchFamily="2" charset="-122"/>
            </a:endParaRPr>
          </a:p>
        </p:txBody>
      </p:sp>
      <p:sp>
        <p:nvSpPr>
          <p:cNvPr id="466960" name="Text Box 16"/>
          <p:cNvSpPr txBox="1">
            <a:spLocks noChangeArrowheads="1"/>
          </p:cNvSpPr>
          <p:nvPr/>
        </p:nvSpPr>
        <p:spPr bwMode="auto">
          <a:xfrm>
            <a:off x="528638" y="5470852"/>
            <a:ext cx="137795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spcBef>
                <a:spcPct val="50000"/>
              </a:spcBef>
              <a:buFontTx/>
              <a:buNone/>
            </a:pPr>
            <a:r>
              <a:rPr lang="zh-CN" altLang="en-US" sz="2800">
                <a:solidFill>
                  <a:srgbClr val="800000"/>
                </a:solidFill>
                <a:latin typeface="Tahoma" panose="020B0604030504040204" pitchFamily="34" charset="0"/>
                <a:ea typeface="宋体" panose="02010600030101010101" pitchFamily="2" charset="-122"/>
              </a:rPr>
              <a:t>全响应：</a:t>
            </a:r>
            <a:endParaRPr lang="zh-CN" altLang="en-US" sz="2800">
              <a:solidFill>
                <a:srgbClr val="800000"/>
              </a:solidFill>
              <a:latin typeface="Tahoma" panose="020B0604030504040204" pitchFamily="34" charset="0"/>
              <a:ea typeface="宋体" panose="02010600030101010101" pitchFamily="2" charset="-122"/>
            </a:endParaRPr>
          </a:p>
        </p:txBody>
      </p:sp>
      <p:graphicFrame>
        <p:nvGraphicFramePr>
          <p:cNvPr id="466961" name="Object 12"/>
          <p:cNvGraphicFramePr>
            <a:graphicFrameLocks noChangeAspect="1"/>
          </p:cNvGraphicFramePr>
          <p:nvPr/>
        </p:nvGraphicFramePr>
        <p:xfrm>
          <a:off x="684213" y="5949950"/>
          <a:ext cx="2425700" cy="514350"/>
        </p:xfrm>
        <a:graphic>
          <a:graphicData uri="http://schemas.openxmlformats.org/presentationml/2006/ole">
            <mc:AlternateContent xmlns:mc="http://schemas.openxmlformats.org/markup-compatibility/2006">
              <mc:Choice xmlns:v="urn:schemas-microsoft-com:vml" Requires="v">
                <p:oleObj spid="_x0000_s2" name="公式" r:id="rId1" imgW="855980" imgH="133350" progId="Equation.3">
                  <p:embed/>
                </p:oleObj>
              </mc:Choice>
              <mc:Fallback>
                <p:oleObj name="公式" r:id="rId1" imgW="855980" imgH="133350" progId="Equation.3">
                  <p:embed/>
                  <p:pic>
                    <p:nvPicPr>
                      <p:cNvPr id="0" name="Object 1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4213" y="5949950"/>
                        <a:ext cx="2425700" cy="51435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88070" name="Object 13"/>
          <p:cNvGraphicFramePr>
            <a:graphicFrameLocks noChangeAspect="1"/>
          </p:cNvGraphicFramePr>
          <p:nvPr/>
        </p:nvGraphicFramePr>
        <p:xfrm>
          <a:off x="3276600" y="260350"/>
          <a:ext cx="4738688" cy="785813"/>
        </p:xfrm>
        <a:graphic>
          <a:graphicData uri="http://schemas.openxmlformats.org/presentationml/2006/ole">
            <mc:AlternateContent xmlns:mc="http://schemas.openxmlformats.org/markup-compatibility/2006">
              <mc:Choice xmlns:v="urn:schemas-microsoft-com:vml" Requires="v">
                <p:oleObj spid="_x0000_s3" name="公式" r:id="rId3" imgW="2527300" imgH="419100" progId="Equation.3">
                  <p:embed/>
                </p:oleObj>
              </mc:Choice>
              <mc:Fallback>
                <p:oleObj name="公式" r:id="rId3" imgW="2527300" imgH="419100" progId="Equation.3">
                  <p:embed/>
                  <p:pic>
                    <p:nvPicPr>
                      <p:cNvPr id="0" name="Object 1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76600" y="260350"/>
                        <a:ext cx="4738688" cy="785813"/>
                      </a:xfrm>
                      <a:prstGeom prst="rect">
                        <a:avLst/>
                      </a:prstGeom>
                      <a:noFill/>
                      <a:ln w="38100">
                        <a:solidFill>
                          <a:srgbClr val="0066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aphicFrame>
        <p:nvGraphicFramePr>
          <p:cNvPr id="156685" name="Object 17"/>
          <p:cNvGraphicFramePr>
            <a:graphicFrameLocks noChangeAspect="1"/>
          </p:cNvGraphicFramePr>
          <p:nvPr/>
        </p:nvGraphicFramePr>
        <p:xfrm>
          <a:off x="971550" y="1700213"/>
          <a:ext cx="4679950" cy="561975"/>
        </p:xfrm>
        <a:graphic>
          <a:graphicData uri="http://schemas.openxmlformats.org/presentationml/2006/ole">
            <mc:AlternateContent xmlns:mc="http://schemas.openxmlformats.org/markup-compatibility/2006">
              <mc:Choice xmlns:v="urn:schemas-microsoft-com:vml" Requires="v">
                <p:oleObj spid="_x0000_s4" name="公式" r:id="rId5" imgW="2006600" imgH="241300" progId="Equation.3">
                  <p:embed/>
                </p:oleObj>
              </mc:Choice>
              <mc:Fallback>
                <p:oleObj name="公式" r:id="rId5" imgW="2006600" imgH="241300" progId="Equation.3">
                  <p:embed/>
                  <p:pic>
                    <p:nvPicPr>
                      <p:cNvPr id="0" name="Object 1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71550" y="1700213"/>
                        <a:ext cx="4679950" cy="561975"/>
                      </a:xfrm>
                      <a:prstGeom prst="rect">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aphicFrame>
        <p:nvGraphicFramePr>
          <p:cNvPr id="156686" name="Object 18"/>
          <p:cNvGraphicFramePr>
            <a:graphicFrameLocks noChangeAspect="1"/>
          </p:cNvGraphicFramePr>
          <p:nvPr/>
        </p:nvGraphicFramePr>
        <p:xfrm>
          <a:off x="1042988" y="4797425"/>
          <a:ext cx="1225550" cy="566738"/>
        </p:xfrm>
        <a:graphic>
          <a:graphicData uri="http://schemas.openxmlformats.org/presentationml/2006/ole">
            <mc:AlternateContent xmlns:mc="http://schemas.openxmlformats.org/markup-compatibility/2006">
              <mc:Choice xmlns:v="urn:schemas-microsoft-com:vml" Requires="v">
                <p:oleObj spid="_x0000_s5" name="公式" r:id="rId7" imgW="495300" imgH="228600" progId="Equation.3">
                  <p:embed/>
                </p:oleObj>
              </mc:Choice>
              <mc:Fallback>
                <p:oleObj name="公式" r:id="rId7" imgW="495300" imgH="228600" progId="Equation.3">
                  <p:embed/>
                  <p:pic>
                    <p:nvPicPr>
                      <p:cNvPr id="0" name="Object 1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042988" y="4797425"/>
                        <a:ext cx="1225550" cy="5667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rgbClr val="009900"/>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aphicFrame>
        <p:nvGraphicFramePr>
          <p:cNvPr id="156687" name="Object 19"/>
          <p:cNvGraphicFramePr>
            <a:graphicFrameLocks noChangeAspect="1"/>
          </p:cNvGraphicFramePr>
          <p:nvPr/>
        </p:nvGraphicFramePr>
        <p:xfrm>
          <a:off x="3779838" y="5949950"/>
          <a:ext cx="4198937" cy="571500"/>
        </p:xfrm>
        <a:graphic>
          <a:graphicData uri="http://schemas.openxmlformats.org/presentationml/2006/ole">
            <mc:AlternateContent xmlns:mc="http://schemas.openxmlformats.org/markup-compatibility/2006">
              <mc:Choice xmlns:v="urn:schemas-microsoft-com:vml" Requires="v">
                <p:oleObj spid="_x0000_s6" name="公式" r:id="rId9" imgW="1866900" imgH="228600" progId="Equation.3">
                  <p:embed/>
                </p:oleObj>
              </mc:Choice>
              <mc:Fallback>
                <p:oleObj name="公式" r:id="rId9" imgW="1866900" imgH="228600" progId="Equation.3">
                  <p:embed/>
                  <p:pic>
                    <p:nvPicPr>
                      <p:cNvPr id="0" name="Object 19"/>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779838" y="5949950"/>
                        <a:ext cx="4198937" cy="571500"/>
                      </a:xfrm>
                      <a:prstGeom prst="rect">
                        <a:avLst/>
                      </a:prstGeom>
                      <a:solidFill>
                        <a:schemeClr val="tx1"/>
                      </a:solidFill>
                      <a:ln w="19050">
                        <a:solidFill>
                          <a:srgbClr val="FF0000"/>
                        </a:solidFill>
                        <a:miter lim="800000"/>
                        <a:headEnd/>
                        <a:tailEnd/>
                      </a:ln>
                      <a:effectLst>
                        <a:outerShdw dist="35921" dir="2700000" algn="ctr" rotWithShape="0">
                          <a:schemeClr val="bg2">
                            <a:alpha val="74997"/>
                          </a:schemeClr>
                        </a:outerShdw>
                      </a:effectLst>
                    </p:spPr>
                  </p:pic>
                </p:oleObj>
              </mc:Fallback>
            </mc:AlternateContent>
          </a:graphicData>
        </a:graphic>
      </p:graphicFrame>
      <p:graphicFrame>
        <p:nvGraphicFramePr>
          <p:cNvPr id="156688" name="Object 7"/>
          <p:cNvGraphicFramePr>
            <a:graphicFrameLocks noChangeAspect="1"/>
          </p:cNvGraphicFramePr>
          <p:nvPr/>
        </p:nvGraphicFramePr>
        <p:xfrm>
          <a:off x="971550" y="2636838"/>
          <a:ext cx="2087563" cy="476250"/>
        </p:xfrm>
        <a:graphic>
          <a:graphicData uri="http://schemas.openxmlformats.org/presentationml/2006/ole">
            <mc:AlternateContent xmlns:mc="http://schemas.openxmlformats.org/markup-compatibility/2006">
              <mc:Choice xmlns:v="urn:schemas-microsoft-com:vml" Requires="v">
                <p:oleObj spid="_x0000_s7" name="公式" r:id="rId11" imgW="888365" imgH="203200" progId="Equation.3">
                  <p:embed/>
                </p:oleObj>
              </mc:Choice>
              <mc:Fallback>
                <p:oleObj name="公式" r:id="rId11" imgW="888365" imgH="203200" progId="Equation.3">
                  <p:embed/>
                  <p:pic>
                    <p:nvPicPr>
                      <p:cNvPr id="0" name="Object 7"/>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971550" y="2636838"/>
                        <a:ext cx="2087563" cy="476250"/>
                      </a:xfrm>
                      <a:prstGeom prst="rect">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aphicFrame>
        <p:nvGraphicFramePr>
          <p:cNvPr id="88075" name="Object 2"/>
          <p:cNvGraphicFramePr>
            <a:graphicFrameLocks noChangeAspect="1"/>
          </p:cNvGraphicFramePr>
          <p:nvPr/>
        </p:nvGraphicFramePr>
        <p:xfrm>
          <a:off x="971550" y="1102520"/>
          <a:ext cx="1900238" cy="452437"/>
        </p:xfrm>
        <a:graphic>
          <a:graphicData uri="http://schemas.openxmlformats.org/presentationml/2006/ole">
            <mc:AlternateContent xmlns:mc="http://schemas.openxmlformats.org/markup-compatibility/2006">
              <mc:Choice xmlns:v="urn:schemas-microsoft-com:vml" Requires="v">
                <p:oleObj spid="_x0000_s8" name="公式" r:id="rId13" imgW="850265" imgH="203200" progId="Equation.3">
                  <p:embed/>
                </p:oleObj>
              </mc:Choice>
              <mc:Fallback>
                <p:oleObj name="公式" r:id="rId13" imgW="850265" imgH="203200" progId="Equation.3">
                  <p:embed/>
                  <p:pic>
                    <p:nvPicPr>
                      <p:cNvPr id="0" name="Object 2"/>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971550" y="1102520"/>
                        <a:ext cx="1900238" cy="4524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156690" name="Object 9"/>
          <p:cNvGraphicFramePr>
            <a:graphicFrameLocks noChangeAspect="1"/>
          </p:cNvGraphicFramePr>
          <p:nvPr/>
        </p:nvGraphicFramePr>
        <p:xfrm>
          <a:off x="3419475" y="2420938"/>
          <a:ext cx="1295400" cy="873125"/>
        </p:xfrm>
        <a:graphic>
          <a:graphicData uri="http://schemas.openxmlformats.org/presentationml/2006/ole">
            <mc:AlternateContent xmlns:mc="http://schemas.openxmlformats.org/markup-compatibility/2006">
              <mc:Choice xmlns:v="urn:schemas-microsoft-com:vml" Requires="v">
                <p:oleObj spid="_x0000_s9" name="公式" r:id="rId15" imgW="584200" imgH="393700" progId="Equation.3">
                  <p:embed/>
                </p:oleObj>
              </mc:Choice>
              <mc:Fallback>
                <p:oleObj name="公式" r:id="rId15" imgW="584200" imgH="393700" progId="Equation.3">
                  <p:embed/>
                  <p:pic>
                    <p:nvPicPr>
                      <p:cNvPr id="0" name="Object 9"/>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3419475" y="2420938"/>
                        <a:ext cx="1295400" cy="873125"/>
                      </a:xfrm>
                      <a:prstGeom prst="rect">
                        <a:avLst/>
                      </a:prstGeom>
                      <a:solidFill>
                        <a:schemeClr val="tx1"/>
                      </a:solidFill>
                      <a:ln w="9525">
                        <a:solidFill>
                          <a:schemeClr val="bg1"/>
                        </a:solidFill>
                        <a:miter lim="800000"/>
                        <a:headEnd/>
                        <a:tailEnd/>
                      </a:ln>
                      <a:effectLst>
                        <a:outerShdw dist="35921" dir="2700000" algn="ctr" rotWithShape="0">
                          <a:schemeClr val="bg2">
                            <a:alpha val="74997"/>
                          </a:schemeClr>
                        </a:outerShdw>
                      </a:effectLst>
                    </p:spPr>
                  </p:pic>
                </p:oleObj>
              </mc:Fallback>
            </mc:AlternateContent>
          </a:graphicData>
        </a:graphic>
      </p:graphicFrame>
      <p:graphicFrame>
        <p:nvGraphicFramePr>
          <p:cNvPr id="156691" name="Object 15"/>
          <p:cNvGraphicFramePr>
            <a:graphicFrameLocks noChangeAspect="1"/>
          </p:cNvGraphicFramePr>
          <p:nvPr/>
        </p:nvGraphicFramePr>
        <p:xfrm>
          <a:off x="817087" y="3559176"/>
          <a:ext cx="3466465" cy="962025"/>
        </p:xfrm>
        <a:graphic>
          <a:graphicData uri="http://schemas.openxmlformats.org/presentationml/2006/ole">
            <mc:AlternateContent xmlns:mc="http://schemas.openxmlformats.org/markup-compatibility/2006">
              <mc:Choice xmlns:v="urn:schemas-microsoft-com:vml" Requires="v">
                <p:oleObj spid="_x0000_s10" name="公式" r:id="rId17" imgW="1562100" imgH="431800" progId="Equation.3">
                  <p:embed/>
                </p:oleObj>
              </mc:Choice>
              <mc:Fallback>
                <p:oleObj name="公式" r:id="rId17" imgW="1562100" imgH="431800" progId="Equation.3">
                  <p:embed/>
                  <p:pic>
                    <p:nvPicPr>
                      <p:cNvPr id="0" name="Object 15"/>
                      <p:cNvPicPr>
                        <a:picLocks noChangeAspect="1" noChangeArrowheads="1"/>
                      </p:cNvPicPr>
                      <p:nvPr/>
                    </p:nvPicPr>
                    <p:blipFill>
                      <a:blip r:embed="rId18"/>
                      <a:srcRect/>
                      <a:stretch>
                        <a:fillRect/>
                      </a:stretch>
                    </p:blipFill>
                    <p:spPr bwMode="auto">
                      <a:xfrm>
                        <a:off x="817087" y="3559176"/>
                        <a:ext cx="3466465" cy="962025"/>
                      </a:xfrm>
                      <a:prstGeom prst="rect">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aphicFrame>
        <p:nvGraphicFramePr>
          <p:cNvPr id="156692" name="Object 11"/>
          <p:cNvGraphicFramePr>
            <a:graphicFrameLocks noChangeAspect="1"/>
          </p:cNvGraphicFramePr>
          <p:nvPr/>
        </p:nvGraphicFramePr>
        <p:xfrm>
          <a:off x="4427538" y="3573463"/>
          <a:ext cx="2198687" cy="877887"/>
        </p:xfrm>
        <a:graphic>
          <a:graphicData uri="http://schemas.openxmlformats.org/presentationml/2006/ole">
            <mc:AlternateContent xmlns:mc="http://schemas.openxmlformats.org/markup-compatibility/2006">
              <mc:Choice xmlns:v="urn:schemas-microsoft-com:vml" Requires="v">
                <p:oleObj spid="_x0000_s11" name="公式" r:id="rId19" imgW="989965" imgH="393700" progId="Equation.3">
                  <p:embed/>
                </p:oleObj>
              </mc:Choice>
              <mc:Fallback>
                <p:oleObj name="公式" r:id="rId19" imgW="989965" imgH="393700" progId="Equation.3">
                  <p:embed/>
                  <p:pic>
                    <p:nvPicPr>
                      <p:cNvPr id="0" name="Object 11"/>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4427538" y="3573463"/>
                        <a:ext cx="2198687" cy="877887"/>
                      </a:xfrm>
                      <a:prstGeom prst="rect">
                        <a:avLst/>
                      </a:prstGeom>
                      <a:solidFill>
                        <a:schemeClr val="tx1"/>
                      </a:solidFill>
                      <a:ln w="9525">
                        <a:solidFill>
                          <a:schemeClr val="bg1"/>
                        </a:solidFill>
                        <a:miter lim="800000"/>
                        <a:headEnd/>
                        <a:tailEnd/>
                      </a:ln>
                      <a:effectLst>
                        <a:outerShdw dist="35921" dir="2700000" algn="ctr" rotWithShape="0">
                          <a:schemeClr val="bg2">
                            <a:alpha val="74997"/>
                          </a:schemeClr>
                        </a:outerShdw>
                      </a:effectLst>
                    </p:spPr>
                  </p:pic>
                </p:oleObj>
              </mc:Fallback>
            </mc:AlternateContent>
          </a:graphicData>
        </a:graphic>
      </p:graphicFrame>
      <p:graphicFrame>
        <p:nvGraphicFramePr>
          <p:cNvPr id="156693" name="Object 12"/>
          <p:cNvGraphicFramePr>
            <a:graphicFrameLocks noChangeAspect="1"/>
          </p:cNvGraphicFramePr>
          <p:nvPr/>
        </p:nvGraphicFramePr>
        <p:xfrm>
          <a:off x="2411413" y="4797425"/>
          <a:ext cx="2808287" cy="538163"/>
        </p:xfrm>
        <a:graphic>
          <a:graphicData uri="http://schemas.openxmlformats.org/presentationml/2006/ole">
            <mc:AlternateContent xmlns:mc="http://schemas.openxmlformats.org/markup-compatibility/2006">
              <mc:Choice xmlns:v="urn:schemas-microsoft-com:vml" Requires="v">
                <p:oleObj spid="_x0000_s12" name="公式" r:id="rId21" imgW="1193800" imgH="228600" progId="Equation.3">
                  <p:embed/>
                </p:oleObj>
              </mc:Choice>
              <mc:Fallback>
                <p:oleObj name="公式" r:id="rId21" imgW="1193800" imgH="228600" progId="Equation.3">
                  <p:embed/>
                  <p:pic>
                    <p:nvPicPr>
                      <p:cNvPr id="0" name="Object 12"/>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2411413" y="4797425"/>
                        <a:ext cx="2808287" cy="538163"/>
                      </a:xfrm>
                      <a:prstGeom prst="rect">
                        <a:avLst/>
                      </a:prstGeom>
                      <a:solidFill>
                        <a:schemeClr val="tx1"/>
                      </a:solidFill>
                      <a:ln w="12700">
                        <a:solidFill>
                          <a:srgbClr val="009900"/>
                        </a:solidFill>
                        <a:miter lim="800000"/>
                        <a:headEnd/>
                        <a:tailEnd/>
                      </a:ln>
                      <a:effectLst>
                        <a:outerShdw dist="35921" dir="2700000" algn="ctr" rotWithShape="0">
                          <a:schemeClr val="bg2">
                            <a:alpha val="74997"/>
                          </a:schemeClr>
                        </a:outerShdw>
                      </a:effectLst>
                    </p:spPr>
                  </p:pic>
                </p:oleObj>
              </mc:Fallback>
            </mc:AlternateContent>
          </a:graphicData>
        </a:graphic>
      </p:graphicFrame>
      <p:sp>
        <p:nvSpPr>
          <p:cNvPr id="13" name="墨迹 1"/>
          <p:cNvSpPr/>
          <p:nvPr/>
        </p:nvSpPr>
        <p:spPr bwMode="auto">
          <a:xfrm>
            <a:off x="2028960" y="1136160"/>
            <a:ext cx="7013880" cy="3836160"/>
          </a:xfrm>
        </p:spPr>
      </p:sp>
    </p:spTree>
    <p:custDataLst>
      <p:tags r:id="rId23"/>
    </p:custDataLst>
  </p:cSld>
  <p:clrMapOvr>
    <a:masterClrMapping/>
  </p:clrMapOvr>
  <mc:AlternateContent xmlns:mc="http://schemas.openxmlformats.org/markup-compatibility/2006">
    <mc:Choice xmlns:p14="http://schemas.microsoft.com/office/powerpoint/2010/main" Requires="p14">
      <p:transition spd="slow" p14:dur="2000" advTm="88250"/>
    </mc:Choice>
    <mc:Fallback>
      <p:transition spd="slow" advTm="8825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5" presetClass="entr" presetSubtype="0" fill="hold" nodeType="clickEffect">
                                  <p:stCondLst>
                                    <p:cond delay="0"/>
                                  </p:stCondLst>
                                  <p:childTnLst>
                                    <p:set>
                                      <p:cBhvr>
                                        <p:cTn id="6" dur="1" fill="hold">
                                          <p:stCondLst>
                                            <p:cond delay="0"/>
                                          </p:stCondLst>
                                        </p:cTn>
                                        <p:tgtEl>
                                          <p:spTgt spid="156685"/>
                                        </p:tgtEl>
                                        <p:attrNameLst>
                                          <p:attrName>style.visibility</p:attrName>
                                        </p:attrNameLst>
                                      </p:cBhvr>
                                      <p:to>
                                        <p:strVal val="visible"/>
                                      </p:to>
                                    </p:set>
                                    <p:anim calcmode="lin" valueType="num">
                                      <p:cBhvr>
                                        <p:cTn id="7" dur="1000" fill="hold"/>
                                        <p:tgtEl>
                                          <p:spTgt spid="156685"/>
                                        </p:tgtEl>
                                        <p:attrNameLst>
                                          <p:attrName>ppt_w</p:attrName>
                                        </p:attrNameLst>
                                      </p:cBhvr>
                                      <p:tavLst>
                                        <p:tav tm="0">
                                          <p:val>
                                            <p:strVal val="#ppt_w*0.70"/>
                                          </p:val>
                                        </p:tav>
                                        <p:tav tm="100000">
                                          <p:val>
                                            <p:strVal val="#ppt_w"/>
                                          </p:val>
                                        </p:tav>
                                      </p:tavLst>
                                    </p:anim>
                                    <p:anim calcmode="lin" valueType="num">
                                      <p:cBhvr>
                                        <p:cTn id="8" dur="1000" fill="hold"/>
                                        <p:tgtEl>
                                          <p:spTgt spid="156685"/>
                                        </p:tgtEl>
                                        <p:attrNameLst>
                                          <p:attrName>ppt_h</p:attrName>
                                        </p:attrNameLst>
                                      </p:cBhvr>
                                      <p:tavLst>
                                        <p:tav tm="0">
                                          <p:val>
                                            <p:strVal val="#ppt_h"/>
                                          </p:val>
                                        </p:tav>
                                        <p:tav tm="100000">
                                          <p:val>
                                            <p:strVal val="#ppt_h"/>
                                          </p:val>
                                        </p:tav>
                                      </p:tavLst>
                                    </p:anim>
                                    <p:animEffect transition="in" filter="fade">
                                      <p:cBhvr>
                                        <p:cTn id="9" dur="1000"/>
                                        <p:tgtEl>
                                          <p:spTgt spid="156685"/>
                                        </p:tgtEl>
                                      </p:cBhvr>
                                    </p:animEffect>
                                  </p:childTnLst>
                                </p:cTn>
                              </p:par>
                            </p:childTnLst>
                          </p:cTn>
                        </p:par>
                        <p:par>
                          <p:cTn id="10" fill="hold">
                            <p:stCondLst>
                              <p:cond delay="1000"/>
                            </p:stCondLst>
                            <p:childTnLst>
                              <p:par>
                                <p:cTn id="11" presetID="55" presetClass="entr" presetSubtype="0" fill="hold" nodeType="afterEffect">
                                  <p:stCondLst>
                                    <p:cond delay="0"/>
                                  </p:stCondLst>
                                  <p:childTnLst>
                                    <p:set>
                                      <p:cBhvr>
                                        <p:cTn id="12" dur="1" fill="hold">
                                          <p:stCondLst>
                                            <p:cond delay="0"/>
                                          </p:stCondLst>
                                        </p:cTn>
                                        <p:tgtEl>
                                          <p:spTgt spid="156688"/>
                                        </p:tgtEl>
                                        <p:attrNameLst>
                                          <p:attrName>style.visibility</p:attrName>
                                        </p:attrNameLst>
                                      </p:cBhvr>
                                      <p:to>
                                        <p:strVal val="visible"/>
                                      </p:to>
                                    </p:set>
                                    <p:anim calcmode="lin" valueType="num">
                                      <p:cBhvr>
                                        <p:cTn id="13" dur="1000" fill="hold"/>
                                        <p:tgtEl>
                                          <p:spTgt spid="156688"/>
                                        </p:tgtEl>
                                        <p:attrNameLst>
                                          <p:attrName>ppt_w</p:attrName>
                                        </p:attrNameLst>
                                      </p:cBhvr>
                                      <p:tavLst>
                                        <p:tav tm="0">
                                          <p:val>
                                            <p:strVal val="#ppt_w*0.70"/>
                                          </p:val>
                                        </p:tav>
                                        <p:tav tm="100000">
                                          <p:val>
                                            <p:strVal val="#ppt_w"/>
                                          </p:val>
                                        </p:tav>
                                      </p:tavLst>
                                    </p:anim>
                                    <p:anim calcmode="lin" valueType="num">
                                      <p:cBhvr>
                                        <p:cTn id="14" dur="1000" fill="hold"/>
                                        <p:tgtEl>
                                          <p:spTgt spid="156688"/>
                                        </p:tgtEl>
                                        <p:attrNameLst>
                                          <p:attrName>ppt_h</p:attrName>
                                        </p:attrNameLst>
                                      </p:cBhvr>
                                      <p:tavLst>
                                        <p:tav tm="0">
                                          <p:val>
                                            <p:strVal val="#ppt_h"/>
                                          </p:val>
                                        </p:tav>
                                        <p:tav tm="100000">
                                          <p:val>
                                            <p:strVal val="#ppt_h"/>
                                          </p:val>
                                        </p:tav>
                                      </p:tavLst>
                                    </p:anim>
                                    <p:animEffect transition="in" filter="fade">
                                      <p:cBhvr>
                                        <p:cTn id="15" dur="1000"/>
                                        <p:tgtEl>
                                          <p:spTgt spid="156688"/>
                                        </p:tgtEl>
                                      </p:cBhvr>
                                    </p:animEffect>
                                  </p:childTnLst>
                                </p:cTn>
                              </p:par>
                            </p:childTnLst>
                          </p:cTn>
                        </p:par>
                      </p:childTnLst>
                    </p:cTn>
                  </p:par>
                  <p:par>
                    <p:cTn id="16" fill="hold">
                      <p:stCondLst>
                        <p:cond delay="indefinite"/>
                      </p:stCondLst>
                      <p:childTnLst>
                        <p:par>
                          <p:cTn id="17" fill="hold">
                            <p:stCondLst>
                              <p:cond delay="0"/>
                            </p:stCondLst>
                            <p:childTnLst>
                              <p:par>
                                <p:cTn id="18" presetID="55" presetClass="entr" presetSubtype="0" fill="hold" nodeType="clickEffect">
                                  <p:stCondLst>
                                    <p:cond delay="0"/>
                                  </p:stCondLst>
                                  <p:childTnLst>
                                    <p:set>
                                      <p:cBhvr>
                                        <p:cTn id="19" dur="1" fill="hold">
                                          <p:stCondLst>
                                            <p:cond delay="0"/>
                                          </p:stCondLst>
                                        </p:cTn>
                                        <p:tgtEl>
                                          <p:spTgt spid="156690"/>
                                        </p:tgtEl>
                                        <p:attrNameLst>
                                          <p:attrName>style.visibility</p:attrName>
                                        </p:attrNameLst>
                                      </p:cBhvr>
                                      <p:to>
                                        <p:strVal val="visible"/>
                                      </p:to>
                                    </p:set>
                                    <p:anim calcmode="lin" valueType="num">
                                      <p:cBhvr>
                                        <p:cTn id="20" dur="1000" fill="hold"/>
                                        <p:tgtEl>
                                          <p:spTgt spid="156690"/>
                                        </p:tgtEl>
                                        <p:attrNameLst>
                                          <p:attrName>ppt_w</p:attrName>
                                        </p:attrNameLst>
                                      </p:cBhvr>
                                      <p:tavLst>
                                        <p:tav tm="0">
                                          <p:val>
                                            <p:strVal val="#ppt_w*0.70"/>
                                          </p:val>
                                        </p:tav>
                                        <p:tav tm="100000">
                                          <p:val>
                                            <p:strVal val="#ppt_w"/>
                                          </p:val>
                                        </p:tav>
                                      </p:tavLst>
                                    </p:anim>
                                    <p:anim calcmode="lin" valueType="num">
                                      <p:cBhvr>
                                        <p:cTn id="21" dur="1000" fill="hold"/>
                                        <p:tgtEl>
                                          <p:spTgt spid="156690"/>
                                        </p:tgtEl>
                                        <p:attrNameLst>
                                          <p:attrName>ppt_h</p:attrName>
                                        </p:attrNameLst>
                                      </p:cBhvr>
                                      <p:tavLst>
                                        <p:tav tm="0">
                                          <p:val>
                                            <p:strVal val="#ppt_h"/>
                                          </p:val>
                                        </p:tav>
                                        <p:tav tm="100000">
                                          <p:val>
                                            <p:strVal val="#ppt_h"/>
                                          </p:val>
                                        </p:tav>
                                      </p:tavLst>
                                    </p:anim>
                                    <p:animEffect transition="in" filter="fade">
                                      <p:cBhvr>
                                        <p:cTn id="22" dur="1000"/>
                                        <p:tgtEl>
                                          <p:spTgt spid="156690"/>
                                        </p:tgtEl>
                                      </p:cBhvr>
                                    </p:animEffect>
                                  </p:childTnLst>
                                </p:cTn>
                              </p:par>
                            </p:childTnLst>
                          </p:cTn>
                        </p:par>
                        <p:par>
                          <p:cTn id="23" fill="hold">
                            <p:stCondLst>
                              <p:cond delay="1000"/>
                            </p:stCondLst>
                            <p:childTnLst>
                              <p:par>
                                <p:cTn id="24" presetID="55" presetClass="entr" presetSubtype="0" fill="hold" nodeType="afterEffect">
                                  <p:stCondLst>
                                    <p:cond delay="0"/>
                                  </p:stCondLst>
                                  <p:childTnLst>
                                    <p:set>
                                      <p:cBhvr>
                                        <p:cTn id="25" dur="1" fill="hold">
                                          <p:stCondLst>
                                            <p:cond delay="0"/>
                                          </p:stCondLst>
                                        </p:cTn>
                                        <p:tgtEl>
                                          <p:spTgt spid="156691"/>
                                        </p:tgtEl>
                                        <p:attrNameLst>
                                          <p:attrName>style.visibility</p:attrName>
                                        </p:attrNameLst>
                                      </p:cBhvr>
                                      <p:to>
                                        <p:strVal val="visible"/>
                                      </p:to>
                                    </p:set>
                                    <p:anim calcmode="lin" valueType="num">
                                      <p:cBhvr>
                                        <p:cTn id="26" dur="1000" fill="hold"/>
                                        <p:tgtEl>
                                          <p:spTgt spid="156691"/>
                                        </p:tgtEl>
                                        <p:attrNameLst>
                                          <p:attrName>ppt_w</p:attrName>
                                        </p:attrNameLst>
                                      </p:cBhvr>
                                      <p:tavLst>
                                        <p:tav tm="0">
                                          <p:val>
                                            <p:strVal val="#ppt_w*0.70"/>
                                          </p:val>
                                        </p:tav>
                                        <p:tav tm="100000">
                                          <p:val>
                                            <p:strVal val="#ppt_w"/>
                                          </p:val>
                                        </p:tav>
                                      </p:tavLst>
                                    </p:anim>
                                    <p:anim calcmode="lin" valueType="num">
                                      <p:cBhvr>
                                        <p:cTn id="27" dur="1000" fill="hold"/>
                                        <p:tgtEl>
                                          <p:spTgt spid="156691"/>
                                        </p:tgtEl>
                                        <p:attrNameLst>
                                          <p:attrName>ppt_h</p:attrName>
                                        </p:attrNameLst>
                                      </p:cBhvr>
                                      <p:tavLst>
                                        <p:tav tm="0">
                                          <p:val>
                                            <p:strVal val="#ppt_h"/>
                                          </p:val>
                                        </p:tav>
                                        <p:tav tm="100000">
                                          <p:val>
                                            <p:strVal val="#ppt_h"/>
                                          </p:val>
                                        </p:tav>
                                      </p:tavLst>
                                    </p:anim>
                                    <p:animEffect transition="in" filter="fade">
                                      <p:cBhvr>
                                        <p:cTn id="28" dur="1000"/>
                                        <p:tgtEl>
                                          <p:spTgt spid="156691"/>
                                        </p:tgtEl>
                                      </p:cBhvr>
                                    </p:animEffect>
                                  </p:childTnLst>
                                </p:cTn>
                              </p:par>
                            </p:childTnLst>
                          </p:cTn>
                        </p:par>
                      </p:childTnLst>
                    </p:cTn>
                  </p:par>
                  <p:par>
                    <p:cTn id="29" fill="hold">
                      <p:stCondLst>
                        <p:cond delay="indefinite"/>
                      </p:stCondLst>
                      <p:childTnLst>
                        <p:par>
                          <p:cTn id="30" fill="hold">
                            <p:stCondLst>
                              <p:cond delay="0"/>
                            </p:stCondLst>
                            <p:childTnLst>
                              <p:par>
                                <p:cTn id="31" presetID="55" presetClass="entr" presetSubtype="0" fill="hold" nodeType="clickEffect">
                                  <p:stCondLst>
                                    <p:cond delay="0"/>
                                  </p:stCondLst>
                                  <p:childTnLst>
                                    <p:set>
                                      <p:cBhvr>
                                        <p:cTn id="32" dur="1" fill="hold">
                                          <p:stCondLst>
                                            <p:cond delay="0"/>
                                          </p:stCondLst>
                                        </p:cTn>
                                        <p:tgtEl>
                                          <p:spTgt spid="156692"/>
                                        </p:tgtEl>
                                        <p:attrNameLst>
                                          <p:attrName>style.visibility</p:attrName>
                                        </p:attrNameLst>
                                      </p:cBhvr>
                                      <p:to>
                                        <p:strVal val="visible"/>
                                      </p:to>
                                    </p:set>
                                    <p:anim calcmode="lin" valueType="num">
                                      <p:cBhvr>
                                        <p:cTn id="33" dur="1000" fill="hold"/>
                                        <p:tgtEl>
                                          <p:spTgt spid="156692"/>
                                        </p:tgtEl>
                                        <p:attrNameLst>
                                          <p:attrName>ppt_w</p:attrName>
                                        </p:attrNameLst>
                                      </p:cBhvr>
                                      <p:tavLst>
                                        <p:tav tm="0">
                                          <p:val>
                                            <p:strVal val="#ppt_w*0.70"/>
                                          </p:val>
                                        </p:tav>
                                        <p:tav tm="100000">
                                          <p:val>
                                            <p:strVal val="#ppt_w"/>
                                          </p:val>
                                        </p:tav>
                                      </p:tavLst>
                                    </p:anim>
                                    <p:anim calcmode="lin" valueType="num">
                                      <p:cBhvr>
                                        <p:cTn id="34" dur="1000" fill="hold"/>
                                        <p:tgtEl>
                                          <p:spTgt spid="156692"/>
                                        </p:tgtEl>
                                        <p:attrNameLst>
                                          <p:attrName>ppt_h</p:attrName>
                                        </p:attrNameLst>
                                      </p:cBhvr>
                                      <p:tavLst>
                                        <p:tav tm="0">
                                          <p:val>
                                            <p:strVal val="#ppt_h"/>
                                          </p:val>
                                        </p:tav>
                                        <p:tav tm="100000">
                                          <p:val>
                                            <p:strVal val="#ppt_h"/>
                                          </p:val>
                                        </p:tav>
                                      </p:tavLst>
                                    </p:anim>
                                    <p:animEffect transition="in" filter="fade">
                                      <p:cBhvr>
                                        <p:cTn id="35" dur="1000"/>
                                        <p:tgtEl>
                                          <p:spTgt spid="156692"/>
                                        </p:tgtEl>
                                      </p:cBhvr>
                                    </p:animEffect>
                                  </p:childTnLst>
                                </p:cTn>
                              </p:par>
                            </p:childTnLst>
                          </p:cTn>
                        </p:par>
                        <p:par>
                          <p:cTn id="36" fill="hold">
                            <p:stCondLst>
                              <p:cond delay="1000"/>
                            </p:stCondLst>
                            <p:childTnLst>
                              <p:par>
                                <p:cTn id="37" presetID="55" presetClass="entr" presetSubtype="0" fill="hold" nodeType="afterEffect">
                                  <p:stCondLst>
                                    <p:cond delay="0"/>
                                  </p:stCondLst>
                                  <p:childTnLst>
                                    <p:set>
                                      <p:cBhvr>
                                        <p:cTn id="38" dur="1" fill="hold">
                                          <p:stCondLst>
                                            <p:cond delay="0"/>
                                          </p:stCondLst>
                                        </p:cTn>
                                        <p:tgtEl>
                                          <p:spTgt spid="156686"/>
                                        </p:tgtEl>
                                        <p:attrNameLst>
                                          <p:attrName>style.visibility</p:attrName>
                                        </p:attrNameLst>
                                      </p:cBhvr>
                                      <p:to>
                                        <p:strVal val="visible"/>
                                      </p:to>
                                    </p:set>
                                    <p:anim calcmode="lin" valueType="num">
                                      <p:cBhvr>
                                        <p:cTn id="39" dur="1000" fill="hold"/>
                                        <p:tgtEl>
                                          <p:spTgt spid="156686"/>
                                        </p:tgtEl>
                                        <p:attrNameLst>
                                          <p:attrName>ppt_w</p:attrName>
                                        </p:attrNameLst>
                                      </p:cBhvr>
                                      <p:tavLst>
                                        <p:tav tm="0">
                                          <p:val>
                                            <p:strVal val="#ppt_w*0.70"/>
                                          </p:val>
                                        </p:tav>
                                        <p:tav tm="100000">
                                          <p:val>
                                            <p:strVal val="#ppt_w"/>
                                          </p:val>
                                        </p:tav>
                                      </p:tavLst>
                                    </p:anim>
                                    <p:anim calcmode="lin" valueType="num">
                                      <p:cBhvr>
                                        <p:cTn id="40" dur="1000" fill="hold"/>
                                        <p:tgtEl>
                                          <p:spTgt spid="156686"/>
                                        </p:tgtEl>
                                        <p:attrNameLst>
                                          <p:attrName>ppt_h</p:attrName>
                                        </p:attrNameLst>
                                      </p:cBhvr>
                                      <p:tavLst>
                                        <p:tav tm="0">
                                          <p:val>
                                            <p:strVal val="#ppt_h"/>
                                          </p:val>
                                        </p:tav>
                                        <p:tav tm="100000">
                                          <p:val>
                                            <p:strVal val="#ppt_h"/>
                                          </p:val>
                                        </p:tav>
                                      </p:tavLst>
                                    </p:anim>
                                    <p:animEffect transition="in" filter="fade">
                                      <p:cBhvr>
                                        <p:cTn id="41" dur="1000"/>
                                        <p:tgtEl>
                                          <p:spTgt spid="156686"/>
                                        </p:tgtEl>
                                      </p:cBhvr>
                                    </p:animEffect>
                                  </p:childTnLst>
                                </p:cTn>
                              </p:par>
                            </p:childTnLst>
                          </p:cTn>
                        </p:par>
                      </p:childTnLst>
                    </p:cTn>
                  </p:par>
                  <p:par>
                    <p:cTn id="42" fill="hold">
                      <p:stCondLst>
                        <p:cond delay="indefinite"/>
                      </p:stCondLst>
                      <p:childTnLst>
                        <p:par>
                          <p:cTn id="43" fill="hold">
                            <p:stCondLst>
                              <p:cond delay="0"/>
                            </p:stCondLst>
                            <p:childTnLst>
                              <p:par>
                                <p:cTn id="44" presetID="55" presetClass="entr" presetSubtype="0" fill="hold" nodeType="clickEffect">
                                  <p:stCondLst>
                                    <p:cond delay="0"/>
                                  </p:stCondLst>
                                  <p:childTnLst>
                                    <p:set>
                                      <p:cBhvr>
                                        <p:cTn id="45" dur="1" fill="hold">
                                          <p:stCondLst>
                                            <p:cond delay="0"/>
                                          </p:stCondLst>
                                        </p:cTn>
                                        <p:tgtEl>
                                          <p:spTgt spid="156693"/>
                                        </p:tgtEl>
                                        <p:attrNameLst>
                                          <p:attrName>style.visibility</p:attrName>
                                        </p:attrNameLst>
                                      </p:cBhvr>
                                      <p:to>
                                        <p:strVal val="visible"/>
                                      </p:to>
                                    </p:set>
                                    <p:anim calcmode="lin" valueType="num">
                                      <p:cBhvr>
                                        <p:cTn id="46" dur="1000" fill="hold"/>
                                        <p:tgtEl>
                                          <p:spTgt spid="156693"/>
                                        </p:tgtEl>
                                        <p:attrNameLst>
                                          <p:attrName>ppt_w</p:attrName>
                                        </p:attrNameLst>
                                      </p:cBhvr>
                                      <p:tavLst>
                                        <p:tav tm="0">
                                          <p:val>
                                            <p:strVal val="#ppt_w*0.70"/>
                                          </p:val>
                                        </p:tav>
                                        <p:tav tm="100000">
                                          <p:val>
                                            <p:strVal val="#ppt_w"/>
                                          </p:val>
                                        </p:tav>
                                      </p:tavLst>
                                    </p:anim>
                                    <p:anim calcmode="lin" valueType="num">
                                      <p:cBhvr>
                                        <p:cTn id="47" dur="1000" fill="hold"/>
                                        <p:tgtEl>
                                          <p:spTgt spid="156693"/>
                                        </p:tgtEl>
                                        <p:attrNameLst>
                                          <p:attrName>ppt_h</p:attrName>
                                        </p:attrNameLst>
                                      </p:cBhvr>
                                      <p:tavLst>
                                        <p:tav tm="0">
                                          <p:val>
                                            <p:strVal val="#ppt_h"/>
                                          </p:val>
                                        </p:tav>
                                        <p:tav tm="100000">
                                          <p:val>
                                            <p:strVal val="#ppt_h"/>
                                          </p:val>
                                        </p:tav>
                                      </p:tavLst>
                                    </p:anim>
                                    <p:animEffect transition="in" filter="fade">
                                      <p:cBhvr>
                                        <p:cTn id="48" dur="1000"/>
                                        <p:tgtEl>
                                          <p:spTgt spid="156693"/>
                                        </p:tgtEl>
                                      </p:cBhvr>
                                    </p:animEffect>
                                  </p:childTnLst>
                                </p:cTn>
                              </p:par>
                            </p:childTnLst>
                          </p:cTn>
                        </p:par>
                        <p:par>
                          <p:cTn id="49" fill="hold">
                            <p:stCondLst>
                              <p:cond delay="1000"/>
                            </p:stCondLst>
                            <p:childTnLst>
                              <p:par>
                                <p:cTn id="50" presetID="55" presetClass="entr" presetSubtype="0" fill="hold" grpId="0" nodeType="afterEffect">
                                  <p:stCondLst>
                                    <p:cond delay="0"/>
                                  </p:stCondLst>
                                  <p:childTnLst>
                                    <p:set>
                                      <p:cBhvr>
                                        <p:cTn id="51" dur="1" fill="hold">
                                          <p:stCondLst>
                                            <p:cond delay="0"/>
                                          </p:stCondLst>
                                        </p:cTn>
                                        <p:tgtEl>
                                          <p:spTgt spid="466960"/>
                                        </p:tgtEl>
                                        <p:attrNameLst>
                                          <p:attrName>style.visibility</p:attrName>
                                        </p:attrNameLst>
                                      </p:cBhvr>
                                      <p:to>
                                        <p:strVal val="visible"/>
                                      </p:to>
                                    </p:set>
                                    <p:anim calcmode="lin" valueType="num">
                                      <p:cBhvr>
                                        <p:cTn id="52" dur="1000" fill="hold"/>
                                        <p:tgtEl>
                                          <p:spTgt spid="466960"/>
                                        </p:tgtEl>
                                        <p:attrNameLst>
                                          <p:attrName>ppt_w</p:attrName>
                                        </p:attrNameLst>
                                      </p:cBhvr>
                                      <p:tavLst>
                                        <p:tav tm="0">
                                          <p:val>
                                            <p:strVal val="#ppt_w*0.70"/>
                                          </p:val>
                                        </p:tav>
                                        <p:tav tm="100000">
                                          <p:val>
                                            <p:strVal val="#ppt_w"/>
                                          </p:val>
                                        </p:tav>
                                      </p:tavLst>
                                    </p:anim>
                                    <p:anim calcmode="lin" valueType="num">
                                      <p:cBhvr>
                                        <p:cTn id="53" dur="1000" fill="hold"/>
                                        <p:tgtEl>
                                          <p:spTgt spid="466960"/>
                                        </p:tgtEl>
                                        <p:attrNameLst>
                                          <p:attrName>ppt_h</p:attrName>
                                        </p:attrNameLst>
                                      </p:cBhvr>
                                      <p:tavLst>
                                        <p:tav tm="0">
                                          <p:val>
                                            <p:strVal val="#ppt_h"/>
                                          </p:val>
                                        </p:tav>
                                        <p:tav tm="100000">
                                          <p:val>
                                            <p:strVal val="#ppt_h"/>
                                          </p:val>
                                        </p:tav>
                                      </p:tavLst>
                                    </p:anim>
                                    <p:animEffect transition="in" filter="fade">
                                      <p:cBhvr>
                                        <p:cTn id="54" dur="1000"/>
                                        <p:tgtEl>
                                          <p:spTgt spid="466960"/>
                                        </p:tgtEl>
                                      </p:cBhvr>
                                    </p:animEffect>
                                  </p:childTnLst>
                                </p:cTn>
                              </p:par>
                            </p:childTnLst>
                          </p:cTn>
                        </p:par>
                        <p:par>
                          <p:cTn id="55" fill="hold">
                            <p:stCondLst>
                              <p:cond delay="2000"/>
                            </p:stCondLst>
                            <p:childTnLst>
                              <p:par>
                                <p:cTn id="56" presetID="55" presetClass="entr" presetSubtype="0" fill="hold" nodeType="afterEffect">
                                  <p:stCondLst>
                                    <p:cond delay="0"/>
                                  </p:stCondLst>
                                  <p:childTnLst>
                                    <p:set>
                                      <p:cBhvr>
                                        <p:cTn id="57" dur="1" fill="hold">
                                          <p:stCondLst>
                                            <p:cond delay="0"/>
                                          </p:stCondLst>
                                        </p:cTn>
                                        <p:tgtEl>
                                          <p:spTgt spid="466961"/>
                                        </p:tgtEl>
                                        <p:attrNameLst>
                                          <p:attrName>style.visibility</p:attrName>
                                        </p:attrNameLst>
                                      </p:cBhvr>
                                      <p:to>
                                        <p:strVal val="visible"/>
                                      </p:to>
                                    </p:set>
                                    <p:anim calcmode="lin" valueType="num">
                                      <p:cBhvr>
                                        <p:cTn id="58" dur="1000" fill="hold"/>
                                        <p:tgtEl>
                                          <p:spTgt spid="466961"/>
                                        </p:tgtEl>
                                        <p:attrNameLst>
                                          <p:attrName>ppt_w</p:attrName>
                                        </p:attrNameLst>
                                      </p:cBhvr>
                                      <p:tavLst>
                                        <p:tav tm="0">
                                          <p:val>
                                            <p:strVal val="#ppt_w*0.70"/>
                                          </p:val>
                                        </p:tav>
                                        <p:tav tm="100000">
                                          <p:val>
                                            <p:strVal val="#ppt_w"/>
                                          </p:val>
                                        </p:tav>
                                      </p:tavLst>
                                    </p:anim>
                                    <p:anim calcmode="lin" valueType="num">
                                      <p:cBhvr>
                                        <p:cTn id="59" dur="1000" fill="hold"/>
                                        <p:tgtEl>
                                          <p:spTgt spid="466961"/>
                                        </p:tgtEl>
                                        <p:attrNameLst>
                                          <p:attrName>ppt_h</p:attrName>
                                        </p:attrNameLst>
                                      </p:cBhvr>
                                      <p:tavLst>
                                        <p:tav tm="0">
                                          <p:val>
                                            <p:strVal val="#ppt_h"/>
                                          </p:val>
                                        </p:tav>
                                        <p:tav tm="100000">
                                          <p:val>
                                            <p:strVal val="#ppt_h"/>
                                          </p:val>
                                        </p:tav>
                                      </p:tavLst>
                                    </p:anim>
                                    <p:animEffect transition="in" filter="fade">
                                      <p:cBhvr>
                                        <p:cTn id="60" dur="1000"/>
                                        <p:tgtEl>
                                          <p:spTgt spid="466961"/>
                                        </p:tgtEl>
                                      </p:cBhvr>
                                    </p:animEffect>
                                  </p:childTnLst>
                                </p:cTn>
                              </p:par>
                            </p:childTnLst>
                          </p:cTn>
                        </p:par>
                      </p:childTnLst>
                    </p:cTn>
                  </p:par>
                  <p:par>
                    <p:cTn id="61" fill="hold">
                      <p:stCondLst>
                        <p:cond delay="indefinite"/>
                      </p:stCondLst>
                      <p:childTnLst>
                        <p:par>
                          <p:cTn id="62" fill="hold">
                            <p:stCondLst>
                              <p:cond delay="0"/>
                            </p:stCondLst>
                            <p:childTnLst>
                              <p:par>
                                <p:cTn id="63" presetID="55" presetClass="entr" presetSubtype="0" fill="hold" nodeType="clickEffect">
                                  <p:stCondLst>
                                    <p:cond delay="0"/>
                                  </p:stCondLst>
                                  <p:childTnLst>
                                    <p:set>
                                      <p:cBhvr>
                                        <p:cTn id="64" dur="1" fill="hold">
                                          <p:stCondLst>
                                            <p:cond delay="0"/>
                                          </p:stCondLst>
                                        </p:cTn>
                                        <p:tgtEl>
                                          <p:spTgt spid="156687"/>
                                        </p:tgtEl>
                                        <p:attrNameLst>
                                          <p:attrName>style.visibility</p:attrName>
                                        </p:attrNameLst>
                                      </p:cBhvr>
                                      <p:to>
                                        <p:strVal val="visible"/>
                                      </p:to>
                                    </p:set>
                                    <p:anim calcmode="lin" valueType="num">
                                      <p:cBhvr>
                                        <p:cTn id="65" dur="1000" fill="hold"/>
                                        <p:tgtEl>
                                          <p:spTgt spid="156687"/>
                                        </p:tgtEl>
                                        <p:attrNameLst>
                                          <p:attrName>ppt_w</p:attrName>
                                        </p:attrNameLst>
                                      </p:cBhvr>
                                      <p:tavLst>
                                        <p:tav tm="0">
                                          <p:val>
                                            <p:strVal val="#ppt_w*0.70"/>
                                          </p:val>
                                        </p:tav>
                                        <p:tav tm="100000">
                                          <p:val>
                                            <p:strVal val="#ppt_w"/>
                                          </p:val>
                                        </p:tav>
                                      </p:tavLst>
                                    </p:anim>
                                    <p:anim calcmode="lin" valueType="num">
                                      <p:cBhvr>
                                        <p:cTn id="66" dur="1000" fill="hold"/>
                                        <p:tgtEl>
                                          <p:spTgt spid="156687"/>
                                        </p:tgtEl>
                                        <p:attrNameLst>
                                          <p:attrName>ppt_h</p:attrName>
                                        </p:attrNameLst>
                                      </p:cBhvr>
                                      <p:tavLst>
                                        <p:tav tm="0">
                                          <p:val>
                                            <p:strVal val="#ppt_h"/>
                                          </p:val>
                                        </p:tav>
                                        <p:tav tm="100000">
                                          <p:val>
                                            <p:strVal val="#ppt_h"/>
                                          </p:val>
                                        </p:tav>
                                      </p:tavLst>
                                    </p:anim>
                                    <p:animEffect transition="in" filter="fade">
                                      <p:cBhvr>
                                        <p:cTn id="67" dur="1000"/>
                                        <p:tgtEl>
                                          <p:spTgt spid="15668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6960" grpId="0"/>
    </p:bld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4"/>
          <p:cNvSpPr>
            <a:spLocks noGrp="1" noChangeArrowheads="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a:spcBef>
                <a:spcPct val="0"/>
              </a:spcBef>
              <a:buFontTx/>
              <a:buNone/>
            </a:pPr>
            <a:fld id="{DFCF825A-A479-442C-87A1-C16B71CD85ED}" type="datetime1">
              <a:rPr kumimoji="0" lang="zh-CN" altLang="en-US" sz="1200" smtClean="0">
                <a:solidFill>
                  <a:srgbClr val="000000"/>
                </a:solidFill>
                <a:ea typeface="宋体" panose="02010600030101010101" pitchFamily="2" charset="-122"/>
              </a:rPr>
            </a:fld>
            <a:endParaRPr kumimoji="0" lang="en-US" altLang="zh-CN" sz="1200">
              <a:solidFill>
                <a:srgbClr val="000000"/>
              </a:solidFill>
              <a:ea typeface="宋体" panose="02010600030101010101" pitchFamily="2" charset="-122"/>
            </a:endParaRPr>
          </a:p>
        </p:txBody>
      </p:sp>
      <p:sp>
        <p:nvSpPr>
          <p:cNvPr id="419842" name="Rectangle 2"/>
          <p:cNvSpPr>
            <a:spLocks noGrp="1" noChangeArrowheads="1"/>
          </p:cNvSpPr>
          <p:nvPr>
            <p:ph type="title"/>
          </p:nvPr>
        </p:nvSpPr>
        <p:spPr>
          <a:xfrm>
            <a:off x="620713" y="74613"/>
            <a:ext cx="6523037" cy="693737"/>
          </a:xfrm>
          <a:solidFill>
            <a:schemeClr val="bg1"/>
          </a:solidFill>
          <a:effectLst>
            <a:outerShdw dist="35921" dir="2700000" algn="ctr" rotWithShape="0">
              <a:srgbClr val="000000">
                <a:alpha val="74997"/>
              </a:srgbClr>
            </a:outerShdw>
          </a:effectLst>
        </p:spPr>
        <p:txBody>
          <a:bodyPr/>
          <a:lstStyle/>
          <a:p>
            <a:pPr eaLnBrk="1" hangingPunct="1">
              <a:defRPr/>
            </a:pPr>
            <a:r>
              <a:rPr kumimoji="0" lang="en-US" altLang="zh-CN" sz="2800" b="1">
                <a:solidFill>
                  <a:schemeClr val="tx1"/>
                </a:solidFill>
                <a:effectLst>
                  <a:outerShdw blurRad="38100" dist="38100" dir="2700000" algn="tl">
                    <a:srgbClr val="000000"/>
                  </a:outerShdw>
                </a:effectLst>
              </a:rPr>
              <a:t>§5.7 </a:t>
            </a:r>
            <a:r>
              <a:rPr kumimoji="0" lang="zh-CN" altLang="en-US" sz="2800" b="1">
                <a:solidFill>
                  <a:schemeClr val="tx1"/>
                </a:solidFill>
                <a:effectLst>
                  <a:outerShdw blurRad="38100" dist="38100" dir="2700000" algn="tl">
                    <a:srgbClr val="000000"/>
                  </a:outerShdw>
                </a:effectLst>
              </a:rPr>
              <a:t>线性系统的拉普拉斯变换分析方法</a:t>
            </a:r>
            <a:endParaRPr kumimoji="0" lang="zh-CN" altLang="en-US" sz="2800" b="1">
              <a:solidFill>
                <a:schemeClr val="tx1"/>
              </a:solidFill>
              <a:effectLst>
                <a:outerShdw blurRad="38100" dist="38100" dir="2700000" algn="tl">
                  <a:srgbClr val="000000"/>
                </a:outerShdw>
              </a:effectLst>
            </a:endParaRPr>
          </a:p>
        </p:txBody>
      </p:sp>
      <p:sp>
        <p:nvSpPr>
          <p:cNvPr id="419845" name="Rectangle 5"/>
          <p:cNvSpPr>
            <a:spLocks noGrp="1" noChangeArrowheads="1"/>
          </p:cNvSpPr>
          <p:nvPr>
            <p:ph type="body" sz="half" idx="1"/>
          </p:nvPr>
        </p:nvSpPr>
        <p:spPr>
          <a:xfrm>
            <a:off x="827088" y="1052513"/>
            <a:ext cx="5976937" cy="1223962"/>
          </a:xfrm>
        </p:spPr>
        <p:txBody>
          <a:bodyPr/>
          <a:lstStyle/>
          <a:p>
            <a:pPr marL="609600" indent="-609600" eaLnBrk="1" hangingPunct="1">
              <a:buFontTx/>
              <a:buNone/>
              <a:defRPr/>
            </a:pPr>
            <a:r>
              <a:rPr kumimoji="0" lang="zh-CN" altLang="en-US" dirty="0">
                <a:solidFill>
                  <a:srgbClr val="FF0000"/>
                </a:solidFill>
              </a:rPr>
              <a:t>二、由电路求响应</a:t>
            </a:r>
            <a:endParaRPr kumimoji="0" lang="zh-CN" altLang="en-US" dirty="0">
              <a:solidFill>
                <a:srgbClr val="FF0000"/>
              </a:solidFill>
            </a:endParaRPr>
          </a:p>
          <a:p>
            <a:pPr marL="609600" indent="-609600" eaLnBrk="1" hangingPunct="1">
              <a:buFontTx/>
              <a:buNone/>
              <a:defRPr/>
            </a:pPr>
            <a:r>
              <a:rPr kumimoji="0" lang="en-US" altLang="zh-CN" dirty="0">
                <a:solidFill>
                  <a:srgbClr val="161616"/>
                </a:solidFill>
              </a:rPr>
              <a:t>    1</a:t>
            </a:r>
            <a:r>
              <a:rPr kumimoji="0" lang="zh-CN" altLang="en-US" dirty="0">
                <a:solidFill>
                  <a:srgbClr val="161616"/>
                </a:solidFill>
              </a:rPr>
              <a:t>、</a:t>
            </a:r>
            <a:r>
              <a:rPr kumimoji="0" lang="en-US" altLang="zh-CN" dirty="0">
                <a:solidFill>
                  <a:srgbClr val="161616"/>
                </a:solidFill>
              </a:rPr>
              <a:t>s</a:t>
            </a:r>
            <a:r>
              <a:rPr kumimoji="0" lang="zh-CN" altLang="en-US" dirty="0">
                <a:solidFill>
                  <a:srgbClr val="161616"/>
                </a:solidFill>
              </a:rPr>
              <a:t>域等效电路</a:t>
            </a:r>
            <a:endParaRPr kumimoji="0" lang="en-US" altLang="zh-CN" dirty="0">
              <a:solidFill>
                <a:srgbClr val="161616"/>
              </a:solidFill>
            </a:endParaRPr>
          </a:p>
        </p:txBody>
      </p:sp>
      <p:sp>
        <p:nvSpPr>
          <p:cNvPr id="2" name="Rectangle 5"/>
          <p:cNvSpPr>
            <a:spLocks noChangeArrowheads="1"/>
          </p:cNvSpPr>
          <p:nvPr/>
        </p:nvSpPr>
        <p:spPr bwMode="auto">
          <a:xfrm>
            <a:off x="1763688" y="2636912"/>
            <a:ext cx="5905500" cy="1252537"/>
          </a:xfrm>
          <a:prstGeom prst="rect">
            <a:avLst/>
          </a:prstGeom>
          <a:noFill/>
          <a:ln>
            <a:noFill/>
          </a:ln>
        </p:spPr>
        <p:txBody>
          <a:bodyPr/>
          <a:lstStyle/>
          <a:p>
            <a:pPr marL="609600" indent="-609600" eaLnBrk="1" hangingPunct="1">
              <a:spcBef>
                <a:spcPct val="20000"/>
              </a:spcBef>
              <a:defRPr/>
            </a:pPr>
            <a:r>
              <a:rPr lang="en-US" altLang="zh-CN" sz="3200" b="0">
                <a:solidFill>
                  <a:srgbClr val="161616"/>
                </a:solidFill>
                <a:effectLst>
                  <a:outerShdw blurRad="38100" dist="38100" dir="2700000" algn="tl">
                    <a:srgbClr val="C0C0C0"/>
                  </a:outerShdw>
                </a:effectLst>
                <a:ea typeface="华文中宋" panose="02010600040101010101" charset="-122"/>
              </a:rPr>
              <a:t>1</a:t>
            </a:r>
            <a:r>
              <a:rPr lang="zh-CN" altLang="en-US" sz="3200" b="0">
                <a:solidFill>
                  <a:srgbClr val="161616"/>
                </a:solidFill>
                <a:effectLst>
                  <a:outerShdw blurRad="38100" dist="38100" dir="2700000" algn="tl">
                    <a:srgbClr val="C0C0C0"/>
                  </a:outerShdw>
                </a:effectLst>
                <a:ea typeface="华文中宋" panose="02010600040101010101" charset="-122"/>
              </a:rPr>
              <a:t>）元件→</a:t>
            </a:r>
            <a:r>
              <a:rPr lang="en-US" altLang="zh-CN" sz="3200" b="0">
                <a:solidFill>
                  <a:srgbClr val="161616"/>
                </a:solidFill>
                <a:effectLst>
                  <a:outerShdw blurRad="38100" dist="38100" dir="2700000" algn="tl">
                    <a:srgbClr val="C0C0C0"/>
                  </a:outerShdw>
                </a:effectLst>
                <a:ea typeface="华文中宋" panose="02010600040101010101" charset="-122"/>
              </a:rPr>
              <a:t>s</a:t>
            </a:r>
            <a:r>
              <a:rPr lang="zh-CN" altLang="en-US" sz="3200" b="0">
                <a:solidFill>
                  <a:srgbClr val="161616"/>
                </a:solidFill>
                <a:effectLst>
                  <a:outerShdw blurRad="38100" dist="38100" dir="2700000" algn="tl">
                    <a:srgbClr val="C0C0C0"/>
                  </a:outerShdw>
                </a:effectLst>
                <a:ea typeface="华文中宋" panose="02010600040101010101" charset="-122"/>
              </a:rPr>
              <a:t>域运算阻抗</a:t>
            </a:r>
            <a:endParaRPr lang="zh-CN" altLang="en-US" sz="3200" b="0">
              <a:solidFill>
                <a:srgbClr val="161616"/>
              </a:solidFill>
              <a:effectLst>
                <a:outerShdw blurRad="38100" dist="38100" dir="2700000" algn="tl">
                  <a:srgbClr val="C0C0C0"/>
                </a:outerShdw>
              </a:effectLst>
              <a:ea typeface="华文中宋" panose="02010600040101010101" charset="-122"/>
            </a:endParaRPr>
          </a:p>
          <a:p>
            <a:pPr marL="609600" indent="-609600" eaLnBrk="1" hangingPunct="1">
              <a:spcBef>
                <a:spcPct val="20000"/>
              </a:spcBef>
              <a:defRPr/>
            </a:pPr>
            <a:r>
              <a:rPr lang="zh-CN" altLang="en-US" sz="3200" b="0">
                <a:solidFill>
                  <a:srgbClr val="161616"/>
                </a:solidFill>
                <a:effectLst>
                  <a:outerShdw blurRad="38100" dist="38100" dir="2700000" algn="tl">
                    <a:srgbClr val="C0C0C0"/>
                  </a:outerShdw>
                </a:effectLst>
                <a:ea typeface="华文中宋" panose="02010600040101010101" charset="-122"/>
              </a:rPr>
              <a:t>         </a:t>
            </a:r>
            <a:r>
              <a:rPr lang="en-US" altLang="zh-CN" sz="3200" b="0">
                <a:solidFill>
                  <a:srgbClr val="161616"/>
                </a:solidFill>
                <a:effectLst>
                  <a:outerShdw blurRad="38100" dist="38100" dir="2700000" algn="tl">
                    <a:srgbClr val="C0C0C0"/>
                  </a:outerShdw>
                </a:effectLst>
                <a:ea typeface="华文中宋" panose="02010600040101010101" charset="-122"/>
              </a:rPr>
              <a:t>R</a:t>
            </a:r>
            <a:r>
              <a:rPr lang="zh-CN" altLang="en-US" sz="3200" b="0">
                <a:solidFill>
                  <a:srgbClr val="161616"/>
                </a:solidFill>
                <a:effectLst>
                  <a:outerShdw blurRad="38100" dist="38100" dir="2700000" algn="tl">
                    <a:srgbClr val="C0C0C0"/>
                  </a:outerShdw>
                </a:effectLst>
                <a:ea typeface="华文中宋" panose="02010600040101010101" charset="-122"/>
              </a:rPr>
              <a:t>，</a:t>
            </a:r>
            <a:r>
              <a:rPr lang="en-US" altLang="zh-CN" sz="3200" b="0">
                <a:solidFill>
                  <a:srgbClr val="161616"/>
                </a:solidFill>
                <a:effectLst>
                  <a:outerShdw blurRad="38100" dist="38100" dir="2700000" algn="tl">
                    <a:srgbClr val="C0C0C0"/>
                  </a:outerShdw>
                </a:effectLst>
                <a:ea typeface="华文中宋" panose="02010600040101010101" charset="-122"/>
              </a:rPr>
              <a:t>L</a:t>
            </a:r>
            <a:r>
              <a:rPr lang="zh-CN" altLang="en-US" sz="3200" b="0">
                <a:solidFill>
                  <a:srgbClr val="161616"/>
                </a:solidFill>
                <a:effectLst>
                  <a:outerShdw blurRad="38100" dist="38100" dir="2700000" algn="tl">
                    <a:srgbClr val="C0C0C0"/>
                  </a:outerShdw>
                </a:effectLst>
                <a:ea typeface="华文中宋" panose="02010600040101010101" charset="-122"/>
              </a:rPr>
              <a:t>，</a:t>
            </a:r>
            <a:r>
              <a:rPr lang="en-US" altLang="zh-CN" sz="3200" b="0">
                <a:solidFill>
                  <a:srgbClr val="161616"/>
                </a:solidFill>
                <a:effectLst>
                  <a:outerShdw blurRad="38100" dist="38100" dir="2700000" algn="tl">
                    <a:srgbClr val="C0C0C0"/>
                  </a:outerShdw>
                </a:effectLst>
                <a:ea typeface="华文中宋" panose="02010600040101010101" charset="-122"/>
              </a:rPr>
              <a:t>C → </a:t>
            </a:r>
            <a:r>
              <a:rPr lang="en-US" altLang="zh-CN" sz="3200" b="0">
                <a:solidFill>
                  <a:srgbClr val="FF0000"/>
                </a:solidFill>
                <a:effectLst>
                  <a:outerShdw blurRad="38100" dist="38100" dir="2700000" algn="tl">
                    <a:srgbClr val="C0C0C0"/>
                  </a:outerShdw>
                </a:effectLst>
                <a:ea typeface="华文中宋" panose="02010600040101010101" charset="-122"/>
              </a:rPr>
              <a:t>R</a:t>
            </a:r>
            <a:r>
              <a:rPr lang="zh-CN" altLang="en-US" sz="3200" b="0">
                <a:solidFill>
                  <a:srgbClr val="FF0000"/>
                </a:solidFill>
                <a:effectLst>
                  <a:outerShdw blurRad="38100" dist="38100" dir="2700000" algn="tl">
                    <a:srgbClr val="C0C0C0"/>
                  </a:outerShdw>
                </a:effectLst>
                <a:ea typeface="华文中宋" panose="02010600040101010101" charset="-122"/>
              </a:rPr>
              <a:t>，</a:t>
            </a:r>
            <a:r>
              <a:rPr lang="en-US" altLang="zh-CN" sz="3200" b="0">
                <a:solidFill>
                  <a:srgbClr val="FF0000"/>
                </a:solidFill>
                <a:effectLst>
                  <a:outerShdw blurRad="38100" dist="38100" dir="2700000" algn="tl">
                    <a:srgbClr val="C0C0C0"/>
                  </a:outerShdw>
                </a:effectLst>
                <a:ea typeface="华文中宋" panose="02010600040101010101" charset="-122"/>
              </a:rPr>
              <a:t>sL, 1/sC</a:t>
            </a:r>
            <a:endParaRPr lang="en-US" altLang="zh-CN" sz="3200" b="0">
              <a:solidFill>
                <a:srgbClr val="FF0000"/>
              </a:solidFill>
              <a:effectLst>
                <a:outerShdw blurRad="38100" dist="38100" dir="2700000" algn="tl">
                  <a:srgbClr val="C0C0C0"/>
                </a:outerShdw>
              </a:effectLst>
              <a:ea typeface="华文中宋" panose="02010600040101010101" charset="-122"/>
            </a:endParaRPr>
          </a:p>
        </p:txBody>
      </p:sp>
      <p:sp>
        <p:nvSpPr>
          <p:cNvPr id="3" name="Rectangle 5"/>
          <p:cNvSpPr>
            <a:spLocks noChangeArrowheads="1"/>
          </p:cNvSpPr>
          <p:nvPr/>
        </p:nvSpPr>
        <p:spPr bwMode="auto">
          <a:xfrm>
            <a:off x="1836439" y="4493387"/>
            <a:ext cx="5903913" cy="1295400"/>
          </a:xfrm>
          <a:prstGeom prst="rect">
            <a:avLst/>
          </a:prstGeom>
          <a:noFill/>
          <a:ln>
            <a:noFill/>
          </a:ln>
        </p:spPr>
        <p:txBody>
          <a:bodyPr/>
          <a:lstStyle/>
          <a:p>
            <a:pPr marL="609600" indent="-609600" eaLnBrk="1" hangingPunct="1">
              <a:spcBef>
                <a:spcPct val="20000"/>
              </a:spcBef>
              <a:defRPr/>
            </a:pPr>
            <a:r>
              <a:rPr lang="en-US" altLang="zh-CN" sz="3200" b="0" dirty="0">
                <a:solidFill>
                  <a:srgbClr val="161616"/>
                </a:solidFill>
                <a:effectLst>
                  <a:outerShdw blurRad="38100" dist="38100" dir="2700000" algn="tl">
                    <a:srgbClr val="C0C0C0"/>
                  </a:outerShdw>
                </a:effectLst>
                <a:ea typeface="华文中宋" panose="02010600040101010101" charset="-122"/>
              </a:rPr>
              <a:t>2)</a:t>
            </a:r>
            <a:r>
              <a:rPr lang="zh-CN" altLang="en-US" sz="3200" b="0" dirty="0">
                <a:solidFill>
                  <a:srgbClr val="161616"/>
                </a:solidFill>
                <a:effectLst>
                  <a:outerShdw blurRad="38100" dist="38100" dir="2700000" algn="tl">
                    <a:srgbClr val="C0C0C0"/>
                  </a:outerShdw>
                </a:effectLst>
                <a:ea typeface="华文中宋" panose="02010600040101010101" charset="-122"/>
              </a:rPr>
              <a:t>信号→象函数</a:t>
            </a:r>
            <a:endParaRPr lang="zh-CN" altLang="en-US" sz="3200" b="0" dirty="0">
              <a:solidFill>
                <a:srgbClr val="161616"/>
              </a:solidFill>
              <a:effectLst>
                <a:outerShdw blurRad="38100" dist="38100" dir="2700000" algn="tl">
                  <a:srgbClr val="C0C0C0"/>
                </a:outerShdw>
              </a:effectLst>
              <a:ea typeface="华文中宋" panose="02010600040101010101" charset="-122"/>
            </a:endParaRPr>
          </a:p>
          <a:p>
            <a:pPr marL="609600" indent="-609600" eaLnBrk="1" hangingPunct="1">
              <a:spcBef>
                <a:spcPct val="20000"/>
              </a:spcBef>
              <a:defRPr/>
            </a:pPr>
            <a:r>
              <a:rPr lang="zh-CN" altLang="en-US" sz="3200" b="0" dirty="0">
                <a:solidFill>
                  <a:srgbClr val="161616"/>
                </a:solidFill>
                <a:effectLst>
                  <a:outerShdw blurRad="38100" dist="38100" dir="2700000" algn="tl">
                    <a:srgbClr val="C0C0C0"/>
                  </a:outerShdw>
                </a:effectLst>
                <a:ea typeface="华文中宋" panose="02010600040101010101" charset="-122"/>
              </a:rPr>
              <a:t>          </a:t>
            </a:r>
            <a:r>
              <a:rPr lang="en-US" altLang="zh-CN" sz="3200" b="0" dirty="0" err="1">
                <a:solidFill>
                  <a:srgbClr val="161616"/>
                </a:solidFill>
                <a:effectLst>
                  <a:outerShdw blurRad="38100" dist="38100" dir="2700000" algn="tl">
                    <a:srgbClr val="C0C0C0"/>
                  </a:outerShdw>
                </a:effectLst>
                <a:ea typeface="华文中宋" panose="02010600040101010101" charset="-122"/>
              </a:rPr>
              <a:t>i</a:t>
            </a:r>
            <a:r>
              <a:rPr lang="en-US" altLang="zh-CN" sz="3200" b="0" dirty="0">
                <a:solidFill>
                  <a:srgbClr val="161616"/>
                </a:solidFill>
                <a:effectLst>
                  <a:outerShdw blurRad="38100" dist="38100" dir="2700000" algn="tl">
                    <a:srgbClr val="C0C0C0"/>
                  </a:outerShdw>
                </a:effectLst>
                <a:ea typeface="华文中宋" panose="02010600040101010101" charset="-122"/>
              </a:rPr>
              <a:t>(t)</a:t>
            </a:r>
            <a:r>
              <a:rPr lang="zh-CN" altLang="en-US" sz="3200" b="0" dirty="0">
                <a:solidFill>
                  <a:srgbClr val="161616"/>
                </a:solidFill>
                <a:effectLst>
                  <a:outerShdw blurRad="38100" dist="38100" dir="2700000" algn="tl">
                    <a:srgbClr val="C0C0C0"/>
                  </a:outerShdw>
                </a:effectLst>
                <a:ea typeface="华文中宋" panose="02010600040101010101" charset="-122"/>
              </a:rPr>
              <a:t>，</a:t>
            </a:r>
            <a:r>
              <a:rPr lang="en-US" altLang="zh-CN" sz="3200" b="0" dirty="0">
                <a:solidFill>
                  <a:srgbClr val="161616"/>
                </a:solidFill>
                <a:effectLst>
                  <a:outerShdw blurRad="38100" dist="38100" dir="2700000" algn="tl">
                    <a:srgbClr val="C0C0C0"/>
                  </a:outerShdw>
                </a:effectLst>
                <a:ea typeface="华文中宋" panose="02010600040101010101" charset="-122"/>
              </a:rPr>
              <a:t>u(t) →</a:t>
            </a:r>
            <a:r>
              <a:rPr lang="en-US" altLang="zh-CN" sz="3200" b="0" dirty="0">
                <a:solidFill>
                  <a:srgbClr val="FF0000"/>
                </a:solidFill>
                <a:effectLst>
                  <a:outerShdw blurRad="38100" dist="38100" dir="2700000" algn="tl">
                    <a:srgbClr val="C0C0C0"/>
                  </a:outerShdw>
                </a:effectLst>
                <a:ea typeface="华文中宋" panose="02010600040101010101" charset="-122"/>
              </a:rPr>
              <a:t>I(s)</a:t>
            </a:r>
            <a:r>
              <a:rPr lang="zh-CN" altLang="en-US" sz="3200" b="0" dirty="0">
                <a:solidFill>
                  <a:srgbClr val="FF0000"/>
                </a:solidFill>
                <a:effectLst>
                  <a:outerShdw blurRad="38100" dist="38100" dir="2700000" algn="tl">
                    <a:srgbClr val="C0C0C0"/>
                  </a:outerShdw>
                </a:effectLst>
                <a:ea typeface="华文中宋" panose="02010600040101010101" charset="-122"/>
              </a:rPr>
              <a:t>，</a:t>
            </a:r>
            <a:r>
              <a:rPr lang="en-US" altLang="zh-CN" sz="3200" b="0" dirty="0">
                <a:solidFill>
                  <a:srgbClr val="FF0000"/>
                </a:solidFill>
                <a:effectLst>
                  <a:outerShdw blurRad="38100" dist="38100" dir="2700000" algn="tl">
                    <a:srgbClr val="C0C0C0"/>
                  </a:outerShdw>
                </a:effectLst>
                <a:ea typeface="华文中宋" panose="02010600040101010101" charset="-122"/>
              </a:rPr>
              <a:t>U(s)</a:t>
            </a:r>
            <a:endParaRPr lang="en-US" altLang="zh-CN" sz="3200" b="0" dirty="0">
              <a:solidFill>
                <a:srgbClr val="FF0000"/>
              </a:solidFill>
              <a:effectLst>
                <a:outerShdw blurRad="38100" dist="38100" dir="2700000" algn="tl">
                  <a:srgbClr val="C0C0C0"/>
                </a:outerShdw>
              </a:effectLst>
              <a:ea typeface="华文中宋" panose="02010600040101010101" charset="-122"/>
            </a:endParaRPr>
          </a:p>
        </p:txBody>
      </p:sp>
      <p:sp>
        <p:nvSpPr>
          <p:cNvPr id="6" name="墨迹 5"/>
          <p:cNvSpPr/>
          <p:nvPr/>
        </p:nvSpPr>
        <p:spPr bwMode="auto">
          <a:xfrm>
            <a:off x="2431080" y="3144240"/>
            <a:ext cx="6101640" cy="2536920"/>
          </a:xfrm>
        </p:spPr>
      </p:sp>
    </p:spTree>
  </p:cSld>
  <p:clrMapOvr>
    <a:masterClrMapping/>
  </p:clrMapOvr>
  <mc:AlternateContent xmlns:mc="http://schemas.openxmlformats.org/markup-compatibility/2006">
    <mc:Choice xmlns:p14="http://schemas.microsoft.com/office/powerpoint/2010/main" Requires="p14">
      <p:transition spd="slow" p14:dur="2000" advTm="42369"/>
    </mc:Choice>
    <mc:Fallback>
      <p:transition spd="slow" advTm="42369"/>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nodeType="withEffect">
                                  <p:stCondLst>
                                    <p:cond delay="0"/>
                                  </p:stCondLst>
                                  <p:childTnLst>
                                    <p:set>
                                      <p:cBhvr>
                                        <p:cTn id="6" dur="1" fill="hold">
                                          <p:stCondLst>
                                            <p:cond delay="0"/>
                                          </p:stCondLst>
                                        </p:cTn>
                                        <p:tgtEl>
                                          <p:spTgt spid="6"/>
                                        </p:tgtEl>
                                        <p:attrNameLst>
                                          <p:attrName>style.visibility</p:attrName>
                                        </p:attrNameLst>
                                      </p:cBhvr>
                                      <p:to>
                                        <p:strVal val="visible"/>
                                      </p:to>
                                    </p:set>
                                    <p:cmd type="call" cmd="playFrom(0.0)">
                                      <p:cBhvr>
                                        <p:cTn id="7" dur="1"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4"/>
          <p:cNvSpPr>
            <a:spLocks noGrp="1" noChangeArrowheads="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a:spcBef>
                <a:spcPct val="0"/>
              </a:spcBef>
              <a:buFontTx/>
              <a:buNone/>
            </a:pPr>
            <a:fld id="{E2D9FE18-3284-4637-9D95-90C916C93B3B}" type="datetime1">
              <a:rPr kumimoji="0" lang="zh-CN" altLang="en-US" sz="1200" smtClean="0">
                <a:solidFill>
                  <a:srgbClr val="000000"/>
                </a:solidFill>
                <a:ea typeface="宋体" panose="02010600030101010101" pitchFamily="2" charset="-122"/>
              </a:rPr>
            </a:fld>
            <a:r>
              <a:rPr kumimoji="0" lang="zh-CN" altLang="en-US" sz="1200">
                <a:solidFill>
                  <a:srgbClr val="FF0000"/>
                </a:solidFill>
                <a:ea typeface="宋体" panose="02010600030101010101" pitchFamily="2" charset="-122"/>
              </a:rPr>
              <a:t>****</a:t>
            </a:r>
            <a:endParaRPr kumimoji="0" lang="en-US" altLang="zh-CN" sz="1200">
              <a:solidFill>
                <a:srgbClr val="FF0000"/>
              </a:solidFill>
              <a:ea typeface="宋体" panose="02010600030101010101" pitchFamily="2" charset="-122"/>
            </a:endParaRPr>
          </a:p>
        </p:txBody>
      </p:sp>
      <p:sp>
        <p:nvSpPr>
          <p:cNvPr id="90115" name="Rectangle 2"/>
          <p:cNvSpPr>
            <a:spLocks noChangeArrowheads="1"/>
          </p:cNvSpPr>
          <p:nvPr/>
        </p:nvSpPr>
        <p:spPr bwMode="auto">
          <a:xfrm>
            <a:off x="3371850" y="3076575"/>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spcBef>
                <a:spcPct val="0"/>
              </a:spcBef>
              <a:buFontTx/>
              <a:buNone/>
            </a:pPr>
            <a:endParaRPr kumimoji="0" lang="zh-CN" altLang="en-US" sz="1800">
              <a:ea typeface="宋体" panose="02010600030101010101" pitchFamily="2" charset="-122"/>
            </a:endParaRPr>
          </a:p>
        </p:txBody>
      </p:sp>
      <p:graphicFrame>
        <p:nvGraphicFramePr>
          <p:cNvPr id="68615" name="Object 7"/>
          <p:cNvGraphicFramePr>
            <a:graphicFrameLocks noChangeAspect="1"/>
          </p:cNvGraphicFramePr>
          <p:nvPr/>
        </p:nvGraphicFramePr>
        <p:xfrm>
          <a:off x="5219700" y="908050"/>
          <a:ext cx="3381375" cy="1639888"/>
        </p:xfrm>
        <a:graphic>
          <a:graphicData uri="http://schemas.openxmlformats.org/presentationml/2006/ole">
            <mc:AlternateContent xmlns:mc="http://schemas.openxmlformats.org/markup-compatibility/2006">
              <mc:Choice xmlns:v="urn:schemas-microsoft-com:vml" Requires="v">
                <p:oleObj spid="_x0000_s2" name="公式" r:id="rId1" imgW="1307465" imgH="635000" progId="Equation.3">
                  <p:embed/>
                </p:oleObj>
              </mc:Choice>
              <mc:Fallback>
                <p:oleObj name="公式" r:id="rId1" imgW="1307465" imgH="635000" progId="Equation.3">
                  <p:embed/>
                  <p:pic>
                    <p:nvPicPr>
                      <p:cNvPr id="0" name="Object 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19700" y="908050"/>
                        <a:ext cx="3381375" cy="1639888"/>
                      </a:xfrm>
                      <a:prstGeom prst="rect">
                        <a:avLst/>
                      </a:prstGeom>
                      <a:solidFill>
                        <a:schemeClr val="tx1"/>
                      </a:solidFill>
                      <a:ln w="9525">
                        <a:solidFill>
                          <a:srgbClr val="C0C0C0"/>
                        </a:solidFill>
                        <a:miter lim="800000"/>
                        <a:headEnd/>
                        <a:tailEnd/>
                      </a:ln>
                      <a:effectLst>
                        <a:outerShdw dist="35921" dir="2700000" algn="ctr" rotWithShape="0">
                          <a:schemeClr val="bg2">
                            <a:alpha val="74997"/>
                          </a:schemeClr>
                        </a:outerShdw>
                      </a:effectLst>
                    </p:spPr>
                  </p:pic>
                </p:oleObj>
              </mc:Fallback>
            </mc:AlternateContent>
          </a:graphicData>
        </a:graphic>
      </p:graphicFrame>
      <p:sp>
        <p:nvSpPr>
          <p:cNvPr id="419842" name="Rectangle 2"/>
          <p:cNvSpPr>
            <a:spLocks noChangeArrowheads="1"/>
          </p:cNvSpPr>
          <p:nvPr/>
        </p:nvSpPr>
        <p:spPr bwMode="auto">
          <a:xfrm>
            <a:off x="620713" y="74613"/>
            <a:ext cx="6523037" cy="693737"/>
          </a:xfrm>
          <a:prstGeom prst="rect">
            <a:avLst/>
          </a:prstGeom>
          <a:solidFill>
            <a:schemeClr val="bg1"/>
          </a:solidFill>
          <a:ln>
            <a:noFill/>
          </a:ln>
          <a:effectLst>
            <a:outerShdw blurRad="63500" dist="38099" dir="2700000" algn="ctr" rotWithShape="0">
              <a:srgbClr val="000000">
                <a:alpha val="74998"/>
              </a:srgbClr>
            </a:outerShdw>
          </a:effectLst>
        </p:spPr>
        <p:txBody>
          <a:bodyPr anchor="ctr"/>
          <a:lstStyle/>
          <a:p>
            <a:pPr algn="ctr" eaLnBrk="1" hangingPunct="1">
              <a:defRPr/>
            </a:pPr>
            <a:r>
              <a:rPr lang="en-US" altLang="zh-CN" sz="2800">
                <a:effectLst>
                  <a:outerShdw blurRad="38100" dist="38100" dir="2700000" algn="tl">
                    <a:srgbClr val="000000"/>
                  </a:outerShdw>
                </a:effectLst>
                <a:ea typeface="黑体" panose="02010609060101010101" charset="-122"/>
              </a:rPr>
              <a:t>§5.7 </a:t>
            </a:r>
            <a:r>
              <a:rPr lang="zh-CN" altLang="en-US" sz="2800">
                <a:effectLst>
                  <a:outerShdw blurRad="38100" dist="38100" dir="2700000" algn="tl">
                    <a:srgbClr val="000000"/>
                  </a:outerShdw>
                </a:effectLst>
                <a:ea typeface="黑体" panose="02010609060101010101" charset="-122"/>
              </a:rPr>
              <a:t>线性系统的拉普拉斯变换分析方法</a:t>
            </a:r>
            <a:endParaRPr lang="zh-CN" altLang="en-US" sz="2800">
              <a:effectLst>
                <a:outerShdw blurRad="38100" dist="38100" dir="2700000" algn="tl">
                  <a:srgbClr val="000000"/>
                </a:outerShdw>
              </a:effectLst>
              <a:ea typeface="黑体" panose="02010609060101010101" charset="-122"/>
            </a:endParaRPr>
          </a:p>
        </p:txBody>
      </p:sp>
      <p:grpSp>
        <p:nvGrpSpPr>
          <p:cNvPr id="90118" name="Group 13"/>
          <p:cNvGrpSpPr/>
          <p:nvPr/>
        </p:nvGrpSpPr>
        <p:grpSpPr bwMode="auto">
          <a:xfrm>
            <a:off x="1042988" y="2636838"/>
            <a:ext cx="2549525" cy="2743200"/>
            <a:chOff x="657" y="2205"/>
            <a:chExt cx="1606" cy="1728"/>
          </a:xfrm>
        </p:grpSpPr>
        <p:sp>
          <p:nvSpPr>
            <p:cNvPr id="90126" name="Text Box 4"/>
            <p:cNvSpPr txBox="1">
              <a:spLocks noChangeArrowheads="1"/>
            </p:cNvSpPr>
            <p:nvPr/>
          </p:nvSpPr>
          <p:spPr bwMode="auto">
            <a:xfrm>
              <a:off x="657" y="3702"/>
              <a:ext cx="140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spcBef>
                  <a:spcPct val="0"/>
                </a:spcBef>
                <a:buFontTx/>
                <a:buNone/>
              </a:pPr>
              <a:r>
                <a:rPr lang="en-US" altLang="zh-CN" sz="1800">
                  <a:solidFill>
                    <a:srgbClr val="161616"/>
                  </a:solidFill>
                  <a:latin typeface="Tahoma" panose="020B0604030504040204" pitchFamily="34" charset="0"/>
                  <a:ea typeface="宋体" panose="02010600030101010101" pitchFamily="2" charset="-122"/>
                </a:rPr>
                <a:t> </a:t>
              </a:r>
              <a:r>
                <a:rPr lang="zh-CN" altLang="en-US" sz="1800">
                  <a:solidFill>
                    <a:srgbClr val="161616"/>
                  </a:solidFill>
                  <a:ea typeface="宋体" panose="02010600030101010101" pitchFamily="2" charset="-122"/>
                </a:rPr>
                <a:t>（</a:t>
              </a:r>
              <a:r>
                <a:rPr lang="en-US" altLang="zh-CN" sz="1800">
                  <a:solidFill>
                    <a:srgbClr val="161616"/>
                  </a:solidFill>
                  <a:latin typeface="Tahoma" panose="020B0604030504040204" pitchFamily="34" charset="0"/>
                  <a:ea typeface="宋体" panose="02010600030101010101" pitchFamily="2" charset="-122"/>
                </a:rPr>
                <a:t>a</a:t>
              </a:r>
              <a:r>
                <a:rPr lang="zh-CN" altLang="en-US" sz="1800">
                  <a:solidFill>
                    <a:srgbClr val="161616"/>
                  </a:solidFill>
                  <a:ea typeface="宋体" panose="02010600030101010101" pitchFamily="2" charset="-122"/>
                </a:rPr>
                <a:t>）时域电路模型</a:t>
              </a:r>
              <a:endParaRPr lang="zh-CN" altLang="en-US" sz="1800">
                <a:solidFill>
                  <a:srgbClr val="161616"/>
                </a:solidFill>
                <a:latin typeface="Tahoma" panose="020B0604030504040204" pitchFamily="34" charset="0"/>
                <a:ea typeface="宋体" panose="02010600030101010101" pitchFamily="2" charset="-122"/>
              </a:endParaRPr>
            </a:p>
          </p:txBody>
        </p:sp>
        <p:pic>
          <p:nvPicPr>
            <p:cNvPr id="90127" name="Picture 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3" y="2205"/>
              <a:ext cx="1560" cy="14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90119" name="Text Box 4"/>
          <p:cNvSpPr txBox="1">
            <a:spLocks noChangeArrowheads="1"/>
          </p:cNvSpPr>
          <p:nvPr/>
        </p:nvSpPr>
        <p:spPr bwMode="auto">
          <a:xfrm>
            <a:off x="755650" y="1628775"/>
            <a:ext cx="40306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spcBef>
                <a:spcPct val="0"/>
              </a:spcBef>
              <a:buFontTx/>
              <a:buNone/>
            </a:pPr>
            <a:r>
              <a:rPr lang="zh-CN" altLang="en-US" sz="2400" dirty="0">
                <a:solidFill>
                  <a:srgbClr val="FF0000"/>
                </a:solidFill>
                <a:ea typeface="宋体" panose="02010600030101010101" pitchFamily="2" charset="-122"/>
              </a:rPr>
              <a:t>电阻元件时域与</a:t>
            </a:r>
            <a:r>
              <a:rPr lang="en-US" altLang="zh-CN" sz="2400" dirty="0">
                <a:solidFill>
                  <a:srgbClr val="FF0000"/>
                </a:solidFill>
                <a:ea typeface="宋体" panose="02010600030101010101" pitchFamily="2" charset="-122"/>
              </a:rPr>
              <a:t>s</a:t>
            </a:r>
            <a:r>
              <a:rPr lang="zh-CN" altLang="en-US" sz="2400" dirty="0">
                <a:solidFill>
                  <a:srgbClr val="FF0000"/>
                </a:solidFill>
                <a:ea typeface="宋体" panose="02010600030101010101" pitchFamily="2" charset="-122"/>
              </a:rPr>
              <a:t>域电路模型</a:t>
            </a:r>
            <a:endParaRPr lang="zh-CN" altLang="en-US" sz="2400" dirty="0">
              <a:solidFill>
                <a:srgbClr val="FF0000"/>
              </a:solidFill>
              <a:latin typeface="Tahoma" panose="020B0604030504040204" pitchFamily="34" charset="0"/>
              <a:ea typeface="宋体" panose="02010600030101010101" pitchFamily="2" charset="-122"/>
            </a:endParaRPr>
          </a:p>
        </p:txBody>
      </p:sp>
      <p:grpSp>
        <p:nvGrpSpPr>
          <p:cNvPr id="3" name="Group 14"/>
          <p:cNvGrpSpPr/>
          <p:nvPr/>
        </p:nvGrpSpPr>
        <p:grpSpPr bwMode="auto">
          <a:xfrm>
            <a:off x="5652453" y="2780665"/>
            <a:ext cx="2357437" cy="2598738"/>
            <a:chOff x="3833" y="2296"/>
            <a:chExt cx="1485" cy="1637"/>
          </a:xfrm>
        </p:grpSpPr>
        <p:pic>
          <p:nvPicPr>
            <p:cNvPr id="90124" name="Picture 1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78" y="2296"/>
              <a:ext cx="1440" cy="12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0125" name="Text Box 4"/>
            <p:cNvSpPr txBox="1">
              <a:spLocks noChangeArrowheads="1"/>
            </p:cNvSpPr>
            <p:nvPr/>
          </p:nvSpPr>
          <p:spPr bwMode="auto">
            <a:xfrm>
              <a:off x="3833" y="3702"/>
              <a:ext cx="1302"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spcBef>
                  <a:spcPct val="0"/>
                </a:spcBef>
                <a:buFontTx/>
                <a:buNone/>
              </a:pPr>
              <a:r>
                <a:rPr lang="zh-CN" altLang="en-US" sz="1800">
                  <a:solidFill>
                    <a:srgbClr val="161616"/>
                  </a:solidFill>
                  <a:ea typeface="宋体" panose="02010600030101010101" pitchFamily="2" charset="-122"/>
                </a:rPr>
                <a:t>（</a:t>
              </a:r>
              <a:r>
                <a:rPr lang="en-US" altLang="zh-CN" sz="1800">
                  <a:solidFill>
                    <a:srgbClr val="161616"/>
                  </a:solidFill>
                  <a:latin typeface="Tahoma" panose="020B0604030504040204" pitchFamily="34" charset="0"/>
                  <a:ea typeface="宋体" panose="02010600030101010101" pitchFamily="2" charset="-122"/>
                </a:rPr>
                <a:t>b</a:t>
              </a:r>
              <a:r>
                <a:rPr lang="zh-CN" altLang="en-US" sz="1800">
                  <a:solidFill>
                    <a:srgbClr val="161616"/>
                  </a:solidFill>
                  <a:ea typeface="宋体" panose="02010600030101010101" pitchFamily="2" charset="-122"/>
                </a:rPr>
                <a:t>）</a:t>
              </a:r>
              <a:r>
                <a:rPr lang="en-US" altLang="zh-CN" sz="1800">
                  <a:solidFill>
                    <a:srgbClr val="161616"/>
                  </a:solidFill>
                  <a:ea typeface="宋体" panose="02010600030101010101" pitchFamily="2" charset="-122"/>
                </a:rPr>
                <a:t>s</a:t>
              </a:r>
              <a:r>
                <a:rPr lang="zh-CN" altLang="en-US" sz="1800">
                  <a:solidFill>
                    <a:srgbClr val="161616"/>
                  </a:solidFill>
                  <a:ea typeface="宋体" panose="02010600030101010101" pitchFamily="2" charset="-122"/>
                </a:rPr>
                <a:t>域电路模型</a:t>
              </a:r>
              <a:endParaRPr lang="zh-CN" altLang="en-US" sz="1800">
                <a:solidFill>
                  <a:srgbClr val="161616"/>
                </a:solidFill>
                <a:latin typeface="Tahoma" panose="020B0604030504040204" pitchFamily="34" charset="0"/>
                <a:ea typeface="宋体" panose="02010600030101010101" pitchFamily="2" charset="-122"/>
              </a:endParaRPr>
            </a:p>
          </p:txBody>
        </p:sp>
      </p:grpSp>
      <p:graphicFrame>
        <p:nvGraphicFramePr>
          <p:cNvPr id="68623" name="Object 2"/>
          <p:cNvGraphicFramePr>
            <a:graphicFrameLocks noChangeAspect="1"/>
          </p:cNvGraphicFramePr>
          <p:nvPr/>
        </p:nvGraphicFramePr>
        <p:xfrm>
          <a:off x="971550" y="5734050"/>
          <a:ext cx="2303463" cy="719138"/>
        </p:xfrm>
        <a:graphic>
          <a:graphicData uri="http://schemas.openxmlformats.org/presentationml/2006/ole">
            <mc:AlternateContent xmlns:mc="http://schemas.openxmlformats.org/markup-compatibility/2006">
              <mc:Choice xmlns:v="urn:schemas-microsoft-com:vml" Requires="v">
                <p:oleObj spid="_x0000_s4" name="公式" r:id="rId5" imgW="748665" imgH="203200" progId="Equation.3">
                  <p:embed/>
                </p:oleObj>
              </mc:Choice>
              <mc:Fallback>
                <p:oleObj name="公式" r:id="rId5" imgW="748665" imgH="203200" progId="Equation.3">
                  <p:embed/>
                  <p:pic>
                    <p:nvPicPr>
                      <p:cNvPr id="0" name="Object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71550" y="5734050"/>
                        <a:ext cx="2303463" cy="719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8624" name="Object 3"/>
          <p:cNvGraphicFramePr>
            <a:graphicFrameLocks noChangeAspect="1"/>
          </p:cNvGraphicFramePr>
          <p:nvPr/>
        </p:nvGraphicFramePr>
        <p:xfrm>
          <a:off x="5435600" y="5734050"/>
          <a:ext cx="2449513" cy="606425"/>
        </p:xfrm>
        <a:graphic>
          <a:graphicData uri="http://schemas.openxmlformats.org/presentationml/2006/ole">
            <mc:AlternateContent xmlns:mc="http://schemas.openxmlformats.org/markup-compatibility/2006">
              <mc:Choice xmlns:v="urn:schemas-microsoft-com:vml" Requires="v">
                <p:oleObj spid="_x0000_s5" name="公式" r:id="rId7" imgW="825500" imgH="203200" progId="Equation.3">
                  <p:embed/>
                </p:oleObj>
              </mc:Choice>
              <mc:Fallback>
                <p:oleObj name="公式" r:id="rId7" imgW="825500" imgH="203200" progId="Equation.3">
                  <p:embed/>
                  <p:pic>
                    <p:nvPicPr>
                      <p:cNvPr id="0" name="Object 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435600" y="5734050"/>
                        <a:ext cx="2449513" cy="606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6" name="Text Box 4"/>
          <p:cNvSpPr txBox="1">
            <a:spLocks noChangeArrowheads="1"/>
          </p:cNvSpPr>
          <p:nvPr/>
        </p:nvSpPr>
        <p:spPr bwMode="auto">
          <a:xfrm>
            <a:off x="3563938" y="5805488"/>
            <a:ext cx="15763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spcBef>
                <a:spcPct val="0"/>
              </a:spcBef>
              <a:buFontTx/>
              <a:buNone/>
            </a:pPr>
            <a:r>
              <a:rPr lang="zh-CN" altLang="en-US" sz="2400">
                <a:solidFill>
                  <a:srgbClr val="FF0000"/>
                </a:solidFill>
                <a:ea typeface="宋体" panose="02010600030101010101" pitchFamily="2" charset="-122"/>
              </a:rPr>
              <a:t>取</a:t>
            </a:r>
            <a:r>
              <a:rPr lang="en-US" altLang="zh-CN" sz="2400">
                <a:solidFill>
                  <a:srgbClr val="FF0000"/>
                </a:solidFill>
                <a:ea typeface="宋体" panose="02010600030101010101" pitchFamily="2" charset="-122"/>
              </a:rPr>
              <a:t>L.S</a:t>
            </a:r>
            <a:r>
              <a:rPr lang="zh-CN" altLang="en-US" sz="2400">
                <a:solidFill>
                  <a:srgbClr val="FF0000"/>
                </a:solidFill>
                <a:ea typeface="宋体" panose="02010600030101010101" pitchFamily="2" charset="-122"/>
              </a:rPr>
              <a:t>变换</a:t>
            </a:r>
            <a:endParaRPr lang="zh-CN" altLang="en-US" sz="2400">
              <a:solidFill>
                <a:srgbClr val="FF0000"/>
              </a:solidFill>
              <a:latin typeface="Tahoma" panose="020B0604030504040204" pitchFamily="34" charset="0"/>
              <a:ea typeface="宋体" panose="02010600030101010101" pitchFamily="2" charset="-122"/>
            </a:endParaRPr>
          </a:p>
        </p:txBody>
      </p:sp>
      <p:sp>
        <p:nvSpPr>
          <p:cNvPr id="7" name="墨迹 1"/>
          <p:cNvSpPr/>
          <p:nvPr/>
        </p:nvSpPr>
        <p:spPr bwMode="auto">
          <a:xfrm>
            <a:off x="1426210" y="3242160"/>
            <a:ext cx="6291360" cy="828360"/>
          </a:xfrm>
        </p:spPr>
      </p:sp>
    </p:spTree>
    <p:custDataLst>
      <p:tags r:id="rId9"/>
    </p:custDataLst>
  </p:cSld>
  <p:clrMapOvr>
    <a:masterClrMapping/>
  </p:clrMapOvr>
  <mc:AlternateContent xmlns:mc="http://schemas.openxmlformats.org/markup-compatibility/2006">
    <mc:Choice xmlns:p14="http://schemas.microsoft.com/office/powerpoint/2010/main" Requires="p14">
      <p:transition spd="slow" p14:dur="2000" advTm="58920"/>
    </mc:Choice>
    <mc:Fallback>
      <p:transition spd="slow" advTm="5892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5" presetClass="entr" presetSubtype="0" fill="hold" nodeType="afterEffect">
                                  <p:stCondLst>
                                    <p:cond delay="0"/>
                                  </p:stCondLst>
                                  <p:childTnLst>
                                    <p:set>
                                      <p:cBhvr>
                                        <p:cTn id="6" dur="1" fill="hold">
                                          <p:stCondLst>
                                            <p:cond delay="0"/>
                                          </p:stCondLst>
                                        </p:cTn>
                                        <p:tgtEl>
                                          <p:spTgt spid="68615"/>
                                        </p:tgtEl>
                                        <p:attrNameLst>
                                          <p:attrName>style.visibility</p:attrName>
                                        </p:attrNameLst>
                                      </p:cBhvr>
                                      <p:to>
                                        <p:strVal val="visible"/>
                                      </p:to>
                                    </p:set>
                                    <p:anim calcmode="lin" valueType="num">
                                      <p:cBhvr>
                                        <p:cTn id="7" dur="1000" fill="hold"/>
                                        <p:tgtEl>
                                          <p:spTgt spid="68615"/>
                                        </p:tgtEl>
                                        <p:attrNameLst>
                                          <p:attrName>ppt_w</p:attrName>
                                        </p:attrNameLst>
                                      </p:cBhvr>
                                      <p:tavLst>
                                        <p:tav tm="0">
                                          <p:val>
                                            <p:strVal val="#ppt_w*0.70"/>
                                          </p:val>
                                        </p:tav>
                                        <p:tav tm="100000">
                                          <p:val>
                                            <p:strVal val="#ppt_w"/>
                                          </p:val>
                                        </p:tav>
                                      </p:tavLst>
                                    </p:anim>
                                    <p:anim calcmode="lin" valueType="num">
                                      <p:cBhvr>
                                        <p:cTn id="8" dur="1000" fill="hold"/>
                                        <p:tgtEl>
                                          <p:spTgt spid="68615"/>
                                        </p:tgtEl>
                                        <p:attrNameLst>
                                          <p:attrName>ppt_h</p:attrName>
                                        </p:attrNameLst>
                                      </p:cBhvr>
                                      <p:tavLst>
                                        <p:tav tm="0">
                                          <p:val>
                                            <p:strVal val="#ppt_h"/>
                                          </p:val>
                                        </p:tav>
                                        <p:tav tm="100000">
                                          <p:val>
                                            <p:strVal val="#ppt_h"/>
                                          </p:val>
                                        </p:tav>
                                      </p:tavLst>
                                    </p:anim>
                                    <p:animEffect transition="in" filter="fade">
                                      <p:cBhvr>
                                        <p:cTn id="9" dur="1000"/>
                                        <p:tgtEl>
                                          <p:spTgt spid="68615"/>
                                        </p:tgtEl>
                                      </p:cBhvr>
                                    </p:animEffect>
                                  </p:childTnLst>
                                </p:cTn>
                              </p:par>
                            </p:childTnLst>
                          </p:cTn>
                        </p:par>
                      </p:childTnLst>
                    </p:cTn>
                  </p:par>
                  <p:par>
                    <p:cTn id="10" fill="hold">
                      <p:stCondLst>
                        <p:cond delay="indefinite"/>
                      </p:stCondLst>
                      <p:childTnLst>
                        <p:par>
                          <p:cTn id="11" fill="hold">
                            <p:stCondLst>
                              <p:cond delay="0"/>
                            </p:stCondLst>
                            <p:childTnLst>
                              <p:par>
                                <p:cTn id="12" presetID="55" presetClass="entr" presetSubtype="0" fill="hold" nodeType="clickEffect">
                                  <p:stCondLst>
                                    <p:cond delay="0"/>
                                  </p:stCondLst>
                                  <p:childTnLst>
                                    <p:set>
                                      <p:cBhvr>
                                        <p:cTn id="13" dur="1" fill="hold">
                                          <p:stCondLst>
                                            <p:cond delay="0"/>
                                          </p:stCondLst>
                                        </p:cTn>
                                        <p:tgtEl>
                                          <p:spTgt spid="68623"/>
                                        </p:tgtEl>
                                        <p:attrNameLst>
                                          <p:attrName>style.visibility</p:attrName>
                                        </p:attrNameLst>
                                      </p:cBhvr>
                                      <p:to>
                                        <p:strVal val="visible"/>
                                      </p:to>
                                    </p:set>
                                    <p:anim calcmode="lin" valueType="num">
                                      <p:cBhvr>
                                        <p:cTn id="14" dur="1000" fill="hold"/>
                                        <p:tgtEl>
                                          <p:spTgt spid="68623"/>
                                        </p:tgtEl>
                                        <p:attrNameLst>
                                          <p:attrName>ppt_w</p:attrName>
                                        </p:attrNameLst>
                                      </p:cBhvr>
                                      <p:tavLst>
                                        <p:tav tm="0">
                                          <p:val>
                                            <p:strVal val="#ppt_w*0.70"/>
                                          </p:val>
                                        </p:tav>
                                        <p:tav tm="100000">
                                          <p:val>
                                            <p:strVal val="#ppt_w"/>
                                          </p:val>
                                        </p:tav>
                                      </p:tavLst>
                                    </p:anim>
                                    <p:anim calcmode="lin" valueType="num">
                                      <p:cBhvr>
                                        <p:cTn id="15" dur="1000" fill="hold"/>
                                        <p:tgtEl>
                                          <p:spTgt spid="68623"/>
                                        </p:tgtEl>
                                        <p:attrNameLst>
                                          <p:attrName>ppt_h</p:attrName>
                                        </p:attrNameLst>
                                      </p:cBhvr>
                                      <p:tavLst>
                                        <p:tav tm="0">
                                          <p:val>
                                            <p:strVal val="#ppt_h"/>
                                          </p:val>
                                        </p:tav>
                                        <p:tav tm="100000">
                                          <p:val>
                                            <p:strVal val="#ppt_h"/>
                                          </p:val>
                                        </p:tav>
                                      </p:tavLst>
                                    </p:anim>
                                    <p:animEffect transition="in" filter="fade">
                                      <p:cBhvr>
                                        <p:cTn id="16" dur="1000"/>
                                        <p:tgtEl>
                                          <p:spTgt spid="68623"/>
                                        </p:tgtEl>
                                      </p:cBhvr>
                                    </p:animEffect>
                                  </p:childTnLst>
                                </p:cTn>
                              </p:par>
                            </p:childTnLst>
                          </p:cTn>
                        </p:par>
                        <p:par>
                          <p:cTn id="17" fill="hold">
                            <p:stCondLst>
                              <p:cond delay="1000"/>
                            </p:stCondLst>
                            <p:childTnLst>
                              <p:par>
                                <p:cTn id="18" presetID="1" presetClass="entr" presetSubtype="0" fill="hold" grpId="0" nodeType="afterEffect">
                                  <p:stCondLst>
                                    <p:cond delay="0"/>
                                  </p:stCondLst>
                                  <p:childTnLst>
                                    <p:set>
                                      <p:cBhvr>
                                        <p:cTn id="19" dur="1" fill="hold">
                                          <p:stCondLst>
                                            <p:cond delay="0"/>
                                          </p:stCondLst>
                                        </p:cTn>
                                        <p:tgtEl>
                                          <p:spTgt spid="6"/>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55" presetClass="entr" presetSubtype="0" fill="hold" nodeType="clickEffect">
                                  <p:stCondLst>
                                    <p:cond delay="0"/>
                                  </p:stCondLst>
                                  <p:childTnLst>
                                    <p:set>
                                      <p:cBhvr>
                                        <p:cTn id="23" dur="1" fill="hold">
                                          <p:stCondLst>
                                            <p:cond delay="0"/>
                                          </p:stCondLst>
                                        </p:cTn>
                                        <p:tgtEl>
                                          <p:spTgt spid="3"/>
                                        </p:tgtEl>
                                        <p:attrNameLst>
                                          <p:attrName>style.visibility</p:attrName>
                                        </p:attrNameLst>
                                      </p:cBhvr>
                                      <p:to>
                                        <p:strVal val="visible"/>
                                      </p:to>
                                    </p:set>
                                    <p:anim calcmode="lin" valueType="num">
                                      <p:cBhvr>
                                        <p:cTn id="24" dur="1000" fill="hold"/>
                                        <p:tgtEl>
                                          <p:spTgt spid="3"/>
                                        </p:tgtEl>
                                        <p:attrNameLst>
                                          <p:attrName>ppt_w</p:attrName>
                                        </p:attrNameLst>
                                      </p:cBhvr>
                                      <p:tavLst>
                                        <p:tav tm="0">
                                          <p:val>
                                            <p:strVal val="#ppt_w*0.70"/>
                                          </p:val>
                                        </p:tav>
                                        <p:tav tm="100000">
                                          <p:val>
                                            <p:strVal val="#ppt_w"/>
                                          </p:val>
                                        </p:tav>
                                      </p:tavLst>
                                    </p:anim>
                                    <p:anim calcmode="lin" valueType="num">
                                      <p:cBhvr>
                                        <p:cTn id="25" dur="1000" fill="hold"/>
                                        <p:tgtEl>
                                          <p:spTgt spid="3"/>
                                        </p:tgtEl>
                                        <p:attrNameLst>
                                          <p:attrName>ppt_h</p:attrName>
                                        </p:attrNameLst>
                                      </p:cBhvr>
                                      <p:tavLst>
                                        <p:tav tm="0">
                                          <p:val>
                                            <p:strVal val="#ppt_h"/>
                                          </p:val>
                                        </p:tav>
                                        <p:tav tm="100000">
                                          <p:val>
                                            <p:strVal val="#ppt_h"/>
                                          </p:val>
                                        </p:tav>
                                      </p:tavLst>
                                    </p:anim>
                                    <p:animEffect transition="in" filter="fade">
                                      <p:cBhvr>
                                        <p:cTn id="26" dur="1000"/>
                                        <p:tgtEl>
                                          <p:spTgt spid="3"/>
                                        </p:tgtEl>
                                      </p:cBhvr>
                                    </p:animEffect>
                                  </p:childTnLst>
                                </p:cTn>
                              </p:par>
                              <p:par>
                                <p:cTn id="27" presetID="55" presetClass="entr" presetSubtype="0" fill="hold" nodeType="withEffect">
                                  <p:stCondLst>
                                    <p:cond delay="0"/>
                                  </p:stCondLst>
                                  <p:childTnLst>
                                    <p:set>
                                      <p:cBhvr>
                                        <p:cTn id="28" dur="1" fill="hold">
                                          <p:stCondLst>
                                            <p:cond delay="0"/>
                                          </p:stCondLst>
                                        </p:cTn>
                                        <p:tgtEl>
                                          <p:spTgt spid="68624"/>
                                        </p:tgtEl>
                                        <p:attrNameLst>
                                          <p:attrName>style.visibility</p:attrName>
                                        </p:attrNameLst>
                                      </p:cBhvr>
                                      <p:to>
                                        <p:strVal val="visible"/>
                                      </p:to>
                                    </p:set>
                                    <p:anim calcmode="lin" valueType="num">
                                      <p:cBhvr>
                                        <p:cTn id="29" dur="1000" fill="hold"/>
                                        <p:tgtEl>
                                          <p:spTgt spid="68624"/>
                                        </p:tgtEl>
                                        <p:attrNameLst>
                                          <p:attrName>ppt_w</p:attrName>
                                        </p:attrNameLst>
                                      </p:cBhvr>
                                      <p:tavLst>
                                        <p:tav tm="0">
                                          <p:val>
                                            <p:strVal val="#ppt_w*0.70"/>
                                          </p:val>
                                        </p:tav>
                                        <p:tav tm="100000">
                                          <p:val>
                                            <p:strVal val="#ppt_w"/>
                                          </p:val>
                                        </p:tav>
                                      </p:tavLst>
                                    </p:anim>
                                    <p:anim calcmode="lin" valueType="num">
                                      <p:cBhvr>
                                        <p:cTn id="30" dur="1000" fill="hold"/>
                                        <p:tgtEl>
                                          <p:spTgt spid="68624"/>
                                        </p:tgtEl>
                                        <p:attrNameLst>
                                          <p:attrName>ppt_h</p:attrName>
                                        </p:attrNameLst>
                                      </p:cBhvr>
                                      <p:tavLst>
                                        <p:tav tm="0">
                                          <p:val>
                                            <p:strVal val="#ppt_h"/>
                                          </p:val>
                                        </p:tav>
                                        <p:tav tm="100000">
                                          <p:val>
                                            <p:strVal val="#ppt_h"/>
                                          </p:val>
                                        </p:tav>
                                      </p:tavLst>
                                    </p:anim>
                                    <p:animEffect transition="in" filter="fade">
                                      <p:cBhvr>
                                        <p:cTn id="31" dur="1000"/>
                                        <p:tgtEl>
                                          <p:spTgt spid="686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6" grpId="1"/>
    </p:bld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4"/>
          <p:cNvSpPr>
            <a:spLocks noGrp="1" noChangeArrowheads="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a:spcBef>
                <a:spcPct val="0"/>
              </a:spcBef>
              <a:buFontTx/>
              <a:buNone/>
            </a:pPr>
            <a:fld id="{CAC0FECC-66B1-4D71-89BA-A95E1BFE151B}" type="datetime1">
              <a:rPr kumimoji="0" lang="zh-CN" altLang="en-US" sz="1200" smtClean="0">
                <a:solidFill>
                  <a:srgbClr val="000000"/>
                </a:solidFill>
                <a:ea typeface="宋体" panose="02010600030101010101" pitchFamily="2" charset="-122"/>
              </a:rPr>
            </a:fld>
            <a:endParaRPr kumimoji="0" lang="en-US" altLang="zh-CN" sz="1200">
              <a:solidFill>
                <a:srgbClr val="000000"/>
              </a:solidFill>
              <a:ea typeface="宋体" panose="02010600030101010101" pitchFamily="2" charset="-122"/>
            </a:endParaRPr>
          </a:p>
        </p:txBody>
      </p:sp>
      <p:pic>
        <p:nvPicPr>
          <p:cNvPr id="91139" name="Picture 7"/>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042988" y="404813"/>
            <a:ext cx="2038350" cy="1924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1140" name="Rectangle 2"/>
          <p:cNvSpPr>
            <a:spLocks noChangeArrowheads="1"/>
          </p:cNvSpPr>
          <p:nvPr/>
        </p:nvSpPr>
        <p:spPr bwMode="auto">
          <a:xfrm>
            <a:off x="2471738" y="28717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spcBef>
                <a:spcPct val="0"/>
              </a:spcBef>
              <a:buFontTx/>
              <a:buNone/>
            </a:pPr>
            <a:endParaRPr kumimoji="0" lang="zh-CN" altLang="en-US" sz="1800">
              <a:ea typeface="宋体" panose="02010600030101010101" pitchFamily="2" charset="-122"/>
            </a:endParaRPr>
          </a:p>
        </p:txBody>
      </p:sp>
      <p:sp>
        <p:nvSpPr>
          <p:cNvPr id="91141" name="Text Box 4"/>
          <p:cNvSpPr txBox="1">
            <a:spLocks noChangeArrowheads="1"/>
          </p:cNvSpPr>
          <p:nvPr/>
        </p:nvSpPr>
        <p:spPr bwMode="auto">
          <a:xfrm>
            <a:off x="684213" y="115888"/>
            <a:ext cx="403066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spcBef>
                <a:spcPct val="0"/>
              </a:spcBef>
              <a:buFontTx/>
              <a:buNone/>
            </a:pPr>
            <a:r>
              <a:rPr lang="zh-CN" altLang="en-US" sz="2400" dirty="0">
                <a:solidFill>
                  <a:srgbClr val="FF0000"/>
                </a:solidFill>
                <a:ea typeface="宋体" panose="02010600030101010101" pitchFamily="2" charset="-122"/>
              </a:rPr>
              <a:t>电容元件时域与</a:t>
            </a:r>
            <a:r>
              <a:rPr lang="en-US" altLang="zh-CN" sz="2400" dirty="0">
                <a:solidFill>
                  <a:srgbClr val="FF0000"/>
                </a:solidFill>
                <a:ea typeface="宋体" panose="02010600030101010101" pitchFamily="2" charset="-122"/>
              </a:rPr>
              <a:t>s</a:t>
            </a:r>
            <a:r>
              <a:rPr lang="zh-CN" altLang="en-US" sz="2400" dirty="0">
                <a:solidFill>
                  <a:srgbClr val="FF0000"/>
                </a:solidFill>
                <a:ea typeface="宋体" panose="02010600030101010101" pitchFamily="2" charset="-122"/>
              </a:rPr>
              <a:t>域电路模型</a:t>
            </a:r>
            <a:endParaRPr lang="zh-CN" altLang="en-US" sz="2400" dirty="0">
              <a:solidFill>
                <a:srgbClr val="FF0000"/>
              </a:solidFill>
              <a:latin typeface="Tahoma" panose="020B0604030504040204" pitchFamily="34" charset="0"/>
              <a:ea typeface="宋体" panose="02010600030101010101" pitchFamily="2" charset="-122"/>
            </a:endParaRPr>
          </a:p>
        </p:txBody>
      </p:sp>
      <p:grpSp>
        <p:nvGrpSpPr>
          <p:cNvPr id="2" name="Group 17"/>
          <p:cNvGrpSpPr/>
          <p:nvPr/>
        </p:nvGrpSpPr>
        <p:grpSpPr bwMode="auto">
          <a:xfrm>
            <a:off x="5867400" y="333375"/>
            <a:ext cx="2665413" cy="2382838"/>
            <a:chOff x="3696" y="210"/>
            <a:chExt cx="1679" cy="1501"/>
          </a:xfrm>
        </p:grpSpPr>
        <p:pic>
          <p:nvPicPr>
            <p:cNvPr id="91149" name="Picture 8"/>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42" y="210"/>
              <a:ext cx="1476" cy="12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1150" name="Text Box 4"/>
            <p:cNvSpPr txBox="1">
              <a:spLocks noChangeArrowheads="1"/>
            </p:cNvSpPr>
            <p:nvPr/>
          </p:nvSpPr>
          <p:spPr bwMode="auto">
            <a:xfrm>
              <a:off x="3696" y="1480"/>
              <a:ext cx="167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spcBef>
                  <a:spcPct val="0"/>
                </a:spcBef>
                <a:buFontTx/>
                <a:buNone/>
              </a:pPr>
              <a:r>
                <a:rPr lang="zh-CN" altLang="en-US" sz="1800">
                  <a:solidFill>
                    <a:srgbClr val="161616"/>
                  </a:solidFill>
                  <a:ea typeface="宋体" panose="02010600030101010101" pitchFamily="2" charset="-122"/>
                </a:rPr>
                <a:t>（</a:t>
              </a:r>
              <a:r>
                <a:rPr lang="en-US" altLang="zh-CN" sz="1800">
                  <a:solidFill>
                    <a:srgbClr val="161616"/>
                  </a:solidFill>
                  <a:latin typeface="Tahoma" panose="020B0604030504040204" pitchFamily="34" charset="0"/>
                  <a:ea typeface="宋体" panose="02010600030101010101" pitchFamily="2" charset="-122"/>
                </a:rPr>
                <a:t>b</a:t>
              </a:r>
              <a:r>
                <a:rPr lang="zh-CN" altLang="en-US" sz="1800">
                  <a:solidFill>
                    <a:srgbClr val="161616"/>
                  </a:solidFill>
                  <a:ea typeface="宋体" panose="02010600030101010101" pitchFamily="2" charset="-122"/>
                </a:rPr>
                <a:t>）</a:t>
              </a:r>
              <a:r>
                <a:rPr lang="en-US" altLang="zh-CN" sz="1800">
                  <a:solidFill>
                    <a:srgbClr val="161616"/>
                  </a:solidFill>
                  <a:ea typeface="宋体" panose="02010600030101010101" pitchFamily="2" charset="-122"/>
                </a:rPr>
                <a:t>s</a:t>
              </a:r>
              <a:r>
                <a:rPr lang="zh-CN" altLang="en-US" sz="1800">
                  <a:solidFill>
                    <a:srgbClr val="161616"/>
                  </a:solidFill>
                  <a:ea typeface="宋体" panose="02010600030101010101" pitchFamily="2" charset="-122"/>
                </a:rPr>
                <a:t>域串联电路模型</a:t>
              </a:r>
              <a:endParaRPr lang="zh-CN" altLang="en-US" sz="1800">
                <a:solidFill>
                  <a:srgbClr val="161616"/>
                </a:solidFill>
                <a:latin typeface="Tahoma" panose="020B0604030504040204" pitchFamily="34" charset="0"/>
                <a:ea typeface="宋体" panose="02010600030101010101" pitchFamily="2" charset="-122"/>
              </a:endParaRPr>
            </a:p>
          </p:txBody>
        </p:sp>
      </p:grpSp>
      <p:sp>
        <p:nvSpPr>
          <p:cNvPr id="91143" name="Text Box 4"/>
          <p:cNvSpPr txBox="1">
            <a:spLocks noChangeArrowheads="1"/>
          </p:cNvSpPr>
          <p:nvPr/>
        </p:nvSpPr>
        <p:spPr bwMode="auto">
          <a:xfrm>
            <a:off x="900113" y="2349500"/>
            <a:ext cx="2447925"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spcBef>
                <a:spcPct val="0"/>
              </a:spcBef>
              <a:buFontTx/>
              <a:buNone/>
            </a:pPr>
            <a:r>
              <a:rPr lang="zh-CN" altLang="en-US" sz="1800">
                <a:solidFill>
                  <a:srgbClr val="161616"/>
                </a:solidFill>
                <a:ea typeface="宋体" panose="02010600030101010101" pitchFamily="2" charset="-122"/>
              </a:rPr>
              <a:t>（</a:t>
            </a:r>
            <a:r>
              <a:rPr lang="en-US" altLang="zh-CN" sz="1800">
                <a:solidFill>
                  <a:srgbClr val="161616"/>
                </a:solidFill>
                <a:latin typeface="Tahoma" panose="020B0604030504040204" pitchFamily="34" charset="0"/>
                <a:ea typeface="宋体" panose="02010600030101010101" pitchFamily="2" charset="-122"/>
              </a:rPr>
              <a:t>a</a:t>
            </a:r>
            <a:r>
              <a:rPr lang="zh-CN" altLang="en-US" sz="1800">
                <a:solidFill>
                  <a:srgbClr val="161616"/>
                </a:solidFill>
                <a:ea typeface="宋体" panose="02010600030101010101" pitchFamily="2" charset="-122"/>
              </a:rPr>
              <a:t>）时域电路模型</a:t>
            </a:r>
            <a:endParaRPr lang="zh-CN" altLang="en-US" sz="1800">
              <a:solidFill>
                <a:srgbClr val="161616"/>
              </a:solidFill>
              <a:latin typeface="Tahoma" panose="020B0604030504040204" pitchFamily="34" charset="0"/>
              <a:ea typeface="宋体" panose="02010600030101010101" pitchFamily="2" charset="-122"/>
            </a:endParaRPr>
          </a:p>
        </p:txBody>
      </p:sp>
      <p:graphicFrame>
        <p:nvGraphicFramePr>
          <p:cNvPr id="70668" name="Object 2"/>
          <p:cNvGraphicFramePr>
            <a:graphicFrameLocks noChangeAspect="1"/>
          </p:cNvGraphicFramePr>
          <p:nvPr/>
        </p:nvGraphicFramePr>
        <p:xfrm>
          <a:off x="1042988" y="2924175"/>
          <a:ext cx="3095625" cy="896938"/>
        </p:xfrm>
        <a:graphic>
          <a:graphicData uri="http://schemas.openxmlformats.org/presentationml/2006/ole">
            <mc:AlternateContent xmlns:mc="http://schemas.openxmlformats.org/markup-compatibility/2006">
              <mc:Choice xmlns:v="urn:schemas-microsoft-com:vml" Requires="v">
                <p:oleObj spid="_x0000_s3" name="公式" r:id="rId3" imgW="1358265" imgH="393700" progId="Equation.3">
                  <p:embed/>
                </p:oleObj>
              </mc:Choice>
              <mc:Fallback>
                <p:oleObj name="公式" r:id="rId3" imgW="1358265" imgH="393700" progId="Equation.3">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42988" y="2924175"/>
                        <a:ext cx="3095625" cy="8969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4" name="Text Box 4"/>
          <p:cNvSpPr txBox="1">
            <a:spLocks noChangeArrowheads="1"/>
          </p:cNvSpPr>
          <p:nvPr/>
        </p:nvSpPr>
        <p:spPr bwMode="auto">
          <a:xfrm>
            <a:off x="1187133" y="3716338"/>
            <a:ext cx="15763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spcBef>
                <a:spcPct val="0"/>
              </a:spcBef>
              <a:buFontTx/>
              <a:buNone/>
            </a:pPr>
            <a:r>
              <a:rPr lang="zh-CN" altLang="en-US" sz="2400">
                <a:solidFill>
                  <a:srgbClr val="FF0000"/>
                </a:solidFill>
                <a:ea typeface="宋体" panose="02010600030101010101" pitchFamily="2" charset="-122"/>
              </a:rPr>
              <a:t>取</a:t>
            </a:r>
            <a:r>
              <a:rPr lang="en-US" altLang="zh-CN" sz="2400">
                <a:solidFill>
                  <a:srgbClr val="FF0000"/>
                </a:solidFill>
                <a:ea typeface="宋体" panose="02010600030101010101" pitchFamily="2" charset="-122"/>
              </a:rPr>
              <a:t>L.S</a:t>
            </a:r>
            <a:r>
              <a:rPr lang="zh-CN" altLang="en-US" sz="2400">
                <a:solidFill>
                  <a:srgbClr val="FF0000"/>
                </a:solidFill>
                <a:ea typeface="宋体" panose="02010600030101010101" pitchFamily="2" charset="-122"/>
              </a:rPr>
              <a:t>变换</a:t>
            </a:r>
            <a:endParaRPr lang="zh-CN" altLang="en-US" sz="2400">
              <a:solidFill>
                <a:srgbClr val="FF0000"/>
              </a:solidFill>
              <a:latin typeface="Tahoma" panose="020B0604030504040204" pitchFamily="34" charset="0"/>
              <a:ea typeface="宋体" panose="02010600030101010101" pitchFamily="2" charset="-122"/>
            </a:endParaRPr>
          </a:p>
        </p:txBody>
      </p:sp>
      <p:graphicFrame>
        <p:nvGraphicFramePr>
          <p:cNvPr id="430087" name="Object 3"/>
          <p:cNvGraphicFramePr>
            <a:graphicFrameLocks noChangeAspect="1"/>
          </p:cNvGraphicFramePr>
          <p:nvPr/>
        </p:nvGraphicFramePr>
        <p:xfrm>
          <a:off x="1619250" y="4580573"/>
          <a:ext cx="3600450" cy="1550987"/>
        </p:xfrm>
        <a:graphic>
          <a:graphicData uri="http://schemas.openxmlformats.org/presentationml/2006/ole">
            <mc:AlternateContent xmlns:mc="http://schemas.openxmlformats.org/markup-compatibility/2006">
              <mc:Choice xmlns:v="urn:schemas-microsoft-com:vml" Requires="v">
                <p:oleObj spid="_x0000_s5" name="公式" r:id="rId5" imgW="1651000" imgH="711200" progId="Equation.3">
                  <p:embed/>
                </p:oleObj>
              </mc:Choice>
              <mc:Fallback>
                <p:oleObj name="公式" r:id="rId5" imgW="1651000" imgH="711200" progId="Equation.3">
                  <p:embed/>
                  <p:pic>
                    <p:nvPicPr>
                      <p:cNvPr id="0"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619250" y="4580573"/>
                        <a:ext cx="3600450" cy="15509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aphicFrame>
        <p:nvGraphicFramePr>
          <p:cNvPr id="430088" name="Object 4"/>
          <p:cNvGraphicFramePr>
            <a:graphicFrameLocks noChangeAspect="1"/>
          </p:cNvGraphicFramePr>
          <p:nvPr/>
        </p:nvGraphicFramePr>
        <p:xfrm>
          <a:off x="684530" y="5109845"/>
          <a:ext cx="1008063" cy="477838"/>
        </p:xfrm>
        <a:graphic>
          <a:graphicData uri="http://schemas.openxmlformats.org/presentationml/2006/ole">
            <mc:AlternateContent xmlns:mc="http://schemas.openxmlformats.org/markup-compatibility/2006">
              <mc:Choice xmlns:v="urn:schemas-microsoft-com:vml" Requires="v">
                <p:oleObj spid="_x0000_s6" name="公式" r:id="rId7" imgW="482600" imgH="228600" progId="Equation.3">
                  <p:embed/>
                </p:oleObj>
              </mc:Choice>
              <mc:Fallback>
                <p:oleObj name="公式" r:id="rId7" imgW="482600" imgH="228600" progId="Equation.3">
                  <p:embed/>
                  <p:pic>
                    <p:nvPicPr>
                      <p:cNvPr id="0" name="Object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84530" y="5109845"/>
                        <a:ext cx="1008063" cy="4778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430093" name="Object 5"/>
          <p:cNvGraphicFramePr>
            <a:graphicFrameLocks noChangeAspect="1"/>
          </p:cNvGraphicFramePr>
          <p:nvPr/>
        </p:nvGraphicFramePr>
        <p:xfrm>
          <a:off x="5259388" y="4940935"/>
          <a:ext cx="3024187" cy="1122363"/>
        </p:xfrm>
        <a:graphic>
          <a:graphicData uri="http://schemas.openxmlformats.org/presentationml/2006/ole">
            <mc:AlternateContent xmlns:mc="http://schemas.openxmlformats.org/markup-compatibility/2006">
              <mc:Choice xmlns:v="urn:schemas-microsoft-com:vml" Requires="v">
                <p:oleObj spid="_x0000_s7" name="公式" r:id="rId9" imgW="1130300" imgH="419100" progId="Equation.3">
                  <p:embed/>
                </p:oleObj>
              </mc:Choice>
              <mc:Fallback>
                <p:oleObj name="公式" r:id="rId9" imgW="1130300" imgH="419100" progId="Equation.3">
                  <p:embed/>
                  <p:pic>
                    <p:nvPicPr>
                      <p:cNvPr id="0" name="Object 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259388" y="4940935"/>
                        <a:ext cx="3024187" cy="11223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sp>
        <p:nvSpPr>
          <p:cNvPr id="8" name="墨迹 3"/>
          <p:cNvSpPr/>
          <p:nvPr/>
        </p:nvSpPr>
        <p:spPr bwMode="auto">
          <a:xfrm>
            <a:off x="1148400" y="0"/>
            <a:ext cx="7765920" cy="6128640"/>
          </a:xfrm>
        </p:spPr>
      </p:sp>
      <p:graphicFrame>
        <p:nvGraphicFramePr>
          <p:cNvPr id="10" name="Object 5"/>
          <p:cNvGraphicFramePr>
            <a:graphicFrameLocks noChangeAspect="1"/>
          </p:cNvGraphicFramePr>
          <p:nvPr/>
        </p:nvGraphicFramePr>
        <p:xfrm>
          <a:off x="4859655" y="2836545"/>
          <a:ext cx="4161790" cy="1001395"/>
        </p:xfrm>
        <a:graphic>
          <a:graphicData uri="http://schemas.openxmlformats.org/presentationml/2006/ole">
            <mc:AlternateContent xmlns:mc="http://schemas.openxmlformats.org/markup-compatibility/2006">
              <mc:Choice xmlns:v="urn:schemas-microsoft-com:vml" Requires="v">
                <p:oleObj spid="_x0000_s11" name="公式" r:id="rId11" imgW="1688465" imgH="405765" progId="Equation.3">
                  <p:embed/>
                </p:oleObj>
              </mc:Choice>
              <mc:Fallback>
                <p:oleObj name="公式" r:id="rId11" imgW="1688465" imgH="405765" progId="Equation.3">
                  <p:embed/>
                  <p:pic>
                    <p:nvPicPr>
                      <p:cNvPr id="0" name="Object 5"/>
                      <p:cNvPicPr>
                        <a:picLocks noChangeAspect="1" noChangeArrowheads="1"/>
                      </p:cNvPicPr>
                      <p:nvPr/>
                    </p:nvPicPr>
                    <p:blipFill>
                      <a:blip r:embed="rId12"/>
                      <a:srcRect/>
                      <a:stretch>
                        <a:fillRect/>
                      </a:stretch>
                    </p:blipFill>
                    <p:spPr bwMode="auto">
                      <a:xfrm>
                        <a:off x="4859655" y="2836545"/>
                        <a:ext cx="4161790" cy="10013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cxnSp>
        <p:nvCxnSpPr>
          <p:cNvPr id="12" name="直接箭头连接符 11"/>
          <p:cNvCxnSpPr/>
          <p:nvPr/>
        </p:nvCxnSpPr>
        <p:spPr>
          <a:xfrm flipV="1">
            <a:off x="6443980" y="3716655"/>
            <a:ext cx="1008380" cy="1080135"/>
          </a:xfrm>
          <a:prstGeom prst="straightConnector1">
            <a:avLst/>
          </a:prstGeom>
          <a:ln>
            <a:headEnd type="none" w="med" len="med"/>
            <a:tailEnd type="arrow" w="med" len="med"/>
          </a:ln>
        </p:spPr>
        <p:style>
          <a:lnRef idx="2">
            <a:schemeClr val="accent1"/>
          </a:lnRef>
          <a:fillRef idx="0">
            <a:schemeClr val="accent1"/>
          </a:fillRef>
          <a:effectRef idx="1">
            <a:schemeClr val="accent1"/>
          </a:effectRef>
          <a:fontRef idx="minor">
            <a:schemeClr val="tx1"/>
          </a:fontRef>
        </p:style>
      </p:cxnSp>
    </p:spTree>
    <p:custDataLst>
      <p:tags r:id="rId13"/>
    </p:custDataLst>
  </p:cSld>
  <p:clrMapOvr>
    <a:masterClrMapping/>
  </p:clrMapOvr>
  <mc:AlternateContent xmlns:mc="http://schemas.openxmlformats.org/markup-compatibility/2006">
    <mc:Choice xmlns:p14="http://schemas.microsoft.com/office/powerpoint/2010/main" Requires="p14">
      <p:transition spd="slow" p14:dur="2000" advTm="269953"/>
    </mc:Choice>
    <mc:Fallback>
      <p:transition spd="slow" advTm="269953"/>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5" presetClass="entr" presetSubtype="0" fill="hold" nodeType="clickEffect">
                                  <p:stCondLst>
                                    <p:cond delay="0"/>
                                  </p:stCondLst>
                                  <p:childTnLst>
                                    <p:set>
                                      <p:cBhvr>
                                        <p:cTn id="6" dur="1" fill="hold">
                                          <p:stCondLst>
                                            <p:cond delay="0"/>
                                          </p:stCondLst>
                                        </p:cTn>
                                        <p:tgtEl>
                                          <p:spTgt spid="70668"/>
                                        </p:tgtEl>
                                        <p:attrNameLst>
                                          <p:attrName>style.visibility</p:attrName>
                                        </p:attrNameLst>
                                      </p:cBhvr>
                                      <p:to>
                                        <p:strVal val="visible"/>
                                      </p:to>
                                    </p:set>
                                    <p:anim calcmode="lin" valueType="num">
                                      <p:cBhvr>
                                        <p:cTn id="7" dur="1000" fill="hold"/>
                                        <p:tgtEl>
                                          <p:spTgt spid="70668"/>
                                        </p:tgtEl>
                                        <p:attrNameLst>
                                          <p:attrName>ppt_w</p:attrName>
                                        </p:attrNameLst>
                                      </p:cBhvr>
                                      <p:tavLst>
                                        <p:tav tm="0">
                                          <p:val>
                                            <p:strVal val="#ppt_w*0.70"/>
                                          </p:val>
                                        </p:tav>
                                        <p:tav tm="100000">
                                          <p:val>
                                            <p:strVal val="#ppt_w"/>
                                          </p:val>
                                        </p:tav>
                                      </p:tavLst>
                                    </p:anim>
                                    <p:anim calcmode="lin" valueType="num">
                                      <p:cBhvr>
                                        <p:cTn id="8" dur="1000" fill="hold"/>
                                        <p:tgtEl>
                                          <p:spTgt spid="70668"/>
                                        </p:tgtEl>
                                        <p:attrNameLst>
                                          <p:attrName>ppt_h</p:attrName>
                                        </p:attrNameLst>
                                      </p:cBhvr>
                                      <p:tavLst>
                                        <p:tav tm="0">
                                          <p:val>
                                            <p:strVal val="#ppt_h"/>
                                          </p:val>
                                        </p:tav>
                                        <p:tav tm="100000">
                                          <p:val>
                                            <p:strVal val="#ppt_h"/>
                                          </p:val>
                                        </p:tav>
                                      </p:tavLst>
                                    </p:anim>
                                    <p:animEffect transition="in" filter="fade">
                                      <p:cBhvr>
                                        <p:cTn id="9" dur="1000"/>
                                        <p:tgtEl>
                                          <p:spTgt spid="70668"/>
                                        </p:tgtEl>
                                      </p:cBhvr>
                                    </p:animEffect>
                                  </p:childTnLst>
                                </p:cTn>
                              </p:par>
                              <p:par>
                                <p:cTn id="10" presetID="6" presetClass="entr" presetSubtype="16" fill="hold" nodeType="withEffect">
                                  <p:stCondLst>
                                    <p:cond delay="0"/>
                                  </p:stCondLst>
                                  <p:childTnLst>
                                    <p:set>
                                      <p:cBhvr>
                                        <p:cTn id="11" dur="1" fill="hold">
                                          <p:stCondLst>
                                            <p:cond delay="0"/>
                                          </p:stCondLst>
                                        </p:cTn>
                                        <p:tgtEl>
                                          <p:spTgt spid="4"/>
                                        </p:tgtEl>
                                        <p:attrNameLst>
                                          <p:attrName>style.visibility</p:attrName>
                                        </p:attrNameLst>
                                      </p:cBhvr>
                                      <p:to>
                                        <p:strVal val="visible"/>
                                      </p:to>
                                    </p:set>
                                    <p:cmd type="call" cmd="playFrom(0.0)">
                                      <p:cBhvr>
                                        <p:cTn id="12" dur="1" fill="hold"/>
                                        <p:tgtEl>
                                          <p:spTgt spid="4"/>
                                        </p:tgtEl>
                                      </p:cBhvr>
                                    </p:cmd>
                                  </p:childTnLst>
                                </p:cTn>
                              </p:par>
                            </p:childTnLst>
                          </p:cTn>
                        </p:par>
                        <p:par>
                          <p:cTn id="13" fill="hold">
                            <p:stCondLst>
                              <p:cond delay="1000"/>
                            </p:stCondLst>
                            <p:childTnLst>
                              <p:par>
                                <p:cTn id="14" presetID="14" presetClass="entr" presetSubtype="10" fill="hold" nodeType="afterEffect">
                                  <p:stCondLst>
                                    <p:cond delay="0"/>
                                  </p:stCondLst>
                                  <p:childTnLst>
                                    <p:set>
                                      <p:cBhvr>
                                        <p:cTn id="15" dur="1" fill="hold">
                                          <p:stCondLst>
                                            <p:cond delay="0"/>
                                          </p:stCondLst>
                                        </p:cTn>
                                        <p:tgtEl>
                                          <p:spTgt spid="430088"/>
                                        </p:tgtEl>
                                        <p:attrNameLst>
                                          <p:attrName>style.visibility</p:attrName>
                                        </p:attrNameLst>
                                      </p:cBhvr>
                                      <p:to>
                                        <p:strVal val="visible"/>
                                      </p:to>
                                    </p:set>
                                    <p:animEffect transition="in" filter="randombar(horizontal)">
                                      <p:cBhvr>
                                        <p:cTn id="16" dur="500"/>
                                        <p:tgtEl>
                                          <p:spTgt spid="430088"/>
                                        </p:tgtEl>
                                      </p:cBhvr>
                                    </p:animEffect>
                                  </p:childTnLst>
                                </p:cTn>
                              </p:par>
                            </p:childTnLst>
                          </p:cTn>
                        </p:par>
                      </p:childTnLst>
                    </p:cTn>
                  </p:par>
                  <p:par>
                    <p:cTn id="17" fill="hold">
                      <p:stCondLst>
                        <p:cond delay="indefinite"/>
                      </p:stCondLst>
                      <p:childTnLst>
                        <p:par>
                          <p:cTn id="18" fill="hold">
                            <p:stCondLst>
                              <p:cond delay="0"/>
                            </p:stCondLst>
                            <p:childTnLst>
                              <p:par>
                                <p:cTn id="19" presetID="14" presetClass="entr" presetSubtype="10" fill="hold" nodeType="clickEffect">
                                  <p:stCondLst>
                                    <p:cond delay="0"/>
                                  </p:stCondLst>
                                  <p:childTnLst>
                                    <p:set>
                                      <p:cBhvr>
                                        <p:cTn id="20" dur="1" fill="hold">
                                          <p:stCondLst>
                                            <p:cond delay="0"/>
                                          </p:stCondLst>
                                        </p:cTn>
                                        <p:tgtEl>
                                          <p:spTgt spid="430087"/>
                                        </p:tgtEl>
                                        <p:attrNameLst>
                                          <p:attrName>style.visibility</p:attrName>
                                        </p:attrNameLst>
                                      </p:cBhvr>
                                      <p:to>
                                        <p:strVal val="visible"/>
                                      </p:to>
                                    </p:set>
                                    <p:animEffect transition="in" filter="randombar(horizontal)">
                                      <p:cBhvr>
                                        <p:cTn id="21" dur="500"/>
                                        <p:tgtEl>
                                          <p:spTgt spid="430087"/>
                                        </p:tgtEl>
                                      </p:cBhvr>
                                    </p:animEffect>
                                  </p:childTnLst>
                                </p:cTn>
                              </p:par>
                            </p:childTnLst>
                          </p:cTn>
                        </p:par>
                      </p:childTnLst>
                    </p:cTn>
                  </p:par>
                  <p:par>
                    <p:cTn id="22" fill="hold">
                      <p:stCondLst>
                        <p:cond delay="indefinite"/>
                      </p:stCondLst>
                      <p:childTnLst>
                        <p:par>
                          <p:cTn id="23" fill="hold">
                            <p:stCondLst>
                              <p:cond delay="0"/>
                            </p:stCondLst>
                            <p:childTnLst>
                              <p:par>
                                <p:cTn id="24" presetID="14" presetClass="entr" presetSubtype="10" fill="hold" nodeType="clickEffect">
                                  <p:stCondLst>
                                    <p:cond delay="0"/>
                                  </p:stCondLst>
                                  <p:childTnLst>
                                    <p:set>
                                      <p:cBhvr>
                                        <p:cTn id="25" dur="1" fill="hold">
                                          <p:stCondLst>
                                            <p:cond delay="0"/>
                                          </p:stCondLst>
                                        </p:cTn>
                                        <p:tgtEl>
                                          <p:spTgt spid="430093"/>
                                        </p:tgtEl>
                                        <p:attrNameLst>
                                          <p:attrName>style.visibility</p:attrName>
                                        </p:attrNameLst>
                                      </p:cBhvr>
                                      <p:to>
                                        <p:strVal val="visible"/>
                                      </p:to>
                                    </p:set>
                                    <p:animEffect transition="in" filter="randombar(horizontal)">
                                      <p:cBhvr>
                                        <p:cTn id="26" dur="500"/>
                                        <p:tgtEl>
                                          <p:spTgt spid="430093"/>
                                        </p:tgtEl>
                                      </p:cBhvr>
                                    </p:animEffect>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12"/>
                                        </p:tgtEl>
                                        <p:attrNameLst>
                                          <p:attrName>style.visibility</p:attrName>
                                        </p:attrNameLst>
                                      </p:cBhvr>
                                      <p:to>
                                        <p:strVal val="visible"/>
                                      </p:to>
                                    </p:set>
                                    <p:anim calcmode="lin" valueType="num">
                                      <p:cBhvr additive="base">
                                        <p:cTn id="31" dur="500" fill="hold"/>
                                        <p:tgtEl>
                                          <p:spTgt spid="12"/>
                                        </p:tgtEl>
                                        <p:attrNameLst>
                                          <p:attrName>ppt_x</p:attrName>
                                        </p:attrNameLst>
                                      </p:cBhvr>
                                      <p:tavLst>
                                        <p:tav tm="0">
                                          <p:val>
                                            <p:strVal val="#ppt_x"/>
                                          </p:val>
                                        </p:tav>
                                        <p:tav tm="100000">
                                          <p:val>
                                            <p:strVal val="#ppt_x"/>
                                          </p:val>
                                        </p:tav>
                                      </p:tavLst>
                                    </p:anim>
                                    <p:anim calcmode="lin" valueType="num">
                                      <p:cBhvr additive="base">
                                        <p:cTn id="32" dur="500" fill="hold"/>
                                        <p:tgtEl>
                                          <p:spTgt spid="12"/>
                                        </p:tgtEl>
                                        <p:attrNameLst>
                                          <p:attrName>ppt_y</p:attrName>
                                        </p:attrNameLst>
                                      </p:cBhvr>
                                      <p:tavLst>
                                        <p:tav tm="0">
                                          <p:val>
                                            <p:strVal val="1+#ppt_h/2"/>
                                          </p:val>
                                        </p:tav>
                                        <p:tav tm="100000">
                                          <p:val>
                                            <p:strVal val="#ppt_y"/>
                                          </p:val>
                                        </p:tav>
                                      </p:tavLst>
                                    </p:anim>
                                  </p:childTnLst>
                                </p:cTn>
                              </p:par>
                            </p:childTnLst>
                          </p:cTn>
                        </p:par>
                        <p:par>
                          <p:cTn id="33" fill="hold">
                            <p:stCondLst>
                              <p:cond delay="500"/>
                            </p:stCondLst>
                            <p:childTnLst>
                              <p:par>
                                <p:cTn id="34" presetID="2" presetClass="entr" presetSubtype="4" fill="hold" nodeType="afterEffect">
                                  <p:stCondLst>
                                    <p:cond delay="0"/>
                                  </p:stCondLst>
                                  <p:childTnLst>
                                    <p:set>
                                      <p:cBhvr>
                                        <p:cTn id="35" dur="1" fill="hold">
                                          <p:stCondLst>
                                            <p:cond delay="0"/>
                                          </p:stCondLst>
                                        </p:cTn>
                                        <p:tgtEl>
                                          <p:spTgt spid="10"/>
                                        </p:tgtEl>
                                        <p:attrNameLst>
                                          <p:attrName>style.visibility</p:attrName>
                                        </p:attrNameLst>
                                      </p:cBhvr>
                                      <p:to>
                                        <p:strVal val="visible"/>
                                      </p:to>
                                    </p:set>
                                    <p:anim calcmode="lin" valueType="num">
                                      <p:cBhvr additive="base">
                                        <p:cTn id="36" dur="500" fill="hold"/>
                                        <p:tgtEl>
                                          <p:spTgt spid="10"/>
                                        </p:tgtEl>
                                        <p:attrNameLst>
                                          <p:attrName>ppt_x</p:attrName>
                                        </p:attrNameLst>
                                      </p:cBhvr>
                                      <p:tavLst>
                                        <p:tav tm="0">
                                          <p:val>
                                            <p:strVal val="#ppt_x"/>
                                          </p:val>
                                        </p:tav>
                                        <p:tav tm="100000">
                                          <p:val>
                                            <p:strVal val="#ppt_x"/>
                                          </p:val>
                                        </p:tav>
                                      </p:tavLst>
                                    </p:anim>
                                    <p:anim calcmode="lin" valueType="num">
                                      <p:cBhvr additive="base">
                                        <p:cTn id="37" dur="500" fill="hold"/>
                                        <p:tgtEl>
                                          <p:spTgt spid="10"/>
                                        </p:tgtEl>
                                        <p:attrNameLst>
                                          <p:attrName>ppt_y</p:attrName>
                                        </p:attrNameLst>
                                      </p:cBhvr>
                                      <p:tavLst>
                                        <p:tav tm="0">
                                          <p:val>
                                            <p:strVal val="1+#ppt_h/2"/>
                                          </p:val>
                                        </p:tav>
                                        <p:tav tm="100000">
                                          <p:val>
                                            <p:strVal val="#ppt_y"/>
                                          </p:val>
                                        </p:tav>
                                      </p:tavLst>
                                    </p:anim>
                                  </p:childTnLst>
                                </p:cTn>
                              </p:par>
                            </p:childTnLst>
                          </p:cTn>
                        </p:par>
                        <p:par>
                          <p:cTn id="38" fill="hold">
                            <p:stCondLst>
                              <p:cond delay="1000"/>
                            </p:stCondLst>
                            <p:childTnLst>
                              <p:par>
                                <p:cTn id="39" presetID="55" presetClass="entr" presetSubtype="0" fill="hold" nodeType="afterEffect">
                                  <p:stCondLst>
                                    <p:cond delay="0"/>
                                  </p:stCondLst>
                                  <p:childTnLst>
                                    <p:set>
                                      <p:cBhvr>
                                        <p:cTn id="40" dur="1" fill="hold">
                                          <p:stCondLst>
                                            <p:cond delay="0"/>
                                          </p:stCondLst>
                                        </p:cTn>
                                        <p:tgtEl>
                                          <p:spTgt spid="2"/>
                                        </p:tgtEl>
                                        <p:attrNameLst>
                                          <p:attrName>style.visibility</p:attrName>
                                        </p:attrNameLst>
                                      </p:cBhvr>
                                      <p:to>
                                        <p:strVal val="visible"/>
                                      </p:to>
                                    </p:set>
                                    <p:anim calcmode="lin" valueType="num">
                                      <p:cBhvr>
                                        <p:cTn id="41" dur="1000" fill="hold"/>
                                        <p:tgtEl>
                                          <p:spTgt spid="2"/>
                                        </p:tgtEl>
                                        <p:attrNameLst>
                                          <p:attrName>ppt_w</p:attrName>
                                        </p:attrNameLst>
                                      </p:cBhvr>
                                      <p:tavLst>
                                        <p:tav tm="0">
                                          <p:val>
                                            <p:strVal val="#ppt_w*0.70"/>
                                          </p:val>
                                        </p:tav>
                                        <p:tav tm="100000">
                                          <p:val>
                                            <p:strVal val="#ppt_w"/>
                                          </p:val>
                                        </p:tav>
                                      </p:tavLst>
                                    </p:anim>
                                    <p:anim calcmode="lin" valueType="num">
                                      <p:cBhvr>
                                        <p:cTn id="42" dur="1000" fill="hold"/>
                                        <p:tgtEl>
                                          <p:spTgt spid="2"/>
                                        </p:tgtEl>
                                        <p:attrNameLst>
                                          <p:attrName>ppt_h</p:attrName>
                                        </p:attrNameLst>
                                      </p:cBhvr>
                                      <p:tavLst>
                                        <p:tav tm="0">
                                          <p:val>
                                            <p:strVal val="#ppt_h"/>
                                          </p:val>
                                        </p:tav>
                                        <p:tav tm="100000">
                                          <p:val>
                                            <p:strVal val="#ppt_h"/>
                                          </p:val>
                                        </p:tav>
                                      </p:tavLst>
                                    </p:anim>
                                    <p:animEffect transition="in" filter="fade">
                                      <p:cBhvr>
                                        <p:cTn id="43"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4"/>
          <p:cNvSpPr>
            <a:spLocks noGrp="1" noChangeArrowheads="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a:spcBef>
                <a:spcPct val="0"/>
              </a:spcBef>
              <a:buFontTx/>
              <a:buNone/>
            </a:pPr>
            <a:fld id="{B70E9CD3-17E6-42E1-9E4F-4DF999022FE3}" type="datetime1">
              <a:rPr kumimoji="0" lang="zh-CN" altLang="en-US" sz="1200" smtClean="0">
                <a:solidFill>
                  <a:srgbClr val="000000"/>
                </a:solidFill>
                <a:ea typeface="宋体" panose="02010600030101010101" pitchFamily="2" charset="-122"/>
              </a:rPr>
            </a:fld>
            <a:endParaRPr kumimoji="0" lang="en-US" altLang="zh-CN" sz="1200">
              <a:solidFill>
                <a:srgbClr val="000000"/>
              </a:solidFill>
              <a:ea typeface="宋体" panose="02010600030101010101" pitchFamily="2" charset="-122"/>
            </a:endParaRPr>
          </a:p>
        </p:txBody>
      </p:sp>
      <p:pic>
        <p:nvPicPr>
          <p:cNvPr id="92163"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27088" y="260350"/>
            <a:ext cx="2038350" cy="1924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2164" name="Rectangle 2"/>
          <p:cNvSpPr>
            <a:spLocks noChangeArrowheads="1"/>
          </p:cNvSpPr>
          <p:nvPr/>
        </p:nvSpPr>
        <p:spPr bwMode="auto">
          <a:xfrm>
            <a:off x="2471738" y="28717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spcBef>
                <a:spcPct val="0"/>
              </a:spcBef>
              <a:buFontTx/>
              <a:buNone/>
            </a:pPr>
            <a:endParaRPr kumimoji="0" lang="zh-CN" altLang="en-US" sz="1800">
              <a:ea typeface="宋体" panose="02010600030101010101" pitchFamily="2" charset="-122"/>
            </a:endParaRPr>
          </a:p>
        </p:txBody>
      </p:sp>
      <p:sp>
        <p:nvSpPr>
          <p:cNvPr id="92165" name="Text Box 4"/>
          <p:cNvSpPr txBox="1">
            <a:spLocks noChangeArrowheads="1"/>
          </p:cNvSpPr>
          <p:nvPr/>
        </p:nvSpPr>
        <p:spPr bwMode="auto">
          <a:xfrm>
            <a:off x="684213" y="115888"/>
            <a:ext cx="403066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spcBef>
                <a:spcPct val="0"/>
              </a:spcBef>
              <a:buFontTx/>
              <a:buNone/>
            </a:pPr>
            <a:r>
              <a:rPr lang="zh-CN" altLang="en-US" sz="2400">
                <a:solidFill>
                  <a:srgbClr val="FF0000"/>
                </a:solidFill>
                <a:ea typeface="宋体" panose="02010600030101010101" pitchFamily="2" charset="-122"/>
              </a:rPr>
              <a:t>电容元件时域与</a:t>
            </a:r>
            <a:r>
              <a:rPr lang="en-US" altLang="zh-CN" sz="2400">
                <a:solidFill>
                  <a:srgbClr val="FF0000"/>
                </a:solidFill>
                <a:ea typeface="宋体" panose="02010600030101010101" pitchFamily="2" charset="-122"/>
              </a:rPr>
              <a:t>s</a:t>
            </a:r>
            <a:r>
              <a:rPr lang="zh-CN" altLang="en-US" sz="2400">
                <a:solidFill>
                  <a:srgbClr val="FF0000"/>
                </a:solidFill>
                <a:ea typeface="宋体" panose="02010600030101010101" pitchFamily="2" charset="-122"/>
              </a:rPr>
              <a:t>域电路模型</a:t>
            </a:r>
            <a:endParaRPr lang="zh-CN" altLang="en-US" sz="2400">
              <a:solidFill>
                <a:srgbClr val="FF0000"/>
              </a:solidFill>
              <a:latin typeface="Tahoma" panose="020B0604030504040204" pitchFamily="34" charset="0"/>
              <a:ea typeface="宋体" panose="02010600030101010101" pitchFamily="2" charset="-122"/>
            </a:endParaRPr>
          </a:p>
        </p:txBody>
      </p:sp>
      <p:grpSp>
        <p:nvGrpSpPr>
          <p:cNvPr id="2" name="Group 17"/>
          <p:cNvGrpSpPr/>
          <p:nvPr/>
        </p:nvGrpSpPr>
        <p:grpSpPr bwMode="auto">
          <a:xfrm>
            <a:off x="5795963" y="333375"/>
            <a:ext cx="3009900" cy="2306638"/>
            <a:chOff x="2562" y="2795"/>
            <a:chExt cx="1896" cy="1453"/>
          </a:xfrm>
        </p:grpSpPr>
        <p:sp>
          <p:nvSpPr>
            <p:cNvPr id="92173" name="Text Box 4"/>
            <p:cNvSpPr txBox="1">
              <a:spLocks noChangeArrowheads="1"/>
            </p:cNvSpPr>
            <p:nvPr/>
          </p:nvSpPr>
          <p:spPr bwMode="auto">
            <a:xfrm>
              <a:off x="2608" y="4017"/>
              <a:ext cx="16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spcBef>
                  <a:spcPct val="0"/>
                </a:spcBef>
                <a:buFontTx/>
                <a:buNone/>
              </a:pPr>
              <a:r>
                <a:rPr lang="zh-CN" altLang="en-US" sz="1800">
                  <a:solidFill>
                    <a:srgbClr val="161616"/>
                  </a:solidFill>
                  <a:ea typeface="宋体" panose="02010600030101010101" pitchFamily="2" charset="-122"/>
                </a:rPr>
                <a:t>（</a:t>
              </a:r>
              <a:r>
                <a:rPr lang="en-US" altLang="zh-CN" sz="1800">
                  <a:solidFill>
                    <a:srgbClr val="161616"/>
                  </a:solidFill>
                  <a:latin typeface="Tahoma" panose="020B0604030504040204" pitchFamily="34" charset="0"/>
                  <a:ea typeface="宋体" panose="02010600030101010101" pitchFamily="2" charset="-122"/>
                </a:rPr>
                <a:t>c</a:t>
              </a:r>
              <a:r>
                <a:rPr lang="zh-CN" altLang="en-US" sz="1800">
                  <a:solidFill>
                    <a:srgbClr val="161616"/>
                  </a:solidFill>
                  <a:ea typeface="宋体" panose="02010600030101010101" pitchFamily="2" charset="-122"/>
                </a:rPr>
                <a:t>）</a:t>
              </a:r>
              <a:r>
                <a:rPr lang="en-US" altLang="zh-CN" sz="1800">
                  <a:solidFill>
                    <a:srgbClr val="161616"/>
                  </a:solidFill>
                  <a:ea typeface="宋体" panose="02010600030101010101" pitchFamily="2" charset="-122"/>
                </a:rPr>
                <a:t>s</a:t>
              </a:r>
              <a:r>
                <a:rPr lang="zh-CN" altLang="en-US" sz="1800">
                  <a:solidFill>
                    <a:srgbClr val="161616"/>
                  </a:solidFill>
                  <a:ea typeface="宋体" panose="02010600030101010101" pitchFamily="2" charset="-122"/>
                </a:rPr>
                <a:t>域并联电路模型</a:t>
              </a:r>
              <a:endParaRPr lang="zh-CN" altLang="en-US" sz="1800">
                <a:solidFill>
                  <a:srgbClr val="161616"/>
                </a:solidFill>
                <a:latin typeface="Tahoma" panose="020B0604030504040204" pitchFamily="34" charset="0"/>
                <a:ea typeface="宋体" panose="02010600030101010101" pitchFamily="2" charset="-122"/>
              </a:endParaRPr>
            </a:p>
          </p:txBody>
        </p:sp>
        <p:pic>
          <p:nvPicPr>
            <p:cNvPr id="92174" name="Picture 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62" y="2795"/>
              <a:ext cx="1896" cy="12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92167" name="Text Box 4"/>
          <p:cNvSpPr txBox="1">
            <a:spLocks noChangeArrowheads="1"/>
          </p:cNvSpPr>
          <p:nvPr/>
        </p:nvSpPr>
        <p:spPr bwMode="auto">
          <a:xfrm>
            <a:off x="611188" y="2205038"/>
            <a:ext cx="2447925"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spcBef>
                <a:spcPct val="0"/>
              </a:spcBef>
              <a:buFontTx/>
              <a:buNone/>
            </a:pPr>
            <a:r>
              <a:rPr lang="zh-CN" altLang="en-US" sz="1800">
                <a:solidFill>
                  <a:srgbClr val="161616"/>
                </a:solidFill>
                <a:ea typeface="宋体" panose="02010600030101010101" pitchFamily="2" charset="-122"/>
              </a:rPr>
              <a:t>（</a:t>
            </a:r>
            <a:r>
              <a:rPr lang="en-US" altLang="zh-CN" sz="1800">
                <a:solidFill>
                  <a:srgbClr val="161616"/>
                </a:solidFill>
                <a:latin typeface="Tahoma" panose="020B0604030504040204" pitchFamily="34" charset="0"/>
                <a:ea typeface="宋体" panose="02010600030101010101" pitchFamily="2" charset="-122"/>
              </a:rPr>
              <a:t>a</a:t>
            </a:r>
            <a:r>
              <a:rPr lang="zh-CN" altLang="en-US" sz="1800">
                <a:solidFill>
                  <a:srgbClr val="161616"/>
                </a:solidFill>
                <a:ea typeface="宋体" panose="02010600030101010101" pitchFamily="2" charset="-122"/>
              </a:rPr>
              <a:t>）时域电路模型</a:t>
            </a:r>
            <a:endParaRPr lang="zh-CN" altLang="en-US" sz="1800">
              <a:solidFill>
                <a:srgbClr val="161616"/>
              </a:solidFill>
              <a:latin typeface="Tahoma" panose="020B0604030504040204" pitchFamily="34" charset="0"/>
              <a:ea typeface="宋体" panose="02010600030101010101" pitchFamily="2" charset="-122"/>
            </a:endParaRPr>
          </a:p>
        </p:txBody>
      </p:sp>
      <p:sp>
        <p:nvSpPr>
          <p:cNvPr id="3" name="Text Box 4"/>
          <p:cNvSpPr txBox="1">
            <a:spLocks noChangeArrowheads="1"/>
          </p:cNvSpPr>
          <p:nvPr/>
        </p:nvSpPr>
        <p:spPr bwMode="auto">
          <a:xfrm>
            <a:off x="1115378" y="4436428"/>
            <a:ext cx="15763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spcBef>
                <a:spcPct val="0"/>
              </a:spcBef>
              <a:buFontTx/>
              <a:buNone/>
            </a:pPr>
            <a:r>
              <a:rPr lang="zh-CN" altLang="en-US" sz="2400">
                <a:solidFill>
                  <a:srgbClr val="FF0000"/>
                </a:solidFill>
                <a:ea typeface="宋体" panose="02010600030101010101" pitchFamily="2" charset="-122"/>
              </a:rPr>
              <a:t>取</a:t>
            </a:r>
            <a:r>
              <a:rPr lang="en-US" altLang="zh-CN" sz="2400">
                <a:solidFill>
                  <a:srgbClr val="FF0000"/>
                </a:solidFill>
                <a:ea typeface="宋体" panose="02010600030101010101" pitchFamily="2" charset="-122"/>
              </a:rPr>
              <a:t>L.S</a:t>
            </a:r>
            <a:r>
              <a:rPr lang="zh-CN" altLang="en-US" sz="2400">
                <a:solidFill>
                  <a:srgbClr val="FF0000"/>
                </a:solidFill>
                <a:ea typeface="宋体" panose="02010600030101010101" pitchFamily="2" charset="-122"/>
              </a:rPr>
              <a:t>变换</a:t>
            </a:r>
            <a:endParaRPr lang="zh-CN" altLang="en-US" sz="2400">
              <a:solidFill>
                <a:srgbClr val="FF0000"/>
              </a:solidFill>
              <a:latin typeface="Tahoma" panose="020B0604030504040204" pitchFamily="34" charset="0"/>
              <a:ea typeface="宋体" panose="02010600030101010101" pitchFamily="2" charset="-122"/>
            </a:endParaRPr>
          </a:p>
        </p:txBody>
      </p:sp>
      <p:graphicFrame>
        <p:nvGraphicFramePr>
          <p:cNvPr id="157711" name="Object 2"/>
          <p:cNvGraphicFramePr>
            <a:graphicFrameLocks noChangeAspect="1"/>
          </p:cNvGraphicFramePr>
          <p:nvPr/>
        </p:nvGraphicFramePr>
        <p:xfrm>
          <a:off x="755333" y="3467418"/>
          <a:ext cx="2808287" cy="1049337"/>
        </p:xfrm>
        <a:graphic>
          <a:graphicData uri="http://schemas.openxmlformats.org/presentationml/2006/ole">
            <mc:AlternateContent xmlns:mc="http://schemas.openxmlformats.org/markup-compatibility/2006">
              <mc:Choice xmlns:v="urn:schemas-microsoft-com:vml" Requires="v">
                <p:oleObj spid="_x0000_s4" name="公式" r:id="rId3" imgW="1054100" imgH="393700" progId="Equation.3">
                  <p:embed/>
                </p:oleObj>
              </mc:Choice>
              <mc:Fallback>
                <p:oleObj name="公式" r:id="rId3" imgW="1054100" imgH="393700" progId="Equation.3">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55333" y="3467418"/>
                        <a:ext cx="2808287" cy="1049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sp>
        <p:nvSpPr>
          <p:cNvPr id="157712" name="Rectangle 16"/>
          <p:cNvSpPr>
            <a:spLocks noChangeArrowheads="1"/>
          </p:cNvSpPr>
          <p:nvPr/>
        </p:nvSpPr>
        <p:spPr bwMode="auto">
          <a:xfrm>
            <a:off x="971550" y="2919413"/>
            <a:ext cx="6048375" cy="457200"/>
          </a:xfrm>
          <a:prstGeom prst="rect">
            <a:avLst/>
          </a:prstGeom>
          <a:noFill/>
          <a:ln>
            <a:noFill/>
          </a:ln>
          <a:effectLst/>
        </p:spPr>
        <p:txBody>
          <a:bodyPr>
            <a:spAutoFit/>
          </a:bodyPr>
          <a:lstStyle/>
          <a:p>
            <a:pPr eaLnBrk="1" hangingPunct="1">
              <a:defRPr/>
            </a:pPr>
            <a:r>
              <a:rPr lang="zh-CN" altLang="en-US" sz="2400">
                <a:solidFill>
                  <a:srgbClr val="000000"/>
                </a:solidFill>
                <a:effectLst>
                  <a:outerShdw blurRad="38100" dist="38100" dir="2700000" algn="tl">
                    <a:srgbClr val="C0C0C0"/>
                  </a:outerShdw>
                </a:effectLst>
              </a:rPr>
              <a:t>电容元件的时域伏安关系还可以表示为：</a:t>
            </a:r>
            <a:endParaRPr lang="zh-CN" altLang="en-US" sz="2400">
              <a:solidFill>
                <a:srgbClr val="000000"/>
              </a:solidFill>
              <a:effectLst>
                <a:outerShdw blurRad="38100" dist="38100" dir="2700000" algn="tl">
                  <a:srgbClr val="C0C0C0"/>
                </a:outerShdw>
              </a:effectLst>
            </a:endParaRPr>
          </a:p>
        </p:txBody>
      </p:sp>
      <p:graphicFrame>
        <p:nvGraphicFramePr>
          <p:cNvPr id="439306" name="Object 3"/>
          <p:cNvGraphicFramePr>
            <a:graphicFrameLocks noChangeAspect="1"/>
          </p:cNvGraphicFramePr>
          <p:nvPr/>
        </p:nvGraphicFramePr>
        <p:xfrm>
          <a:off x="755650" y="5084763"/>
          <a:ext cx="1039813" cy="644525"/>
        </p:xfrm>
        <a:graphic>
          <a:graphicData uri="http://schemas.openxmlformats.org/presentationml/2006/ole">
            <mc:AlternateContent xmlns:mc="http://schemas.openxmlformats.org/markup-compatibility/2006">
              <mc:Choice xmlns:v="urn:schemas-microsoft-com:vml" Requires="v">
                <p:oleObj spid="_x0000_s5" name="公式" r:id="rId5" imgW="368300" imgH="228600" progId="Equation.3">
                  <p:embed/>
                </p:oleObj>
              </mc:Choice>
              <mc:Fallback>
                <p:oleObj name="公式" r:id="rId5" imgW="368300" imgH="228600" progId="Equation.3">
                  <p:embed/>
                  <p:pic>
                    <p:nvPicPr>
                      <p:cNvPr id="0"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55650" y="5084763"/>
                        <a:ext cx="1039813" cy="6445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pic>
        <p:nvPicPr>
          <p:cNvPr id="439307" name="Object 4"/>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1835468" y="5013008"/>
            <a:ext cx="4103687" cy="7286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graphicFrame>
        <p:nvGraphicFramePr>
          <p:cNvPr id="10" name="Object 5"/>
          <p:cNvGraphicFramePr>
            <a:graphicFrameLocks noChangeAspect="1"/>
          </p:cNvGraphicFramePr>
          <p:nvPr/>
        </p:nvGraphicFramePr>
        <p:xfrm>
          <a:off x="4499293" y="3658870"/>
          <a:ext cx="4444365" cy="571500"/>
        </p:xfrm>
        <a:graphic>
          <a:graphicData uri="http://schemas.openxmlformats.org/presentationml/2006/ole">
            <mc:AlternateContent xmlns:mc="http://schemas.openxmlformats.org/markup-compatibility/2006">
              <mc:Choice xmlns:v="urn:schemas-microsoft-com:vml" Requires="v">
                <p:oleObj spid="_x0000_s11" name="公式" r:id="rId8" imgW="1879600" imgH="241300" progId="Equation.3">
                  <p:embed/>
                </p:oleObj>
              </mc:Choice>
              <mc:Fallback>
                <p:oleObj name="公式" r:id="rId8" imgW="1879600" imgH="241300" progId="Equation.3">
                  <p:embed/>
                  <p:pic>
                    <p:nvPicPr>
                      <p:cNvPr id="0" name="Object 5"/>
                      <p:cNvPicPr>
                        <a:picLocks noChangeAspect="1" noChangeArrowheads="1"/>
                      </p:cNvPicPr>
                      <p:nvPr/>
                    </p:nvPicPr>
                    <p:blipFill>
                      <a:blip r:embed="rId9"/>
                      <a:srcRect/>
                      <a:stretch>
                        <a:fillRect/>
                      </a:stretch>
                    </p:blipFill>
                    <p:spPr bwMode="auto">
                      <a:xfrm>
                        <a:off x="4499293" y="3658870"/>
                        <a:ext cx="4444365" cy="571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cxnSp>
        <p:nvCxnSpPr>
          <p:cNvPr id="12" name="直接箭头连接符 11"/>
          <p:cNvCxnSpPr/>
          <p:nvPr/>
        </p:nvCxnSpPr>
        <p:spPr>
          <a:xfrm flipV="1">
            <a:off x="5435600" y="4364990"/>
            <a:ext cx="864235" cy="720090"/>
          </a:xfrm>
          <a:prstGeom prst="straightConnector1">
            <a:avLst/>
          </a:prstGeom>
          <a:ln>
            <a:headEnd type="none" w="med" len="med"/>
            <a:tailEnd type="arrow" w="med" len="med"/>
          </a:ln>
        </p:spPr>
        <p:style>
          <a:lnRef idx="2">
            <a:schemeClr val="accent1"/>
          </a:lnRef>
          <a:fillRef idx="0">
            <a:schemeClr val="accent1"/>
          </a:fillRef>
          <a:effectRef idx="1">
            <a:schemeClr val="accent1"/>
          </a:effectRef>
          <a:fontRef idx="minor">
            <a:schemeClr val="tx1"/>
          </a:fontRef>
        </p:style>
      </p:cxnSp>
    </p:spTree>
    <p:custDataLst>
      <p:tags r:id="rId10"/>
    </p:custDataLst>
  </p:cSld>
  <p:clrMapOvr>
    <a:masterClrMapping/>
  </p:clrMapOvr>
  <mc:AlternateContent xmlns:mc="http://schemas.openxmlformats.org/markup-compatibility/2006">
    <mc:Choice xmlns:p14="http://schemas.microsoft.com/office/powerpoint/2010/main" Requires="p14">
      <p:transition spd="slow" p14:dur="2000" advTm="233348"/>
    </mc:Choice>
    <mc:Fallback>
      <p:transition spd="slow" advTm="233348"/>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5" presetClass="entr" presetSubtype="0" fill="hold" nodeType="clickEffect">
                                  <p:stCondLst>
                                    <p:cond delay="0"/>
                                  </p:stCondLst>
                                  <p:childTnLst>
                                    <p:set>
                                      <p:cBhvr>
                                        <p:cTn id="6" dur="1" fill="hold">
                                          <p:stCondLst>
                                            <p:cond delay="0"/>
                                          </p:stCondLst>
                                        </p:cTn>
                                        <p:tgtEl>
                                          <p:spTgt spid="157711"/>
                                        </p:tgtEl>
                                        <p:attrNameLst>
                                          <p:attrName>style.visibility</p:attrName>
                                        </p:attrNameLst>
                                      </p:cBhvr>
                                      <p:to>
                                        <p:strVal val="visible"/>
                                      </p:to>
                                    </p:set>
                                    <p:anim calcmode="lin" valueType="num">
                                      <p:cBhvr>
                                        <p:cTn id="7" dur="1000" fill="hold"/>
                                        <p:tgtEl>
                                          <p:spTgt spid="157711"/>
                                        </p:tgtEl>
                                        <p:attrNameLst>
                                          <p:attrName>ppt_w</p:attrName>
                                        </p:attrNameLst>
                                      </p:cBhvr>
                                      <p:tavLst>
                                        <p:tav tm="0">
                                          <p:val>
                                            <p:strVal val="#ppt_w*0.70"/>
                                          </p:val>
                                        </p:tav>
                                        <p:tav tm="100000">
                                          <p:val>
                                            <p:strVal val="#ppt_w"/>
                                          </p:val>
                                        </p:tav>
                                      </p:tavLst>
                                    </p:anim>
                                    <p:anim calcmode="lin" valueType="num">
                                      <p:cBhvr>
                                        <p:cTn id="8" dur="1000" fill="hold"/>
                                        <p:tgtEl>
                                          <p:spTgt spid="157711"/>
                                        </p:tgtEl>
                                        <p:attrNameLst>
                                          <p:attrName>ppt_h</p:attrName>
                                        </p:attrNameLst>
                                      </p:cBhvr>
                                      <p:tavLst>
                                        <p:tav tm="0">
                                          <p:val>
                                            <p:strVal val="#ppt_h"/>
                                          </p:val>
                                        </p:tav>
                                        <p:tav tm="100000">
                                          <p:val>
                                            <p:strVal val="#ppt_h"/>
                                          </p:val>
                                        </p:tav>
                                      </p:tavLst>
                                    </p:anim>
                                    <p:animEffect transition="in" filter="fade">
                                      <p:cBhvr>
                                        <p:cTn id="9" dur="1000"/>
                                        <p:tgtEl>
                                          <p:spTgt spid="157711"/>
                                        </p:tgtEl>
                                      </p:cBhvr>
                                    </p:animEffect>
                                  </p:childTnLst>
                                </p:cTn>
                              </p:par>
                            </p:childTnLst>
                          </p:cTn>
                        </p:par>
                        <p:par>
                          <p:cTn id="10" fill="hold">
                            <p:stCondLst>
                              <p:cond delay="1000"/>
                            </p:stCondLst>
                            <p:childTnLst>
                              <p:par>
                                <p:cTn id="11" presetID="55" presetClass="entr" presetSubtype="0" fill="hold" grpId="0" nodeType="afterEffect">
                                  <p:stCondLst>
                                    <p:cond delay="0"/>
                                  </p:stCondLst>
                                  <p:childTnLst>
                                    <p:set>
                                      <p:cBhvr>
                                        <p:cTn id="12" dur="1" fill="hold">
                                          <p:stCondLst>
                                            <p:cond delay="0"/>
                                          </p:stCondLst>
                                        </p:cTn>
                                        <p:tgtEl>
                                          <p:spTgt spid="3"/>
                                        </p:tgtEl>
                                        <p:attrNameLst>
                                          <p:attrName>style.visibility</p:attrName>
                                        </p:attrNameLst>
                                      </p:cBhvr>
                                      <p:to>
                                        <p:strVal val="visible"/>
                                      </p:to>
                                    </p:set>
                                    <p:anim calcmode="lin" valueType="num">
                                      <p:cBhvr>
                                        <p:cTn id="13" dur="1000" fill="hold"/>
                                        <p:tgtEl>
                                          <p:spTgt spid="3"/>
                                        </p:tgtEl>
                                        <p:attrNameLst>
                                          <p:attrName>ppt_w</p:attrName>
                                        </p:attrNameLst>
                                      </p:cBhvr>
                                      <p:tavLst>
                                        <p:tav tm="0">
                                          <p:val>
                                            <p:strVal val="#ppt_w*0.70"/>
                                          </p:val>
                                        </p:tav>
                                        <p:tav tm="100000">
                                          <p:val>
                                            <p:strVal val="#ppt_w"/>
                                          </p:val>
                                        </p:tav>
                                      </p:tavLst>
                                    </p:anim>
                                    <p:anim calcmode="lin" valueType="num">
                                      <p:cBhvr>
                                        <p:cTn id="14" dur="1000" fill="hold"/>
                                        <p:tgtEl>
                                          <p:spTgt spid="3"/>
                                        </p:tgtEl>
                                        <p:attrNameLst>
                                          <p:attrName>ppt_h</p:attrName>
                                        </p:attrNameLst>
                                      </p:cBhvr>
                                      <p:tavLst>
                                        <p:tav tm="0">
                                          <p:val>
                                            <p:strVal val="#ppt_h"/>
                                          </p:val>
                                        </p:tav>
                                        <p:tav tm="100000">
                                          <p:val>
                                            <p:strVal val="#ppt_h"/>
                                          </p:val>
                                        </p:tav>
                                      </p:tavLst>
                                    </p:anim>
                                    <p:animEffect transition="in" filter="fade">
                                      <p:cBhvr>
                                        <p:cTn id="15" dur="1000"/>
                                        <p:tgtEl>
                                          <p:spTgt spid="3"/>
                                        </p:tgtEl>
                                      </p:cBhvr>
                                    </p:animEffect>
                                  </p:childTnLst>
                                </p:cTn>
                              </p:par>
                            </p:childTnLst>
                          </p:cTn>
                        </p:par>
                        <p:par>
                          <p:cTn id="16" fill="hold">
                            <p:stCondLst>
                              <p:cond delay="2000"/>
                            </p:stCondLst>
                            <p:childTnLst>
                              <p:par>
                                <p:cTn id="17" presetID="9" presetClass="entr" presetSubtype="0" fill="hold" nodeType="afterEffect">
                                  <p:stCondLst>
                                    <p:cond delay="0"/>
                                  </p:stCondLst>
                                  <p:childTnLst>
                                    <p:set>
                                      <p:cBhvr>
                                        <p:cTn id="18" dur="1" fill="hold">
                                          <p:stCondLst>
                                            <p:cond delay="0"/>
                                          </p:stCondLst>
                                        </p:cTn>
                                        <p:tgtEl>
                                          <p:spTgt spid="439306"/>
                                        </p:tgtEl>
                                        <p:attrNameLst>
                                          <p:attrName>style.visibility</p:attrName>
                                        </p:attrNameLst>
                                      </p:cBhvr>
                                      <p:to>
                                        <p:strVal val="visible"/>
                                      </p:to>
                                    </p:set>
                                    <p:animEffect transition="in" filter="dissolve">
                                      <p:cBhvr>
                                        <p:cTn id="19" dur="500"/>
                                        <p:tgtEl>
                                          <p:spTgt spid="439306"/>
                                        </p:tgtEl>
                                      </p:cBhvr>
                                    </p:animEffect>
                                  </p:childTnLst>
                                </p:cTn>
                              </p:par>
                            </p:childTnLst>
                          </p:cTn>
                        </p:par>
                      </p:childTnLst>
                    </p:cTn>
                  </p:par>
                  <p:par>
                    <p:cTn id="20" fill="hold">
                      <p:stCondLst>
                        <p:cond delay="indefinite"/>
                      </p:stCondLst>
                      <p:childTnLst>
                        <p:par>
                          <p:cTn id="21" fill="hold">
                            <p:stCondLst>
                              <p:cond delay="0"/>
                            </p:stCondLst>
                            <p:childTnLst>
                              <p:par>
                                <p:cTn id="22" presetID="9" presetClass="entr" presetSubtype="0" fill="hold" nodeType="clickEffect">
                                  <p:stCondLst>
                                    <p:cond delay="0"/>
                                  </p:stCondLst>
                                  <p:childTnLst>
                                    <p:set>
                                      <p:cBhvr>
                                        <p:cTn id="23" dur="1" fill="hold">
                                          <p:stCondLst>
                                            <p:cond delay="0"/>
                                          </p:stCondLst>
                                        </p:cTn>
                                        <p:tgtEl>
                                          <p:spTgt spid="439307"/>
                                        </p:tgtEl>
                                        <p:attrNameLst>
                                          <p:attrName>style.visibility</p:attrName>
                                        </p:attrNameLst>
                                      </p:cBhvr>
                                      <p:to>
                                        <p:strVal val="visible"/>
                                      </p:to>
                                    </p:set>
                                    <p:animEffect transition="in" filter="dissolve">
                                      <p:cBhvr>
                                        <p:cTn id="24" dur="500"/>
                                        <p:tgtEl>
                                          <p:spTgt spid="439307"/>
                                        </p:tgtEl>
                                      </p:cBhvr>
                                    </p:animEffect>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nodeType="clickEffect">
                                  <p:stCondLst>
                                    <p:cond delay="0"/>
                                  </p:stCondLst>
                                  <p:childTnLst>
                                    <p:set>
                                      <p:cBhvr>
                                        <p:cTn id="28" dur="1" fill="hold">
                                          <p:stCondLst>
                                            <p:cond delay="0"/>
                                          </p:stCondLst>
                                        </p:cTn>
                                        <p:tgtEl>
                                          <p:spTgt spid="12"/>
                                        </p:tgtEl>
                                        <p:attrNameLst>
                                          <p:attrName>style.visibility</p:attrName>
                                        </p:attrNameLst>
                                      </p:cBhvr>
                                      <p:to>
                                        <p:strVal val="visible"/>
                                      </p:to>
                                    </p:set>
                                    <p:anim calcmode="lin" valueType="num">
                                      <p:cBhvr additive="base">
                                        <p:cTn id="29" dur="500" fill="hold"/>
                                        <p:tgtEl>
                                          <p:spTgt spid="12"/>
                                        </p:tgtEl>
                                        <p:attrNameLst>
                                          <p:attrName>ppt_x</p:attrName>
                                        </p:attrNameLst>
                                      </p:cBhvr>
                                      <p:tavLst>
                                        <p:tav tm="0">
                                          <p:val>
                                            <p:strVal val="#ppt_x"/>
                                          </p:val>
                                        </p:tav>
                                        <p:tav tm="100000">
                                          <p:val>
                                            <p:strVal val="#ppt_x"/>
                                          </p:val>
                                        </p:tav>
                                      </p:tavLst>
                                    </p:anim>
                                    <p:anim calcmode="lin" valueType="num">
                                      <p:cBhvr additive="base">
                                        <p:cTn id="30" dur="500" fill="hold"/>
                                        <p:tgtEl>
                                          <p:spTgt spid="12"/>
                                        </p:tgtEl>
                                        <p:attrNameLst>
                                          <p:attrName>ppt_y</p:attrName>
                                        </p:attrNameLst>
                                      </p:cBhvr>
                                      <p:tavLst>
                                        <p:tav tm="0">
                                          <p:val>
                                            <p:strVal val="1+#ppt_h/2"/>
                                          </p:val>
                                        </p:tav>
                                        <p:tav tm="100000">
                                          <p:val>
                                            <p:strVal val="#ppt_y"/>
                                          </p:val>
                                        </p:tav>
                                      </p:tavLst>
                                    </p:anim>
                                  </p:childTnLst>
                                </p:cTn>
                              </p:par>
                            </p:childTnLst>
                          </p:cTn>
                        </p:par>
                        <p:par>
                          <p:cTn id="31" fill="hold">
                            <p:stCondLst>
                              <p:cond delay="500"/>
                            </p:stCondLst>
                            <p:childTnLst>
                              <p:par>
                                <p:cTn id="32" presetID="2" presetClass="entr" presetSubtype="4" fill="hold" nodeType="afterEffect">
                                  <p:stCondLst>
                                    <p:cond delay="0"/>
                                  </p:stCondLst>
                                  <p:childTnLst>
                                    <p:set>
                                      <p:cBhvr>
                                        <p:cTn id="33" dur="1" fill="hold">
                                          <p:stCondLst>
                                            <p:cond delay="0"/>
                                          </p:stCondLst>
                                        </p:cTn>
                                        <p:tgtEl>
                                          <p:spTgt spid="10"/>
                                        </p:tgtEl>
                                        <p:attrNameLst>
                                          <p:attrName>style.visibility</p:attrName>
                                        </p:attrNameLst>
                                      </p:cBhvr>
                                      <p:to>
                                        <p:strVal val="visible"/>
                                      </p:to>
                                    </p:set>
                                    <p:anim calcmode="lin" valueType="num">
                                      <p:cBhvr additive="base">
                                        <p:cTn id="34" dur="500" fill="hold"/>
                                        <p:tgtEl>
                                          <p:spTgt spid="10"/>
                                        </p:tgtEl>
                                        <p:attrNameLst>
                                          <p:attrName>ppt_x</p:attrName>
                                        </p:attrNameLst>
                                      </p:cBhvr>
                                      <p:tavLst>
                                        <p:tav tm="0">
                                          <p:val>
                                            <p:strVal val="#ppt_x"/>
                                          </p:val>
                                        </p:tav>
                                        <p:tav tm="100000">
                                          <p:val>
                                            <p:strVal val="#ppt_x"/>
                                          </p:val>
                                        </p:tav>
                                      </p:tavLst>
                                    </p:anim>
                                    <p:anim calcmode="lin" valueType="num">
                                      <p:cBhvr additive="base">
                                        <p:cTn id="35" dur="500" fill="hold"/>
                                        <p:tgtEl>
                                          <p:spTgt spid="10"/>
                                        </p:tgtEl>
                                        <p:attrNameLst>
                                          <p:attrName>ppt_y</p:attrName>
                                        </p:attrNameLst>
                                      </p:cBhvr>
                                      <p:tavLst>
                                        <p:tav tm="0">
                                          <p:val>
                                            <p:strVal val="1+#ppt_h/2"/>
                                          </p:val>
                                        </p:tav>
                                        <p:tav tm="100000">
                                          <p:val>
                                            <p:strVal val="#ppt_y"/>
                                          </p:val>
                                        </p:tav>
                                      </p:tavLst>
                                    </p:anim>
                                  </p:childTnLst>
                                </p:cTn>
                              </p:par>
                            </p:childTnLst>
                          </p:cTn>
                        </p:par>
                        <p:par>
                          <p:cTn id="36" fill="hold">
                            <p:stCondLst>
                              <p:cond delay="1000"/>
                            </p:stCondLst>
                            <p:childTnLst>
                              <p:par>
                                <p:cTn id="37" presetID="55" presetClass="entr" presetSubtype="0" fill="hold" nodeType="afterEffect">
                                  <p:stCondLst>
                                    <p:cond delay="0"/>
                                  </p:stCondLst>
                                  <p:childTnLst>
                                    <p:set>
                                      <p:cBhvr>
                                        <p:cTn id="38" dur="1" fill="hold">
                                          <p:stCondLst>
                                            <p:cond delay="0"/>
                                          </p:stCondLst>
                                        </p:cTn>
                                        <p:tgtEl>
                                          <p:spTgt spid="2"/>
                                        </p:tgtEl>
                                        <p:attrNameLst>
                                          <p:attrName>style.visibility</p:attrName>
                                        </p:attrNameLst>
                                      </p:cBhvr>
                                      <p:to>
                                        <p:strVal val="visible"/>
                                      </p:to>
                                    </p:set>
                                    <p:anim calcmode="lin" valueType="num">
                                      <p:cBhvr>
                                        <p:cTn id="39" dur="1000" fill="hold"/>
                                        <p:tgtEl>
                                          <p:spTgt spid="2"/>
                                        </p:tgtEl>
                                        <p:attrNameLst>
                                          <p:attrName>ppt_w</p:attrName>
                                        </p:attrNameLst>
                                      </p:cBhvr>
                                      <p:tavLst>
                                        <p:tav tm="0">
                                          <p:val>
                                            <p:strVal val="#ppt_w*0.70"/>
                                          </p:val>
                                        </p:tav>
                                        <p:tav tm="100000">
                                          <p:val>
                                            <p:strVal val="#ppt_w"/>
                                          </p:val>
                                        </p:tav>
                                      </p:tavLst>
                                    </p:anim>
                                    <p:anim calcmode="lin" valueType="num">
                                      <p:cBhvr>
                                        <p:cTn id="40" dur="1000" fill="hold"/>
                                        <p:tgtEl>
                                          <p:spTgt spid="2"/>
                                        </p:tgtEl>
                                        <p:attrNameLst>
                                          <p:attrName>ppt_h</p:attrName>
                                        </p:attrNameLst>
                                      </p:cBhvr>
                                      <p:tavLst>
                                        <p:tav tm="0">
                                          <p:val>
                                            <p:strVal val="#ppt_h"/>
                                          </p:val>
                                        </p:tav>
                                        <p:tav tm="100000">
                                          <p:val>
                                            <p:strVal val="#ppt_h"/>
                                          </p:val>
                                        </p:tav>
                                      </p:tavLst>
                                    </p:anim>
                                    <p:animEffect transition="in" filter="fade">
                                      <p:cBhvr>
                                        <p:cTn id="41"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4"/>
          <p:cNvSpPr>
            <a:spLocks noGrp="1" noChangeArrowheads="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a:spcBef>
                <a:spcPct val="0"/>
              </a:spcBef>
              <a:buFontTx/>
              <a:buNone/>
            </a:pPr>
            <a:fld id="{AFAD2394-4492-4554-BD4A-202D40D18D1A}" type="datetime1">
              <a:rPr kumimoji="0" lang="zh-CN" altLang="en-US" sz="1200" smtClean="0">
                <a:solidFill>
                  <a:srgbClr val="000000"/>
                </a:solidFill>
                <a:ea typeface="宋体" panose="02010600030101010101" pitchFamily="2" charset="-122"/>
              </a:rPr>
            </a:fld>
            <a:endParaRPr kumimoji="0" lang="en-US" altLang="zh-CN" sz="1200">
              <a:solidFill>
                <a:srgbClr val="000000"/>
              </a:solidFill>
              <a:ea typeface="宋体" panose="02010600030101010101" pitchFamily="2" charset="-122"/>
            </a:endParaRPr>
          </a:p>
        </p:txBody>
      </p:sp>
      <p:pic>
        <p:nvPicPr>
          <p:cNvPr id="93187" name="Picture 1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042988" y="836613"/>
            <a:ext cx="1914525" cy="1466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46467" name="Rectangle 3"/>
          <p:cNvSpPr>
            <a:spLocks noGrp="1" noChangeArrowheads="1"/>
          </p:cNvSpPr>
          <p:nvPr>
            <p:ph type="body" sz="half" idx="1"/>
          </p:nvPr>
        </p:nvSpPr>
        <p:spPr>
          <a:xfrm>
            <a:off x="684213" y="188913"/>
            <a:ext cx="4752975" cy="719137"/>
          </a:xfrm>
          <a:solidFill>
            <a:schemeClr val="tx1"/>
          </a:solidFill>
          <a:effectLst>
            <a:outerShdw dist="35921" dir="2700000" algn="ctr" rotWithShape="0">
              <a:srgbClr val="000000">
                <a:alpha val="74997"/>
              </a:srgbClr>
            </a:outerShdw>
          </a:effectLst>
        </p:spPr>
        <p:txBody>
          <a:bodyPr/>
          <a:lstStyle/>
          <a:p>
            <a:pPr marL="354330" indent="-354330" eaLnBrk="1" hangingPunct="1">
              <a:lnSpc>
                <a:spcPct val="120000"/>
              </a:lnSpc>
              <a:buFontTx/>
              <a:buAutoNum type="alphaLcParenR" startAt="3"/>
              <a:defRPr/>
            </a:pPr>
            <a:r>
              <a:rPr kumimoji="0" lang="zh-CN" altLang="en-US" sz="2800">
                <a:solidFill>
                  <a:srgbClr val="FF0000"/>
                </a:solidFill>
              </a:rPr>
              <a:t>电感元件的</a:t>
            </a:r>
            <a:r>
              <a:rPr kumimoji="0" lang="en-US" altLang="zh-CN" sz="2800">
                <a:solidFill>
                  <a:srgbClr val="FF0000"/>
                </a:solidFill>
              </a:rPr>
              <a:t>s</a:t>
            </a:r>
            <a:r>
              <a:rPr kumimoji="0" lang="zh-CN" altLang="en-US" sz="2800">
                <a:solidFill>
                  <a:srgbClr val="FF0000"/>
                </a:solidFill>
              </a:rPr>
              <a:t>域电路模型</a:t>
            </a:r>
            <a:endParaRPr kumimoji="0" lang="zh-CN" altLang="en-US" sz="2800">
              <a:solidFill>
                <a:srgbClr val="FF0000"/>
              </a:solidFill>
            </a:endParaRPr>
          </a:p>
        </p:txBody>
      </p:sp>
      <p:graphicFrame>
        <p:nvGraphicFramePr>
          <p:cNvPr id="74754" name="Object 2"/>
          <p:cNvGraphicFramePr>
            <a:graphicFrameLocks noGrp="1" noChangeAspect="1"/>
          </p:cNvGraphicFramePr>
          <p:nvPr>
            <p:ph sz="quarter" idx="2"/>
          </p:nvPr>
        </p:nvGraphicFramePr>
        <p:xfrm>
          <a:off x="755015" y="3284855"/>
          <a:ext cx="3366135" cy="990600"/>
        </p:xfrm>
        <a:graphic>
          <a:graphicData uri="http://schemas.openxmlformats.org/presentationml/2006/ole">
            <mc:AlternateContent xmlns:mc="http://schemas.openxmlformats.org/markup-compatibility/2006">
              <mc:Choice xmlns:v="urn:schemas-microsoft-com:vml" Requires="v">
                <p:oleObj spid="_x0000_s2" name="公式" r:id="rId2" imgW="1016000" imgH="393700" progId="Equation.3">
                  <p:embed/>
                </p:oleObj>
              </mc:Choice>
              <mc:Fallback>
                <p:oleObj name="公式" r:id="rId2" imgW="1016000" imgH="393700" progId="Equation.3">
                  <p:embed/>
                  <p:pic>
                    <p:nvPicPr>
                      <p:cNvPr id="0"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5015" y="3284855"/>
                        <a:ext cx="3366135" cy="990600"/>
                      </a:xfrm>
                      <a:prstGeom prst="rect">
                        <a:avLst/>
                      </a:prstGeom>
                      <a:noFill/>
                      <a:ln w="28575">
                        <a:solidFill>
                          <a:srgbClr val="0099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pSp>
        <p:nvGrpSpPr>
          <p:cNvPr id="3" name="Group 9"/>
          <p:cNvGrpSpPr/>
          <p:nvPr/>
        </p:nvGrpSpPr>
        <p:grpSpPr bwMode="auto">
          <a:xfrm>
            <a:off x="1979930" y="5422583"/>
            <a:ext cx="4938713" cy="690562"/>
            <a:chOff x="1066" y="3203"/>
            <a:chExt cx="3111" cy="435"/>
          </a:xfrm>
        </p:grpSpPr>
        <p:graphicFrame>
          <p:nvGraphicFramePr>
            <p:cNvPr id="93196" name="Object 3"/>
            <p:cNvGraphicFramePr>
              <a:graphicFrameLocks noChangeAspect="1"/>
            </p:cNvGraphicFramePr>
            <p:nvPr/>
          </p:nvGraphicFramePr>
          <p:xfrm>
            <a:off x="1066" y="3249"/>
            <a:ext cx="722" cy="384"/>
          </p:xfrm>
          <a:graphic>
            <a:graphicData uri="http://schemas.openxmlformats.org/presentationml/2006/ole">
              <mc:AlternateContent xmlns:mc="http://schemas.openxmlformats.org/markup-compatibility/2006">
                <mc:Choice xmlns:v="urn:schemas-microsoft-com:vml" Requires="v">
                  <p:oleObj spid="_x0000_s4" name="公式" r:id="rId4" imgW="405765" imgH="215900" progId="Equation.3">
                    <p:embed/>
                  </p:oleObj>
                </mc:Choice>
                <mc:Fallback>
                  <p:oleObj name="公式" r:id="rId4" imgW="405765" imgH="215900" progId="Equation.3">
                    <p:embed/>
                    <p:pic>
                      <p:nvPicPr>
                        <p:cNvPr id="0"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66" y="3249"/>
                          <a:ext cx="722" cy="3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93197" name="Object 4"/>
            <p:cNvGraphicFramePr>
              <a:graphicFrameLocks noChangeAspect="1"/>
            </p:cNvGraphicFramePr>
            <p:nvPr/>
          </p:nvGraphicFramePr>
          <p:xfrm>
            <a:off x="1882" y="3203"/>
            <a:ext cx="2295" cy="435"/>
          </p:xfrm>
          <a:graphic>
            <a:graphicData uri="http://schemas.openxmlformats.org/presentationml/2006/ole">
              <mc:AlternateContent xmlns:mc="http://schemas.openxmlformats.org/markup-compatibility/2006">
                <mc:Choice xmlns:v="urn:schemas-microsoft-com:vml" Requires="v">
                  <p:oleObj spid="_x0000_s5" name="公式" r:id="rId6" imgW="1206500" imgH="228600" progId="Equation.3">
                    <p:embed/>
                  </p:oleObj>
                </mc:Choice>
                <mc:Fallback>
                  <p:oleObj name="公式" r:id="rId6" imgW="1206500" imgH="228600" progId="Equation.3">
                    <p:embed/>
                    <p:pic>
                      <p:nvPicPr>
                        <p:cNvPr id="0" name="Object 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882" y="3203"/>
                          <a:ext cx="2295" cy="4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pSp>
      <p:sp>
        <p:nvSpPr>
          <p:cNvPr id="6" name="Rectangle 3"/>
          <p:cNvSpPr>
            <a:spLocks noChangeArrowheads="1"/>
          </p:cNvSpPr>
          <p:nvPr/>
        </p:nvSpPr>
        <p:spPr bwMode="auto">
          <a:xfrm>
            <a:off x="971550" y="4508500"/>
            <a:ext cx="3529013" cy="503238"/>
          </a:xfrm>
          <a:prstGeom prst="rect">
            <a:avLst/>
          </a:prstGeom>
          <a:solidFill>
            <a:schemeClr val="tx1"/>
          </a:solidFill>
          <a:ln>
            <a:noFill/>
          </a:ln>
          <a:effectLst>
            <a:outerShdw blurRad="63500" dist="38099" dir="2700000" algn="ctr" rotWithShape="0">
              <a:srgbClr val="000000">
                <a:alpha val="74998"/>
              </a:srgbClr>
            </a:outerShdw>
          </a:effectLst>
        </p:spPr>
        <p:txBody>
          <a:bodyPr/>
          <a:lstStyle/>
          <a:p>
            <a:pPr marL="609600" indent="-609600" eaLnBrk="1" hangingPunct="1">
              <a:lnSpc>
                <a:spcPct val="90000"/>
              </a:lnSpc>
              <a:spcBef>
                <a:spcPct val="20000"/>
              </a:spcBef>
              <a:defRPr/>
            </a:pPr>
            <a:r>
              <a:rPr lang="zh-CN" altLang="en-US" sz="2400" b="0">
                <a:solidFill>
                  <a:srgbClr val="000000"/>
                </a:solidFill>
                <a:effectLst>
                  <a:outerShdw blurRad="38100" dist="38100" dir="2700000" algn="tl">
                    <a:srgbClr val="C0C0C0"/>
                  </a:outerShdw>
                </a:effectLst>
                <a:latin typeface="Times New Roman" panose="02020603050405020304" pitchFamily="18" charset="0"/>
                <a:ea typeface="华文中宋" panose="02010600040101010101" charset="-122"/>
              </a:rPr>
              <a:t>对两边分别求</a:t>
            </a:r>
            <a:r>
              <a:rPr lang="en-US" altLang="zh-CN" sz="2400" b="0">
                <a:solidFill>
                  <a:srgbClr val="000000"/>
                </a:solidFill>
                <a:effectLst>
                  <a:outerShdw blurRad="38100" dist="38100" dir="2700000" algn="tl">
                    <a:srgbClr val="C0C0C0"/>
                  </a:outerShdw>
                </a:effectLst>
                <a:latin typeface="Times New Roman" panose="02020603050405020304" pitchFamily="18" charset="0"/>
                <a:ea typeface="华文中宋" panose="02010600040101010101" charset="-122"/>
              </a:rPr>
              <a:t>L.T</a:t>
            </a:r>
            <a:r>
              <a:rPr lang="zh-CN" altLang="en-US" sz="2400" b="0">
                <a:solidFill>
                  <a:srgbClr val="000000"/>
                </a:solidFill>
                <a:effectLst>
                  <a:outerShdw blurRad="38100" dist="38100" dir="2700000" algn="tl">
                    <a:srgbClr val="C0C0C0"/>
                  </a:outerShdw>
                </a:effectLst>
                <a:latin typeface="Times New Roman" panose="02020603050405020304" pitchFamily="18" charset="0"/>
                <a:ea typeface="华文中宋" panose="02010600040101010101" charset="-122"/>
              </a:rPr>
              <a:t>，得</a:t>
            </a:r>
            <a:r>
              <a:rPr lang="zh-CN" altLang="en-US" sz="2400" b="0">
                <a:solidFill>
                  <a:srgbClr val="000000"/>
                </a:solidFill>
                <a:effectLst>
                  <a:outerShdw blurRad="38100" dist="38100" dir="2700000" algn="tl">
                    <a:srgbClr val="C0C0C0"/>
                  </a:outerShdw>
                </a:effectLst>
                <a:ea typeface="华文中宋" panose="02010600040101010101" charset="-122"/>
              </a:rPr>
              <a:t> ：</a:t>
            </a:r>
            <a:endParaRPr lang="en-US" altLang="zh-CN" sz="2400" b="0">
              <a:solidFill>
                <a:srgbClr val="000000"/>
              </a:solidFill>
              <a:effectLst>
                <a:outerShdw blurRad="38100" dist="38100" dir="2700000" algn="tl">
                  <a:srgbClr val="C0C0C0"/>
                </a:outerShdw>
              </a:effectLst>
              <a:latin typeface="Times New Roman" panose="02020603050405020304" pitchFamily="18" charset="0"/>
              <a:ea typeface="华文中宋" panose="02010600040101010101" charset="-122"/>
            </a:endParaRPr>
          </a:p>
        </p:txBody>
      </p:sp>
      <p:sp>
        <p:nvSpPr>
          <p:cNvPr id="93192" name="Text Box 4"/>
          <p:cNvSpPr txBox="1">
            <a:spLocks noChangeArrowheads="1"/>
          </p:cNvSpPr>
          <p:nvPr/>
        </p:nvSpPr>
        <p:spPr bwMode="auto">
          <a:xfrm>
            <a:off x="755650" y="2420938"/>
            <a:ext cx="2447925"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spcBef>
                <a:spcPct val="0"/>
              </a:spcBef>
              <a:buFontTx/>
              <a:buNone/>
            </a:pPr>
            <a:r>
              <a:rPr lang="zh-CN" altLang="en-US" sz="1800">
                <a:solidFill>
                  <a:srgbClr val="161616"/>
                </a:solidFill>
                <a:ea typeface="宋体" panose="02010600030101010101" pitchFamily="2" charset="-122"/>
              </a:rPr>
              <a:t>（</a:t>
            </a:r>
            <a:r>
              <a:rPr lang="en-US" altLang="zh-CN" sz="1800">
                <a:solidFill>
                  <a:srgbClr val="161616"/>
                </a:solidFill>
                <a:latin typeface="Tahoma" panose="020B0604030504040204" pitchFamily="34" charset="0"/>
                <a:ea typeface="宋体" panose="02010600030101010101" pitchFamily="2" charset="-122"/>
              </a:rPr>
              <a:t>a</a:t>
            </a:r>
            <a:r>
              <a:rPr lang="zh-CN" altLang="en-US" sz="1800">
                <a:solidFill>
                  <a:srgbClr val="161616"/>
                </a:solidFill>
                <a:ea typeface="宋体" panose="02010600030101010101" pitchFamily="2" charset="-122"/>
              </a:rPr>
              <a:t>）时域电路模型</a:t>
            </a:r>
            <a:endParaRPr lang="zh-CN" altLang="en-US" sz="1800">
              <a:solidFill>
                <a:srgbClr val="161616"/>
              </a:solidFill>
              <a:latin typeface="Tahoma" panose="020B0604030504040204" pitchFamily="34" charset="0"/>
              <a:ea typeface="宋体" panose="02010600030101010101" pitchFamily="2" charset="-122"/>
            </a:endParaRPr>
          </a:p>
        </p:txBody>
      </p:sp>
      <p:grpSp>
        <p:nvGrpSpPr>
          <p:cNvPr id="7" name="Group 17"/>
          <p:cNvGrpSpPr/>
          <p:nvPr/>
        </p:nvGrpSpPr>
        <p:grpSpPr bwMode="auto">
          <a:xfrm>
            <a:off x="5867400" y="404813"/>
            <a:ext cx="2665413" cy="2238375"/>
            <a:chOff x="3696" y="255"/>
            <a:chExt cx="1679" cy="1410"/>
          </a:xfrm>
        </p:grpSpPr>
        <p:pic>
          <p:nvPicPr>
            <p:cNvPr id="93194" name="Picture 1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878" y="255"/>
              <a:ext cx="1308" cy="1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3195" name="Text Box 4"/>
            <p:cNvSpPr txBox="1">
              <a:spLocks noChangeArrowheads="1"/>
            </p:cNvSpPr>
            <p:nvPr/>
          </p:nvSpPr>
          <p:spPr bwMode="auto">
            <a:xfrm>
              <a:off x="3696" y="1434"/>
              <a:ext cx="167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spcBef>
                  <a:spcPct val="0"/>
                </a:spcBef>
                <a:buFontTx/>
                <a:buNone/>
              </a:pPr>
              <a:r>
                <a:rPr lang="zh-CN" altLang="en-US" sz="1800">
                  <a:solidFill>
                    <a:srgbClr val="161616"/>
                  </a:solidFill>
                  <a:ea typeface="宋体" panose="02010600030101010101" pitchFamily="2" charset="-122"/>
                </a:rPr>
                <a:t>（</a:t>
              </a:r>
              <a:r>
                <a:rPr lang="en-US" altLang="zh-CN" sz="1800">
                  <a:solidFill>
                    <a:srgbClr val="161616"/>
                  </a:solidFill>
                  <a:latin typeface="Tahoma" panose="020B0604030504040204" pitchFamily="34" charset="0"/>
                  <a:ea typeface="宋体" panose="02010600030101010101" pitchFamily="2" charset="-122"/>
                </a:rPr>
                <a:t>b</a:t>
              </a:r>
              <a:r>
                <a:rPr lang="zh-CN" altLang="en-US" sz="1800">
                  <a:solidFill>
                    <a:srgbClr val="161616"/>
                  </a:solidFill>
                  <a:ea typeface="宋体" panose="02010600030101010101" pitchFamily="2" charset="-122"/>
                </a:rPr>
                <a:t>）</a:t>
              </a:r>
              <a:r>
                <a:rPr lang="en-US" altLang="zh-CN" sz="1800">
                  <a:solidFill>
                    <a:srgbClr val="161616"/>
                  </a:solidFill>
                  <a:ea typeface="宋体" panose="02010600030101010101" pitchFamily="2" charset="-122"/>
                </a:rPr>
                <a:t>s</a:t>
              </a:r>
              <a:r>
                <a:rPr lang="zh-CN" altLang="en-US" sz="1800">
                  <a:solidFill>
                    <a:srgbClr val="161616"/>
                  </a:solidFill>
                  <a:ea typeface="宋体" panose="02010600030101010101" pitchFamily="2" charset="-122"/>
                </a:rPr>
                <a:t>域串联电路模型</a:t>
              </a:r>
              <a:endParaRPr lang="zh-CN" altLang="en-US" sz="1800">
                <a:solidFill>
                  <a:srgbClr val="161616"/>
                </a:solidFill>
                <a:latin typeface="Tahoma" panose="020B0604030504040204" pitchFamily="34" charset="0"/>
                <a:ea typeface="宋体" panose="02010600030101010101" pitchFamily="2" charset="-122"/>
              </a:endParaRPr>
            </a:p>
          </p:txBody>
        </p:sp>
      </p:grpSp>
      <p:sp>
        <p:nvSpPr>
          <p:cNvPr id="8" name="墨迹 4"/>
          <p:cNvSpPr/>
          <p:nvPr/>
        </p:nvSpPr>
        <p:spPr bwMode="auto">
          <a:xfrm>
            <a:off x="3591360" y="617400"/>
            <a:ext cx="5427000" cy="2164320"/>
          </a:xfrm>
        </p:spPr>
      </p:sp>
      <p:graphicFrame>
        <p:nvGraphicFramePr>
          <p:cNvPr id="10" name="Object 5"/>
          <p:cNvGraphicFramePr>
            <a:graphicFrameLocks noChangeAspect="1"/>
          </p:cNvGraphicFramePr>
          <p:nvPr/>
        </p:nvGraphicFramePr>
        <p:xfrm>
          <a:off x="5003800" y="3429000"/>
          <a:ext cx="4210685" cy="523875"/>
        </p:xfrm>
        <a:graphic>
          <a:graphicData uri="http://schemas.openxmlformats.org/presentationml/2006/ole">
            <mc:AlternateContent xmlns:mc="http://schemas.openxmlformats.org/markup-compatibility/2006">
              <mc:Choice xmlns:v="urn:schemas-microsoft-com:vml" Requires="v">
                <p:oleObj spid="_x0000_s11" name="公式" r:id="rId9" imgW="1841500" imgH="228600" progId="Equation.3">
                  <p:embed/>
                </p:oleObj>
              </mc:Choice>
              <mc:Fallback>
                <p:oleObj name="公式" r:id="rId9" imgW="1841500" imgH="228600" progId="Equation.3">
                  <p:embed/>
                  <p:pic>
                    <p:nvPicPr>
                      <p:cNvPr id="0" name="Object 5"/>
                      <p:cNvPicPr>
                        <a:picLocks noChangeAspect="1" noChangeArrowheads="1"/>
                      </p:cNvPicPr>
                      <p:nvPr/>
                    </p:nvPicPr>
                    <p:blipFill>
                      <a:blip r:embed="rId10"/>
                      <a:srcRect/>
                      <a:stretch>
                        <a:fillRect/>
                      </a:stretch>
                    </p:blipFill>
                    <p:spPr bwMode="auto">
                      <a:xfrm>
                        <a:off x="5003800" y="3429000"/>
                        <a:ext cx="4210685" cy="523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cxnSp>
        <p:nvCxnSpPr>
          <p:cNvPr id="12" name="直接箭头连接符 11"/>
          <p:cNvCxnSpPr/>
          <p:nvPr/>
        </p:nvCxnSpPr>
        <p:spPr>
          <a:xfrm flipV="1">
            <a:off x="5363845" y="4220845"/>
            <a:ext cx="1224280" cy="1224280"/>
          </a:xfrm>
          <a:prstGeom prst="straightConnector1">
            <a:avLst/>
          </a:prstGeom>
          <a:ln>
            <a:headEnd type="none" w="med" len="med"/>
            <a:tailEnd type="arrow" w="med" len="med"/>
          </a:ln>
        </p:spPr>
        <p:style>
          <a:lnRef idx="2">
            <a:schemeClr val="accent1"/>
          </a:lnRef>
          <a:fillRef idx="0">
            <a:schemeClr val="accent1"/>
          </a:fillRef>
          <a:effectRef idx="1">
            <a:schemeClr val="accent1"/>
          </a:effectRef>
          <a:fontRef idx="minor">
            <a:schemeClr val="tx1"/>
          </a:fontRef>
        </p:style>
      </p:cxnSp>
    </p:spTree>
  </p:cSld>
  <p:clrMapOvr>
    <a:masterClrMapping/>
  </p:clrMapOvr>
  <mc:AlternateContent xmlns:mc="http://schemas.openxmlformats.org/markup-compatibility/2006">
    <mc:Choice xmlns:p14="http://schemas.microsoft.com/office/powerpoint/2010/main" Requires="p14">
      <p:transition spd="slow" p14:dur="2000" advTm="128326"/>
    </mc:Choice>
    <mc:Fallback>
      <p:transition spd="slow" advTm="128326"/>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5" presetClass="entr" presetSubtype="0" fill="hold" nodeType="afterEffect">
                                  <p:stCondLst>
                                    <p:cond delay="0"/>
                                  </p:stCondLst>
                                  <p:childTnLst>
                                    <p:set>
                                      <p:cBhvr>
                                        <p:cTn id="6" dur="1" fill="hold">
                                          <p:stCondLst>
                                            <p:cond delay="0"/>
                                          </p:stCondLst>
                                        </p:cTn>
                                        <p:tgtEl>
                                          <p:spTgt spid="74754"/>
                                        </p:tgtEl>
                                        <p:attrNameLst>
                                          <p:attrName>style.visibility</p:attrName>
                                        </p:attrNameLst>
                                      </p:cBhvr>
                                      <p:to>
                                        <p:strVal val="visible"/>
                                      </p:to>
                                    </p:set>
                                    <p:anim calcmode="lin" valueType="num">
                                      <p:cBhvr>
                                        <p:cTn id="7" dur="1000" fill="hold"/>
                                        <p:tgtEl>
                                          <p:spTgt spid="74754"/>
                                        </p:tgtEl>
                                        <p:attrNameLst>
                                          <p:attrName>ppt_w</p:attrName>
                                        </p:attrNameLst>
                                      </p:cBhvr>
                                      <p:tavLst>
                                        <p:tav tm="0">
                                          <p:val>
                                            <p:strVal val="#ppt_w*0.70"/>
                                          </p:val>
                                        </p:tav>
                                        <p:tav tm="100000">
                                          <p:val>
                                            <p:strVal val="#ppt_w"/>
                                          </p:val>
                                        </p:tav>
                                      </p:tavLst>
                                    </p:anim>
                                    <p:anim calcmode="lin" valueType="num">
                                      <p:cBhvr>
                                        <p:cTn id="8" dur="1000" fill="hold"/>
                                        <p:tgtEl>
                                          <p:spTgt spid="74754"/>
                                        </p:tgtEl>
                                        <p:attrNameLst>
                                          <p:attrName>ppt_h</p:attrName>
                                        </p:attrNameLst>
                                      </p:cBhvr>
                                      <p:tavLst>
                                        <p:tav tm="0">
                                          <p:val>
                                            <p:strVal val="#ppt_h"/>
                                          </p:val>
                                        </p:tav>
                                        <p:tav tm="100000">
                                          <p:val>
                                            <p:strVal val="#ppt_h"/>
                                          </p:val>
                                        </p:tav>
                                      </p:tavLst>
                                    </p:anim>
                                    <p:animEffect transition="in" filter="fade">
                                      <p:cBhvr>
                                        <p:cTn id="9" dur="1000"/>
                                        <p:tgtEl>
                                          <p:spTgt spid="74754"/>
                                        </p:tgtEl>
                                      </p:cBhvr>
                                    </p:animEffect>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6"/>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55" presetClass="entr" presetSubtype="0" fill="hold" nodeType="clickEffect">
                                  <p:stCondLst>
                                    <p:cond delay="0"/>
                                  </p:stCondLst>
                                  <p:childTnLst>
                                    <p:set>
                                      <p:cBhvr>
                                        <p:cTn id="17" dur="1" fill="hold">
                                          <p:stCondLst>
                                            <p:cond delay="0"/>
                                          </p:stCondLst>
                                        </p:cTn>
                                        <p:tgtEl>
                                          <p:spTgt spid="3"/>
                                        </p:tgtEl>
                                        <p:attrNameLst>
                                          <p:attrName>style.visibility</p:attrName>
                                        </p:attrNameLst>
                                      </p:cBhvr>
                                      <p:to>
                                        <p:strVal val="visible"/>
                                      </p:to>
                                    </p:set>
                                    <p:anim calcmode="lin" valueType="num">
                                      <p:cBhvr>
                                        <p:cTn id="18" dur="1000" fill="hold"/>
                                        <p:tgtEl>
                                          <p:spTgt spid="3"/>
                                        </p:tgtEl>
                                        <p:attrNameLst>
                                          <p:attrName>ppt_w</p:attrName>
                                        </p:attrNameLst>
                                      </p:cBhvr>
                                      <p:tavLst>
                                        <p:tav tm="0">
                                          <p:val>
                                            <p:strVal val="#ppt_w*0.70"/>
                                          </p:val>
                                        </p:tav>
                                        <p:tav tm="100000">
                                          <p:val>
                                            <p:strVal val="#ppt_w"/>
                                          </p:val>
                                        </p:tav>
                                      </p:tavLst>
                                    </p:anim>
                                    <p:anim calcmode="lin" valueType="num">
                                      <p:cBhvr>
                                        <p:cTn id="19" dur="1000" fill="hold"/>
                                        <p:tgtEl>
                                          <p:spTgt spid="3"/>
                                        </p:tgtEl>
                                        <p:attrNameLst>
                                          <p:attrName>ppt_h</p:attrName>
                                        </p:attrNameLst>
                                      </p:cBhvr>
                                      <p:tavLst>
                                        <p:tav tm="0">
                                          <p:val>
                                            <p:strVal val="#ppt_h"/>
                                          </p:val>
                                        </p:tav>
                                        <p:tav tm="100000">
                                          <p:val>
                                            <p:strVal val="#ppt_h"/>
                                          </p:val>
                                        </p:tav>
                                      </p:tavLst>
                                    </p:anim>
                                    <p:animEffect transition="in" filter="fade">
                                      <p:cBhvr>
                                        <p:cTn id="20" dur="1000"/>
                                        <p:tgtEl>
                                          <p:spTgt spid="3"/>
                                        </p:tgtEl>
                                      </p:cBhvr>
                                    </p:animEffect>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12"/>
                                        </p:tgtEl>
                                        <p:attrNameLst>
                                          <p:attrName>style.visibility</p:attrName>
                                        </p:attrNameLst>
                                      </p:cBhvr>
                                      <p:to>
                                        <p:strVal val="visible"/>
                                      </p:to>
                                    </p:set>
                                    <p:anim calcmode="lin" valueType="num">
                                      <p:cBhvr additive="base">
                                        <p:cTn id="25" dur="500" fill="hold"/>
                                        <p:tgtEl>
                                          <p:spTgt spid="12"/>
                                        </p:tgtEl>
                                        <p:attrNameLst>
                                          <p:attrName>ppt_x</p:attrName>
                                        </p:attrNameLst>
                                      </p:cBhvr>
                                      <p:tavLst>
                                        <p:tav tm="0">
                                          <p:val>
                                            <p:strVal val="#ppt_x"/>
                                          </p:val>
                                        </p:tav>
                                        <p:tav tm="100000">
                                          <p:val>
                                            <p:strVal val="#ppt_x"/>
                                          </p:val>
                                        </p:tav>
                                      </p:tavLst>
                                    </p:anim>
                                    <p:anim calcmode="lin" valueType="num">
                                      <p:cBhvr additive="base">
                                        <p:cTn id="26" dur="500" fill="hold"/>
                                        <p:tgtEl>
                                          <p:spTgt spid="12"/>
                                        </p:tgtEl>
                                        <p:attrNameLst>
                                          <p:attrName>ppt_y</p:attrName>
                                        </p:attrNameLst>
                                      </p:cBhvr>
                                      <p:tavLst>
                                        <p:tav tm="0">
                                          <p:val>
                                            <p:strVal val="1+#ppt_h/2"/>
                                          </p:val>
                                        </p:tav>
                                        <p:tav tm="100000">
                                          <p:val>
                                            <p:strVal val="#ppt_y"/>
                                          </p:val>
                                        </p:tav>
                                      </p:tavLst>
                                    </p:anim>
                                  </p:childTnLst>
                                </p:cTn>
                              </p:par>
                            </p:childTnLst>
                          </p:cTn>
                        </p:par>
                        <p:par>
                          <p:cTn id="27" fill="hold">
                            <p:stCondLst>
                              <p:cond delay="500"/>
                            </p:stCondLst>
                            <p:childTnLst>
                              <p:par>
                                <p:cTn id="28" presetID="2" presetClass="entr" presetSubtype="4" fill="hold" nodeType="afterEffect">
                                  <p:stCondLst>
                                    <p:cond delay="0"/>
                                  </p:stCondLst>
                                  <p:childTnLst>
                                    <p:set>
                                      <p:cBhvr>
                                        <p:cTn id="29" dur="1" fill="hold">
                                          <p:stCondLst>
                                            <p:cond delay="0"/>
                                          </p:stCondLst>
                                        </p:cTn>
                                        <p:tgtEl>
                                          <p:spTgt spid="10"/>
                                        </p:tgtEl>
                                        <p:attrNameLst>
                                          <p:attrName>style.visibility</p:attrName>
                                        </p:attrNameLst>
                                      </p:cBhvr>
                                      <p:to>
                                        <p:strVal val="visible"/>
                                      </p:to>
                                    </p:set>
                                    <p:anim calcmode="lin" valueType="num">
                                      <p:cBhvr additive="base">
                                        <p:cTn id="30" dur="500" fill="hold"/>
                                        <p:tgtEl>
                                          <p:spTgt spid="10"/>
                                        </p:tgtEl>
                                        <p:attrNameLst>
                                          <p:attrName>ppt_x</p:attrName>
                                        </p:attrNameLst>
                                      </p:cBhvr>
                                      <p:tavLst>
                                        <p:tav tm="0">
                                          <p:val>
                                            <p:strVal val="#ppt_x"/>
                                          </p:val>
                                        </p:tav>
                                        <p:tav tm="100000">
                                          <p:val>
                                            <p:strVal val="#ppt_x"/>
                                          </p:val>
                                        </p:tav>
                                      </p:tavLst>
                                    </p:anim>
                                    <p:anim calcmode="lin" valueType="num">
                                      <p:cBhvr additive="base">
                                        <p:cTn id="31" dur="500" fill="hold"/>
                                        <p:tgtEl>
                                          <p:spTgt spid="10"/>
                                        </p:tgtEl>
                                        <p:attrNameLst>
                                          <p:attrName>ppt_y</p:attrName>
                                        </p:attrNameLst>
                                      </p:cBhvr>
                                      <p:tavLst>
                                        <p:tav tm="0">
                                          <p:val>
                                            <p:strVal val="1+#ppt_h/2"/>
                                          </p:val>
                                        </p:tav>
                                        <p:tav tm="100000">
                                          <p:val>
                                            <p:strVal val="#ppt_y"/>
                                          </p:val>
                                        </p:tav>
                                      </p:tavLst>
                                    </p:anim>
                                  </p:childTnLst>
                                </p:cTn>
                              </p:par>
                            </p:childTnLst>
                          </p:cTn>
                        </p:par>
                        <p:par>
                          <p:cTn id="32" fill="hold">
                            <p:stCondLst>
                              <p:cond delay="1000"/>
                            </p:stCondLst>
                            <p:childTnLst>
                              <p:par>
                                <p:cTn id="33" presetID="1" presetClass="entr" presetSubtype="0" fill="hold" nodeType="afterEffect">
                                  <p:stCondLst>
                                    <p:cond delay="0"/>
                                  </p:stCondLst>
                                  <p:childTnLst>
                                    <p:set>
                                      <p:cBhvr>
                                        <p:cTn id="3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6" grpId="1" animBg="1"/>
    </p:bld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4"/>
          <p:cNvSpPr>
            <a:spLocks noGrp="1" noChangeArrowheads="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a:spcBef>
                <a:spcPct val="0"/>
              </a:spcBef>
              <a:buFontTx/>
              <a:buNone/>
            </a:pPr>
            <a:fld id="{27E6E448-0513-411E-A415-EF724D9F9A3D}" type="datetime1">
              <a:rPr kumimoji="0" lang="zh-CN" altLang="en-US" sz="1200" smtClean="0">
                <a:solidFill>
                  <a:srgbClr val="000000"/>
                </a:solidFill>
                <a:ea typeface="宋体" panose="02010600030101010101" pitchFamily="2" charset="-122"/>
              </a:rPr>
            </a:fld>
            <a:endParaRPr kumimoji="0" lang="en-US" altLang="zh-CN" sz="1200">
              <a:solidFill>
                <a:srgbClr val="000000"/>
              </a:solidFill>
              <a:ea typeface="宋体" panose="02010600030101010101" pitchFamily="2" charset="-122"/>
            </a:endParaRPr>
          </a:p>
        </p:txBody>
      </p:sp>
      <p:grpSp>
        <p:nvGrpSpPr>
          <p:cNvPr id="94211" name="Group 13"/>
          <p:cNvGrpSpPr/>
          <p:nvPr/>
        </p:nvGrpSpPr>
        <p:grpSpPr bwMode="auto">
          <a:xfrm>
            <a:off x="755650" y="765175"/>
            <a:ext cx="2447925" cy="1879600"/>
            <a:chOff x="476" y="935"/>
            <a:chExt cx="1542" cy="1184"/>
          </a:xfrm>
        </p:grpSpPr>
        <p:pic>
          <p:nvPicPr>
            <p:cNvPr id="94222" name="Picture 8"/>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793" y="935"/>
              <a:ext cx="1206" cy="9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4223" name="Text Box 4"/>
            <p:cNvSpPr txBox="1">
              <a:spLocks noChangeArrowheads="1"/>
            </p:cNvSpPr>
            <p:nvPr/>
          </p:nvSpPr>
          <p:spPr bwMode="auto">
            <a:xfrm>
              <a:off x="476" y="1888"/>
              <a:ext cx="1542"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spcBef>
                  <a:spcPct val="0"/>
                </a:spcBef>
                <a:buFontTx/>
                <a:buNone/>
              </a:pPr>
              <a:r>
                <a:rPr lang="zh-CN" altLang="en-US" sz="1800">
                  <a:solidFill>
                    <a:srgbClr val="161616"/>
                  </a:solidFill>
                  <a:ea typeface="宋体" panose="02010600030101010101" pitchFamily="2" charset="-122"/>
                </a:rPr>
                <a:t>（</a:t>
              </a:r>
              <a:r>
                <a:rPr lang="en-US" altLang="zh-CN" sz="1800">
                  <a:solidFill>
                    <a:srgbClr val="161616"/>
                  </a:solidFill>
                  <a:latin typeface="Tahoma" panose="020B0604030504040204" pitchFamily="34" charset="0"/>
                  <a:ea typeface="宋体" panose="02010600030101010101" pitchFamily="2" charset="-122"/>
                </a:rPr>
                <a:t>a</a:t>
              </a:r>
              <a:r>
                <a:rPr lang="zh-CN" altLang="en-US" sz="1800">
                  <a:solidFill>
                    <a:srgbClr val="161616"/>
                  </a:solidFill>
                  <a:ea typeface="宋体" panose="02010600030101010101" pitchFamily="2" charset="-122"/>
                </a:rPr>
                <a:t>）时域电路模型</a:t>
              </a:r>
              <a:endParaRPr lang="zh-CN" altLang="en-US" sz="1800">
                <a:solidFill>
                  <a:srgbClr val="161616"/>
                </a:solidFill>
                <a:latin typeface="Tahoma" panose="020B0604030504040204" pitchFamily="34" charset="0"/>
                <a:ea typeface="宋体" panose="02010600030101010101" pitchFamily="2" charset="-122"/>
              </a:endParaRPr>
            </a:p>
          </p:txBody>
        </p:sp>
      </p:grpSp>
      <p:sp>
        <p:nvSpPr>
          <p:cNvPr id="446467" name="Rectangle 3"/>
          <p:cNvSpPr>
            <a:spLocks noGrp="1" noChangeArrowheads="1"/>
          </p:cNvSpPr>
          <p:nvPr>
            <p:ph type="body" sz="half" idx="4294967295"/>
          </p:nvPr>
        </p:nvSpPr>
        <p:spPr>
          <a:xfrm>
            <a:off x="611188" y="188913"/>
            <a:ext cx="4465637" cy="647700"/>
          </a:xfrm>
          <a:solidFill>
            <a:schemeClr val="tx1"/>
          </a:solidFill>
          <a:effectLst>
            <a:outerShdw dist="35921" dir="2700000" algn="ctr" rotWithShape="0">
              <a:srgbClr val="000000">
                <a:alpha val="74997"/>
              </a:srgbClr>
            </a:outerShdw>
          </a:effectLst>
        </p:spPr>
        <p:txBody>
          <a:bodyPr/>
          <a:lstStyle/>
          <a:p>
            <a:pPr marL="354330" indent="-354330" eaLnBrk="1" hangingPunct="1">
              <a:lnSpc>
                <a:spcPct val="120000"/>
              </a:lnSpc>
              <a:buFontTx/>
              <a:buAutoNum type="alphaLcParenR" startAt="3"/>
              <a:defRPr/>
            </a:pPr>
            <a:r>
              <a:rPr kumimoji="0" lang="zh-CN" altLang="en-US" sz="2800">
                <a:solidFill>
                  <a:srgbClr val="FF0000"/>
                </a:solidFill>
              </a:rPr>
              <a:t>电感元件的</a:t>
            </a:r>
            <a:r>
              <a:rPr kumimoji="0" lang="en-US" altLang="zh-CN" sz="2800">
                <a:solidFill>
                  <a:srgbClr val="FF0000"/>
                </a:solidFill>
              </a:rPr>
              <a:t>s</a:t>
            </a:r>
            <a:r>
              <a:rPr kumimoji="0" lang="zh-CN" altLang="en-US" sz="2800">
                <a:solidFill>
                  <a:srgbClr val="FF0000"/>
                </a:solidFill>
              </a:rPr>
              <a:t>域电路模型</a:t>
            </a:r>
            <a:endParaRPr kumimoji="0" lang="zh-CN" altLang="en-US" sz="2800">
              <a:solidFill>
                <a:srgbClr val="FF0000"/>
              </a:solidFill>
            </a:endParaRPr>
          </a:p>
        </p:txBody>
      </p:sp>
      <p:sp>
        <p:nvSpPr>
          <p:cNvPr id="3" name="Rectangle 3"/>
          <p:cNvSpPr>
            <a:spLocks noChangeArrowheads="1"/>
          </p:cNvSpPr>
          <p:nvPr/>
        </p:nvSpPr>
        <p:spPr bwMode="auto">
          <a:xfrm>
            <a:off x="971550" y="4292600"/>
            <a:ext cx="3529013" cy="503238"/>
          </a:xfrm>
          <a:prstGeom prst="rect">
            <a:avLst/>
          </a:prstGeom>
          <a:solidFill>
            <a:schemeClr val="tx1"/>
          </a:solidFill>
          <a:ln>
            <a:noFill/>
          </a:ln>
          <a:effectLst>
            <a:outerShdw blurRad="63500" dist="38099" dir="2700000" algn="ctr" rotWithShape="0">
              <a:srgbClr val="000000">
                <a:alpha val="74998"/>
              </a:srgbClr>
            </a:outerShdw>
          </a:effectLst>
        </p:spPr>
        <p:txBody>
          <a:bodyPr/>
          <a:lstStyle/>
          <a:p>
            <a:pPr marL="609600" indent="-609600" eaLnBrk="1" hangingPunct="1">
              <a:lnSpc>
                <a:spcPct val="90000"/>
              </a:lnSpc>
              <a:spcBef>
                <a:spcPct val="20000"/>
              </a:spcBef>
              <a:defRPr/>
            </a:pPr>
            <a:r>
              <a:rPr lang="zh-CN" altLang="en-US" sz="2400" b="0">
                <a:solidFill>
                  <a:srgbClr val="000000"/>
                </a:solidFill>
                <a:effectLst>
                  <a:outerShdw blurRad="38100" dist="38100" dir="2700000" algn="tl">
                    <a:srgbClr val="C0C0C0"/>
                  </a:outerShdw>
                </a:effectLst>
                <a:latin typeface="Times New Roman" panose="02020603050405020304" pitchFamily="18" charset="0"/>
                <a:ea typeface="华文中宋" panose="02010600040101010101" charset="-122"/>
              </a:rPr>
              <a:t>对两边分别求</a:t>
            </a:r>
            <a:r>
              <a:rPr lang="en-US" altLang="zh-CN" sz="2400" b="0">
                <a:solidFill>
                  <a:srgbClr val="000000"/>
                </a:solidFill>
                <a:effectLst>
                  <a:outerShdw blurRad="38100" dist="38100" dir="2700000" algn="tl">
                    <a:srgbClr val="C0C0C0"/>
                  </a:outerShdw>
                </a:effectLst>
                <a:latin typeface="Times New Roman" panose="02020603050405020304" pitchFamily="18" charset="0"/>
                <a:ea typeface="华文中宋" panose="02010600040101010101" charset="-122"/>
              </a:rPr>
              <a:t>L.T</a:t>
            </a:r>
            <a:r>
              <a:rPr lang="zh-CN" altLang="en-US" sz="2400" b="0">
                <a:solidFill>
                  <a:srgbClr val="000000"/>
                </a:solidFill>
                <a:effectLst>
                  <a:outerShdw blurRad="38100" dist="38100" dir="2700000" algn="tl">
                    <a:srgbClr val="C0C0C0"/>
                  </a:outerShdw>
                </a:effectLst>
                <a:latin typeface="Times New Roman" panose="02020603050405020304" pitchFamily="18" charset="0"/>
                <a:ea typeface="华文中宋" panose="02010600040101010101" charset="-122"/>
              </a:rPr>
              <a:t>，得</a:t>
            </a:r>
            <a:r>
              <a:rPr lang="zh-CN" altLang="en-US" sz="2400" b="0">
                <a:solidFill>
                  <a:srgbClr val="000000"/>
                </a:solidFill>
                <a:effectLst>
                  <a:outerShdw blurRad="38100" dist="38100" dir="2700000" algn="tl">
                    <a:srgbClr val="C0C0C0"/>
                  </a:outerShdw>
                </a:effectLst>
                <a:ea typeface="华文中宋" panose="02010600040101010101" charset="-122"/>
              </a:rPr>
              <a:t> ：</a:t>
            </a:r>
            <a:endParaRPr lang="en-US" altLang="zh-CN" sz="2400" b="0">
              <a:solidFill>
                <a:srgbClr val="000000"/>
              </a:solidFill>
              <a:effectLst>
                <a:outerShdw blurRad="38100" dist="38100" dir="2700000" algn="tl">
                  <a:srgbClr val="C0C0C0"/>
                </a:outerShdw>
              </a:effectLst>
              <a:latin typeface="Times New Roman" panose="02020603050405020304" pitchFamily="18" charset="0"/>
              <a:ea typeface="华文中宋" panose="02010600040101010101" charset="-122"/>
            </a:endParaRPr>
          </a:p>
        </p:txBody>
      </p:sp>
      <p:sp>
        <p:nvSpPr>
          <p:cNvPr id="159755" name="Rectangle 11"/>
          <p:cNvSpPr>
            <a:spLocks noChangeArrowheads="1"/>
          </p:cNvSpPr>
          <p:nvPr/>
        </p:nvSpPr>
        <p:spPr bwMode="auto">
          <a:xfrm>
            <a:off x="900113" y="2852738"/>
            <a:ext cx="5699125" cy="457200"/>
          </a:xfrm>
          <a:prstGeom prst="rect">
            <a:avLst/>
          </a:prstGeom>
          <a:noFill/>
          <a:ln>
            <a:noFill/>
          </a:ln>
          <a:effectLst/>
        </p:spPr>
        <p:txBody>
          <a:bodyPr wrap="none">
            <a:spAutoFit/>
          </a:bodyPr>
          <a:lstStyle/>
          <a:p>
            <a:pPr eaLnBrk="1" hangingPunct="1">
              <a:defRPr/>
            </a:pPr>
            <a:r>
              <a:rPr lang="zh-CN" altLang="en-US" sz="2400">
                <a:solidFill>
                  <a:schemeClr val="bg1"/>
                </a:solidFill>
                <a:effectLst>
                  <a:outerShdw blurRad="38100" dist="38100" dir="2700000" algn="tl">
                    <a:srgbClr val="C0C0C0"/>
                  </a:outerShdw>
                </a:effectLst>
              </a:rPr>
              <a:t>电感元件的时域伏安关系还可以表示为：</a:t>
            </a:r>
            <a:endParaRPr lang="zh-CN" altLang="en-US" sz="2400">
              <a:solidFill>
                <a:schemeClr val="bg1"/>
              </a:solidFill>
              <a:effectLst>
                <a:outerShdw blurRad="38100" dist="38100" dir="2700000" algn="tl">
                  <a:srgbClr val="C0C0C0"/>
                </a:outerShdw>
              </a:effectLst>
            </a:endParaRPr>
          </a:p>
        </p:txBody>
      </p:sp>
      <p:grpSp>
        <p:nvGrpSpPr>
          <p:cNvPr id="4" name="Group 17"/>
          <p:cNvGrpSpPr/>
          <p:nvPr/>
        </p:nvGrpSpPr>
        <p:grpSpPr bwMode="auto">
          <a:xfrm>
            <a:off x="5508625" y="620713"/>
            <a:ext cx="2690813" cy="2166937"/>
            <a:chOff x="3470" y="618"/>
            <a:chExt cx="1695" cy="1365"/>
          </a:xfrm>
        </p:grpSpPr>
        <p:pic>
          <p:nvPicPr>
            <p:cNvPr id="94220" name="Picture 1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15" y="618"/>
              <a:ext cx="1650" cy="10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4221" name="Text Box 4"/>
            <p:cNvSpPr txBox="1">
              <a:spLocks noChangeArrowheads="1"/>
            </p:cNvSpPr>
            <p:nvPr/>
          </p:nvSpPr>
          <p:spPr bwMode="auto">
            <a:xfrm>
              <a:off x="3470" y="1752"/>
              <a:ext cx="16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spcBef>
                  <a:spcPct val="0"/>
                </a:spcBef>
                <a:buFontTx/>
                <a:buNone/>
              </a:pPr>
              <a:r>
                <a:rPr lang="zh-CN" altLang="en-US" sz="1800">
                  <a:solidFill>
                    <a:srgbClr val="161616"/>
                  </a:solidFill>
                  <a:ea typeface="宋体" panose="02010600030101010101" pitchFamily="2" charset="-122"/>
                </a:rPr>
                <a:t>（</a:t>
              </a:r>
              <a:r>
                <a:rPr lang="en-US" altLang="zh-CN" sz="1800">
                  <a:solidFill>
                    <a:srgbClr val="161616"/>
                  </a:solidFill>
                  <a:latin typeface="Tahoma" panose="020B0604030504040204" pitchFamily="34" charset="0"/>
                  <a:ea typeface="宋体" panose="02010600030101010101" pitchFamily="2" charset="-122"/>
                </a:rPr>
                <a:t>c</a:t>
              </a:r>
              <a:r>
                <a:rPr lang="zh-CN" altLang="en-US" sz="1800">
                  <a:solidFill>
                    <a:srgbClr val="161616"/>
                  </a:solidFill>
                  <a:ea typeface="宋体" panose="02010600030101010101" pitchFamily="2" charset="-122"/>
                </a:rPr>
                <a:t>）</a:t>
              </a:r>
              <a:r>
                <a:rPr lang="en-US" altLang="zh-CN" sz="1800">
                  <a:solidFill>
                    <a:srgbClr val="161616"/>
                  </a:solidFill>
                  <a:ea typeface="宋体" panose="02010600030101010101" pitchFamily="2" charset="-122"/>
                </a:rPr>
                <a:t>s</a:t>
              </a:r>
              <a:r>
                <a:rPr lang="zh-CN" altLang="en-US" sz="1800">
                  <a:solidFill>
                    <a:srgbClr val="161616"/>
                  </a:solidFill>
                  <a:ea typeface="宋体" panose="02010600030101010101" pitchFamily="2" charset="-122"/>
                </a:rPr>
                <a:t>域并联电路模型</a:t>
              </a:r>
              <a:endParaRPr lang="zh-CN" altLang="en-US" sz="1800">
                <a:solidFill>
                  <a:srgbClr val="161616"/>
                </a:solidFill>
                <a:latin typeface="Tahoma" panose="020B0604030504040204" pitchFamily="34" charset="0"/>
                <a:ea typeface="宋体" panose="02010600030101010101" pitchFamily="2" charset="-122"/>
              </a:endParaRPr>
            </a:p>
          </p:txBody>
        </p:sp>
      </p:grpSp>
      <p:graphicFrame>
        <p:nvGraphicFramePr>
          <p:cNvPr id="159762" name="Object 2"/>
          <p:cNvGraphicFramePr>
            <a:graphicFrameLocks noChangeAspect="1"/>
          </p:cNvGraphicFramePr>
          <p:nvPr/>
        </p:nvGraphicFramePr>
        <p:xfrm>
          <a:off x="971233" y="3327083"/>
          <a:ext cx="3457575" cy="1003300"/>
        </p:xfrm>
        <a:graphic>
          <a:graphicData uri="http://schemas.openxmlformats.org/presentationml/2006/ole">
            <mc:AlternateContent xmlns:mc="http://schemas.openxmlformats.org/markup-compatibility/2006">
              <mc:Choice xmlns:v="urn:schemas-microsoft-com:vml" Requires="v">
                <p:oleObj spid="_x0000_s2" name="公式" r:id="rId3" imgW="1358265" imgH="393700" progId="Equation.3">
                  <p:embed/>
                </p:oleObj>
              </mc:Choice>
              <mc:Fallback>
                <p:oleObj name="公式" r:id="rId3" imgW="1358265" imgH="393700" progId="Equation.3">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71233" y="3327083"/>
                        <a:ext cx="3457575" cy="1003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464902" name="Object 4"/>
          <p:cNvGraphicFramePr>
            <a:graphicFrameLocks noChangeAspect="1"/>
          </p:cNvGraphicFramePr>
          <p:nvPr/>
        </p:nvGraphicFramePr>
        <p:xfrm>
          <a:off x="900113" y="5445125"/>
          <a:ext cx="1095375" cy="549275"/>
        </p:xfrm>
        <a:graphic>
          <a:graphicData uri="http://schemas.openxmlformats.org/presentationml/2006/ole">
            <mc:AlternateContent xmlns:mc="http://schemas.openxmlformats.org/markup-compatibility/2006">
              <mc:Choice xmlns:v="urn:schemas-microsoft-com:vml" Requires="v">
                <p:oleObj spid="_x0000_s5" name="公式" r:id="rId5" imgW="431800" imgH="215900" progId="Equation.3">
                  <p:embed/>
                </p:oleObj>
              </mc:Choice>
              <mc:Fallback>
                <p:oleObj name="公式" r:id="rId5" imgW="431800" imgH="215900" progId="Equation.3">
                  <p:embed/>
                  <p:pic>
                    <p:nvPicPr>
                      <p:cNvPr id="0"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00113" y="5445125"/>
                        <a:ext cx="1095375" cy="5492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464903" name="Object 5"/>
          <p:cNvGraphicFramePr>
            <a:graphicFrameLocks noChangeAspect="1"/>
          </p:cNvGraphicFramePr>
          <p:nvPr/>
        </p:nvGraphicFramePr>
        <p:xfrm>
          <a:off x="5940425" y="5300663"/>
          <a:ext cx="2847975" cy="1068387"/>
        </p:xfrm>
        <a:graphic>
          <a:graphicData uri="http://schemas.openxmlformats.org/presentationml/2006/ole">
            <mc:AlternateContent xmlns:mc="http://schemas.openxmlformats.org/markup-compatibility/2006">
              <mc:Choice xmlns:v="urn:schemas-microsoft-com:vml" Requires="v">
                <p:oleObj spid="_x0000_s6" name="公式" r:id="rId7" imgW="1117600" imgH="419100" progId="Equation.3">
                  <p:embed/>
                </p:oleObj>
              </mc:Choice>
              <mc:Fallback>
                <p:oleObj name="公式" r:id="rId7" imgW="1117600" imgH="419100" progId="Equation.3">
                  <p:embed/>
                  <p:pic>
                    <p:nvPicPr>
                      <p:cNvPr id="0" name="Object 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940425" y="5300663"/>
                        <a:ext cx="2847975" cy="10683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aphicFrame>
        <p:nvGraphicFramePr>
          <p:cNvPr id="464901" name="Object 3"/>
          <p:cNvGraphicFramePr>
            <a:graphicFrameLocks noChangeAspect="1"/>
          </p:cNvGraphicFramePr>
          <p:nvPr/>
        </p:nvGraphicFramePr>
        <p:xfrm>
          <a:off x="1979613" y="5013325"/>
          <a:ext cx="3887787" cy="1624013"/>
        </p:xfrm>
        <a:graphic>
          <a:graphicData uri="http://schemas.openxmlformats.org/presentationml/2006/ole">
            <mc:AlternateContent xmlns:mc="http://schemas.openxmlformats.org/markup-compatibility/2006">
              <mc:Choice xmlns:v="urn:schemas-microsoft-com:vml" Requires="v">
                <p:oleObj spid="_x0000_s7" name="公式" r:id="rId9" imgW="1701800" imgH="711200" progId="Equation.3">
                  <p:embed/>
                </p:oleObj>
              </mc:Choice>
              <mc:Fallback>
                <p:oleObj name="公式" r:id="rId9" imgW="1701800" imgH="711200" progId="Equation.3">
                  <p:embed/>
                  <p:pic>
                    <p:nvPicPr>
                      <p:cNvPr id="0" name="Object 3"/>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979613" y="5013325"/>
                        <a:ext cx="3887787" cy="16240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sp>
        <p:nvSpPr>
          <p:cNvPr id="8" name="墨迹 1"/>
          <p:cNvSpPr/>
          <p:nvPr/>
        </p:nvSpPr>
        <p:spPr bwMode="auto">
          <a:xfrm>
            <a:off x="3025800" y="612360"/>
            <a:ext cx="6053400" cy="5826960"/>
          </a:xfrm>
        </p:spPr>
      </p:sp>
      <p:graphicFrame>
        <p:nvGraphicFramePr>
          <p:cNvPr id="10" name="Object 5"/>
          <p:cNvGraphicFramePr>
            <a:graphicFrameLocks noChangeAspect="1"/>
          </p:cNvGraphicFramePr>
          <p:nvPr/>
        </p:nvGraphicFramePr>
        <p:xfrm>
          <a:off x="5208905" y="3369310"/>
          <a:ext cx="3659505" cy="930275"/>
        </p:xfrm>
        <a:graphic>
          <a:graphicData uri="http://schemas.openxmlformats.org/presentationml/2006/ole">
            <mc:AlternateContent xmlns:mc="http://schemas.openxmlformats.org/markup-compatibility/2006">
              <mc:Choice xmlns:v="urn:schemas-microsoft-com:vml" Requires="v">
                <p:oleObj spid="_x0000_s11" name="公式" r:id="rId11" imgW="1600200" imgH="405765" progId="Equation.3">
                  <p:embed/>
                </p:oleObj>
              </mc:Choice>
              <mc:Fallback>
                <p:oleObj name="公式" r:id="rId11" imgW="1600200" imgH="405765" progId="Equation.3">
                  <p:embed/>
                  <p:pic>
                    <p:nvPicPr>
                      <p:cNvPr id="0" name="Object 5"/>
                      <p:cNvPicPr>
                        <a:picLocks noChangeAspect="1" noChangeArrowheads="1"/>
                      </p:cNvPicPr>
                      <p:nvPr/>
                    </p:nvPicPr>
                    <p:blipFill>
                      <a:blip r:embed="rId12"/>
                      <a:srcRect/>
                      <a:stretch>
                        <a:fillRect/>
                      </a:stretch>
                    </p:blipFill>
                    <p:spPr bwMode="auto">
                      <a:xfrm>
                        <a:off x="5208905" y="3369310"/>
                        <a:ext cx="3659505" cy="930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cxnSp>
        <p:nvCxnSpPr>
          <p:cNvPr id="12" name="直接箭头连接符 11"/>
          <p:cNvCxnSpPr/>
          <p:nvPr/>
        </p:nvCxnSpPr>
        <p:spPr>
          <a:xfrm flipH="1" flipV="1">
            <a:off x="6588125" y="4220845"/>
            <a:ext cx="431800" cy="1151890"/>
          </a:xfrm>
          <a:prstGeom prst="straightConnector1">
            <a:avLst/>
          </a:prstGeom>
          <a:ln>
            <a:headEnd type="none" w="med" len="med"/>
            <a:tailEnd type="arrow" w="med" len="med"/>
          </a:ln>
        </p:spPr>
        <p:style>
          <a:lnRef idx="2">
            <a:schemeClr val="accent1"/>
          </a:lnRef>
          <a:fillRef idx="0">
            <a:schemeClr val="accent1"/>
          </a:fillRef>
          <a:effectRef idx="1">
            <a:schemeClr val="accent1"/>
          </a:effectRef>
          <a:fontRef idx="minor">
            <a:schemeClr val="tx1"/>
          </a:fontRef>
        </p:style>
      </p:cxnSp>
    </p:spTree>
    <p:custDataLst>
      <p:tags r:id="rId13"/>
    </p:custDataLst>
  </p:cSld>
  <p:clrMapOvr>
    <a:masterClrMapping/>
  </p:clrMapOvr>
  <mc:AlternateContent xmlns:mc="http://schemas.openxmlformats.org/markup-compatibility/2006">
    <mc:Choice xmlns:p14="http://schemas.microsoft.com/office/powerpoint/2010/main" Requires="p14">
      <p:transition spd="slow" p14:dur="2000" advTm="114493"/>
    </mc:Choice>
    <mc:Fallback>
      <p:transition spd="slow" advTm="114493"/>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5" presetClass="entr" presetSubtype="0" fill="hold" nodeType="afterEffect">
                                  <p:stCondLst>
                                    <p:cond delay="0"/>
                                  </p:stCondLst>
                                  <p:childTnLst>
                                    <p:set>
                                      <p:cBhvr>
                                        <p:cTn id="6" dur="1" fill="hold">
                                          <p:stCondLst>
                                            <p:cond delay="0"/>
                                          </p:stCondLst>
                                        </p:cTn>
                                        <p:tgtEl>
                                          <p:spTgt spid="159762"/>
                                        </p:tgtEl>
                                        <p:attrNameLst>
                                          <p:attrName>style.visibility</p:attrName>
                                        </p:attrNameLst>
                                      </p:cBhvr>
                                      <p:to>
                                        <p:strVal val="visible"/>
                                      </p:to>
                                    </p:set>
                                    <p:anim calcmode="lin" valueType="num">
                                      <p:cBhvr>
                                        <p:cTn id="7" dur="1000" fill="hold"/>
                                        <p:tgtEl>
                                          <p:spTgt spid="159762"/>
                                        </p:tgtEl>
                                        <p:attrNameLst>
                                          <p:attrName>ppt_w</p:attrName>
                                        </p:attrNameLst>
                                      </p:cBhvr>
                                      <p:tavLst>
                                        <p:tav tm="0">
                                          <p:val>
                                            <p:strVal val="#ppt_w*0.70"/>
                                          </p:val>
                                        </p:tav>
                                        <p:tav tm="100000">
                                          <p:val>
                                            <p:strVal val="#ppt_w"/>
                                          </p:val>
                                        </p:tav>
                                      </p:tavLst>
                                    </p:anim>
                                    <p:anim calcmode="lin" valueType="num">
                                      <p:cBhvr>
                                        <p:cTn id="8" dur="1000" fill="hold"/>
                                        <p:tgtEl>
                                          <p:spTgt spid="159762"/>
                                        </p:tgtEl>
                                        <p:attrNameLst>
                                          <p:attrName>ppt_h</p:attrName>
                                        </p:attrNameLst>
                                      </p:cBhvr>
                                      <p:tavLst>
                                        <p:tav tm="0">
                                          <p:val>
                                            <p:strVal val="#ppt_h"/>
                                          </p:val>
                                        </p:tav>
                                        <p:tav tm="100000">
                                          <p:val>
                                            <p:strVal val="#ppt_h"/>
                                          </p:val>
                                        </p:tav>
                                      </p:tavLst>
                                    </p:anim>
                                    <p:animEffect transition="in" filter="fade">
                                      <p:cBhvr>
                                        <p:cTn id="9" dur="1000"/>
                                        <p:tgtEl>
                                          <p:spTgt spid="159762"/>
                                        </p:tgtEl>
                                      </p:cBhvr>
                                    </p:animEffect>
                                  </p:childTnLst>
                                </p:cTn>
                              </p:par>
                            </p:childTnLst>
                          </p:cTn>
                        </p:par>
                        <p:par>
                          <p:cTn id="10" fill="hold">
                            <p:stCondLst>
                              <p:cond delay="1000"/>
                            </p:stCondLst>
                            <p:childTnLst>
                              <p:par>
                                <p:cTn id="11" presetID="55" presetClass="entr" presetSubtype="0" fill="hold" grpId="0" nodeType="afterEffect">
                                  <p:stCondLst>
                                    <p:cond delay="0"/>
                                  </p:stCondLst>
                                  <p:childTnLst>
                                    <p:set>
                                      <p:cBhvr>
                                        <p:cTn id="12" dur="1" fill="hold">
                                          <p:stCondLst>
                                            <p:cond delay="0"/>
                                          </p:stCondLst>
                                        </p:cTn>
                                        <p:tgtEl>
                                          <p:spTgt spid="3"/>
                                        </p:tgtEl>
                                        <p:attrNameLst>
                                          <p:attrName>style.visibility</p:attrName>
                                        </p:attrNameLst>
                                      </p:cBhvr>
                                      <p:to>
                                        <p:strVal val="visible"/>
                                      </p:to>
                                    </p:set>
                                    <p:anim calcmode="lin" valueType="num">
                                      <p:cBhvr>
                                        <p:cTn id="13" dur="1000" fill="hold"/>
                                        <p:tgtEl>
                                          <p:spTgt spid="3"/>
                                        </p:tgtEl>
                                        <p:attrNameLst>
                                          <p:attrName>ppt_w</p:attrName>
                                        </p:attrNameLst>
                                      </p:cBhvr>
                                      <p:tavLst>
                                        <p:tav tm="0">
                                          <p:val>
                                            <p:strVal val="#ppt_w*0.70"/>
                                          </p:val>
                                        </p:tav>
                                        <p:tav tm="100000">
                                          <p:val>
                                            <p:strVal val="#ppt_w"/>
                                          </p:val>
                                        </p:tav>
                                      </p:tavLst>
                                    </p:anim>
                                    <p:anim calcmode="lin" valueType="num">
                                      <p:cBhvr>
                                        <p:cTn id="14" dur="1000" fill="hold"/>
                                        <p:tgtEl>
                                          <p:spTgt spid="3"/>
                                        </p:tgtEl>
                                        <p:attrNameLst>
                                          <p:attrName>ppt_h</p:attrName>
                                        </p:attrNameLst>
                                      </p:cBhvr>
                                      <p:tavLst>
                                        <p:tav tm="0">
                                          <p:val>
                                            <p:strVal val="#ppt_h"/>
                                          </p:val>
                                        </p:tav>
                                        <p:tav tm="100000">
                                          <p:val>
                                            <p:strVal val="#ppt_h"/>
                                          </p:val>
                                        </p:tav>
                                      </p:tavLst>
                                    </p:anim>
                                    <p:animEffect transition="in" filter="fade">
                                      <p:cBhvr>
                                        <p:cTn id="15" dur="1000"/>
                                        <p:tgtEl>
                                          <p:spTgt spid="3"/>
                                        </p:tgtEl>
                                      </p:cBhvr>
                                    </p:animEffect>
                                  </p:childTnLst>
                                </p:cTn>
                              </p:par>
                            </p:childTnLst>
                          </p:cTn>
                        </p:par>
                        <p:par>
                          <p:cTn id="16" fill="hold">
                            <p:stCondLst>
                              <p:cond delay="2000"/>
                            </p:stCondLst>
                            <p:childTnLst>
                              <p:par>
                                <p:cTn id="17" presetID="14" presetClass="entr" presetSubtype="10" fill="hold" nodeType="afterEffect">
                                  <p:stCondLst>
                                    <p:cond delay="0"/>
                                  </p:stCondLst>
                                  <p:childTnLst>
                                    <p:set>
                                      <p:cBhvr>
                                        <p:cTn id="18" dur="1" fill="hold">
                                          <p:stCondLst>
                                            <p:cond delay="0"/>
                                          </p:stCondLst>
                                        </p:cTn>
                                        <p:tgtEl>
                                          <p:spTgt spid="464902"/>
                                        </p:tgtEl>
                                        <p:attrNameLst>
                                          <p:attrName>style.visibility</p:attrName>
                                        </p:attrNameLst>
                                      </p:cBhvr>
                                      <p:to>
                                        <p:strVal val="visible"/>
                                      </p:to>
                                    </p:set>
                                    <p:animEffect transition="in" filter="randombar(horizontal)">
                                      <p:cBhvr>
                                        <p:cTn id="19" dur="500"/>
                                        <p:tgtEl>
                                          <p:spTgt spid="464902"/>
                                        </p:tgtEl>
                                      </p:cBhvr>
                                    </p:animEffect>
                                  </p:childTnLst>
                                </p:cTn>
                              </p:par>
                            </p:childTnLst>
                          </p:cTn>
                        </p:par>
                      </p:childTnLst>
                    </p:cTn>
                  </p:par>
                  <p:par>
                    <p:cTn id="20" fill="hold">
                      <p:stCondLst>
                        <p:cond delay="indefinite"/>
                      </p:stCondLst>
                      <p:childTnLst>
                        <p:par>
                          <p:cTn id="21" fill="hold">
                            <p:stCondLst>
                              <p:cond delay="0"/>
                            </p:stCondLst>
                            <p:childTnLst>
                              <p:par>
                                <p:cTn id="22" presetID="14" presetClass="entr" presetSubtype="10" fill="hold" nodeType="clickEffect">
                                  <p:stCondLst>
                                    <p:cond delay="0"/>
                                  </p:stCondLst>
                                  <p:childTnLst>
                                    <p:set>
                                      <p:cBhvr>
                                        <p:cTn id="23" dur="1" fill="hold">
                                          <p:stCondLst>
                                            <p:cond delay="0"/>
                                          </p:stCondLst>
                                        </p:cTn>
                                        <p:tgtEl>
                                          <p:spTgt spid="464901"/>
                                        </p:tgtEl>
                                        <p:attrNameLst>
                                          <p:attrName>style.visibility</p:attrName>
                                        </p:attrNameLst>
                                      </p:cBhvr>
                                      <p:to>
                                        <p:strVal val="visible"/>
                                      </p:to>
                                    </p:set>
                                    <p:animEffect transition="in" filter="randombar(horizontal)">
                                      <p:cBhvr>
                                        <p:cTn id="24" dur="500"/>
                                        <p:tgtEl>
                                          <p:spTgt spid="464901"/>
                                        </p:tgtEl>
                                      </p:cBhvr>
                                    </p:animEffect>
                                  </p:childTnLst>
                                </p:cTn>
                              </p:par>
                            </p:childTnLst>
                          </p:cTn>
                        </p:par>
                      </p:childTnLst>
                    </p:cTn>
                  </p:par>
                  <p:par>
                    <p:cTn id="25" fill="hold">
                      <p:stCondLst>
                        <p:cond delay="indefinite"/>
                      </p:stCondLst>
                      <p:childTnLst>
                        <p:par>
                          <p:cTn id="26" fill="hold">
                            <p:stCondLst>
                              <p:cond delay="0"/>
                            </p:stCondLst>
                            <p:childTnLst>
                              <p:par>
                                <p:cTn id="27" presetID="14" presetClass="entr" presetSubtype="10" fill="hold" nodeType="clickEffect">
                                  <p:stCondLst>
                                    <p:cond delay="0"/>
                                  </p:stCondLst>
                                  <p:childTnLst>
                                    <p:set>
                                      <p:cBhvr>
                                        <p:cTn id="28" dur="1" fill="hold">
                                          <p:stCondLst>
                                            <p:cond delay="0"/>
                                          </p:stCondLst>
                                        </p:cTn>
                                        <p:tgtEl>
                                          <p:spTgt spid="464903"/>
                                        </p:tgtEl>
                                        <p:attrNameLst>
                                          <p:attrName>style.visibility</p:attrName>
                                        </p:attrNameLst>
                                      </p:cBhvr>
                                      <p:to>
                                        <p:strVal val="visible"/>
                                      </p:to>
                                    </p:set>
                                    <p:animEffect transition="in" filter="randombar(horizontal)">
                                      <p:cBhvr>
                                        <p:cTn id="29" dur="500"/>
                                        <p:tgtEl>
                                          <p:spTgt spid="464903"/>
                                        </p:tgtEl>
                                      </p:cBhvr>
                                    </p:animEffect>
                                  </p:childTnLst>
                                </p:cTn>
                              </p:par>
                            </p:childTnLst>
                          </p:cTn>
                        </p:par>
                      </p:childTnLst>
                    </p:cTn>
                  </p:par>
                  <p:par>
                    <p:cTn id="30" fill="hold">
                      <p:stCondLst>
                        <p:cond delay="indefinite"/>
                      </p:stCondLst>
                      <p:childTnLst>
                        <p:par>
                          <p:cTn id="31" fill="hold">
                            <p:stCondLst>
                              <p:cond delay="0"/>
                            </p:stCondLst>
                            <p:childTnLst>
                              <p:par>
                                <p:cTn id="32" presetID="2" presetClass="entr" presetSubtype="4" fill="hold" nodeType="clickEffect">
                                  <p:stCondLst>
                                    <p:cond delay="0"/>
                                  </p:stCondLst>
                                  <p:childTnLst>
                                    <p:set>
                                      <p:cBhvr>
                                        <p:cTn id="33" dur="1" fill="hold">
                                          <p:stCondLst>
                                            <p:cond delay="0"/>
                                          </p:stCondLst>
                                        </p:cTn>
                                        <p:tgtEl>
                                          <p:spTgt spid="12"/>
                                        </p:tgtEl>
                                        <p:attrNameLst>
                                          <p:attrName>style.visibility</p:attrName>
                                        </p:attrNameLst>
                                      </p:cBhvr>
                                      <p:to>
                                        <p:strVal val="visible"/>
                                      </p:to>
                                    </p:set>
                                    <p:anim calcmode="lin" valueType="num">
                                      <p:cBhvr additive="base">
                                        <p:cTn id="34" dur="500" fill="hold"/>
                                        <p:tgtEl>
                                          <p:spTgt spid="12"/>
                                        </p:tgtEl>
                                        <p:attrNameLst>
                                          <p:attrName>ppt_x</p:attrName>
                                        </p:attrNameLst>
                                      </p:cBhvr>
                                      <p:tavLst>
                                        <p:tav tm="0">
                                          <p:val>
                                            <p:strVal val="#ppt_x"/>
                                          </p:val>
                                        </p:tav>
                                        <p:tav tm="100000">
                                          <p:val>
                                            <p:strVal val="#ppt_x"/>
                                          </p:val>
                                        </p:tav>
                                      </p:tavLst>
                                    </p:anim>
                                    <p:anim calcmode="lin" valueType="num">
                                      <p:cBhvr additive="base">
                                        <p:cTn id="35" dur="500" fill="hold"/>
                                        <p:tgtEl>
                                          <p:spTgt spid="12"/>
                                        </p:tgtEl>
                                        <p:attrNameLst>
                                          <p:attrName>ppt_y</p:attrName>
                                        </p:attrNameLst>
                                      </p:cBhvr>
                                      <p:tavLst>
                                        <p:tav tm="0">
                                          <p:val>
                                            <p:strVal val="1+#ppt_h/2"/>
                                          </p:val>
                                        </p:tav>
                                        <p:tav tm="100000">
                                          <p:val>
                                            <p:strVal val="#ppt_y"/>
                                          </p:val>
                                        </p:tav>
                                      </p:tavLst>
                                    </p:anim>
                                  </p:childTnLst>
                                </p:cTn>
                              </p:par>
                            </p:childTnLst>
                          </p:cTn>
                        </p:par>
                        <p:par>
                          <p:cTn id="36" fill="hold">
                            <p:stCondLst>
                              <p:cond delay="500"/>
                            </p:stCondLst>
                            <p:childTnLst>
                              <p:par>
                                <p:cTn id="37" presetID="2" presetClass="entr" presetSubtype="4" fill="hold" nodeType="afterEffect">
                                  <p:stCondLst>
                                    <p:cond delay="0"/>
                                  </p:stCondLst>
                                  <p:childTnLst>
                                    <p:set>
                                      <p:cBhvr>
                                        <p:cTn id="38" dur="1" fill="hold">
                                          <p:stCondLst>
                                            <p:cond delay="0"/>
                                          </p:stCondLst>
                                        </p:cTn>
                                        <p:tgtEl>
                                          <p:spTgt spid="10"/>
                                        </p:tgtEl>
                                        <p:attrNameLst>
                                          <p:attrName>style.visibility</p:attrName>
                                        </p:attrNameLst>
                                      </p:cBhvr>
                                      <p:to>
                                        <p:strVal val="visible"/>
                                      </p:to>
                                    </p:set>
                                    <p:anim calcmode="lin" valueType="num">
                                      <p:cBhvr additive="base">
                                        <p:cTn id="39" dur="500" fill="hold"/>
                                        <p:tgtEl>
                                          <p:spTgt spid="10"/>
                                        </p:tgtEl>
                                        <p:attrNameLst>
                                          <p:attrName>ppt_x</p:attrName>
                                        </p:attrNameLst>
                                      </p:cBhvr>
                                      <p:tavLst>
                                        <p:tav tm="0">
                                          <p:val>
                                            <p:strVal val="#ppt_x"/>
                                          </p:val>
                                        </p:tav>
                                        <p:tav tm="100000">
                                          <p:val>
                                            <p:strVal val="#ppt_x"/>
                                          </p:val>
                                        </p:tav>
                                      </p:tavLst>
                                    </p:anim>
                                    <p:anim calcmode="lin" valueType="num">
                                      <p:cBhvr additive="base">
                                        <p:cTn id="40" dur="500" fill="hold"/>
                                        <p:tgtEl>
                                          <p:spTgt spid="10"/>
                                        </p:tgtEl>
                                        <p:attrNameLst>
                                          <p:attrName>ppt_y</p:attrName>
                                        </p:attrNameLst>
                                      </p:cBhvr>
                                      <p:tavLst>
                                        <p:tav tm="0">
                                          <p:val>
                                            <p:strVal val="1+#ppt_h/2"/>
                                          </p:val>
                                        </p:tav>
                                        <p:tav tm="100000">
                                          <p:val>
                                            <p:strVal val="#ppt_y"/>
                                          </p:val>
                                        </p:tav>
                                      </p:tavLst>
                                    </p:anim>
                                  </p:childTnLst>
                                </p:cTn>
                              </p:par>
                            </p:childTnLst>
                          </p:cTn>
                        </p:par>
                        <p:par>
                          <p:cTn id="41" fill="hold">
                            <p:stCondLst>
                              <p:cond delay="1000"/>
                            </p:stCondLst>
                            <p:childTnLst>
                              <p:par>
                                <p:cTn id="42" presetID="55" presetClass="entr" presetSubtype="0" fill="hold" nodeType="afterEffect">
                                  <p:stCondLst>
                                    <p:cond delay="0"/>
                                  </p:stCondLst>
                                  <p:childTnLst>
                                    <p:set>
                                      <p:cBhvr>
                                        <p:cTn id="43" dur="1" fill="hold">
                                          <p:stCondLst>
                                            <p:cond delay="0"/>
                                          </p:stCondLst>
                                        </p:cTn>
                                        <p:tgtEl>
                                          <p:spTgt spid="4"/>
                                        </p:tgtEl>
                                        <p:attrNameLst>
                                          <p:attrName>style.visibility</p:attrName>
                                        </p:attrNameLst>
                                      </p:cBhvr>
                                      <p:to>
                                        <p:strVal val="visible"/>
                                      </p:to>
                                    </p:set>
                                    <p:anim calcmode="lin" valueType="num">
                                      <p:cBhvr>
                                        <p:cTn id="44" dur="1000" fill="hold"/>
                                        <p:tgtEl>
                                          <p:spTgt spid="4"/>
                                        </p:tgtEl>
                                        <p:attrNameLst>
                                          <p:attrName>ppt_w</p:attrName>
                                        </p:attrNameLst>
                                      </p:cBhvr>
                                      <p:tavLst>
                                        <p:tav tm="0">
                                          <p:val>
                                            <p:strVal val="#ppt_w*0.70"/>
                                          </p:val>
                                        </p:tav>
                                        <p:tav tm="100000">
                                          <p:val>
                                            <p:strVal val="#ppt_w"/>
                                          </p:val>
                                        </p:tav>
                                      </p:tavLst>
                                    </p:anim>
                                    <p:anim calcmode="lin" valueType="num">
                                      <p:cBhvr>
                                        <p:cTn id="45" dur="1000" fill="hold"/>
                                        <p:tgtEl>
                                          <p:spTgt spid="4"/>
                                        </p:tgtEl>
                                        <p:attrNameLst>
                                          <p:attrName>ppt_h</p:attrName>
                                        </p:attrNameLst>
                                      </p:cBhvr>
                                      <p:tavLst>
                                        <p:tav tm="0">
                                          <p:val>
                                            <p:strVal val="#ppt_h"/>
                                          </p:val>
                                        </p:tav>
                                        <p:tav tm="100000">
                                          <p:val>
                                            <p:strVal val="#ppt_h"/>
                                          </p:val>
                                        </p:tav>
                                      </p:tavLst>
                                    </p:anim>
                                    <p:animEffect transition="in" filter="fade">
                                      <p:cBhvr>
                                        <p:cTn id="46" dur="1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4"/>
          <p:cNvSpPr>
            <a:spLocks noGrp="1" noChangeArrowheads="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a:spcBef>
                <a:spcPct val="0"/>
              </a:spcBef>
              <a:buFontTx/>
              <a:buNone/>
            </a:pPr>
            <a:fld id="{01E87CB7-2095-47B2-9A26-3FD38E0FAB57}" type="datetime1">
              <a:rPr kumimoji="0" lang="zh-CN" altLang="en-US" sz="1200" smtClean="0">
                <a:solidFill>
                  <a:srgbClr val="000000"/>
                </a:solidFill>
                <a:ea typeface="宋体" panose="02010600030101010101" pitchFamily="2" charset="-122"/>
              </a:rPr>
            </a:fld>
            <a:endParaRPr kumimoji="0" lang="en-US" altLang="zh-CN" sz="1200">
              <a:solidFill>
                <a:srgbClr val="000000"/>
              </a:solidFill>
              <a:ea typeface="宋体" panose="02010600030101010101" pitchFamily="2" charset="-122"/>
            </a:endParaRPr>
          </a:p>
        </p:txBody>
      </p:sp>
      <p:sp>
        <p:nvSpPr>
          <p:cNvPr id="447491" name="Rectangle 3"/>
          <p:cNvSpPr>
            <a:spLocks noGrp="1" noChangeArrowheads="1"/>
          </p:cNvSpPr>
          <p:nvPr>
            <p:ph type="body" idx="1"/>
          </p:nvPr>
        </p:nvSpPr>
        <p:spPr>
          <a:xfrm>
            <a:off x="827088" y="1412875"/>
            <a:ext cx="7921625" cy="4608513"/>
          </a:xfrm>
          <a:ln w="28575">
            <a:solidFill>
              <a:srgbClr val="009900"/>
            </a:solidFill>
          </a:ln>
        </p:spPr>
        <p:txBody>
          <a:bodyPr/>
          <a:lstStyle/>
          <a:p>
            <a:pPr marL="812800" indent="-812800" algn="just" eaLnBrk="1" hangingPunct="1">
              <a:lnSpc>
                <a:spcPct val="120000"/>
              </a:lnSpc>
              <a:buFontTx/>
              <a:buNone/>
              <a:defRPr/>
            </a:pPr>
            <a:r>
              <a:rPr kumimoji="0" lang="zh-CN" altLang="en-US" sz="2800" b="1" dirty="0">
                <a:solidFill>
                  <a:srgbClr val="000000"/>
                </a:solidFill>
              </a:rPr>
              <a:t>（</a:t>
            </a:r>
            <a:r>
              <a:rPr kumimoji="0" lang="en-US" altLang="zh-CN" sz="2800" b="1" dirty="0">
                <a:solidFill>
                  <a:srgbClr val="000000"/>
                </a:solidFill>
              </a:rPr>
              <a:t>2</a:t>
            </a:r>
            <a:r>
              <a:rPr kumimoji="0" lang="zh-CN" altLang="en-US" sz="2800" b="1" dirty="0">
                <a:solidFill>
                  <a:srgbClr val="000000"/>
                </a:solidFill>
              </a:rPr>
              <a:t>）有了</a:t>
            </a:r>
            <a:r>
              <a:rPr kumimoji="0" lang="en-US" altLang="zh-CN" sz="2800" b="1" dirty="0">
                <a:solidFill>
                  <a:srgbClr val="000000"/>
                </a:solidFill>
              </a:rPr>
              <a:t>s</a:t>
            </a:r>
            <a:r>
              <a:rPr kumimoji="0" lang="zh-CN" altLang="en-US" sz="2800" b="1" dirty="0">
                <a:solidFill>
                  <a:srgbClr val="000000"/>
                </a:solidFill>
                <a:latin typeface="Times New Roman" panose="02020603050405020304" pitchFamily="18" charset="0"/>
              </a:rPr>
              <a:t>域电路元件模型，就可以</a:t>
            </a:r>
            <a:r>
              <a:rPr kumimoji="0" lang="zh-CN" altLang="en-US" sz="2800" b="1" dirty="0">
                <a:solidFill>
                  <a:schemeClr val="bg1"/>
                </a:solidFill>
                <a:latin typeface="Times New Roman" panose="02020603050405020304" pitchFamily="18" charset="0"/>
              </a:rPr>
              <a:t>得到一般电路的</a:t>
            </a:r>
            <a:r>
              <a:rPr kumimoji="0" lang="en-US" altLang="zh-CN" sz="2800" b="1" dirty="0">
                <a:solidFill>
                  <a:schemeClr val="bg1"/>
                </a:solidFill>
                <a:latin typeface="Times New Roman" panose="02020603050405020304" pitchFamily="18" charset="0"/>
              </a:rPr>
              <a:t>s</a:t>
            </a:r>
            <a:r>
              <a:rPr kumimoji="0" lang="zh-CN" altLang="en-US" sz="2800" b="1" dirty="0">
                <a:solidFill>
                  <a:schemeClr val="bg1"/>
                </a:solidFill>
                <a:latin typeface="Times New Roman" panose="02020603050405020304" pitchFamily="18" charset="0"/>
              </a:rPr>
              <a:t>域模型</a:t>
            </a:r>
            <a:r>
              <a:rPr kumimoji="0" lang="zh-CN" altLang="en-US" sz="2800" b="1" dirty="0">
                <a:solidFill>
                  <a:srgbClr val="000000"/>
                </a:solidFill>
                <a:latin typeface="Times New Roman" panose="02020603050405020304" pitchFamily="18" charset="0"/>
              </a:rPr>
              <a:t>。</a:t>
            </a:r>
            <a:endParaRPr kumimoji="0" lang="zh-CN" altLang="en-US" sz="2800" b="1" dirty="0">
              <a:solidFill>
                <a:srgbClr val="000000"/>
              </a:solidFill>
              <a:latin typeface="Times New Roman" panose="02020603050405020304" pitchFamily="18" charset="0"/>
            </a:endParaRPr>
          </a:p>
          <a:p>
            <a:pPr marL="812800" indent="-812800" algn="just" eaLnBrk="1" hangingPunct="1">
              <a:lnSpc>
                <a:spcPct val="120000"/>
              </a:lnSpc>
              <a:buFontTx/>
              <a:buNone/>
              <a:defRPr/>
            </a:pPr>
            <a:r>
              <a:rPr kumimoji="0" lang="zh-CN" altLang="en-US" sz="2800" b="1" dirty="0">
                <a:solidFill>
                  <a:srgbClr val="000000"/>
                </a:solidFill>
                <a:latin typeface="Times New Roman" panose="02020603050405020304" pitchFamily="18" charset="0"/>
              </a:rPr>
              <a:t>                 应用电路分析中的基本分析方法（节点法、网孔法等）和定理（如叠加定理、戴维南定理等），列出</a:t>
            </a:r>
            <a:r>
              <a:rPr kumimoji="0" lang="zh-CN" altLang="en-US" sz="2800" b="1" dirty="0">
                <a:solidFill>
                  <a:srgbClr val="9900FF"/>
                </a:solidFill>
                <a:latin typeface="Times New Roman" panose="02020603050405020304" pitchFamily="18" charset="0"/>
              </a:rPr>
              <a:t>复频域的代数方程</a:t>
            </a:r>
            <a:r>
              <a:rPr kumimoji="0" lang="zh-CN" altLang="en-US" sz="2800" b="1" dirty="0">
                <a:solidFill>
                  <a:srgbClr val="000000"/>
                </a:solidFill>
                <a:latin typeface="Times New Roman" panose="02020603050405020304" pitchFamily="18" charset="0"/>
              </a:rPr>
              <a:t>，并进行求解得到响应的</a:t>
            </a:r>
            <a:r>
              <a:rPr kumimoji="0" lang="zh-CN" altLang="en-US" sz="2800" b="1" dirty="0">
                <a:solidFill>
                  <a:srgbClr val="9900FF"/>
                </a:solidFill>
                <a:latin typeface="Times New Roman" panose="02020603050405020304" pitchFamily="18" charset="0"/>
              </a:rPr>
              <a:t>象函数</a:t>
            </a:r>
            <a:r>
              <a:rPr kumimoji="0" lang="zh-CN" altLang="en-US" sz="2800" b="1" dirty="0">
                <a:solidFill>
                  <a:srgbClr val="000000"/>
                </a:solidFill>
                <a:latin typeface="Times New Roman" panose="02020603050405020304" pitchFamily="18" charset="0"/>
              </a:rPr>
              <a:t>，对所求的响应象函数进行</a:t>
            </a:r>
            <a:r>
              <a:rPr kumimoji="0" lang="zh-CN" altLang="en-US" sz="2800" b="1" dirty="0">
                <a:solidFill>
                  <a:srgbClr val="9900FF"/>
                </a:solidFill>
                <a:latin typeface="Times New Roman" panose="02020603050405020304" pitchFamily="18" charset="0"/>
              </a:rPr>
              <a:t>拉氏反变换</a:t>
            </a:r>
            <a:r>
              <a:rPr kumimoji="0" lang="zh-CN" altLang="en-US" sz="2800" b="1" dirty="0">
                <a:solidFill>
                  <a:srgbClr val="000000"/>
                </a:solidFill>
                <a:latin typeface="Times New Roman" panose="02020603050405020304" pitchFamily="18" charset="0"/>
              </a:rPr>
              <a:t>，即得出响应的</a:t>
            </a:r>
            <a:r>
              <a:rPr kumimoji="0" lang="zh-CN" altLang="en-US" sz="2800" b="1" dirty="0">
                <a:solidFill>
                  <a:srgbClr val="9900FF"/>
                </a:solidFill>
                <a:latin typeface="Times New Roman" panose="02020603050405020304" pitchFamily="18" charset="0"/>
              </a:rPr>
              <a:t>时域解。</a:t>
            </a:r>
            <a:endParaRPr kumimoji="0" lang="zh-CN" altLang="en-US" sz="2800" b="1" dirty="0"/>
          </a:p>
        </p:txBody>
      </p:sp>
      <p:sp>
        <p:nvSpPr>
          <p:cNvPr id="419842" name="Rectangle 2"/>
          <p:cNvSpPr>
            <a:spLocks noChangeArrowheads="1"/>
          </p:cNvSpPr>
          <p:nvPr/>
        </p:nvSpPr>
        <p:spPr bwMode="auto">
          <a:xfrm>
            <a:off x="620713" y="74613"/>
            <a:ext cx="6523037" cy="693737"/>
          </a:xfrm>
          <a:prstGeom prst="rect">
            <a:avLst/>
          </a:prstGeom>
          <a:solidFill>
            <a:schemeClr val="bg1"/>
          </a:solidFill>
          <a:ln>
            <a:noFill/>
          </a:ln>
          <a:effectLst>
            <a:outerShdw blurRad="63500" dist="38099" dir="2700000" algn="ctr" rotWithShape="0">
              <a:srgbClr val="000000">
                <a:alpha val="74998"/>
              </a:srgbClr>
            </a:outerShdw>
          </a:effectLst>
        </p:spPr>
        <p:txBody>
          <a:bodyPr anchor="ctr"/>
          <a:lstStyle/>
          <a:p>
            <a:pPr algn="ctr" eaLnBrk="1" hangingPunct="1">
              <a:defRPr/>
            </a:pPr>
            <a:r>
              <a:rPr lang="en-US" altLang="zh-CN" sz="2800">
                <a:effectLst>
                  <a:outerShdw blurRad="38100" dist="38100" dir="2700000" algn="tl">
                    <a:srgbClr val="000000"/>
                  </a:outerShdw>
                </a:effectLst>
                <a:ea typeface="黑体" panose="02010609060101010101" charset="-122"/>
              </a:rPr>
              <a:t>§5.7 </a:t>
            </a:r>
            <a:r>
              <a:rPr lang="zh-CN" altLang="en-US" sz="2800">
                <a:effectLst>
                  <a:outerShdw blurRad="38100" dist="38100" dir="2700000" algn="tl">
                    <a:srgbClr val="000000"/>
                  </a:outerShdw>
                </a:effectLst>
                <a:ea typeface="黑体" panose="02010609060101010101" charset="-122"/>
              </a:rPr>
              <a:t>线性系统的拉普拉斯变换分析方法</a:t>
            </a:r>
            <a:endParaRPr lang="zh-CN" altLang="en-US" sz="2800">
              <a:effectLst>
                <a:outerShdw blurRad="38100" dist="38100" dir="2700000" algn="tl">
                  <a:srgbClr val="000000"/>
                </a:outerShdw>
              </a:effectLst>
              <a:ea typeface="黑体" panose="02010609060101010101" charset="-122"/>
            </a:endParaRPr>
          </a:p>
        </p:txBody>
      </p:sp>
      <p:sp>
        <p:nvSpPr>
          <p:cNvPr id="2" name="墨迹 1"/>
          <p:cNvSpPr/>
          <p:nvPr/>
        </p:nvSpPr>
        <p:spPr bwMode="auto">
          <a:xfrm>
            <a:off x="3641760" y="1962000"/>
            <a:ext cx="5065560" cy="3171240"/>
          </a:xfrm>
        </p:spPr>
      </p:sp>
    </p:spTree>
  </p:cSld>
  <p:clrMapOvr>
    <a:masterClrMapping/>
  </p:clrMapOvr>
  <mc:AlternateContent xmlns:mc="http://schemas.openxmlformats.org/markup-compatibility/2006">
    <mc:Choice xmlns:p14="http://schemas.microsoft.com/office/powerpoint/2010/main" Requires="p14">
      <p:transition spd="slow" p14:dur="2000" advTm="94460"/>
    </mc:Choice>
    <mc:Fallback>
      <p:transition spd="slow" advTm="9446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nodeType="withEffect">
                                  <p:stCondLst>
                                    <p:cond delay="0"/>
                                  </p:stCondLst>
                                  <p:childTnLst>
                                    <p:set>
                                      <p:cBhvr>
                                        <p:cTn id="6" dur="1" fill="hold">
                                          <p:stCondLst>
                                            <p:cond delay="0"/>
                                          </p:stCondLst>
                                        </p:cTn>
                                        <p:tgtEl>
                                          <p:spTgt spid="2"/>
                                        </p:tgtEl>
                                        <p:attrNameLst>
                                          <p:attrName>style.visibility</p:attrName>
                                        </p:attrNameLst>
                                      </p:cBhvr>
                                      <p:to>
                                        <p:strVal val="visible"/>
                                      </p:to>
                                    </p:set>
                                    <p:cmd type="call" cmd="playFrom(0.0)">
                                      <p:cBhvr>
                                        <p:cTn id="7" dur="1" fill="hold"/>
                                        <p:tgtEl>
                                          <p:spTgt spid="2"/>
                                        </p:tgtEl>
                                      </p:cBhvr>
                                    </p:cmd>
                                  </p:childTnLst>
                                </p:cTn>
                              </p:par>
                              <p:par>
                                <p:cTn id="8" presetID="55" presetClass="entr" presetSubtype="0" fill="hold" grpId="0" nodeType="withEffect">
                                  <p:stCondLst>
                                    <p:cond delay="0"/>
                                  </p:stCondLst>
                                  <p:childTnLst>
                                    <p:set>
                                      <p:cBhvr>
                                        <p:cTn id="9" dur="1" fill="hold">
                                          <p:stCondLst>
                                            <p:cond delay="0"/>
                                          </p:stCondLst>
                                        </p:cTn>
                                        <p:tgtEl>
                                          <p:spTgt spid="447491">
                                            <p:bg/>
                                          </p:spTgt>
                                        </p:tgtEl>
                                        <p:attrNameLst>
                                          <p:attrName>style.visibility</p:attrName>
                                        </p:attrNameLst>
                                      </p:cBhvr>
                                      <p:to>
                                        <p:strVal val="visible"/>
                                      </p:to>
                                    </p:set>
                                    <p:anim calcmode="lin" valueType="num">
                                      <p:cBhvr>
                                        <p:cTn id="10" dur="1000" fill="hold"/>
                                        <p:tgtEl>
                                          <p:spTgt spid="447491">
                                            <p:bg/>
                                          </p:spTgt>
                                        </p:tgtEl>
                                        <p:attrNameLst>
                                          <p:attrName>ppt_w</p:attrName>
                                        </p:attrNameLst>
                                      </p:cBhvr>
                                      <p:tavLst>
                                        <p:tav tm="0">
                                          <p:val>
                                            <p:strVal val="#ppt_w*0.70"/>
                                          </p:val>
                                        </p:tav>
                                        <p:tav tm="100000">
                                          <p:val>
                                            <p:strVal val="#ppt_w"/>
                                          </p:val>
                                        </p:tav>
                                      </p:tavLst>
                                    </p:anim>
                                    <p:anim calcmode="lin" valueType="num">
                                      <p:cBhvr>
                                        <p:cTn id="11" dur="1000" fill="hold"/>
                                        <p:tgtEl>
                                          <p:spTgt spid="447491">
                                            <p:bg/>
                                          </p:spTgt>
                                        </p:tgtEl>
                                        <p:attrNameLst>
                                          <p:attrName>ppt_h</p:attrName>
                                        </p:attrNameLst>
                                      </p:cBhvr>
                                      <p:tavLst>
                                        <p:tav tm="0">
                                          <p:val>
                                            <p:strVal val="#ppt_h"/>
                                          </p:val>
                                        </p:tav>
                                        <p:tav tm="100000">
                                          <p:val>
                                            <p:strVal val="#ppt_h"/>
                                          </p:val>
                                        </p:tav>
                                      </p:tavLst>
                                    </p:anim>
                                    <p:animEffect transition="in" filter="fade">
                                      <p:cBhvr>
                                        <p:cTn id="12" dur="1000"/>
                                        <p:tgtEl>
                                          <p:spTgt spid="447491">
                                            <p:bg/>
                                          </p:spTgt>
                                        </p:tgtEl>
                                      </p:cBhvr>
                                    </p:animEffect>
                                  </p:childTnLst>
                                </p:cTn>
                              </p:par>
                              <p:par>
                                <p:cTn id="13" presetID="55" presetClass="entr" presetSubtype="0" fill="hold" grpId="0" nodeType="withEffect">
                                  <p:stCondLst>
                                    <p:cond delay="0"/>
                                  </p:stCondLst>
                                  <p:childTnLst>
                                    <p:set>
                                      <p:cBhvr>
                                        <p:cTn id="14" dur="1" fill="hold">
                                          <p:stCondLst>
                                            <p:cond delay="0"/>
                                          </p:stCondLst>
                                        </p:cTn>
                                        <p:tgtEl>
                                          <p:spTgt spid="447491">
                                            <p:txEl>
                                              <p:pRg st="0" end="0"/>
                                            </p:txEl>
                                          </p:spTgt>
                                        </p:tgtEl>
                                        <p:attrNameLst>
                                          <p:attrName>style.visibility</p:attrName>
                                        </p:attrNameLst>
                                      </p:cBhvr>
                                      <p:to>
                                        <p:strVal val="visible"/>
                                      </p:to>
                                    </p:set>
                                    <p:anim calcmode="lin" valueType="num">
                                      <p:cBhvr>
                                        <p:cTn id="15" dur="1000" fill="hold"/>
                                        <p:tgtEl>
                                          <p:spTgt spid="447491">
                                            <p:txEl>
                                              <p:pRg st="0" end="0"/>
                                            </p:txEl>
                                          </p:spTgt>
                                        </p:tgtEl>
                                        <p:attrNameLst>
                                          <p:attrName>ppt_w</p:attrName>
                                        </p:attrNameLst>
                                      </p:cBhvr>
                                      <p:tavLst>
                                        <p:tav tm="0">
                                          <p:val>
                                            <p:strVal val="#ppt_w*0.70"/>
                                          </p:val>
                                        </p:tav>
                                        <p:tav tm="100000">
                                          <p:val>
                                            <p:strVal val="#ppt_w"/>
                                          </p:val>
                                        </p:tav>
                                      </p:tavLst>
                                    </p:anim>
                                    <p:anim calcmode="lin" valueType="num">
                                      <p:cBhvr>
                                        <p:cTn id="16" dur="1000" fill="hold"/>
                                        <p:tgtEl>
                                          <p:spTgt spid="447491">
                                            <p:txEl>
                                              <p:pRg st="0" end="0"/>
                                            </p:txEl>
                                          </p:spTgt>
                                        </p:tgtEl>
                                        <p:attrNameLst>
                                          <p:attrName>ppt_h</p:attrName>
                                        </p:attrNameLst>
                                      </p:cBhvr>
                                      <p:tavLst>
                                        <p:tav tm="0">
                                          <p:val>
                                            <p:strVal val="#ppt_h"/>
                                          </p:val>
                                        </p:tav>
                                        <p:tav tm="100000">
                                          <p:val>
                                            <p:strVal val="#ppt_h"/>
                                          </p:val>
                                        </p:tav>
                                      </p:tavLst>
                                    </p:anim>
                                    <p:animEffect transition="in" filter="fade">
                                      <p:cBhvr>
                                        <p:cTn id="17" dur="1000"/>
                                        <p:tgtEl>
                                          <p:spTgt spid="447491">
                                            <p:txEl>
                                              <p:pRg st="0" end="0"/>
                                            </p:txEl>
                                          </p:spTgt>
                                        </p:tgtEl>
                                      </p:cBhvr>
                                    </p:animEffect>
                                  </p:childTnLst>
                                </p:cTn>
                              </p:par>
                              <p:par>
                                <p:cTn id="18" presetID="55" presetClass="entr" presetSubtype="0" fill="hold" grpId="0" nodeType="withEffect">
                                  <p:stCondLst>
                                    <p:cond delay="0"/>
                                  </p:stCondLst>
                                  <p:childTnLst>
                                    <p:set>
                                      <p:cBhvr>
                                        <p:cTn id="19" dur="1" fill="hold">
                                          <p:stCondLst>
                                            <p:cond delay="0"/>
                                          </p:stCondLst>
                                        </p:cTn>
                                        <p:tgtEl>
                                          <p:spTgt spid="447491">
                                            <p:txEl>
                                              <p:pRg st="1" end="1"/>
                                            </p:txEl>
                                          </p:spTgt>
                                        </p:tgtEl>
                                        <p:attrNameLst>
                                          <p:attrName>style.visibility</p:attrName>
                                        </p:attrNameLst>
                                      </p:cBhvr>
                                      <p:to>
                                        <p:strVal val="visible"/>
                                      </p:to>
                                    </p:set>
                                    <p:anim calcmode="lin" valueType="num">
                                      <p:cBhvr>
                                        <p:cTn id="20" dur="1000" fill="hold"/>
                                        <p:tgtEl>
                                          <p:spTgt spid="447491">
                                            <p:txEl>
                                              <p:pRg st="1" end="1"/>
                                            </p:txEl>
                                          </p:spTgt>
                                        </p:tgtEl>
                                        <p:attrNameLst>
                                          <p:attrName>ppt_w</p:attrName>
                                        </p:attrNameLst>
                                      </p:cBhvr>
                                      <p:tavLst>
                                        <p:tav tm="0">
                                          <p:val>
                                            <p:strVal val="#ppt_w*0.70"/>
                                          </p:val>
                                        </p:tav>
                                        <p:tav tm="100000">
                                          <p:val>
                                            <p:strVal val="#ppt_w"/>
                                          </p:val>
                                        </p:tav>
                                      </p:tavLst>
                                    </p:anim>
                                    <p:anim calcmode="lin" valueType="num">
                                      <p:cBhvr>
                                        <p:cTn id="21" dur="1000" fill="hold"/>
                                        <p:tgtEl>
                                          <p:spTgt spid="447491">
                                            <p:txEl>
                                              <p:pRg st="1" end="1"/>
                                            </p:txEl>
                                          </p:spTgt>
                                        </p:tgtEl>
                                        <p:attrNameLst>
                                          <p:attrName>ppt_h</p:attrName>
                                        </p:attrNameLst>
                                      </p:cBhvr>
                                      <p:tavLst>
                                        <p:tav tm="0">
                                          <p:val>
                                            <p:strVal val="#ppt_h"/>
                                          </p:val>
                                        </p:tav>
                                        <p:tav tm="100000">
                                          <p:val>
                                            <p:strVal val="#ppt_h"/>
                                          </p:val>
                                        </p:tav>
                                      </p:tavLst>
                                    </p:anim>
                                    <p:animEffect transition="in" filter="fade">
                                      <p:cBhvr>
                                        <p:cTn id="22" dur="1000"/>
                                        <p:tgtEl>
                                          <p:spTgt spid="447491">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7491" grpId="0" animBg="1" build="p"/>
    </p:bldLst>
  </p:timing>
</p:sld>
</file>

<file path=ppt/slides/slide10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6258" name="Rectangle 4"/>
          <p:cNvSpPr>
            <a:spLocks noGrp="1" noChangeArrowheads="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a:spcBef>
                <a:spcPct val="0"/>
              </a:spcBef>
              <a:buFontTx/>
              <a:buNone/>
            </a:pPr>
            <a:fld id="{015960DC-9B10-4710-8BC6-DA6E45FFFE3F}" type="datetime1">
              <a:rPr kumimoji="0" lang="zh-CN" altLang="en-US" sz="1200" smtClean="0">
                <a:solidFill>
                  <a:srgbClr val="000000"/>
                </a:solidFill>
                <a:ea typeface="宋体" panose="02010600030101010101" pitchFamily="2" charset="-122"/>
              </a:rPr>
            </a:fld>
            <a:endParaRPr kumimoji="0" lang="en-US" altLang="zh-CN" sz="1200">
              <a:solidFill>
                <a:srgbClr val="000000"/>
              </a:solidFill>
              <a:ea typeface="宋体" panose="02010600030101010101" pitchFamily="2" charset="-122"/>
            </a:endParaRPr>
          </a:p>
        </p:txBody>
      </p:sp>
      <p:sp>
        <p:nvSpPr>
          <p:cNvPr id="474115" name="Rectangle 3"/>
          <p:cNvSpPr>
            <a:spLocks noGrp="1" noChangeArrowheads="1"/>
          </p:cNvSpPr>
          <p:nvPr>
            <p:ph type="body" idx="1"/>
          </p:nvPr>
        </p:nvSpPr>
        <p:spPr>
          <a:xfrm>
            <a:off x="827088" y="981075"/>
            <a:ext cx="2551112" cy="420688"/>
          </a:xfrm>
        </p:spPr>
        <p:txBody>
          <a:bodyPr/>
          <a:lstStyle/>
          <a:p>
            <a:pPr eaLnBrk="1" hangingPunct="1">
              <a:buFont typeface="Wingdings" panose="05000000000000000000" pitchFamily="2" charset="2"/>
              <a:buChar char="l"/>
              <a:defRPr/>
            </a:pPr>
            <a:r>
              <a:rPr kumimoji="0" lang="zh-CN" altLang="en-US" sz="2000" dirty="0">
                <a:solidFill>
                  <a:srgbClr val="000000"/>
                </a:solidFill>
              </a:rPr>
              <a:t>基尔霍夫定律</a:t>
            </a:r>
            <a:endParaRPr kumimoji="0" lang="zh-CN" altLang="en-US" sz="2000" dirty="0">
              <a:solidFill>
                <a:srgbClr val="000000"/>
              </a:solidFill>
            </a:endParaRPr>
          </a:p>
        </p:txBody>
      </p:sp>
      <p:sp>
        <p:nvSpPr>
          <p:cNvPr id="96260" name="Rectangle 4"/>
          <p:cNvSpPr>
            <a:spLocks noChangeArrowheads="1"/>
          </p:cNvSpPr>
          <p:nvPr/>
        </p:nvSpPr>
        <p:spPr bwMode="auto">
          <a:xfrm>
            <a:off x="755650" y="1628775"/>
            <a:ext cx="22098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lvl1pPr marL="342900" indent="-342900">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buClr>
                <a:schemeClr val="folHlink"/>
              </a:buClr>
              <a:buSzPct val="60000"/>
              <a:buFont typeface="Wingdings" panose="05000000000000000000" pitchFamily="2" charset="2"/>
              <a:buChar char=" "/>
            </a:pPr>
            <a:r>
              <a:rPr lang="en-US" altLang="zh-CN" sz="2000">
                <a:solidFill>
                  <a:srgbClr val="0000FF"/>
                </a:solidFill>
                <a:latin typeface="Tahoma" panose="020B0604030504040204" pitchFamily="34" charset="0"/>
                <a:ea typeface="宋体" panose="02010600030101010101" pitchFamily="2" charset="-122"/>
              </a:rPr>
              <a:t>KVL</a:t>
            </a:r>
            <a:r>
              <a:rPr lang="zh-CN" altLang="en-US" sz="2000">
                <a:solidFill>
                  <a:srgbClr val="0000FF"/>
                </a:solidFill>
                <a:latin typeface="Tahoma" panose="020B0604030504040204" pitchFamily="34" charset="0"/>
                <a:ea typeface="宋体" panose="02010600030101010101" pitchFamily="2" charset="-122"/>
              </a:rPr>
              <a:t>定律</a:t>
            </a:r>
            <a:r>
              <a:rPr lang="zh-CN" altLang="en-US" sz="2000">
                <a:latin typeface="Tahoma" panose="020B0604030504040204" pitchFamily="34" charset="0"/>
                <a:ea typeface="宋体" panose="02010600030101010101" pitchFamily="2" charset="-122"/>
              </a:rPr>
              <a:t>：</a:t>
            </a:r>
            <a:r>
              <a:rPr lang="zh-CN" altLang="en-US" sz="1800">
                <a:solidFill>
                  <a:srgbClr val="0000FF"/>
                </a:solidFill>
                <a:latin typeface="Tahoma" panose="020B0604030504040204" pitchFamily="34" charset="0"/>
                <a:ea typeface="宋体" panose="02010600030101010101" pitchFamily="2" charset="-122"/>
              </a:rPr>
              <a:t>   </a:t>
            </a:r>
            <a:endParaRPr lang="zh-CN" altLang="en-US" sz="1800">
              <a:solidFill>
                <a:srgbClr val="660033"/>
              </a:solidFill>
              <a:latin typeface="Tahoma" panose="020B0604030504040204" pitchFamily="34" charset="0"/>
              <a:ea typeface="宋体" panose="02010600030101010101" pitchFamily="2" charset="-122"/>
            </a:endParaRPr>
          </a:p>
        </p:txBody>
      </p:sp>
      <p:graphicFrame>
        <p:nvGraphicFramePr>
          <p:cNvPr id="474117" name="Object 2"/>
          <p:cNvGraphicFramePr>
            <a:graphicFrameLocks noChangeAspect="1"/>
          </p:cNvGraphicFramePr>
          <p:nvPr/>
        </p:nvGraphicFramePr>
        <p:xfrm>
          <a:off x="2843213" y="1412875"/>
          <a:ext cx="1676400" cy="768350"/>
        </p:xfrm>
        <a:graphic>
          <a:graphicData uri="http://schemas.openxmlformats.org/presentationml/2006/ole">
            <mc:AlternateContent xmlns:mc="http://schemas.openxmlformats.org/markup-compatibility/2006">
              <mc:Choice xmlns:v="urn:schemas-microsoft-com:vml" Requires="v">
                <p:oleObj spid="_x0000_s2" name="公式" r:id="rId1" imgW="723900" imgH="368300" progId="Equation.3">
                  <p:embed/>
                </p:oleObj>
              </mc:Choice>
              <mc:Fallback>
                <p:oleObj name="公式" r:id="rId1" imgW="723900" imgH="368300" progId="Equation.3">
                  <p:embed/>
                  <p:pic>
                    <p:nvPicPr>
                      <p:cNvPr id="0" name="Object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43213" y="1412875"/>
                        <a:ext cx="1676400" cy="7683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474118" name="Object 3"/>
          <p:cNvGraphicFramePr>
            <a:graphicFrameLocks noChangeAspect="1"/>
          </p:cNvGraphicFramePr>
          <p:nvPr/>
        </p:nvGraphicFramePr>
        <p:xfrm>
          <a:off x="2987675" y="2276475"/>
          <a:ext cx="1524000" cy="739775"/>
        </p:xfrm>
        <a:graphic>
          <a:graphicData uri="http://schemas.openxmlformats.org/presentationml/2006/ole">
            <mc:AlternateContent xmlns:mc="http://schemas.openxmlformats.org/markup-compatibility/2006">
              <mc:Choice xmlns:v="urn:schemas-microsoft-com:vml" Requires="v">
                <p:oleObj spid="_x0000_s3" name="公式" r:id="rId3" imgW="685800" imgH="368300" progId="Equation.3">
                  <p:embed/>
                </p:oleObj>
              </mc:Choice>
              <mc:Fallback>
                <p:oleObj name="公式" r:id="rId3" imgW="685800" imgH="368300" progId="Equation.3">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87675" y="2276475"/>
                        <a:ext cx="1524000" cy="7397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96263" name="Rectangle 7"/>
          <p:cNvSpPr>
            <a:spLocks noChangeArrowheads="1"/>
          </p:cNvSpPr>
          <p:nvPr/>
        </p:nvSpPr>
        <p:spPr bwMode="auto">
          <a:xfrm>
            <a:off x="755650" y="2420938"/>
            <a:ext cx="22098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lvl1pPr marL="342900" indent="-342900">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buClr>
                <a:schemeClr val="folHlink"/>
              </a:buClr>
              <a:buSzPct val="60000"/>
              <a:buFont typeface="Wingdings" panose="05000000000000000000" pitchFamily="2" charset="2"/>
              <a:buChar char=" "/>
            </a:pPr>
            <a:r>
              <a:rPr lang="en-US" altLang="zh-CN" sz="2000">
                <a:solidFill>
                  <a:srgbClr val="0000FF"/>
                </a:solidFill>
                <a:latin typeface="Tahoma" panose="020B0604030504040204" pitchFamily="34" charset="0"/>
                <a:ea typeface="宋体" panose="02010600030101010101" pitchFamily="2" charset="-122"/>
              </a:rPr>
              <a:t>KCL</a:t>
            </a:r>
            <a:r>
              <a:rPr lang="zh-CN" altLang="en-US" sz="2000">
                <a:solidFill>
                  <a:srgbClr val="0000FF"/>
                </a:solidFill>
                <a:latin typeface="Tahoma" panose="020B0604030504040204" pitchFamily="34" charset="0"/>
                <a:ea typeface="宋体" panose="02010600030101010101" pitchFamily="2" charset="-122"/>
              </a:rPr>
              <a:t>定律</a:t>
            </a:r>
            <a:r>
              <a:rPr lang="zh-CN" altLang="en-US" sz="2000">
                <a:latin typeface="Tahoma" panose="020B0604030504040204" pitchFamily="34" charset="0"/>
                <a:ea typeface="宋体" panose="02010600030101010101" pitchFamily="2" charset="-122"/>
              </a:rPr>
              <a:t>：</a:t>
            </a:r>
            <a:r>
              <a:rPr lang="zh-CN" altLang="en-US" sz="1800">
                <a:solidFill>
                  <a:srgbClr val="0000FF"/>
                </a:solidFill>
                <a:latin typeface="Tahoma" panose="020B0604030504040204" pitchFamily="34" charset="0"/>
                <a:ea typeface="宋体" panose="02010600030101010101" pitchFamily="2" charset="-122"/>
              </a:rPr>
              <a:t>   </a:t>
            </a:r>
            <a:endParaRPr lang="zh-CN" altLang="en-US" sz="1800">
              <a:solidFill>
                <a:srgbClr val="660033"/>
              </a:solidFill>
              <a:latin typeface="Tahoma" panose="020B0604030504040204" pitchFamily="34" charset="0"/>
              <a:ea typeface="宋体" panose="02010600030101010101" pitchFamily="2" charset="-122"/>
            </a:endParaRPr>
          </a:p>
        </p:txBody>
      </p:sp>
      <p:graphicFrame>
        <p:nvGraphicFramePr>
          <p:cNvPr id="474120" name="Object 4"/>
          <p:cNvGraphicFramePr>
            <a:graphicFrameLocks noChangeAspect="1"/>
          </p:cNvGraphicFramePr>
          <p:nvPr/>
        </p:nvGraphicFramePr>
        <p:xfrm>
          <a:off x="5580063" y="1484313"/>
          <a:ext cx="1524000" cy="663575"/>
        </p:xfrm>
        <a:graphic>
          <a:graphicData uri="http://schemas.openxmlformats.org/presentationml/2006/ole">
            <mc:AlternateContent xmlns:mc="http://schemas.openxmlformats.org/markup-compatibility/2006">
              <mc:Choice xmlns:v="urn:schemas-microsoft-com:vml" Requires="v">
                <p:oleObj spid="_x0000_s4" name="Equation" r:id="rId5" imgW="527685" imgH="236220" progId="Equation.3">
                  <p:embed/>
                </p:oleObj>
              </mc:Choice>
              <mc:Fallback>
                <p:oleObj name="Equation" r:id="rId5" imgW="527685" imgH="236220" progId="Equation.3">
                  <p:embed/>
                  <p:pic>
                    <p:nvPicPr>
                      <p:cNvPr id="0"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580063" y="1484313"/>
                        <a:ext cx="1524000" cy="6635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474121" name="Object 5"/>
          <p:cNvGraphicFramePr>
            <a:graphicFrameLocks noChangeAspect="1"/>
          </p:cNvGraphicFramePr>
          <p:nvPr/>
        </p:nvGraphicFramePr>
        <p:xfrm>
          <a:off x="5580063" y="2276475"/>
          <a:ext cx="1447800" cy="663575"/>
        </p:xfrm>
        <a:graphic>
          <a:graphicData uri="http://schemas.openxmlformats.org/presentationml/2006/ole">
            <mc:AlternateContent xmlns:mc="http://schemas.openxmlformats.org/markup-compatibility/2006">
              <mc:Choice xmlns:v="urn:schemas-microsoft-com:vml" Requires="v">
                <p:oleObj spid="_x0000_s5" name="Equation" r:id="rId7" imgW="499745" imgH="236220" progId="Equation.3">
                  <p:embed/>
                </p:oleObj>
              </mc:Choice>
              <mc:Fallback>
                <p:oleObj name="Equation" r:id="rId7" imgW="499745" imgH="236220" progId="Equation.3">
                  <p:embed/>
                  <p:pic>
                    <p:nvPicPr>
                      <p:cNvPr id="0" name="Object 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580063" y="2276475"/>
                        <a:ext cx="1447800" cy="6635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474122" name="Rectangle 10"/>
          <p:cNvSpPr>
            <a:spLocks noChangeArrowheads="1"/>
          </p:cNvSpPr>
          <p:nvPr/>
        </p:nvSpPr>
        <p:spPr bwMode="auto">
          <a:xfrm>
            <a:off x="838200" y="3386138"/>
            <a:ext cx="3157538" cy="420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buFont typeface="Wingdings" panose="05000000000000000000" pitchFamily="2" charset="2"/>
              <a:buChar char="l"/>
            </a:pPr>
            <a:r>
              <a:rPr kumimoji="0" lang="zh-CN" altLang="en-US" sz="2000">
                <a:solidFill>
                  <a:srgbClr val="000000"/>
                </a:solidFill>
                <a:latin typeface="华文中宋" panose="02010600040101010101" charset="-122"/>
              </a:rPr>
              <a:t>欧姆定律（零状态）</a:t>
            </a:r>
            <a:endParaRPr kumimoji="0" lang="zh-CN" altLang="en-US" sz="2000">
              <a:solidFill>
                <a:srgbClr val="000000"/>
              </a:solidFill>
              <a:latin typeface="华文中宋" panose="02010600040101010101" charset="-122"/>
            </a:endParaRPr>
          </a:p>
        </p:txBody>
      </p:sp>
      <p:graphicFrame>
        <p:nvGraphicFramePr>
          <p:cNvPr id="474123" name="Object 6"/>
          <p:cNvGraphicFramePr>
            <a:graphicFrameLocks noChangeAspect="1"/>
          </p:cNvGraphicFramePr>
          <p:nvPr/>
        </p:nvGraphicFramePr>
        <p:xfrm>
          <a:off x="4355465" y="3068003"/>
          <a:ext cx="1871663" cy="2209800"/>
        </p:xfrm>
        <a:graphic>
          <a:graphicData uri="http://schemas.openxmlformats.org/presentationml/2006/ole">
            <mc:AlternateContent xmlns:mc="http://schemas.openxmlformats.org/markup-compatibility/2006">
              <mc:Choice xmlns:v="urn:schemas-microsoft-com:vml" Requires="v">
                <p:oleObj spid="_x0000_s6" name="BMP 图象" r:id="rId9" imgW="2543175" imgH="3028950" progId="Paint.Picture">
                  <p:embed/>
                </p:oleObj>
              </mc:Choice>
              <mc:Fallback>
                <p:oleObj name="BMP 图象" r:id="rId9" imgW="2543175" imgH="3028950" progId="Paint.Picture">
                  <p:embed/>
                  <p:pic>
                    <p:nvPicPr>
                      <p:cNvPr id="0" name="Object 6"/>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355465" y="3068003"/>
                        <a:ext cx="1871663" cy="2209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aphicFrame>
        <p:nvGraphicFramePr>
          <p:cNvPr id="474124" name="Object 7"/>
          <p:cNvGraphicFramePr>
            <a:graphicFrameLocks noChangeAspect="1"/>
          </p:cNvGraphicFramePr>
          <p:nvPr/>
        </p:nvGraphicFramePr>
        <p:xfrm>
          <a:off x="6659880" y="3068003"/>
          <a:ext cx="1998663" cy="2286000"/>
        </p:xfrm>
        <a:graphic>
          <a:graphicData uri="http://schemas.openxmlformats.org/presentationml/2006/ole">
            <mc:AlternateContent xmlns:mc="http://schemas.openxmlformats.org/markup-compatibility/2006">
              <mc:Choice xmlns:v="urn:schemas-microsoft-com:vml" Requires="v">
                <p:oleObj spid="_x0000_s7" name="BMP 图象" r:id="rId11" imgW="2543175" imgH="3019425" progId="Paint.Picture">
                  <p:embed/>
                </p:oleObj>
              </mc:Choice>
              <mc:Fallback>
                <p:oleObj name="BMP 图象" r:id="rId11" imgW="2543175" imgH="3019425" progId="Paint.Picture">
                  <p:embed/>
                  <p:pic>
                    <p:nvPicPr>
                      <p:cNvPr id="0" name="Object 7"/>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6659880" y="3068003"/>
                        <a:ext cx="1998663" cy="2286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aphicFrame>
        <p:nvGraphicFramePr>
          <p:cNvPr id="474125" name="Object 8"/>
          <p:cNvGraphicFramePr>
            <a:graphicFrameLocks noChangeAspect="1"/>
          </p:cNvGraphicFramePr>
          <p:nvPr/>
        </p:nvGraphicFramePr>
        <p:xfrm>
          <a:off x="990600" y="3767138"/>
          <a:ext cx="3124200" cy="720725"/>
        </p:xfrm>
        <a:graphic>
          <a:graphicData uri="http://schemas.openxmlformats.org/presentationml/2006/ole">
            <mc:AlternateContent xmlns:mc="http://schemas.openxmlformats.org/markup-compatibility/2006">
              <mc:Choice xmlns:v="urn:schemas-microsoft-com:vml" Requires="v">
                <p:oleObj spid="_x0000_s8" name="Equation" r:id="rId13" imgW="1092200" imgH="253365" progId="Equation.3">
                  <p:embed/>
                </p:oleObj>
              </mc:Choice>
              <mc:Fallback>
                <p:oleObj name="Equation" r:id="rId13" imgW="1092200" imgH="253365" progId="Equation.3">
                  <p:embed/>
                  <p:pic>
                    <p:nvPicPr>
                      <p:cNvPr id="0" name="Object 8"/>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990600" y="3767138"/>
                        <a:ext cx="3124200" cy="7207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474126" name="Object 9"/>
          <p:cNvGraphicFramePr>
            <a:graphicFrameLocks noChangeAspect="1"/>
          </p:cNvGraphicFramePr>
          <p:nvPr/>
        </p:nvGraphicFramePr>
        <p:xfrm>
          <a:off x="1116013" y="4508500"/>
          <a:ext cx="2590800" cy="384175"/>
        </p:xfrm>
        <a:graphic>
          <a:graphicData uri="http://schemas.openxmlformats.org/presentationml/2006/ole">
            <mc:AlternateContent xmlns:mc="http://schemas.openxmlformats.org/markup-compatibility/2006">
              <mc:Choice xmlns:v="urn:schemas-microsoft-com:vml" Requires="v">
                <p:oleObj spid="_x0000_s9" name="Equation" r:id="rId15" imgW="928370" imgH="127000" progId="Equation.3">
                  <p:embed/>
                </p:oleObj>
              </mc:Choice>
              <mc:Fallback>
                <p:oleObj name="Equation" r:id="rId15" imgW="928370" imgH="127000" progId="Equation.3">
                  <p:embed/>
                  <p:pic>
                    <p:nvPicPr>
                      <p:cNvPr id="0" name="Object 9"/>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1116013" y="4508500"/>
                        <a:ext cx="2590800" cy="384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474127" name="Object 10"/>
          <p:cNvGraphicFramePr>
            <a:graphicFrameLocks noChangeAspect="1"/>
          </p:cNvGraphicFramePr>
          <p:nvPr/>
        </p:nvGraphicFramePr>
        <p:xfrm>
          <a:off x="1403033" y="5143818"/>
          <a:ext cx="1828800" cy="723900"/>
        </p:xfrm>
        <a:graphic>
          <a:graphicData uri="http://schemas.openxmlformats.org/presentationml/2006/ole">
            <mc:AlternateContent xmlns:mc="http://schemas.openxmlformats.org/markup-compatibility/2006">
              <mc:Choice xmlns:v="urn:schemas-microsoft-com:vml" Requires="v">
                <p:oleObj spid="_x0000_s10" name="Equation" r:id="rId17" imgW="838835" imgH="253365" progId="Equation.3">
                  <p:embed/>
                </p:oleObj>
              </mc:Choice>
              <mc:Fallback>
                <p:oleObj name="Equation" r:id="rId17" imgW="838835" imgH="253365" progId="Equation.3">
                  <p:embed/>
                  <p:pic>
                    <p:nvPicPr>
                      <p:cNvPr id="0" name="Object 10"/>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1403033" y="5143818"/>
                        <a:ext cx="1828800" cy="723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474128" name="Text Box 16"/>
          <p:cNvSpPr txBox="1">
            <a:spLocks noChangeArrowheads="1"/>
          </p:cNvSpPr>
          <p:nvPr/>
        </p:nvSpPr>
        <p:spPr bwMode="auto">
          <a:xfrm>
            <a:off x="611188" y="5084763"/>
            <a:ext cx="1495425" cy="504825"/>
          </a:xfrm>
          <a:prstGeom prst="rect">
            <a:avLst/>
          </a:prstGeom>
          <a:noFill/>
          <a:ln>
            <a:noFill/>
          </a:ln>
          <a:effectLst>
            <a:outerShdw dist="35921" dir="2700000" algn="ctr" rotWithShape="0">
              <a:schemeClr val="bg2"/>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lnSpc>
                <a:spcPct val="150000"/>
              </a:lnSpc>
              <a:spcBef>
                <a:spcPct val="50000"/>
              </a:spcBef>
              <a:buFontTx/>
              <a:buNone/>
            </a:pPr>
            <a:r>
              <a:rPr lang="zh-CN" altLang="en-US" sz="1800">
                <a:solidFill>
                  <a:schemeClr val="bg1"/>
                </a:solidFill>
                <a:latin typeface="楷体_GB2312" pitchFamily="49" charset="-122"/>
                <a:ea typeface="楷体_GB2312" pitchFamily="49" charset="-122"/>
              </a:rPr>
              <a:t>其中：</a:t>
            </a:r>
            <a:endParaRPr lang="zh-CN" altLang="en-US" sz="1800">
              <a:solidFill>
                <a:schemeClr val="bg1"/>
              </a:solidFill>
              <a:latin typeface="楷体_GB2312" pitchFamily="49" charset="-122"/>
              <a:ea typeface="楷体_GB2312" pitchFamily="49" charset="-122"/>
            </a:endParaRPr>
          </a:p>
        </p:txBody>
      </p:sp>
      <p:sp>
        <p:nvSpPr>
          <p:cNvPr id="474129" name="Rectangle 17"/>
          <p:cNvSpPr>
            <a:spLocks noChangeArrowheads="1"/>
          </p:cNvSpPr>
          <p:nvPr/>
        </p:nvSpPr>
        <p:spPr bwMode="auto">
          <a:xfrm>
            <a:off x="3347720" y="5372735"/>
            <a:ext cx="1981200" cy="420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lnSpc>
                <a:spcPct val="90000"/>
              </a:lnSpc>
              <a:buClr>
                <a:schemeClr val="folHlink"/>
              </a:buClr>
              <a:buSzPct val="60000"/>
              <a:buFont typeface="Wingdings" panose="05000000000000000000" pitchFamily="2" charset="2"/>
              <a:buNone/>
            </a:pPr>
            <a:r>
              <a:rPr lang="zh-CN" altLang="en-US" sz="2000">
                <a:solidFill>
                  <a:srgbClr val="800000"/>
                </a:solidFill>
                <a:latin typeface="Tahoma" panose="020B0604030504040204" pitchFamily="34" charset="0"/>
                <a:ea typeface="宋体" panose="02010600030101010101" pitchFamily="2" charset="-122"/>
              </a:rPr>
              <a:t>（运算阻抗）</a:t>
            </a:r>
            <a:endParaRPr lang="zh-CN" altLang="en-US" sz="2000">
              <a:solidFill>
                <a:srgbClr val="800000"/>
              </a:solidFill>
              <a:latin typeface="Tahoma" panose="020B0604030504040204" pitchFamily="34" charset="0"/>
              <a:ea typeface="宋体" panose="02010600030101010101" pitchFamily="2" charset="-122"/>
            </a:endParaRPr>
          </a:p>
        </p:txBody>
      </p:sp>
      <p:graphicFrame>
        <p:nvGraphicFramePr>
          <p:cNvPr id="474130" name="Object 11"/>
          <p:cNvGraphicFramePr>
            <a:graphicFrameLocks noChangeAspect="1"/>
          </p:cNvGraphicFramePr>
          <p:nvPr/>
        </p:nvGraphicFramePr>
        <p:xfrm>
          <a:off x="1259205" y="5888355"/>
          <a:ext cx="2349500" cy="792163"/>
        </p:xfrm>
        <a:graphic>
          <a:graphicData uri="http://schemas.openxmlformats.org/presentationml/2006/ole">
            <mc:AlternateContent xmlns:mc="http://schemas.openxmlformats.org/markup-compatibility/2006">
              <mc:Choice xmlns:v="urn:schemas-microsoft-com:vml" Requires="v">
                <p:oleObj spid="_x0000_s11" name="公式" r:id="rId19" imgW="866140" imgH="270510" progId="Equation.3">
                  <p:embed/>
                </p:oleObj>
              </mc:Choice>
              <mc:Fallback>
                <p:oleObj name="公式" r:id="rId19" imgW="866140" imgH="270510" progId="Equation.3">
                  <p:embed/>
                  <p:pic>
                    <p:nvPicPr>
                      <p:cNvPr id="0" name="Object 11"/>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1259205" y="5888355"/>
                        <a:ext cx="2349500" cy="7921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474131" name="Rectangle 19"/>
          <p:cNvSpPr>
            <a:spLocks noChangeArrowheads="1"/>
          </p:cNvSpPr>
          <p:nvPr/>
        </p:nvSpPr>
        <p:spPr bwMode="auto">
          <a:xfrm>
            <a:off x="3779203" y="6165215"/>
            <a:ext cx="1981200" cy="420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lnSpc>
                <a:spcPct val="90000"/>
              </a:lnSpc>
              <a:buClr>
                <a:schemeClr val="folHlink"/>
              </a:buClr>
              <a:buSzPct val="60000"/>
              <a:buFont typeface="Wingdings" panose="05000000000000000000" pitchFamily="2" charset="2"/>
              <a:buNone/>
            </a:pPr>
            <a:r>
              <a:rPr lang="zh-CN" altLang="en-US" sz="2000">
                <a:solidFill>
                  <a:srgbClr val="800000"/>
                </a:solidFill>
                <a:latin typeface="Tahoma" panose="020B0604030504040204" pitchFamily="34" charset="0"/>
                <a:ea typeface="宋体" panose="02010600030101010101" pitchFamily="2" charset="-122"/>
              </a:rPr>
              <a:t>（运算导纳）</a:t>
            </a:r>
            <a:endParaRPr lang="zh-CN" altLang="en-US" sz="2000">
              <a:solidFill>
                <a:srgbClr val="800000"/>
              </a:solidFill>
              <a:latin typeface="Tahoma" panose="020B0604030504040204" pitchFamily="34" charset="0"/>
              <a:ea typeface="宋体" panose="02010600030101010101" pitchFamily="2" charset="-122"/>
            </a:endParaRPr>
          </a:p>
        </p:txBody>
      </p:sp>
      <p:sp>
        <p:nvSpPr>
          <p:cNvPr id="419842" name="Rectangle 2"/>
          <p:cNvSpPr>
            <a:spLocks noChangeArrowheads="1"/>
          </p:cNvSpPr>
          <p:nvPr/>
        </p:nvSpPr>
        <p:spPr bwMode="auto">
          <a:xfrm>
            <a:off x="620713" y="74613"/>
            <a:ext cx="6523037" cy="693737"/>
          </a:xfrm>
          <a:prstGeom prst="rect">
            <a:avLst/>
          </a:prstGeom>
          <a:solidFill>
            <a:schemeClr val="bg1"/>
          </a:solidFill>
          <a:ln>
            <a:noFill/>
          </a:ln>
          <a:effectLst>
            <a:outerShdw blurRad="63500" dist="38099" dir="2700000" algn="ctr" rotWithShape="0">
              <a:srgbClr val="000000">
                <a:alpha val="74998"/>
              </a:srgbClr>
            </a:outerShdw>
          </a:effectLst>
        </p:spPr>
        <p:txBody>
          <a:bodyPr anchor="ctr"/>
          <a:lstStyle/>
          <a:p>
            <a:pPr algn="ctr" eaLnBrk="1" hangingPunct="1">
              <a:defRPr/>
            </a:pPr>
            <a:r>
              <a:rPr lang="en-US" altLang="zh-CN" sz="2800">
                <a:effectLst>
                  <a:outerShdw blurRad="38100" dist="38100" dir="2700000" algn="tl">
                    <a:srgbClr val="000000"/>
                  </a:outerShdw>
                </a:effectLst>
                <a:ea typeface="黑体" panose="02010609060101010101" charset="-122"/>
              </a:rPr>
              <a:t>§5.7 </a:t>
            </a:r>
            <a:r>
              <a:rPr lang="zh-CN" altLang="en-US" sz="2800">
                <a:effectLst>
                  <a:outerShdw blurRad="38100" dist="38100" dir="2700000" algn="tl">
                    <a:srgbClr val="000000"/>
                  </a:outerShdw>
                </a:effectLst>
                <a:ea typeface="黑体" panose="02010609060101010101" charset="-122"/>
              </a:rPr>
              <a:t>线性系统的拉普拉斯变换分析方法</a:t>
            </a:r>
            <a:endParaRPr lang="zh-CN" altLang="en-US" sz="2800">
              <a:effectLst>
                <a:outerShdw blurRad="38100" dist="38100" dir="2700000" algn="tl">
                  <a:srgbClr val="000000"/>
                </a:outerShdw>
              </a:effectLst>
              <a:ea typeface="黑体" panose="02010609060101010101" charset="-122"/>
            </a:endParaRPr>
          </a:p>
        </p:txBody>
      </p:sp>
      <p:sp>
        <p:nvSpPr>
          <p:cNvPr id="12" name="墨迹 1"/>
          <p:cNvSpPr/>
          <p:nvPr/>
        </p:nvSpPr>
        <p:spPr bwMode="auto">
          <a:xfrm>
            <a:off x="1016640" y="1980360"/>
            <a:ext cx="8080920" cy="4239720"/>
          </a:xfrm>
        </p:spPr>
      </p:sp>
    </p:spTree>
    <p:custDataLst>
      <p:tags r:id="rId21"/>
    </p:custDataLst>
  </p:cSld>
  <p:clrMapOvr>
    <a:masterClrMapping/>
  </p:clrMapOvr>
  <mc:AlternateContent xmlns:mc="http://schemas.openxmlformats.org/markup-compatibility/2006">
    <mc:Choice xmlns:p14="http://schemas.microsoft.com/office/powerpoint/2010/main" Requires="p14">
      <p:transition spd="slow" p14:dur="2000" advTm="197852"/>
    </mc:Choice>
    <mc:Fallback>
      <p:transition spd="slow" advTm="197852"/>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nodeType="afterEffect">
                                  <p:stCondLst>
                                    <p:cond delay="0"/>
                                  </p:stCondLst>
                                  <p:childTnLst>
                                    <p:set>
                                      <p:cBhvr>
                                        <p:cTn id="6" dur="1" fill="hold">
                                          <p:stCondLst>
                                            <p:cond delay="0"/>
                                          </p:stCondLst>
                                        </p:cTn>
                                        <p:tgtEl>
                                          <p:spTgt spid="474117"/>
                                        </p:tgtEl>
                                        <p:attrNameLst>
                                          <p:attrName>style.visibility</p:attrName>
                                        </p:attrNameLst>
                                      </p:cBhvr>
                                      <p:to>
                                        <p:strVal val="visible"/>
                                      </p:to>
                                    </p:set>
                                    <p:animEffect transition="in" filter="dissolve">
                                      <p:cBhvr>
                                        <p:cTn id="7" dur="500"/>
                                        <p:tgtEl>
                                          <p:spTgt spid="474117"/>
                                        </p:tgtEl>
                                      </p:cBhvr>
                                    </p:animEffect>
                                  </p:childTnLst>
                                </p:cTn>
                              </p:par>
                            </p:childTnLst>
                          </p:cTn>
                        </p:par>
                        <p:par>
                          <p:cTn id="8" fill="hold">
                            <p:stCondLst>
                              <p:cond delay="500"/>
                            </p:stCondLst>
                            <p:childTnLst>
                              <p:par>
                                <p:cTn id="9" presetID="9" presetClass="entr" presetSubtype="0" fill="hold" nodeType="afterEffect">
                                  <p:stCondLst>
                                    <p:cond delay="0"/>
                                  </p:stCondLst>
                                  <p:childTnLst>
                                    <p:set>
                                      <p:cBhvr>
                                        <p:cTn id="10" dur="1" fill="hold">
                                          <p:stCondLst>
                                            <p:cond delay="0"/>
                                          </p:stCondLst>
                                        </p:cTn>
                                        <p:tgtEl>
                                          <p:spTgt spid="474120"/>
                                        </p:tgtEl>
                                        <p:attrNameLst>
                                          <p:attrName>style.visibility</p:attrName>
                                        </p:attrNameLst>
                                      </p:cBhvr>
                                      <p:to>
                                        <p:strVal val="visible"/>
                                      </p:to>
                                    </p:set>
                                    <p:animEffect transition="in" filter="dissolve">
                                      <p:cBhvr>
                                        <p:cTn id="11" dur="500"/>
                                        <p:tgtEl>
                                          <p:spTgt spid="474120"/>
                                        </p:tgtEl>
                                      </p:cBhvr>
                                    </p:animEffect>
                                  </p:childTnLst>
                                </p:cTn>
                              </p:par>
                            </p:childTnLst>
                          </p:cTn>
                        </p:par>
                        <p:par>
                          <p:cTn id="12" fill="hold">
                            <p:stCondLst>
                              <p:cond delay="1000"/>
                            </p:stCondLst>
                            <p:childTnLst>
                              <p:par>
                                <p:cTn id="13" presetID="9" presetClass="entr" presetSubtype="0" fill="hold" nodeType="afterEffect">
                                  <p:stCondLst>
                                    <p:cond delay="0"/>
                                  </p:stCondLst>
                                  <p:childTnLst>
                                    <p:set>
                                      <p:cBhvr>
                                        <p:cTn id="14" dur="1" fill="hold">
                                          <p:stCondLst>
                                            <p:cond delay="0"/>
                                          </p:stCondLst>
                                        </p:cTn>
                                        <p:tgtEl>
                                          <p:spTgt spid="474118"/>
                                        </p:tgtEl>
                                        <p:attrNameLst>
                                          <p:attrName>style.visibility</p:attrName>
                                        </p:attrNameLst>
                                      </p:cBhvr>
                                      <p:to>
                                        <p:strVal val="visible"/>
                                      </p:to>
                                    </p:set>
                                    <p:animEffect transition="in" filter="dissolve">
                                      <p:cBhvr>
                                        <p:cTn id="15" dur="500"/>
                                        <p:tgtEl>
                                          <p:spTgt spid="474118"/>
                                        </p:tgtEl>
                                      </p:cBhvr>
                                    </p:animEffect>
                                  </p:childTnLst>
                                </p:cTn>
                              </p:par>
                            </p:childTnLst>
                          </p:cTn>
                        </p:par>
                        <p:par>
                          <p:cTn id="16" fill="hold">
                            <p:stCondLst>
                              <p:cond delay="1500"/>
                            </p:stCondLst>
                            <p:childTnLst>
                              <p:par>
                                <p:cTn id="17" presetID="9" presetClass="entr" presetSubtype="0" fill="hold" nodeType="afterEffect">
                                  <p:stCondLst>
                                    <p:cond delay="0"/>
                                  </p:stCondLst>
                                  <p:childTnLst>
                                    <p:set>
                                      <p:cBhvr>
                                        <p:cTn id="18" dur="1" fill="hold">
                                          <p:stCondLst>
                                            <p:cond delay="0"/>
                                          </p:stCondLst>
                                        </p:cTn>
                                        <p:tgtEl>
                                          <p:spTgt spid="474121"/>
                                        </p:tgtEl>
                                        <p:attrNameLst>
                                          <p:attrName>style.visibility</p:attrName>
                                        </p:attrNameLst>
                                      </p:cBhvr>
                                      <p:to>
                                        <p:strVal val="visible"/>
                                      </p:to>
                                    </p:set>
                                    <p:animEffect transition="in" filter="dissolve">
                                      <p:cBhvr>
                                        <p:cTn id="19" dur="500"/>
                                        <p:tgtEl>
                                          <p:spTgt spid="474121"/>
                                        </p:tgtEl>
                                      </p:cBhvr>
                                    </p:animEffect>
                                  </p:childTnLst>
                                </p:cTn>
                              </p:par>
                            </p:childTnLst>
                          </p:cTn>
                        </p:par>
                      </p:childTnLst>
                    </p:cTn>
                  </p:par>
                  <p:par>
                    <p:cTn id="20" fill="hold">
                      <p:stCondLst>
                        <p:cond delay="indefinite"/>
                      </p:stCondLst>
                      <p:childTnLst>
                        <p:par>
                          <p:cTn id="21" fill="hold">
                            <p:stCondLst>
                              <p:cond delay="0"/>
                            </p:stCondLst>
                            <p:childTnLst>
                              <p:par>
                                <p:cTn id="22" presetID="2" presetClass="entr" presetSubtype="8" fill="hold" grpId="0" nodeType="clickEffect">
                                  <p:stCondLst>
                                    <p:cond delay="0"/>
                                  </p:stCondLst>
                                  <p:childTnLst>
                                    <p:set>
                                      <p:cBhvr>
                                        <p:cTn id="23" dur="1" fill="hold">
                                          <p:stCondLst>
                                            <p:cond delay="0"/>
                                          </p:stCondLst>
                                        </p:cTn>
                                        <p:tgtEl>
                                          <p:spTgt spid="474122"/>
                                        </p:tgtEl>
                                        <p:attrNameLst>
                                          <p:attrName>style.visibility</p:attrName>
                                        </p:attrNameLst>
                                      </p:cBhvr>
                                      <p:to>
                                        <p:strVal val="visible"/>
                                      </p:to>
                                    </p:set>
                                    <p:anim calcmode="lin" valueType="num">
                                      <p:cBhvr additive="base">
                                        <p:cTn id="24" dur="500" fill="hold"/>
                                        <p:tgtEl>
                                          <p:spTgt spid="474122"/>
                                        </p:tgtEl>
                                        <p:attrNameLst>
                                          <p:attrName>ppt_x</p:attrName>
                                        </p:attrNameLst>
                                      </p:cBhvr>
                                      <p:tavLst>
                                        <p:tav tm="0">
                                          <p:val>
                                            <p:strVal val="0-#ppt_w/2"/>
                                          </p:val>
                                        </p:tav>
                                        <p:tav tm="100000">
                                          <p:val>
                                            <p:strVal val="#ppt_x"/>
                                          </p:val>
                                        </p:tav>
                                      </p:tavLst>
                                    </p:anim>
                                    <p:anim calcmode="lin" valueType="num">
                                      <p:cBhvr additive="base">
                                        <p:cTn id="25" dur="500" fill="hold"/>
                                        <p:tgtEl>
                                          <p:spTgt spid="474122"/>
                                        </p:tgtEl>
                                        <p:attrNameLst>
                                          <p:attrName>ppt_y</p:attrName>
                                        </p:attrNameLst>
                                      </p:cBhvr>
                                      <p:tavLst>
                                        <p:tav tm="0">
                                          <p:val>
                                            <p:strVal val="#ppt_y"/>
                                          </p:val>
                                        </p:tav>
                                        <p:tav tm="100000">
                                          <p:val>
                                            <p:strVal val="#ppt_y"/>
                                          </p:val>
                                        </p:tav>
                                      </p:tavLst>
                                    </p:anim>
                                  </p:childTnLst>
                                </p:cTn>
                              </p:par>
                            </p:childTnLst>
                          </p:cTn>
                        </p:par>
                        <p:par>
                          <p:cTn id="26" fill="hold">
                            <p:stCondLst>
                              <p:cond delay="500"/>
                            </p:stCondLst>
                            <p:childTnLst>
                              <p:par>
                                <p:cTn id="27" presetID="16" presetClass="entr" presetSubtype="42" fill="hold" nodeType="afterEffect">
                                  <p:stCondLst>
                                    <p:cond delay="0"/>
                                  </p:stCondLst>
                                  <p:childTnLst>
                                    <p:set>
                                      <p:cBhvr>
                                        <p:cTn id="28" dur="1" fill="hold">
                                          <p:stCondLst>
                                            <p:cond delay="0"/>
                                          </p:stCondLst>
                                        </p:cTn>
                                        <p:tgtEl>
                                          <p:spTgt spid="474123"/>
                                        </p:tgtEl>
                                        <p:attrNameLst>
                                          <p:attrName>style.visibility</p:attrName>
                                        </p:attrNameLst>
                                      </p:cBhvr>
                                      <p:to>
                                        <p:strVal val="visible"/>
                                      </p:to>
                                    </p:set>
                                    <p:animEffect transition="in" filter="barn(outHorizontal)">
                                      <p:cBhvr>
                                        <p:cTn id="29" dur="500"/>
                                        <p:tgtEl>
                                          <p:spTgt spid="474123"/>
                                        </p:tgtEl>
                                      </p:cBhvr>
                                    </p:animEffect>
                                  </p:childTnLst>
                                </p:cTn>
                              </p:par>
                            </p:childTnLst>
                          </p:cTn>
                        </p:par>
                      </p:childTnLst>
                    </p:cTn>
                  </p:par>
                  <p:par>
                    <p:cTn id="30" fill="hold">
                      <p:stCondLst>
                        <p:cond delay="indefinite"/>
                      </p:stCondLst>
                      <p:childTnLst>
                        <p:par>
                          <p:cTn id="31" fill="hold">
                            <p:stCondLst>
                              <p:cond delay="0"/>
                            </p:stCondLst>
                            <p:childTnLst>
                              <p:par>
                                <p:cTn id="32" presetID="2" presetClass="entr" presetSubtype="2" fill="hold" nodeType="clickEffect">
                                  <p:stCondLst>
                                    <p:cond delay="0"/>
                                  </p:stCondLst>
                                  <p:childTnLst>
                                    <p:set>
                                      <p:cBhvr>
                                        <p:cTn id="33" dur="1" fill="hold">
                                          <p:stCondLst>
                                            <p:cond delay="0"/>
                                          </p:stCondLst>
                                        </p:cTn>
                                        <p:tgtEl>
                                          <p:spTgt spid="474124"/>
                                        </p:tgtEl>
                                        <p:attrNameLst>
                                          <p:attrName>style.visibility</p:attrName>
                                        </p:attrNameLst>
                                      </p:cBhvr>
                                      <p:to>
                                        <p:strVal val="visible"/>
                                      </p:to>
                                    </p:set>
                                    <p:anim calcmode="lin" valueType="num">
                                      <p:cBhvr additive="base">
                                        <p:cTn id="34" dur="500" fill="hold"/>
                                        <p:tgtEl>
                                          <p:spTgt spid="474124"/>
                                        </p:tgtEl>
                                        <p:attrNameLst>
                                          <p:attrName>ppt_x</p:attrName>
                                        </p:attrNameLst>
                                      </p:cBhvr>
                                      <p:tavLst>
                                        <p:tav tm="0">
                                          <p:val>
                                            <p:strVal val="1+#ppt_w/2"/>
                                          </p:val>
                                        </p:tav>
                                        <p:tav tm="100000">
                                          <p:val>
                                            <p:strVal val="#ppt_x"/>
                                          </p:val>
                                        </p:tav>
                                      </p:tavLst>
                                    </p:anim>
                                    <p:anim calcmode="lin" valueType="num">
                                      <p:cBhvr additive="base">
                                        <p:cTn id="35" dur="500" fill="hold"/>
                                        <p:tgtEl>
                                          <p:spTgt spid="474124"/>
                                        </p:tgtEl>
                                        <p:attrNameLst>
                                          <p:attrName>ppt_y</p:attrName>
                                        </p:attrNameLst>
                                      </p:cBhvr>
                                      <p:tavLst>
                                        <p:tav tm="0">
                                          <p:val>
                                            <p:strVal val="#ppt_y"/>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9" presetClass="entr" presetSubtype="0" fill="hold" nodeType="clickEffect">
                                  <p:stCondLst>
                                    <p:cond delay="0"/>
                                  </p:stCondLst>
                                  <p:childTnLst>
                                    <p:set>
                                      <p:cBhvr>
                                        <p:cTn id="39" dur="1" fill="hold">
                                          <p:stCondLst>
                                            <p:cond delay="0"/>
                                          </p:stCondLst>
                                        </p:cTn>
                                        <p:tgtEl>
                                          <p:spTgt spid="474125"/>
                                        </p:tgtEl>
                                        <p:attrNameLst>
                                          <p:attrName>style.visibility</p:attrName>
                                        </p:attrNameLst>
                                      </p:cBhvr>
                                      <p:to>
                                        <p:strVal val="visible"/>
                                      </p:to>
                                    </p:set>
                                    <p:animEffect transition="in" filter="dissolve">
                                      <p:cBhvr>
                                        <p:cTn id="40" dur="500"/>
                                        <p:tgtEl>
                                          <p:spTgt spid="474125"/>
                                        </p:tgtEl>
                                      </p:cBhvr>
                                    </p:animEffect>
                                  </p:childTnLst>
                                </p:cTn>
                              </p:par>
                            </p:childTnLst>
                          </p:cTn>
                        </p:par>
                      </p:childTnLst>
                    </p:cTn>
                  </p:par>
                  <p:par>
                    <p:cTn id="41" fill="hold">
                      <p:stCondLst>
                        <p:cond delay="indefinite"/>
                      </p:stCondLst>
                      <p:childTnLst>
                        <p:par>
                          <p:cTn id="42" fill="hold">
                            <p:stCondLst>
                              <p:cond delay="0"/>
                            </p:stCondLst>
                            <p:childTnLst>
                              <p:par>
                                <p:cTn id="43" presetID="9" presetClass="entr" presetSubtype="0" fill="hold" nodeType="clickEffect">
                                  <p:stCondLst>
                                    <p:cond delay="0"/>
                                  </p:stCondLst>
                                  <p:childTnLst>
                                    <p:set>
                                      <p:cBhvr>
                                        <p:cTn id="44" dur="1" fill="hold">
                                          <p:stCondLst>
                                            <p:cond delay="0"/>
                                          </p:stCondLst>
                                        </p:cTn>
                                        <p:tgtEl>
                                          <p:spTgt spid="474126"/>
                                        </p:tgtEl>
                                        <p:attrNameLst>
                                          <p:attrName>style.visibility</p:attrName>
                                        </p:attrNameLst>
                                      </p:cBhvr>
                                      <p:to>
                                        <p:strVal val="visible"/>
                                      </p:to>
                                    </p:set>
                                    <p:animEffect transition="in" filter="dissolve">
                                      <p:cBhvr>
                                        <p:cTn id="45" dur="500"/>
                                        <p:tgtEl>
                                          <p:spTgt spid="474126"/>
                                        </p:tgtEl>
                                      </p:cBhvr>
                                    </p:animEffect>
                                  </p:childTnLst>
                                </p:cTn>
                              </p:par>
                            </p:childTnLst>
                          </p:cTn>
                        </p:par>
                        <p:par>
                          <p:cTn id="46" fill="hold">
                            <p:stCondLst>
                              <p:cond delay="500"/>
                            </p:stCondLst>
                            <p:childTnLst>
                              <p:par>
                                <p:cTn id="47" presetID="2" presetClass="entr" presetSubtype="8" fill="hold" grpId="0" nodeType="afterEffect">
                                  <p:stCondLst>
                                    <p:cond delay="0"/>
                                  </p:stCondLst>
                                  <p:childTnLst>
                                    <p:set>
                                      <p:cBhvr>
                                        <p:cTn id="48" dur="1" fill="hold">
                                          <p:stCondLst>
                                            <p:cond delay="0"/>
                                          </p:stCondLst>
                                        </p:cTn>
                                        <p:tgtEl>
                                          <p:spTgt spid="474128"/>
                                        </p:tgtEl>
                                        <p:attrNameLst>
                                          <p:attrName>style.visibility</p:attrName>
                                        </p:attrNameLst>
                                      </p:cBhvr>
                                      <p:to>
                                        <p:strVal val="visible"/>
                                      </p:to>
                                    </p:set>
                                    <p:anim calcmode="lin" valueType="num">
                                      <p:cBhvr additive="base">
                                        <p:cTn id="49" dur="500" fill="hold"/>
                                        <p:tgtEl>
                                          <p:spTgt spid="474128"/>
                                        </p:tgtEl>
                                        <p:attrNameLst>
                                          <p:attrName>ppt_x</p:attrName>
                                        </p:attrNameLst>
                                      </p:cBhvr>
                                      <p:tavLst>
                                        <p:tav tm="0">
                                          <p:val>
                                            <p:strVal val="0-#ppt_w/2"/>
                                          </p:val>
                                        </p:tav>
                                        <p:tav tm="100000">
                                          <p:val>
                                            <p:strVal val="#ppt_x"/>
                                          </p:val>
                                        </p:tav>
                                      </p:tavLst>
                                    </p:anim>
                                    <p:anim calcmode="lin" valueType="num">
                                      <p:cBhvr additive="base">
                                        <p:cTn id="50" dur="500" fill="hold"/>
                                        <p:tgtEl>
                                          <p:spTgt spid="474128"/>
                                        </p:tgtEl>
                                        <p:attrNameLst>
                                          <p:attrName>ppt_y</p:attrName>
                                        </p:attrNameLst>
                                      </p:cBhvr>
                                      <p:tavLst>
                                        <p:tav tm="0">
                                          <p:val>
                                            <p:strVal val="#ppt_y"/>
                                          </p:val>
                                        </p:tav>
                                        <p:tav tm="100000">
                                          <p:val>
                                            <p:strVal val="#ppt_y"/>
                                          </p:val>
                                        </p:tav>
                                      </p:tavLst>
                                    </p:anim>
                                  </p:childTnLst>
                                </p:cTn>
                              </p:par>
                            </p:childTnLst>
                          </p:cTn>
                        </p:par>
                        <p:par>
                          <p:cTn id="51" fill="hold">
                            <p:stCondLst>
                              <p:cond delay="1000"/>
                            </p:stCondLst>
                            <p:childTnLst>
                              <p:par>
                                <p:cTn id="52" presetID="9" presetClass="entr" presetSubtype="0" fill="hold" nodeType="afterEffect">
                                  <p:stCondLst>
                                    <p:cond delay="0"/>
                                  </p:stCondLst>
                                  <p:childTnLst>
                                    <p:set>
                                      <p:cBhvr>
                                        <p:cTn id="53" dur="1" fill="hold">
                                          <p:stCondLst>
                                            <p:cond delay="0"/>
                                          </p:stCondLst>
                                        </p:cTn>
                                        <p:tgtEl>
                                          <p:spTgt spid="474127"/>
                                        </p:tgtEl>
                                        <p:attrNameLst>
                                          <p:attrName>style.visibility</p:attrName>
                                        </p:attrNameLst>
                                      </p:cBhvr>
                                      <p:to>
                                        <p:strVal val="visible"/>
                                      </p:to>
                                    </p:set>
                                    <p:animEffect transition="in" filter="dissolve">
                                      <p:cBhvr>
                                        <p:cTn id="54" dur="500"/>
                                        <p:tgtEl>
                                          <p:spTgt spid="474127"/>
                                        </p:tgtEl>
                                      </p:cBhvr>
                                    </p:animEffect>
                                  </p:childTnLst>
                                </p:cTn>
                              </p:par>
                            </p:childTnLst>
                          </p:cTn>
                        </p:par>
                        <p:par>
                          <p:cTn id="55" fill="hold">
                            <p:stCondLst>
                              <p:cond delay="1500"/>
                            </p:stCondLst>
                            <p:childTnLst>
                              <p:par>
                                <p:cTn id="56" presetID="2" presetClass="entr" presetSubtype="8" fill="hold" grpId="0" nodeType="afterEffect">
                                  <p:stCondLst>
                                    <p:cond delay="0"/>
                                  </p:stCondLst>
                                  <p:childTnLst>
                                    <p:set>
                                      <p:cBhvr>
                                        <p:cTn id="57" dur="1" fill="hold">
                                          <p:stCondLst>
                                            <p:cond delay="0"/>
                                          </p:stCondLst>
                                        </p:cTn>
                                        <p:tgtEl>
                                          <p:spTgt spid="474129"/>
                                        </p:tgtEl>
                                        <p:attrNameLst>
                                          <p:attrName>style.visibility</p:attrName>
                                        </p:attrNameLst>
                                      </p:cBhvr>
                                      <p:to>
                                        <p:strVal val="visible"/>
                                      </p:to>
                                    </p:set>
                                    <p:anim calcmode="lin" valueType="num">
                                      <p:cBhvr additive="base">
                                        <p:cTn id="58" dur="500" fill="hold"/>
                                        <p:tgtEl>
                                          <p:spTgt spid="474129"/>
                                        </p:tgtEl>
                                        <p:attrNameLst>
                                          <p:attrName>ppt_x</p:attrName>
                                        </p:attrNameLst>
                                      </p:cBhvr>
                                      <p:tavLst>
                                        <p:tav tm="0">
                                          <p:val>
                                            <p:strVal val="0-#ppt_w/2"/>
                                          </p:val>
                                        </p:tav>
                                        <p:tav tm="100000">
                                          <p:val>
                                            <p:strVal val="#ppt_x"/>
                                          </p:val>
                                        </p:tav>
                                      </p:tavLst>
                                    </p:anim>
                                    <p:anim calcmode="lin" valueType="num">
                                      <p:cBhvr additive="base">
                                        <p:cTn id="59" dur="500" fill="hold"/>
                                        <p:tgtEl>
                                          <p:spTgt spid="474129"/>
                                        </p:tgtEl>
                                        <p:attrNameLst>
                                          <p:attrName>ppt_y</p:attrName>
                                        </p:attrNameLst>
                                      </p:cBhvr>
                                      <p:tavLst>
                                        <p:tav tm="0">
                                          <p:val>
                                            <p:strVal val="#ppt_y"/>
                                          </p:val>
                                        </p:tav>
                                        <p:tav tm="100000">
                                          <p:val>
                                            <p:strVal val="#ppt_y"/>
                                          </p:val>
                                        </p:tav>
                                      </p:tavLst>
                                    </p:anim>
                                  </p:childTnLst>
                                </p:cTn>
                              </p:par>
                            </p:childTnLst>
                          </p:cTn>
                        </p:par>
                      </p:childTnLst>
                    </p:cTn>
                  </p:par>
                  <p:par>
                    <p:cTn id="60" fill="hold">
                      <p:stCondLst>
                        <p:cond delay="indefinite"/>
                      </p:stCondLst>
                      <p:childTnLst>
                        <p:par>
                          <p:cTn id="61" fill="hold">
                            <p:stCondLst>
                              <p:cond delay="0"/>
                            </p:stCondLst>
                            <p:childTnLst>
                              <p:par>
                                <p:cTn id="62" presetID="9" presetClass="entr" presetSubtype="0" fill="hold" nodeType="clickEffect">
                                  <p:stCondLst>
                                    <p:cond delay="0"/>
                                  </p:stCondLst>
                                  <p:childTnLst>
                                    <p:set>
                                      <p:cBhvr>
                                        <p:cTn id="63" dur="1" fill="hold">
                                          <p:stCondLst>
                                            <p:cond delay="0"/>
                                          </p:stCondLst>
                                        </p:cTn>
                                        <p:tgtEl>
                                          <p:spTgt spid="474130"/>
                                        </p:tgtEl>
                                        <p:attrNameLst>
                                          <p:attrName>style.visibility</p:attrName>
                                        </p:attrNameLst>
                                      </p:cBhvr>
                                      <p:to>
                                        <p:strVal val="visible"/>
                                      </p:to>
                                    </p:set>
                                    <p:animEffect transition="in" filter="dissolve">
                                      <p:cBhvr>
                                        <p:cTn id="64" dur="500"/>
                                        <p:tgtEl>
                                          <p:spTgt spid="474130"/>
                                        </p:tgtEl>
                                      </p:cBhvr>
                                    </p:animEffect>
                                  </p:childTnLst>
                                </p:cTn>
                              </p:par>
                            </p:childTnLst>
                          </p:cTn>
                        </p:par>
                        <p:par>
                          <p:cTn id="65" fill="hold">
                            <p:stCondLst>
                              <p:cond delay="500"/>
                            </p:stCondLst>
                            <p:childTnLst>
                              <p:par>
                                <p:cTn id="66" presetID="2" presetClass="entr" presetSubtype="4" fill="hold" grpId="0" nodeType="afterEffect">
                                  <p:stCondLst>
                                    <p:cond delay="0"/>
                                  </p:stCondLst>
                                  <p:childTnLst>
                                    <p:set>
                                      <p:cBhvr>
                                        <p:cTn id="67" dur="1" fill="hold">
                                          <p:stCondLst>
                                            <p:cond delay="0"/>
                                          </p:stCondLst>
                                        </p:cTn>
                                        <p:tgtEl>
                                          <p:spTgt spid="474131"/>
                                        </p:tgtEl>
                                        <p:attrNameLst>
                                          <p:attrName>style.visibility</p:attrName>
                                        </p:attrNameLst>
                                      </p:cBhvr>
                                      <p:to>
                                        <p:strVal val="visible"/>
                                      </p:to>
                                    </p:set>
                                    <p:anim calcmode="lin" valueType="num">
                                      <p:cBhvr additive="base">
                                        <p:cTn id="68" dur="500" fill="hold"/>
                                        <p:tgtEl>
                                          <p:spTgt spid="474131"/>
                                        </p:tgtEl>
                                        <p:attrNameLst>
                                          <p:attrName>ppt_x</p:attrName>
                                        </p:attrNameLst>
                                      </p:cBhvr>
                                      <p:tavLst>
                                        <p:tav tm="0">
                                          <p:val>
                                            <p:strVal val="#ppt_x"/>
                                          </p:val>
                                        </p:tav>
                                        <p:tav tm="100000">
                                          <p:val>
                                            <p:strVal val="#ppt_x"/>
                                          </p:val>
                                        </p:tav>
                                      </p:tavLst>
                                    </p:anim>
                                    <p:anim calcmode="lin" valueType="num">
                                      <p:cBhvr additive="base">
                                        <p:cTn id="69" dur="500" fill="hold"/>
                                        <p:tgtEl>
                                          <p:spTgt spid="47413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4122" grpId="0" autoUpdateAnimBg="0"/>
      <p:bldP spid="474128" grpId="0" autoUpdateAnimBg="0"/>
      <p:bldP spid="474129" grpId="0" autoUpdateAnimBg="0"/>
      <p:bldP spid="474131" grpId="0" autoUpdateAnimBg="0"/>
    </p:bld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4"/>
          <p:cNvSpPr>
            <a:spLocks noGrp="1" noChangeArrowheads="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a:spcBef>
                <a:spcPct val="0"/>
              </a:spcBef>
              <a:buFontTx/>
              <a:buNone/>
            </a:pPr>
            <a:fld id="{1683F2D8-C39E-4F93-B6B4-D2B04B6921C9}" type="datetime1">
              <a:rPr kumimoji="0" lang="zh-CN" altLang="en-US" sz="1200" smtClean="0">
                <a:solidFill>
                  <a:srgbClr val="000000"/>
                </a:solidFill>
                <a:ea typeface="宋体" panose="02010600030101010101" pitchFamily="2" charset="-122"/>
              </a:rPr>
            </a:fld>
            <a:r>
              <a:rPr kumimoji="0" lang="en-US" altLang="zh-CN" sz="1200">
                <a:solidFill>
                  <a:srgbClr val="000000"/>
                </a:solidFill>
                <a:ea typeface="宋体" panose="02010600030101010101" pitchFamily="2" charset="-122"/>
              </a:rPr>
              <a:t>**</a:t>
            </a:r>
            <a:endParaRPr kumimoji="0" lang="en-US" altLang="zh-CN" sz="1200">
              <a:solidFill>
                <a:srgbClr val="000000"/>
              </a:solidFill>
              <a:ea typeface="宋体" panose="02010600030101010101" pitchFamily="2" charset="-122"/>
            </a:endParaRPr>
          </a:p>
        </p:txBody>
      </p:sp>
      <p:sp>
        <p:nvSpPr>
          <p:cNvPr id="476163" name="Rectangle 3"/>
          <p:cNvSpPr>
            <a:spLocks noGrp="1" noChangeArrowheads="1"/>
          </p:cNvSpPr>
          <p:nvPr>
            <p:ph type="body" idx="1"/>
          </p:nvPr>
        </p:nvSpPr>
        <p:spPr>
          <a:xfrm>
            <a:off x="857250" y="1357313"/>
            <a:ext cx="7461250" cy="3929062"/>
          </a:xfrm>
        </p:spPr>
        <p:txBody>
          <a:bodyPr/>
          <a:lstStyle/>
          <a:p>
            <a:pPr eaLnBrk="1" hangingPunct="1">
              <a:buFontTx/>
              <a:buNone/>
              <a:defRPr/>
            </a:pPr>
            <a:r>
              <a:rPr lang="zh-CN" altLang="en-US">
                <a:solidFill>
                  <a:srgbClr val="000000"/>
                </a:solidFill>
              </a:rPr>
              <a:t>基本步骤：</a:t>
            </a:r>
            <a:endParaRPr lang="zh-CN" altLang="en-US">
              <a:solidFill>
                <a:srgbClr val="000000"/>
              </a:solidFill>
            </a:endParaRPr>
          </a:p>
          <a:p>
            <a:pPr eaLnBrk="1" hangingPunct="1">
              <a:buFontTx/>
              <a:buNone/>
              <a:defRPr/>
            </a:pPr>
            <a:r>
              <a:rPr lang="en-US" altLang="zh-CN">
                <a:solidFill>
                  <a:schemeClr val="bg1"/>
                </a:solidFill>
              </a:rPr>
              <a:t>1</a:t>
            </a:r>
            <a:r>
              <a:rPr lang="zh-CN" altLang="en-US">
                <a:solidFill>
                  <a:schemeClr val="bg1"/>
                </a:solidFill>
              </a:rPr>
              <a:t>）  画</a:t>
            </a:r>
            <a:r>
              <a:rPr lang="en-US" altLang="zh-CN">
                <a:solidFill>
                  <a:schemeClr val="bg1"/>
                </a:solidFill>
              </a:rPr>
              <a:t>t=0</a:t>
            </a:r>
            <a:r>
              <a:rPr lang="en-US" altLang="zh-CN" baseline="30000">
                <a:solidFill>
                  <a:schemeClr val="bg1"/>
                </a:solidFill>
              </a:rPr>
              <a:t>-</a:t>
            </a:r>
            <a:r>
              <a:rPr lang="zh-CN" altLang="en-US">
                <a:solidFill>
                  <a:schemeClr val="bg1"/>
                </a:solidFill>
              </a:rPr>
              <a:t>等效电路，求初始状态；</a:t>
            </a:r>
            <a:endParaRPr lang="zh-CN" altLang="en-US">
              <a:solidFill>
                <a:schemeClr val="bg1"/>
              </a:solidFill>
            </a:endParaRPr>
          </a:p>
          <a:p>
            <a:pPr eaLnBrk="1" hangingPunct="1">
              <a:buFontTx/>
              <a:buNone/>
              <a:defRPr/>
            </a:pPr>
            <a:r>
              <a:rPr lang="en-US" altLang="zh-CN">
                <a:solidFill>
                  <a:schemeClr val="bg1"/>
                </a:solidFill>
              </a:rPr>
              <a:t>2</a:t>
            </a:r>
            <a:r>
              <a:rPr lang="zh-CN" altLang="en-US">
                <a:solidFill>
                  <a:schemeClr val="bg1"/>
                </a:solidFill>
              </a:rPr>
              <a:t>）  画</a:t>
            </a:r>
            <a:r>
              <a:rPr lang="en-US" altLang="zh-CN">
                <a:solidFill>
                  <a:schemeClr val="bg1"/>
                </a:solidFill>
              </a:rPr>
              <a:t>s</a:t>
            </a:r>
            <a:r>
              <a:rPr lang="zh-CN" altLang="en-US">
                <a:solidFill>
                  <a:schemeClr val="bg1"/>
                </a:solidFill>
              </a:rPr>
              <a:t>域等效模型；</a:t>
            </a:r>
            <a:endParaRPr lang="zh-CN" altLang="en-US">
              <a:solidFill>
                <a:schemeClr val="bg1"/>
              </a:solidFill>
            </a:endParaRPr>
          </a:p>
          <a:p>
            <a:pPr eaLnBrk="1" hangingPunct="1">
              <a:buFontTx/>
              <a:buNone/>
              <a:defRPr/>
            </a:pPr>
            <a:r>
              <a:rPr lang="en-US" altLang="zh-CN">
                <a:solidFill>
                  <a:schemeClr val="bg1"/>
                </a:solidFill>
              </a:rPr>
              <a:t>3</a:t>
            </a:r>
            <a:r>
              <a:rPr lang="zh-CN" altLang="en-US">
                <a:solidFill>
                  <a:schemeClr val="bg1"/>
                </a:solidFill>
              </a:rPr>
              <a:t>）  列</a:t>
            </a:r>
            <a:r>
              <a:rPr lang="en-US" altLang="zh-CN">
                <a:solidFill>
                  <a:schemeClr val="bg1"/>
                </a:solidFill>
              </a:rPr>
              <a:t>s</a:t>
            </a:r>
            <a:r>
              <a:rPr lang="zh-CN" altLang="en-US">
                <a:solidFill>
                  <a:schemeClr val="bg1"/>
                </a:solidFill>
              </a:rPr>
              <a:t>域电路方程（代数方程）；</a:t>
            </a:r>
            <a:endParaRPr lang="zh-CN" altLang="en-US">
              <a:solidFill>
                <a:schemeClr val="bg1"/>
              </a:solidFill>
            </a:endParaRPr>
          </a:p>
          <a:p>
            <a:pPr eaLnBrk="1" hangingPunct="1">
              <a:buFontTx/>
              <a:buNone/>
              <a:defRPr/>
            </a:pPr>
            <a:r>
              <a:rPr lang="en-US" altLang="zh-CN">
                <a:solidFill>
                  <a:schemeClr val="bg1"/>
                </a:solidFill>
              </a:rPr>
              <a:t>4</a:t>
            </a:r>
            <a:r>
              <a:rPr lang="zh-CN" altLang="en-US">
                <a:solidFill>
                  <a:schemeClr val="bg1"/>
                </a:solidFill>
              </a:rPr>
              <a:t>）  解</a:t>
            </a:r>
            <a:r>
              <a:rPr lang="en-US" altLang="zh-CN">
                <a:solidFill>
                  <a:schemeClr val="bg1"/>
                </a:solidFill>
              </a:rPr>
              <a:t>s</a:t>
            </a:r>
            <a:r>
              <a:rPr lang="zh-CN" altLang="en-US">
                <a:solidFill>
                  <a:schemeClr val="bg1"/>
                </a:solidFill>
              </a:rPr>
              <a:t>域方程，求出</a:t>
            </a:r>
            <a:r>
              <a:rPr lang="en-US" altLang="zh-CN">
                <a:solidFill>
                  <a:schemeClr val="bg1"/>
                </a:solidFill>
              </a:rPr>
              <a:t>s</a:t>
            </a:r>
            <a:r>
              <a:rPr lang="zh-CN" altLang="en-US">
                <a:solidFill>
                  <a:schemeClr val="bg1"/>
                </a:solidFill>
              </a:rPr>
              <a:t>域响应；</a:t>
            </a:r>
            <a:endParaRPr lang="zh-CN" altLang="en-US">
              <a:solidFill>
                <a:schemeClr val="bg1"/>
              </a:solidFill>
            </a:endParaRPr>
          </a:p>
          <a:p>
            <a:pPr eaLnBrk="1" hangingPunct="1">
              <a:buFontTx/>
              <a:buNone/>
              <a:defRPr/>
            </a:pPr>
            <a:r>
              <a:rPr lang="en-US" altLang="zh-CN">
                <a:solidFill>
                  <a:schemeClr val="bg1"/>
                </a:solidFill>
              </a:rPr>
              <a:t>5</a:t>
            </a:r>
            <a:r>
              <a:rPr lang="zh-CN" altLang="en-US">
                <a:solidFill>
                  <a:schemeClr val="bg1"/>
                </a:solidFill>
              </a:rPr>
              <a:t>）  反变换求</a:t>
            </a:r>
            <a:r>
              <a:rPr lang="en-US" altLang="zh-CN">
                <a:solidFill>
                  <a:schemeClr val="bg1"/>
                </a:solidFill>
              </a:rPr>
              <a:t>t</a:t>
            </a:r>
            <a:r>
              <a:rPr lang="zh-CN" altLang="en-US">
                <a:solidFill>
                  <a:schemeClr val="bg1"/>
                </a:solidFill>
              </a:rPr>
              <a:t>域响应。</a:t>
            </a:r>
            <a:endParaRPr kumimoji="0" lang="zh-CN" altLang="en-US">
              <a:solidFill>
                <a:schemeClr val="bg1"/>
              </a:solidFill>
            </a:endParaRPr>
          </a:p>
        </p:txBody>
      </p:sp>
      <p:sp>
        <p:nvSpPr>
          <p:cNvPr id="476164" name="Rectangle 4"/>
          <p:cNvSpPr>
            <a:spLocks noChangeArrowheads="1"/>
          </p:cNvSpPr>
          <p:nvPr/>
        </p:nvSpPr>
        <p:spPr bwMode="auto">
          <a:xfrm>
            <a:off x="304800" y="609600"/>
            <a:ext cx="1752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spcBef>
                <a:spcPct val="0"/>
              </a:spcBef>
              <a:buFontTx/>
              <a:buNone/>
            </a:pPr>
            <a:endParaRPr lang="zh-CN" altLang="en-US" sz="2000">
              <a:solidFill>
                <a:srgbClr val="0000FF"/>
              </a:solidFill>
              <a:latin typeface="Tahoma" panose="020B0604030504040204" pitchFamily="34" charset="0"/>
              <a:ea typeface="宋体" panose="02010600030101010101" pitchFamily="2" charset="-122"/>
            </a:endParaRPr>
          </a:p>
        </p:txBody>
      </p:sp>
      <p:sp>
        <p:nvSpPr>
          <p:cNvPr id="419842" name="Rectangle 2"/>
          <p:cNvSpPr>
            <a:spLocks noChangeArrowheads="1"/>
          </p:cNvSpPr>
          <p:nvPr/>
        </p:nvSpPr>
        <p:spPr bwMode="auto">
          <a:xfrm>
            <a:off x="620713" y="74613"/>
            <a:ext cx="6523037" cy="693737"/>
          </a:xfrm>
          <a:prstGeom prst="rect">
            <a:avLst/>
          </a:prstGeom>
          <a:solidFill>
            <a:schemeClr val="bg1"/>
          </a:solidFill>
          <a:ln>
            <a:noFill/>
          </a:ln>
          <a:effectLst>
            <a:outerShdw blurRad="63500" dist="38099" dir="2700000" algn="ctr" rotWithShape="0">
              <a:srgbClr val="000000">
                <a:alpha val="74998"/>
              </a:srgbClr>
            </a:outerShdw>
          </a:effectLst>
        </p:spPr>
        <p:txBody>
          <a:bodyPr anchor="ctr"/>
          <a:lstStyle/>
          <a:p>
            <a:pPr algn="ctr" eaLnBrk="1" hangingPunct="1">
              <a:defRPr/>
            </a:pPr>
            <a:r>
              <a:rPr lang="en-US" altLang="zh-CN" sz="2800">
                <a:effectLst>
                  <a:outerShdw blurRad="38100" dist="38100" dir="2700000" algn="tl">
                    <a:srgbClr val="000000"/>
                  </a:outerShdw>
                </a:effectLst>
                <a:ea typeface="黑体" panose="02010609060101010101" charset="-122"/>
              </a:rPr>
              <a:t>§5.7 </a:t>
            </a:r>
            <a:r>
              <a:rPr lang="zh-CN" altLang="en-US" sz="2800">
                <a:effectLst>
                  <a:outerShdw blurRad="38100" dist="38100" dir="2700000" algn="tl">
                    <a:srgbClr val="000000"/>
                  </a:outerShdw>
                </a:effectLst>
                <a:ea typeface="黑体" panose="02010609060101010101" charset="-122"/>
              </a:rPr>
              <a:t>线性系统的拉普拉斯变换分析方法</a:t>
            </a:r>
            <a:endParaRPr lang="zh-CN" altLang="en-US" sz="2800">
              <a:effectLst>
                <a:outerShdw blurRad="38100" dist="38100" dir="2700000" algn="tl">
                  <a:srgbClr val="000000"/>
                </a:outerShdw>
              </a:effectLst>
              <a:ea typeface="黑体" panose="02010609060101010101" charset="-122"/>
            </a:endParaRPr>
          </a:p>
        </p:txBody>
      </p:sp>
      <p:sp>
        <p:nvSpPr>
          <p:cNvPr id="2" name="墨迹 1"/>
          <p:cNvSpPr/>
          <p:nvPr/>
        </p:nvSpPr>
        <p:spPr bwMode="auto">
          <a:xfrm>
            <a:off x="1901520" y="1625040"/>
            <a:ext cx="6530400" cy="3501720"/>
          </a:xfrm>
        </p:spPr>
      </p:sp>
    </p:spTree>
  </p:cSld>
  <p:clrMapOvr>
    <a:masterClrMapping/>
  </p:clrMapOvr>
  <mc:AlternateContent xmlns:mc="http://schemas.openxmlformats.org/markup-compatibility/2006">
    <mc:Choice xmlns:p14="http://schemas.microsoft.com/office/powerpoint/2010/main" Requires="p14">
      <p:transition spd="slow" p14:dur="2000" advTm="115881"/>
    </mc:Choice>
    <mc:Fallback>
      <p:transition spd="slow" advTm="115881"/>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nodeType="withEffect">
                                  <p:stCondLst>
                                    <p:cond delay="0"/>
                                  </p:stCondLst>
                                  <p:childTnLst>
                                    <p:set>
                                      <p:cBhvr>
                                        <p:cTn id="6" dur="1" fill="hold">
                                          <p:stCondLst>
                                            <p:cond delay="0"/>
                                          </p:stCondLst>
                                        </p:cTn>
                                        <p:tgtEl>
                                          <p:spTgt spid="2"/>
                                        </p:tgtEl>
                                        <p:attrNameLst>
                                          <p:attrName>style.visibility</p:attrName>
                                        </p:attrNameLst>
                                      </p:cBhvr>
                                      <p:to>
                                        <p:strVal val="visible"/>
                                      </p:to>
                                    </p:set>
                                    <p:cmd type="call" cmd="playFrom(0.0)">
                                      <p:cBhvr>
                                        <p:cTn id="7" dur="1" fill="hold"/>
                                        <p:tgtEl>
                                          <p:spTgt spid="2"/>
                                        </p:tgtEl>
                                      </p:cBhvr>
                                    </p:cmd>
                                  </p:childTnLst>
                                </p:cTn>
                              </p:par>
                            </p:childTnLst>
                          </p:cTn>
                        </p:par>
                        <p:par>
                          <p:cTn id="8" fill="hold">
                            <p:stCondLst>
                              <p:cond delay="0"/>
                            </p:stCondLst>
                            <p:childTnLst>
                              <p:par>
                                <p:cTn id="9" presetID="2" presetClass="entr" presetSubtype="8" fill="hold" grpId="0" nodeType="afterEffect" nodePh="1">
                                  <p:stCondLst>
                                    <p:cond delay="0"/>
                                  </p:stCondLst>
                                  <p:endCondLst>
                                    <p:cond evt="begin" delay="0">
                                      <p:tn val="9"/>
                                    </p:cond>
                                  </p:endCondLst>
                                  <p:childTnLst>
                                    <p:set>
                                      <p:cBhvr>
                                        <p:cTn id="10" dur="1" fill="hold">
                                          <p:stCondLst>
                                            <p:cond delay="0"/>
                                          </p:stCondLst>
                                        </p:cTn>
                                        <p:tgtEl>
                                          <p:spTgt spid="476164"/>
                                        </p:tgtEl>
                                        <p:attrNameLst>
                                          <p:attrName>style.visibility</p:attrName>
                                        </p:attrNameLst>
                                      </p:cBhvr>
                                      <p:to>
                                        <p:strVal val="visible"/>
                                      </p:to>
                                    </p:set>
                                    <p:anim calcmode="lin" valueType="num">
                                      <p:cBhvr additive="base">
                                        <p:cTn id="11" dur="500" fill="hold"/>
                                        <p:tgtEl>
                                          <p:spTgt spid="476164"/>
                                        </p:tgtEl>
                                        <p:attrNameLst>
                                          <p:attrName>ppt_x</p:attrName>
                                        </p:attrNameLst>
                                      </p:cBhvr>
                                      <p:tavLst>
                                        <p:tav tm="0">
                                          <p:val>
                                            <p:strVal val="0-#ppt_w/2"/>
                                          </p:val>
                                        </p:tav>
                                        <p:tav tm="100000">
                                          <p:val>
                                            <p:strVal val="#ppt_x"/>
                                          </p:val>
                                        </p:tav>
                                      </p:tavLst>
                                    </p:anim>
                                    <p:anim calcmode="lin" valueType="num">
                                      <p:cBhvr additive="base">
                                        <p:cTn id="12" dur="500" fill="hold"/>
                                        <p:tgtEl>
                                          <p:spTgt spid="476164"/>
                                        </p:tgtEl>
                                        <p:attrNameLst>
                                          <p:attrName>ppt_y</p:attrName>
                                        </p:attrNameLst>
                                      </p:cBhvr>
                                      <p:tavLst>
                                        <p:tav tm="0">
                                          <p:val>
                                            <p:strVal val="#ppt_y"/>
                                          </p:val>
                                        </p:tav>
                                        <p:tav tm="100000">
                                          <p:val>
                                            <p:strVal val="#ppt_y"/>
                                          </p:val>
                                        </p:tav>
                                      </p:tavLst>
                                    </p:anim>
                                  </p:childTnLst>
                                </p:cTn>
                              </p:par>
                            </p:childTnLst>
                          </p:cTn>
                        </p:par>
                        <p:par>
                          <p:cTn id="13" fill="hold">
                            <p:stCondLst>
                              <p:cond delay="500"/>
                            </p:stCondLst>
                            <p:childTnLst>
                              <p:par>
                                <p:cTn id="14" presetID="12" presetClass="entr" presetSubtype="8" fill="hold" nodeType="afterEffect">
                                  <p:stCondLst>
                                    <p:cond delay="0"/>
                                  </p:stCondLst>
                                  <p:childTnLst>
                                    <p:set>
                                      <p:cBhvr>
                                        <p:cTn id="15" dur="1" fill="hold">
                                          <p:stCondLst>
                                            <p:cond delay="0"/>
                                          </p:stCondLst>
                                        </p:cTn>
                                        <p:tgtEl>
                                          <p:spTgt spid="476163">
                                            <p:txEl>
                                              <p:pRg st="1" end="1"/>
                                            </p:txEl>
                                          </p:spTgt>
                                        </p:tgtEl>
                                        <p:attrNameLst>
                                          <p:attrName>style.visibility</p:attrName>
                                        </p:attrNameLst>
                                      </p:cBhvr>
                                      <p:to>
                                        <p:strVal val="visible"/>
                                      </p:to>
                                    </p:set>
                                    <p:animEffect transition="in" filter="slide(fromLeft)">
                                      <p:cBhvr>
                                        <p:cTn id="16" dur="500"/>
                                        <p:tgtEl>
                                          <p:spTgt spid="476163">
                                            <p:txEl>
                                              <p:pRg st="1" end="1"/>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2" presetClass="entr" presetSubtype="8" fill="hold" nodeType="clickEffect">
                                  <p:stCondLst>
                                    <p:cond delay="0"/>
                                  </p:stCondLst>
                                  <p:childTnLst>
                                    <p:set>
                                      <p:cBhvr>
                                        <p:cTn id="20" dur="1" fill="hold">
                                          <p:stCondLst>
                                            <p:cond delay="0"/>
                                          </p:stCondLst>
                                        </p:cTn>
                                        <p:tgtEl>
                                          <p:spTgt spid="476163">
                                            <p:txEl>
                                              <p:pRg st="2" end="2"/>
                                            </p:txEl>
                                          </p:spTgt>
                                        </p:tgtEl>
                                        <p:attrNameLst>
                                          <p:attrName>style.visibility</p:attrName>
                                        </p:attrNameLst>
                                      </p:cBhvr>
                                      <p:to>
                                        <p:strVal val="visible"/>
                                      </p:to>
                                    </p:set>
                                    <p:animEffect transition="in" filter="slide(fromLeft)">
                                      <p:cBhvr>
                                        <p:cTn id="21" dur="500"/>
                                        <p:tgtEl>
                                          <p:spTgt spid="476163">
                                            <p:txEl>
                                              <p:pRg st="2" end="2"/>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8" fill="hold" nodeType="clickEffect">
                                  <p:stCondLst>
                                    <p:cond delay="0"/>
                                  </p:stCondLst>
                                  <p:childTnLst>
                                    <p:set>
                                      <p:cBhvr>
                                        <p:cTn id="25" dur="1" fill="hold">
                                          <p:stCondLst>
                                            <p:cond delay="0"/>
                                          </p:stCondLst>
                                        </p:cTn>
                                        <p:tgtEl>
                                          <p:spTgt spid="476163">
                                            <p:txEl>
                                              <p:pRg st="3" end="3"/>
                                            </p:txEl>
                                          </p:spTgt>
                                        </p:tgtEl>
                                        <p:attrNameLst>
                                          <p:attrName>style.visibility</p:attrName>
                                        </p:attrNameLst>
                                      </p:cBhvr>
                                      <p:to>
                                        <p:strVal val="visible"/>
                                      </p:to>
                                    </p:set>
                                    <p:animEffect transition="in" filter="slide(fromLeft)">
                                      <p:cBhvr>
                                        <p:cTn id="26" dur="500"/>
                                        <p:tgtEl>
                                          <p:spTgt spid="476163">
                                            <p:txEl>
                                              <p:pRg st="3" end="3"/>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2" presetClass="entr" presetSubtype="8" fill="hold" nodeType="clickEffect">
                                  <p:stCondLst>
                                    <p:cond delay="0"/>
                                  </p:stCondLst>
                                  <p:childTnLst>
                                    <p:set>
                                      <p:cBhvr>
                                        <p:cTn id="30" dur="1" fill="hold">
                                          <p:stCondLst>
                                            <p:cond delay="0"/>
                                          </p:stCondLst>
                                        </p:cTn>
                                        <p:tgtEl>
                                          <p:spTgt spid="476163">
                                            <p:txEl>
                                              <p:pRg st="4" end="4"/>
                                            </p:txEl>
                                          </p:spTgt>
                                        </p:tgtEl>
                                        <p:attrNameLst>
                                          <p:attrName>style.visibility</p:attrName>
                                        </p:attrNameLst>
                                      </p:cBhvr>
                                      <p:to>
                                        <p:strVal val="visible"/>
                                      </p:to>
                                    </p:set>
                                    <p:animEffect transition="in" filter="slide(fromLeft)">
                                      <p:cBhvr>
                                        <p:cTn id="31" dur="500"/>
                                        <p:tgtEl>
                                          <p:spTgt spid="476163">
                                            <p:txEl>
                                              <p:pRg st="4" end="4"/>
                                            </p:txEl>
                                          </p:spTgt>
                                        </p:tgtEl>
                                      </p:cBhvr>
                                    </p:animEffect>
                                  </p:childTnLst>
                                </p:cTn>
                              </p:par>
                            </p:childTnLst>
                          </p:cTn>
                        </p:par>
                        <p:par>
                          <p:cTn id="32" fill="hold">
                            <p:stCondLst>
                              <p:cond delay="500"/>
                            </p:stCondLst>
                            <p:childTnLst>
                              <p:par>
                                <p:cTn id="33" presetID="12" presetClass="entr" presetSubtype="8" fill="hold" nodeType="afterEffect">
                                  <p:stCondLst>
                                    <p:cond delay="0"/>
                                  </p:stCondLst>
                                  <p:childTnLst>
                                    <p:set>
                                      <p:cBhvr>
                                        <p:cTn id="34" dur="1" fill="hold">
                                          <p:stCondLst>
                                            <p:cond delay="0"/>
                                          </p:stCondLst>
                                        </p:cTn>
                                        <p:tgtEl>
                                          <p:spTgt spid="476163">
                                            <p:txEl>
                                              <p:pRg st="5" end="5"/>
                                            </p:txEl>
                                          </p:spTgt>
                                        </p:tgtEl>
                                        <p:attrNameLst>
                                          <p:attrName>style.visibility</p:attrName>
                                        </p:attrNameLst>
                                      </p:cBhvr>
                                      <p:to>
                                        <p:strVal val="visible"/>
                                      </p:to>
                                    </p:set>
                                    <p:animEffect transition="in" filter="slide(fromLeft)">
                                      <p:cBhvr>
                                        <p:cTn id="35" dur="500"/>
                                        <p:tgtEl>
                                          <p:spTgt spid="47616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6164" grpId="0" autoUpdateAnimBg="0"/>
    </p:bld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4"/>
          <p:cNvSpPr>
            <a:spLocks noGrp="1" noChangeArrowheads="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a:spcBef>
                <a:spcPct val="0"/>
              </a:spcBef>
              <a:buFontTx/>
              <a:buNone/>
            </a:pPr>
            <a:fld id="{70D9C7B0-D328-4B1D-A7CF-6152A7EC0420}" type="datetime1">
              <a:rPr kumimoji="0" lang="zh-CN" altLang="en-US" sz="1200" smtClean="0">
                <a:solidFill>
                  <a:srgbClr val="000000"/>
                </a:solidFill>
                <a:ea typeface="宋体" panose="02010600030101010101" pitchFamily="2" charset="-122"/>
              </a:rPr>
            </a:fld>
            <a:endParaRPr kumimoji="0" lang="en-US" altLang="zh-CN" sz="1200">
              <a:solidFill>
                <a:srgbClr val="000000"/>
              </a:solidFill>
              <a:ea typeface="宋体" panose="02010600030101010101" pitchFamily="2" charset="-122"/>
            </a:endParaRPr>
          </a:p>
        </p:txBody>
      </p:sp>
      <p:sp>
        <p:nvSpPr>
          <p:cNvPr id="449539" name="Rectangle 3"/>
          <p:cNvSpPr>
            <a:spLocks noGrp="1" noChangeArrowheads="1"/>
          </p:cNvSpPr>
          <p:nvPr>
            <p:ph type="body" sz="half" idx="4294967295"/>
          </p:nvPr>
        </p:nvSpPr>
        <p:spPr>
          <a:xfrm>
            <a:off x="684213" y="0"/>
            <a:ext cx="8208962" cy="2736850"/>
          </a:xfrm>
        </p:spPr>
        <p:txBody>
          <a:bodyPr/>
          <a:lstStyle/>
          <a:p>
            <a:pPr marL="0" indent="0" eaLnBrk="1" hangingPunct="1">
              <a:lnSpc>
                <a:spcPct val="120000"/>
              </a:lnSpc>
              <a:buFontTx/>
              <a:buNone/>
              <a:defRPr/>
            </a:pPr>
            <a:r>
              <a:rPr kumimoji="0" lang="zh-CN" altLang="en-US" dirty="0">
                <a:solidFill>
                  <a:srgbClr val="000000"/>
                </a:solidFill>
                <a:latin typeface="Times New Roman" panose="02020603050405020304" pitchFamily="18" charset="0"/>
              </a:rPr>
              <a:t>例</a:t>
            </a:r>
            <a:r>
              <a:rPr kumimoji="0" lang="en-US" altLang="zh-CN" dirty="0">
                <a:solidFill>
                  <a:srgbClr val="000000"/>
                </a:solidFill>
                <a:latin typeface="Times New Roman" panose="02020603050405020304" pitchFamily="18" charset="0"/>
              </a:rPr>
              <a:t>5-11    </a:t>
            </a:r>
            <a:r>
              <a:rPr kumimoji="0" lang="zh-CN" altLang="en-US" dirty="0">
                <a:solidFill>
                  <a:srgbClr val="000000"/>
                </a:solidFill>
                <a:latin typeface="Times New Roman" panose="02020603050405020304" pitchFamily="18" charset="0"/>
              </a:rPr>
              <a:t>图</a:t>
            </a:r>
            <a:r>
              <a:rPr kumimoji="0" lang="en-US" altLang="zh-CN" dirty="0">
                <a:solidFill>
                  <a:srgbClr val="000000"/>
                </a:solidFill>
                <a:latin typeface="Times New Roman" panose="02020603050405020304" pitchFamily="18" charset="0"/>
              </a:rPr>
              <a:t>5-11</a:t>
            </a:r>
            <a:r>
              <a:rPr kumimoji="0" lang="zh-CN" altLang="en-US" dirty="0">
                <a:solidFill>
                  <a:srgbClr val="000000"/>
                </a:solidFill>
                <a:latin typeface="Times New Roman" panose="02020603050405020304" pitchFamily="18" charset="0"/>
              </a:rPr>
              <a:t>中，已知</a:t>
            </a:r>
            <a:r>
              <a:rPr kumimoji="0" lang="en-US" altLang="zh-CN" dirty="0">
                <a:solidFill>
                  <a:srgbClr val="000000"/>
                </a:solidFill>
                <a:latin typeface="Times New Roman" panose="02020603050405020304" pitchFamily="18" charset="0"/>
              </a:rPr>
              <a:t>e(t)=10</a:t>
            </a:r>
            <a:r>
              <a:rPr kumimoji="0" lang="el-GR" altLang="zh-CN" dirty="0">
                <a:solidFill>
                  <a:srgbClr val="000000"/>
                </a:solidFill>
                <a:latin typeface="Times New Roman" panose="02020603050405020304" pitchFamily="18" charset="0"/>
                <a:cs typeface="Times New Roman" panose="02020603050405020304" pitchFamily="18" charset="0"/>
              </a:rPr>
              <a:t>ε</a:t>
            </a:r>
            <a:r>
              <a:rPr kumimoji="0" lang="en-US" altLang="zh-CN" dirty="0">
                <a:solidFill>
                  <a:srgbClr val="000000"/>
                </a:solidFill>
                <a:latin typeface="Times New Roman" panose="02020603050405020304" pitchFamily="18" charset="0"/>
                <a:cs typeface="Times New Roman" panose="02020603050405020304" pitchFamily="18" charset="0"/>
              </a:rPr>
              <a:t>(t)</a:t>
            </a:r>
            <a:r>
              <a:rPr kumimoji="0" lang="zh-CN" altLang="en-US" dirty="0">
                <a:solidFill>
                  <a:srgbClr val="000000"/>
                </a:solidFill>
                <a:latin typeface="Times New Roman" panose="02020603050405020304" pitchFamily="18" charset="0"/>
                <a:cs typeface="Times New Roman" panose="02020603050405020304" pitchFamily="18" charset="0"/>
              </a:rPr>
              <a:t>，</a:t>
            </a:r>
            <a:r>
              <a:rPr kumimoji="0" lang="en-US" altLang="zh-CN" dirty="0">
                <a:solidFill>
                  <a:srgbClr val="000000"/>
                </a:solidFill>
                <a:latin typeface="Times New Roman" panose="02020603050405020304" pitchFamily="18" charset="0"/>
                <a:cs typeface="Times New Roman" panose="02020603050405020304" pitchFamily="18" charset="0"/>
              </a:rPr>
              <a:t>C=1F</a:t>
            </a:r>
            <a:r>
              <a:rPr kumimoji="0" lang="zh-CN" altLang="en-US" dirty="0">
                <a:solidFill>
                  <a:srgbClr val="000000"/>
                </a:solidFill>
                <a:latin typeface="Times New Roman" panose="02020603050405020304" pitchFamily="18" charset="0"/>
                <a:cs typeface="Times New Roman" panose="02020603050405020304" pitchFamily="18" charset="0"/>
              </a:rPr>
              <a:t>，</a:t>
            </a:r>
            <a:r>
              <a:rPr kumimoji="0" lang="en-US" altLang="zh-CN" dirty="0">
                <a:solidFill>
                  <a:srgbClr val="000000"/>
                </a:solidFill>
                <a:latin typeface="Times New Roman" panose="02020603050405020304" pitchFamily="18" charset="0"/>
                <a:cs typeface="Times New Roman" panose="02020603050405020304" pitchFamily="18" charset="0"/>
              </a:rPr>
              <a:t>R</a:t>
            </a:r>
            <a:r>
              <a:rPr kumimoji="0" lang="en-US" altLang="zh-CN" baseline="-25000" dirty="0">
                <a:solidFill>
                  <a:srgbClr val="000000"/>
                </a:solidFill>
                <a:latin typeface="Times New Roman" panose="02020603050405020304" pitchFamily="18" charset="0"/>
                <a:cs typeface="Times New Roman" panose="02020603050405020304" pitchFamily="18" charset="0"/>
              </a:rPr>
              <a:t>12</a:t>
            </a:r>
            <a:r>
              <a:rPr kumimoji="0" lang="en-US" altLang="zh-CN" dirty="0">
                <a:solidFill>
                  <a:srgbClr val="000000"/>
                </a:solidFill>
                <a:latin typeface="Times New Roman" panose="02020603050405020304" pitchFamily="18" charset="0"/>
                <a:cs typeface="Times New Roman" panose="02020603050405020304" pitchFamily="18" charset="0"/>
              </a:rPr>
              <a:t>=1/5</a:t>
            </a:r>
            <a:r>
              <a:rPr kumimoji="0" lang="el-GR" altLang="zh-CN" dirty="0">
                <a:solidFill>
                  <a:srgbClr val="000000"/>
                </a:solidFill>
                <a:latin typeface="Times New Roman" panose="02020603050405020304" pitchFamily="18" charset="0"/>
                <a:cs typeface="Times New Roman" panose="02020603050405020304" pitchFamily="18" charset="0"/>
              </a:rPr>
              <a:t>Ω</a:t>
            </a:r>
            <a:r>
              <a:rPr kumimoji="0" lang="zh-CN" altLang="en-US" dirty="0">
                <a:solidFill>
                  <a:srgbClr val="000000"/>
                </a:solidFill>
                <a:latin typeface="Times New Roman" panose="02020603050405020304" pitchFamily="18" charset="0"/>
                <a:cs typeface="Times New Roman" panose="02020603050405020304" pitchFamily="18" charset="0"/>
              </a:rPr>
              <a:t>，</a:t>
            </a:r>
            <a:r>
              <a:rPr kumimoji="0" lang="en-US" altLang="zh-CN" dirty="0">
                <a:solidFill>
                  <a:srgbClr val="000000"/>
                </a:solidFill>
                <a:latin typeface="Times New Roman" panose="02020603050405020304" pitchFamily="18" charset="0"/>
                <a:cs typeface="Times New Roman" panose="02020603050405020304" pitchFamily="18" charset="0"/>
              </a:rPr>
              <a:t>R</a:t>
            </a:r>
            <a:r>
              <a:rPr kumimoji="0" lang="en-US" altLang="zh-CN" baseline="-25000" dirty="0">
                <a:solidFill>
                  <a:srgbClr val="000000"/>
                </a:solidFill>
                <a:latin typeface="Times New Roman" panose="02020603050405020304" pitchFamily="18" charset="0"/>
                <a:cs typeface="Times New Roman" panose="02020603050405020304" pitchFamily="18" charset="0"/>
              </a:rPr>
              <a:t>2</a:t>
            </a:r>
            <a:r>
              <a:rPr kumimoji="0" lang="en-US" altLang="zh-CN" dirty="0">
                <a:solidFill>
                  <a:srgbClr val="000000"/>
                </a:solidFill>
                <a:latin typeface="Times New Roman" panose="02020603050405020304" pitchFamily="18" charset="0"/>
                <a:cs typeface="Times New Roman" panose="02020603050405020304" pitchFamily="18" charset="0"/>
              </a:rPr>
              <a:t>=1 </a:t>
            </a:r>
            <a:r>
              <a:rPr kumimoji="0" lang="el-GR" altLang="zh-CN" dirty="0">
                <a:solidFill>
                  <a:srgbClr val="000000"/>
                </a:solidFill>
                <a:latin typeface="Times New Roman" panose="02020603050405020304" pitchFamily="18" charset="0"/>
                <a:cs typeface="Times New Roman" panose="02020603050405020304" pitchFamily="18" charset="0"/>
              </a:rPr>
              <a:t>Ω</a:t>
            </a:r>
            <a:r>
              <a:rPr kumimoji="0" lang="en-US" altLang="zh-CN" dirty="0">
                <a:solidFill>
                  <a:srgbClr val="000000"/>
                </a:solidFill>
                <a:latin typeface="Times New Roman" panose="02020603050405020304" pitchFamily="18" charset="0"/>
                <a:cs typeface="Times New Roman" panose="02020603050405020304" pitchFamily="18" charset="0"/>
              </a:rPr>
              <a:t> </a:t>
            </a:r>
            <a:r>
              <a:rPr kumimoji="0" lang="zh-CN" altLang="en-US" dirty="0">
                <a:solidFill>
                  <a:srgbClr val="000000"/>
                </a:solidFill>
                <a:latin typeface="Times New Roman" panose="02020603050405020304" pitchFamily="18" charset="0"/>
                <a:cs typeface="Times New Roman" panose="02020603050405020304" pitchFamily="18" charset="0"/>
              </a:rPr>
              <a:t>，</a:t>
            </a:r>
            <a:r>
              <a:rPr kumimoji="0" lang="en-US" altLang="zh-CN" dirty="0">
                <a:solidFill>
                  <a:srgbClr val="000000"/>
                </a:solidFill>
                <a:latin typeface="Times New Roman" panose="02020603050405020304" pitchFamily="18" charset="0"/>
                <a:cs typeface="Times New Roman" panose="02020603050405020304" pitchFamily="18" charset="0"/>
              </a:rPr>
              <a:t>L=1/2H</a:t>
            </a:r>
            <a:r>
              <a:rPr kumimoji="0" lang="zh-CN" altLang="en-US" dirty="0">
                <a:solidFill>
                  <a:srgbClr val="000000"/>
                </a:solidFill>
                <a:latin typeface="Times New Roman" panose="02020603050405020304" pitchFamily="18" charset="0"/>
                <a:cs typeface="Times New Roman" panose="02020603050405020304" pitchFamily="18" charset="0"/>
              </a:rPr>
              <a:t>，初始条件</a:t>
            </a:r>
            <a:r>
              <a:rPr kumimoji="0" lang="en-US" altLang="zh-CN" dirty="0" err="1">
                <a:solidFill>
                  <a:srgbClr val="000000"/>
                </a:solidFill>
                <a:latin typeface="Times New Roman" panose="02020603050405020304" pitchFamily="18" charset="0"/>
                <a:cs typeface="Times New Roman" panose="02020603050405020304" pitchFamily="18" charset="0"/>
              </a:rPr>
              <a:t>u</a:t>
            </a:r>
            <a:r>
              <a:rPr kumimoji="0" lang="en-US" altLang="zh-CN" baseline="-25000" dirty="0" err="1">
                <a:solidFill>
                  <a:srgbClr val="000000"/>
                </a:solidFill>
                <a:latin typeface="Times New Roman" panose="02020603050405020304" pitchFamily="18" charset="0"/>
                <a:cs typeface="Times New Roman" panose="02020603050405020304" pitchFamily="18" charset="0"/>
              </a:rPr>
              <a:t>C</a:t>
            </a:r>
            <a:r>
              <a:rPr kumimoji="0" lang="en-US" altLang="zh-CN" dirty="0">
                <a:solidFill>
                  <a:srgbClr val="000000"/>
                </a:solidFill>
                <a:latin typeface="Times New Roman" panose="02020603050405020304" pitchFamily="18" charset="0"/>
                <a:cs typeface="Times New Roman" panose="02020603050405020304" pitchFamily="18" charset="0"/>
              </a:rPr>
              <a:t>(</a:t>
            </a:r>
            <a:r>
              <a:rPr kumimoji="0" lang="en-US" altLang="zh-CN">
                <a:solidFill>
                  <a:srgbClr val="000000"/>
                </a:solidFill>
                <a:latin typeface="Times New Roman" panose="02020603050405020304" pitchFamily="18" charset="0"/>
                <a:cs typeface="Times New Roman" panose="02020603050405020304" pitchFamily="18" charset="0"/>
              </a:rPr>
              <a:t>0)=5V</a:t>
            </a:r>
            <a:r>
              <a:rPr kumimoji="0" lang="zh-CN" altLang="en-US" dirty="0">
                <a:solidFill>
                  <a:srgbClr val="000000"/>
                </a:solidFill>
                <a:latin typeface="Times New Roman" panose="02020603050405020304" pitchFamily="18" charset="0"/>
                <a:cs typeface="Times New Roman" panose="02020603050405020304" pitchFamily="18" charset="0"/>
              </a:rPr>
              <a:t>，</a:t>
            </a:r>
            <a:r>
              <a:rPr kumimoji="0" lang="en-US" altLang="zh-CN" dirty="0" err="1">
                <a:solidFill>
                  <a:srgbClr val="000000"/>
                </a:solidFill>
                <a:latin typeface="Times New Roman" panose="02020603050405020304" pitchFamily="18" charset="0"/>
                <a:cs typeface="Times New Roman" panose="02020603050405020304" pitchFamily="18" charset="0"/>
              </a:rPr>
              <a:t>i</a:t>
            </a:r>
            <a:r>
              <a:rPr kumimoji="0" lang="en-US" altLang="zh-CN" baseline="-25000" dirty="0" err="1">
                <a:solidFill>
                  <a:srgbClr val="000000"/>
                </a:solidFill>
                <a:latin typeface="Times New Roman" panose="02020603050405020304" pitchFamily="18" charset="0"/>
                <a:cs typeface="Times New Roman" panose="02020603050405020304" pitchFamily="18" charset="0"/>
              </a:rPr>
              <a:t>L</a:t>
            </a:r>
            <a:r>
              <a:rPr kumimoji="0" lang="en-US" altLang="zh-CN" dirty="0">
                <a:solidFill>
                  <a:srgbClr val="000000"/>
                </a:solidFill>
                <a:latin typeface="Times New Roman" panose="02020603050405020304" pitchFamily="18" charset="0"/>
                <a:cs typeface="Times New Roman" panose="02020603050405020304" pitchFamily="18" charset="0"/>
              </a:rPr>
              <a:t>(0)=4A</a:t>
            </a:r>
            <a:r>
              <a:rPr kumimoji="0" lang="zh-CN" altLang="en-US" dirty="0">
                <a:solidFill>
                  <a:srgbClr val="000000"/>
                </a:solidFill>
                <a:latin typeface="Times New Roman" panose="02020603050405020304" pitchFamily="18" charset="0"/>
                <a:cs typeface="Times New Roman" panose="02020603050405020304" pitchFamily="18" charset="0"/>
              </a:rPr>
              <a:t>，方向如图，试求响应电流</a:t>
            </a:r>
            <a:r>
              <a:rPr kumimoji="0" lang="en-US" altLang="zh-CN" dirty="0">
                <a:solidFill>
                  <a:srgbClr val="000000"/>
                </a:solidFill>
                <a:latin typeface="Times New Roman" panose="02020603050405020304" pitchFamily="18" charset="0"/>
                <a:cs typeface="Times New Roman" panose="02020603050405020304" pitchFamily="18" charset="0"/>
              </a:rPr>
              <a:t>i</a:t>
            </a:r>
            <a:r>
              <a:rPr kumimoji="0" lang="en-US" altLang="zh-CN" baseline="-25000" dirty="0">
                <a:solidFill>
                  <a:srgbClr val="000000"/>
                </a:solidFill>
                <a:latin typeface="Times New Roman" panose="02020603050405020304" pitchFamily="18" charset="0"/>
                <a:cs typeface="Times New Roman" panose="02020603050405020304" pitchFamily="18" charset="0"/>
              </a:rPr>
              <a:t>1</a:t>
            </a:r>
            <a:r>
              <a:rPr kumimoji="0" lang="en-US" altLang="zh-CN" dirty="0">
                <a:solidFill>
                  <a:srgbClr val="000000"/>
                </a:solidFill>
                <a:latin typeface="Times New Roman" panose="02020603050405020304" pitchFamily="18" charset="0"/>
                <a:cs typeface="Times New Roman" panose="02020603050405020304" pitchFamily="18" charset="0"/>
              </a:rPr>
              <a:t>(t)</a:t>
            </a:r>
            <a:r>
              <a:rPr kumimoji="0" lang="zh-CN" altLang="en-US" dirty="0">
                <a:solidFill>
                  <a:srgbClr val="000000"/>
                </a:solidFill>
                <a:latin typeface="Times New Roman" panose="02020603050405020304" pitchFamily="18" charset="0"/>
                <a:cs typeface="Times New Roman" panose="02020603050405020304" pitchFamily="18" charset="0"/>
              </a:rPr>
              <a:t>。</a:t>
            </a:r>
            <a:endParaRPr kumimoji="0" lang="zh-CN" altLang="en-US" dirty="0">
              <a:solidFill>
                <a:srgbClr val="000000"/>
              </a:solidFill>
              <a:latin typeface="Times New Roman" panose="02020603050405020304" pitchFamily="18" charset="0"/>
            </a:endParaRPr>
          </a:p>
        </p:txBody>
      </p:sp>
      <p:graphicFrame>
        <p:nvGraphicFramePr>
          <p:cNvPr id="98308" name="Object 2"/>
          <p:cNvGraphicFramePr>
            <a:graphicFrameLocks noGrp="1" noChangeAspect="1"/>
          </p:cNvGraphicFramePr>
          <p:nvPr>
            <p:ph sz="half" idx="4294967295"/>
          </p:nvPr>
        </p:nvGraphicFramePr>
        <p:xfrm>
          <a:off x="1331913" y="3933825"/>
          <a:ext cx="5256212" cy="2557463"/>
        </p:xfrm>
        <a:graphic>
          <a:graphicData uri="http://schemas.openxmlformats.org/presentationml/2006/ole">
            <mc:AlternateContent xmlns:mc="http://schemas.openxmlformats.org/markup-compatibility/2006">
              <mc:Choice xmlns:v="urn:schemas-microsoft-com:vml" Requires="v">
                <p:oleObj spid="_x0000_s2" name="Visio" r:id="rId1" imgW="4615180" imgH="1409065" progId="Visio.Drawing.11">
                  <p:embed/>
                </p:oleObj>
              </mc:Choice>
              <mc:Fallback>
                <p:oleObj name="Visio" r:id="rId1" imgW="4615180" imgH="1409065" progId="Visio.Drawing.11">
                  <p:embed/>
                  <p:pic>
                    <p:nvPicPr>
                      <p:cNvPr id="0" name="Object 2"/>
                      <p:cNvPicPr>
                        <a:picLocks noChangeAspect="1" noChangeArrowheads="1"/>
                      </p:cNvPicPr>
                      <p:nvPr/>
                    </p:nvPicPr>
                    <p:blipFill>
                      <a:blip r:embed="rId2">
                        <a:extLst>
                          <a:ext uri="{28A0092B-C50C-407E-A947-70E740481C1C}">
                            <a14:useLocalDpi xmlns:a14="http://schemas.microsoft.com/office/drawing/2010/main" val="0"/>
                          </a:ext>
                        </a:extLst>
                      </a:blip>
                      <a:srcRect t="25482" r="53331"/>
                      <a:stretch>
                        <a:fillRect/>
                      </a:stretch>
                    </p:blipFill>
                    <p:spPr bwMode="auto">
                      <a:xfrm>
                        <a:off x="1331913" y="3933825"/>
                        <a:ext cx="5256212" cy="25574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98309" name="Object 5"/>
          <p:cNvGraphicFramePr>
            <a:graphicFrameLocks noChangeAspect="1"/>
          </p:cNvGraphicFramePr>
          <p:nvPr/>
        </p:nvGraphicFramePr>
        <p:xfrm>
          <a:off x="5435600" y="1916113"/>
          <a:ext cx="3502025" cy="1446212"/>
        </p:xfrm>
        <a:graphic>
          <a:graphicData uri="http://schemas.openxmlformats.org/presentationml/2006/ole">
            <mc:AlternateContent xmlns:mc="http://schemas.openxmlformats.org/markup-compatibility/2006">
              <mc:Choice xmlns:v="urn:schemas-microsoft-com:vml" Requires="v">
                <p:oleObj spid="_x0000_s3" name="公式" r:id="rId3" imgW="1600200" imgH="660400" progId="Equation.3">
                  <p:embed/>
                </p:oleObj>
              </mc:Choice>
              <mc:Fallback>
                <p:oleObj name="公式" r:id="rId3" imgW="1600200" imgH="660400" progId="Equation.3">
                  <p:embed/>
                  <p:pic>
                    <p:nvPicPr>
                      <p:cNvPr id="0"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435600" y="1916113"/>
                        <a:ext cx="3502025" cy="1446212"/>
                      </a:xfrm>
                      <a:prstGeom prst="rect">
                        <a:avLst/>
                      </a:prstGeom>
                      <a:solidFill>
                        <a:schemeClr val="tx1"/>
                      </a:solidFill>
                      <a:ln w="9525">
                        <a:solidFill>
                          <a:srgbClr val="00CC00"/>
                        </a:solidFill>
                        <a:miter lim="800000"/>
                        <a:headEnd/>
                        <a:tailEnd/>
                      </a:ln>
                      <a:effectLst>
                        <a:outerShdw dist="35921" dir="2700000" algn="ctr" rotWithShape="0">
                          <a:schemeClr val="bg2">
                            <a:alpha val="74997"/>
                          </a:schemeClr>
                        </a:outerShdw>
                      </a:effectLst>
                    </p:spPr>
                  </p:pic>
                </p:oleObj>
              </mc:Fallback>
            </mc:AlternateContent>
          </a:graphicData>
        </a:graphic>
      </p:graphicFrame>
      <p:sp>
        <p:nvSpPr>
          <p:cNvPr id="98310" name="Oval 11"/>
          <p:cNvSpPr>
            <a:spLocks noChangeArrowheads="1"/>
          </p:cNvSpPr>
          <p:nvPr/>
        </p:nvSpPr>
        <p:spPr bwMode="auto">
          <a:xfrm>
            <a:off x="5076825" y="4437063"/>
            <a:ext cx="1439863" cy="1943100"/>
          </a:xfrm>
          <a:prstGeom prst="ellipse">
            <a:avLst/>
          </a:prstGeom>
          <a:noFill/>
          <a:ln w="9525">
            <a:solidFill>
              <a:srgbClr val="FF0000"/>
            </a:solidFill>
            <a:prstDash val="dashDot"/>
            <a:rou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spcBef>
                <a:spcPct val="0"/>
              </a:spcBef>
              <a:buFontTx/>
              <a:buNone/>
            </a:pPr>
            <a:endParaRPr kumimoji="0" lang="zh-CN" altLang="en-US" sz="1800">
              <a:solidFill>
                <a:srgbClr val="000000"/>
              </a:solidFill>
              <a:ea typeface="宋体" panose="02010600030101010101" pitchFamily="2" charset="-122"/>
            </a:endParaRPr>
          </a:p>
        </p:txBody>
      </p:sp>
      <p:grpSp>
        <p:nvGrpSpPr>
          <p:cNvPr id="98311" name="Group 20"/>
          <p:cNvGrpSpPr/>
          <p:nvPr/>
        </p:nvGrpSpPr>
        <p:grpSpPr bwMode="auto">
          <a:xfrm>
            <a:off x="6443663" y="4508500"/>
            <a:ext cx="2016125" cy="1800225"/>
            <a:chOff x="4059" y="2840"/>
            <a:chExt cx="1270" cy="1134"/>
          </a:xfrm>
        </p:grpSpPr>
        <p:grpSp>
          <p:nvGrpSpPr>
            <p:cNvPr id="98318" name="Group 19"/>
            <p:cNvGrpSpPr/>
            <p:nvPr/>
          </p:nvGrpSpPr>
          <p:grpSpPr bwMode="auto">
            <a:xfrm>
              <a:off x="4694" y="2840"/>
              <a:ext cx="635" cy="1134"/>
              <a:chOff x="4694" y="2840"/>
              <a:chExt cx="635" cy="1134"/>
            </a:xfrm>
          </p:grpSpPr>
          <p:sp>
            <p:nvSpPr>
              <p:cNvPr id="98320" name="Rectangle 8"/>
              <p:cNvSpPr>
                <a:spLocks noChangeArrowheads="1"/>
              </p:cNvSpPr>
              <p:nvPr/>
            </p:nvSpPr>
            <p:spPr bwMode="auto">
              <a:xfrm>
                <a:off x="4694" y="2840"/>
                <a:ext cx="635" cy="1134"/>
              </a:xfrm>
              <a:prstGeom prst="rect">
                <a:avLst/>
              </a:prstGeom>
              <a:solidFill>
                <a:schemeClr val="accent1"/>
              </a:solidFill>
              <a:ln w="9525">
                <a:solidFill>
                  <a:schemeClr val="tx1"/>
                </a:solidFill>
                <a:miter lim="800000"/>
              </a:ln>
            </p:spPr>
            <p:txBody>
              <a:bodyPr wrap="none" anchor="ct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spcBef>
                    <a:spcPct val="0"/>
                  </a:spcBef>
                  <a:buFontTx/>
                  <a:buNone/>
                </a:pPr>
                <a:endParaRPr kumimoji="0" lang="zh-CN" altLang="en-US" sz="1800">
                  <a:ea typeface="宋体" panose="02010600030101010101" pitchFamily="2" charset="-122"/>
                </a:endParaRPr>
              </a:p>
            </p:txBody>
          </p:sp>
          <p:pic>
            <p:nvPicPr>
              <p:cNvPr id="203785" name="Picture 9"/>
              <p:cNvPicPr>
                <a:picLocks noChangeAspect="1" noChangeArrowheads="1"/>
              </p:cNvPicPr>
              <p:nvPr/>
            </p:nvPicPr>
            <p:blipFill>
              <a:blip r:embed="rId5"/>
              <a:srcRect/>
              <a:stretch>
                <a:fillRect/>
              </a:stretch>
            </p:blipFill>
            <p:spPr bwMode="auto">
              <a:xfrm>
                <a:off x="4694" y="2840"/>
                <a:ext cx="610" cy="1134"/>
              </a:xfrm>
              <a:prstGeom prst="rect">
                <a:avLst/>
              </a:prstGeom>
              <a:solidFill>
                <a:schemeClr val="tx1"/>
              </a:solidFill>
              <a:ln w="9525">
                <a:solidFill>
                  <a:schemeClr val="bg1"/>
                </a:solidFill>
                <a:miter lim="800000"/>
                <a:headEnd/>
                <a:tailEnd/>
              </a:ln>
              <a:effectLst>
                <a:outerShdw blurRad="63500" dist="38099" dir="2700000" algn="ctr" rotWithShape="0">
                  <a:srgbClr val="000000">
                    <a:alpha val="74998"/>
                  </a:srgbClr>
                </a:outerShdw>
              </a:effectLst>
            </p:spPr>
          </p:pic>
        </p:grpSp>
        <p:sp>
          <p:nvSpPr>
            <p:cNvPr id="98319" name="Line 10"/>
            <p:cNvSpPr>
              <a:spLocks noChangeShapeType="1"/>
            </p:cNvSpPr>
            <p:nvPr/>
          </p:nvSpPr>
          <p:spPr bwMode="auto">
            <a:xfrm>
              <a:off x="4059" y="3294"/>
              <a:ext cx="635" cy="0"/>
            </a:xfrm>
            <a:prstGeom prst="line">
              <a:avLst/>
            </a:prstGeom>
            <a:noFill/>
            <a:ln w="38100">
              <a:solidFill>
                <a:srgbClr val="FF0000"/>
              </a:solidFill>
              <a:miter lim="800000"/>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grpSp>
      <p:sp>
        <p:nvSpPr>
          <p:cNvPr id="98312" name="Oval 11"/>
          <p:cNvSpPr>
            <a:spLocks noChangeArrowheads="1"/>
          </p:cNvSpPr>
          <p:nvPr/>
        </p:nvSpPr>
        <p:spPr bwMode="auto">
          <a:xfrm>
            <a:off x="2627313" y="3860800"/>
            <a:ext cx="1150937" cy="1296988"/>
          </a:xfrm>
          <a:prstGeom prst="ellipse">
            <a:avLst/>
          </a:prstGeom>
          <a:noFill/>
          <a:ln w="9525">
            <a:solidFill>
              <a:srgbClr val="FF0000"/>
            </a:solidFill>
            <a:prstDash val="dashDot"/>
            <a:rou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spcBef>
                <a:spcPct val="0"/>
              </a:spcBef>
              <a:buFontTx/>
              <a:buNone/>
            </a:pPr>
            <a:endParaRPr kumimoji="0" lang="zh-CN" altLang="en-US" sz="1800">
              <a:solidFill>
                <a:srgbClr val="000000"/>
              </a:solidFill>
              <a:ea typeface="宋体" panose="02010600030101010101" pitchFamily="2" charset="-122"/>
            </a:endParaRPr>
          </a:p>
        </p:txBody>
      </p:sp>
      <p:grpSp>
        <p:nvGrpSpPr>
          <p:cNvPr id="98313" name="Group 18"/>
          <p:cNvGrpSpPr/>
          <p:nvPr/>
        </p:nvGrpSpPr>
        <p:grpSpPr bwMode="auto">
          <a:xfrm>
            <a:off x="2411413" y="2276475"/>
            <a:ext cx="1655762" cy="1512888"/>
            <a:chOff x="1519" y="1434"/>
            <a:chExt cx="1043" cy="953"/>
          </a:xfrm>
        </p:grpSpPr>
        <p:grpSp>
          <p:nvGrpSpPr>
            <p:cNvPr id="98314" name="Group 17"/>
            <p:cNvGrpSpPr/>
            <p:nvPr/>
          </p:nvGrpSpPr>
          <p:grpSpPr bwMode="auto">
            <a:xfrm>
              <a:off x="1519" y="1434"/>
              <a:ext cx="1043" cy="685"/>
              <a:chOff x="1519" y="1434"/>
              <a:chExt cx="1043" cy="685"/>
            </a:xfrm>
          </p:grpSpPr>
          <p:sp>
            <p:nvSpPr>
              <p:cNvPr id="98316" name="Rectangle 14"/>
              <p:cNvSpPr>
                <a:spLocks noChangeArrowheads="1"/>
              </p:cNvSpPr>
              <p:nvPr/>
            </p:nvSpPr>
            <p:spPr bwMode="auto">
              <a:xfrm>
                <a:off x="1519" y="1434"/>
                <a:ext cx="1043" cy="681"/>
              </a:xfrm>
              <a:prstGeom prst="rect">
                <a:avLst/>
              </a:prstGeom>
              <a:solidFill>
                <a:schemeClr val="accent1"/>
              </a:solidFill>
              <a:ln w="28575">
                <a:solidFill>
                  <a:schemeClr val="bg1"/>
                </a:solidFill>
                <a:miter lim="800000"/>
              </a:ln>
            </p:spPr>
            <p:txBody>
              <a:bodyPr wrap="none" anchor="ct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spcBef>
                    <a:spcPct val="0"/>
                  </a:spcBef>
                  <a:buFontTx/>
                  <a:buNone/>
                </a:pPr>
                <a:endParaRPr kumimoji="0" lang="zh-CN" altLang="en-US" sz="1800">
                  <a:ea typeface="宋体" panose="02010600030101010101" pitchFamily="2" charset="-122"/>
                </a:endParaRPr>
              </a:p>
            </p:txBody>
          </p:sp>
          <p:pic>
            <p:nvPicPr>
              <p:cNvPr id="203791" name="Picture 15"/>
              <p:cNvPicPr>
                <a:picLocks noChangeAspect="1" noChangeArrowheads="1"/>
              </p:cNvPicPr>
              <p:nvPr/>
            </p:nvPicPr>
            <p:blipFill>
              <a:blip r:embed="rId6"/>
              <a:srcRect/>
              <a:stretch>
                <a:fillRect/>
              </a:stretch>
            </p:blipFill>
            <p:spPr bwMode="auto">
              <a:xfrm>
                <a:off x="1519" y="1434"/>
                <a:ext cx="1043" cy="685"/>
              </a:xfrm>
              <a:prstGeom prst="rect">
                <a:avLst/>
              </a:prstGeom>
              <a:solidFill>
                <a:schemeClr val="tx1"/>
              </a:solidFill>
              <a:ln w="3175">
                <a:solidFill>
                  <a:schemeClr val="bg1"/>
                </a:solidFill>
                <a:miter lim="800000"/>
                <a:headEnd/>
                <a:tailEnd/>
              </a:ln>
              <a:effectLst>
                <a:outerShdw blurRad="63500" dist="38099" dir="2700000" algn="ctr" rotWithShape="0">
                  <a:srgbClr val="000000">
                    <a:alpha val="74998"/>
                  </a:srgbClr>
                </a:outerShdw>
              </a:effectLst>
            </p:spPr>
          </p:pic>
        </p:grpSp>
        <p:sp>
          <p:nvSpPr>
            <p:cNvPr id="98315" name="Line 16"/>
            <p:cNvSpPr>
              <a:spLocks noChangeShapeType="1"/>
            </p:cNvSpPr>
            <p:nvPr/>
          </p:nvSpPr>
          <p:spPr bwMode="auto">
            <a:xfrm flipV="1">
              <a:off x="2018" y="2115"/>
              <a:ext cx="0" cy="272"/>
            </a:xfrm>
            <a:prstGeom prst="line">
              <a:avLst/>
            </a:prstGeom>
            <a:noFill/>
            <a:ln w="12700">
              <a:solidFill>
                <a:srgbClr val="FF0000"/>
              </a:solidFill>
              <a:miter lim="800000"/>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grpSp>
      <p:sp>
        <p:nvSpPr>
          <p:cNvPr id="4" name="墨迹 1"/>
          <p:cNvSpPr/>
          <p:nvPr/>
        </p:nvSpPr>
        <p:spPr bwMode="auto">
          <a:xfrm>
            <a:off x="812880" y="1272600"/>
            <a:ext cx="8266320" cy="4789440"/>
          </a:xfrm>
        </p:spPr>
      </p:sp>
    </p:spTree>
  </p:cSld>
  <p:clrMapOvr>
    <a:masterClrMapping/>
  </p:clrMapOvr>
  <mc:AlternateContent xmlns:mc="http://schemas.openxmlformats.org/markup-compatibility/2006">
    <mc:Choice xmlns:p14="http://schemas.microsoft.com/office/powerpoint/2010/main" Requires="p14">
      <p:transition spd="slow" p14:dur="2000" advTm="122000"/>
    </mc:Choice>
    <mc:Fallback>
      <p:transition spd="slow" advTm="122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0"/>
                                  </p:stCondLst>
                                  <p:childTnLst>
                                    <p:set>
                                      <p:cBhvr>
                                        <p:cTn id="6" dur="1" fill="hold">
                                          <p:stCondLst>
                                            <p:cond delay="0"/>
                                          </p:stCondLst>
                                        </p:cTn>
                                        <p:tgtEl>
                                          <p:spTgt spid="9830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830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8312"/>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98313"/>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98310"/>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983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8310" grpId="0" animBg="1"/>
      <p:bldP spid="98312" grpId="0" animBg="1"/>
    </p:bld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4"/>
          <p:cNvSpPr>
            <a:spLocks noGrp="1" noChangeArrowheads="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a:spcBef>
                <a:spcPct val="0"/>
              </a:spcBef>
              <a:buFontTx/>
              <a:buNone/>
            </a:pPr>
            <a:fld id="{9BD7973C-BF56-4E58-8238-360FCC445738}" type="datetime1">
              <a:rPr kumimoji="0" lang="zh-CN" altLang="en-US" sz="1200" smtClean="0">
                <a:solidFill>
                  <a:srgbClr val="000000"/>
                </a:solidFill>
                <a:ea typeface="宋体" panose="02010600030101010101" pitchFamily="2" charset="-122"/>
              </a:rPr>
            </a:fld>
            <a:endParaRPr kumimoji="0" lang="en-US" altLang="zh-CN" sz="1200">
              <a:solidFill>
                <a:srgbClr val="000000"/>
              </a:solidFill>
              <a:ea typeface="宋体" panose="02010600030101010101" pitchFamily="2" charset="-122"/>
            </a:endParaRPr>
          </a:p>
        </p:txBody>
      </p:sp>
      <p:sp>
        <p:nvSpPr>
          <p:cNvPr id="99331" name="Rectangle 2"/>
          <p:cNvSpPr>
            <a:spLocks noChangeArrowheads="1"/>
          </p:cNvSpPr>
          <p:nvPr/>
        </p:nvSpPr>
        <p:spPr bwMode="auto">
          <a:xfrm>
            <a:off x="2533650" y="2763838"/>
            <a:ext cx="91440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spcBef>
                <a:spcPct val="0"/>
              </a:spcBef>
              <a:buFontTx/>
              <a:buNone/>
            </a:pPr>
            <a:endParaRPr kumimoji="0" lang="zh-CN" altLang="en-US" sz="1800">
              <a:solidFill>
                <a:srgbClr val="000000"/>
              </a:solidFill>
              <a:ea typeface="宋体" panose="02010600030101010101" pitchFamily="2" charset="-122"/>
            </a:endParaRPr>
          </a:p>
        </p:txBody>
      </p:sp>
      <p:sp>
        <p:nvSpPr>
          <p:cNvPr id="99332" name="Text Box 4"/>
          <p:cNvSpPr txBox="1">
            <a:spLocks noChangeArrowheads="1"/>
          </p:cNvSpPr>
          <p:nvPr/>
        </p:nvSpPr>
        <p:spPr bwMode="auto">
          <a:xfrm>
            <a:off x="5219700" y="3068638"/>
            <a:ext cx="2967038"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spcBef>
                <a:spcPct val="0"/>
              </a:spcBef>
              <a:buFontTx/>
              <a:buNone/>
            </a:pPr>
            <a:r>
              <a:rPr lang="zh-CN" altLang="en-US" sz="1800">
                <a:solidFill>
                  <a:srgbClr val="000000"/>
                </a:solidFill>
                <a:ea typeface="宋体" panose="02010600030101010101" pitchFamily="2" charset="-122"/>
              </a:rPr>
              <a:t>图</a:t>
            </a:r>
            <a:r>
              <a:rPr lang="en-US" altLang="zh-CN" sz="1800">
                <a:solidFill>
                  <a:srgbClr val="000000"/>
                </a:solidFill>
                <a:latin typeface="Tahoma" panose="020B0604030504040204" pitchFamily="34" charset="0"/>
                <a:ea typeface="宋体" panose="02010600030101010101" pitchFamily="2" charset="-122"/>
              </a:rPr>
              <a:t>5-11  </a:t>
            </a:r>
            <a:r>
              <a:rPr lang="zh-CN" altLang="en-US" sz="1800">
                <a:solidFill>
                  <a:srgbClr val="000000"/>
                </a:solidFill>
                <a:ea typeface="宋体" panose="02010600030101010101" pitchFamily="2" charset="-122"/>
              </a:rPr>
              <a:t>（</a:t>
            </a:r>
            <a:r>
              <a:rPr lang="en-US" altLang="zh-CN" sz="1800">
                <a:solidFill>
                  <a:srgbClr val="000000"/>
                </a:solidFill>
                <a:latin typeface="Tahoma" panose="020B0604030504040204" pitchFamily="34" charset="0"/>
                <a:ea typeface="宋体" panose="02010600030101010101" pitchFamily="2" charset="-122"/>
              </a:rPr>
              <a:t>b</a:t>
            </a:r>
            <a:r>
              <a:rPr lang="zh-CN" altLang="en-US" sz="1800">
                <a:solidFill>
                  <a:srgbClr val="000000"/>
                </a:solidFill>
                <a:ea typeface="宋体" panose="02010600030101010101" pitchFamily="2" charset="-122"/>
              </a:rPr>
              <a:t>）</a:t>
            </a:r>
            <a:r>
              <a:rPr lang="en-US" altLang="zh-CN" sz="1800">
                <a:solidFill>
                  <a:srgbClr val="000000"/>
                </a:solidFill>
                <a:ea typeface="宋体" panose="02010600030101010101" pitchFamily="2" charset="-122"/>
              </a:rPr>
              <a:t>s</a:t>
            </a:r>
            <a:r>
              <a:rPr lang="zh-CN" altLang="en-US" sz="1800">
                <a:solidFill>
                  <a:srgbClr val="000000"/>
                </a:solidFill>
                <a:ea typeface="宋体" panose="02010600030101010101" pitchFamily="2" charset="-122"/>
              </a:rPr>
              <a:t>域电路模型</a:t>
            </a:r>
            <a:endParaRPr lang="zh-CN" altLang="en-US" sz="1800">
              <a:solidFill>
                <a:srgbClr val="000000"/>
              </a:solidFill>
              <a:ea typeface="宋体" panose="02010600030101010101" pitchFamily="2" charset="-122"/>
            </a:endParaRPr>
          </a:p>
        </p:txBody>
      </p:sp>
      <p:graphicFrame>
        <p:nvGraphicFramePr>
          <p:cNvPr id="366600" name="Object 3"/>
          <p:cNvGraphicFramePr>
            <a:graphicFrameLocks noGrp="1" noChangeAspect="1"/>
          </p:cNvGraphicFramePr>
          <p:nvPr>
            <p:ph idx="1"/>
          </p:nvPr>
        </p:nvGraphicFramePr>
        <p:xfrm>
          <a:off x="1403350" y="3644900"/>
          <a:ext cx="6343650" cy="2125980"/>
        </p:xfrm>
        <a:graphic>
          <a:graphicData uri="http://schemas.openxmlformats.org/presentationml/2006/ole">
            <mc:AlternateContent xmlns:mc="http://schemas.openxmlformats.org/markup-compatibility/2006">
              <mc:Choice xmlns:v="urn:schemas-microsoft-com:vml" Requires="v">
                <p:oleObj spid="_x0000_s3" name="公式" r:id="rId1" imgW="2602865" imgH="838200" progId="Equation.3">
                  <p:embed/>
                </p:oleObj>
              </mc:Choice>
              <mc:Fallback>
                <p:oleObj name="公式" r:id="rId1" imgW="2602865" imgH="838200" progId="Equation.3">
                  <p:embed/>
                  <p:pic>
                    <p:nvPicPr>
                      <p:cNvPr id="0" name="Object 3"/>
                      <p:cNvPicPr>
                        <a:picLocks noChangeAspect="1" noChangeArrowheads="1"/>
                      </p:cNvPicPr>
                      <p:nvPr/>
                    </p:nvPicPr>
                    <p:blipFill>
                      <a:blip r:embed="rId2">
                        <a:duotone>
                          <a:schemeClr val="accent1">
                            <a:shade val="45000"/>
                            <a:satMod val="135000"/>
                          </a:schemeClr>
                          <a:prstClr val="white"/>
                        </a:duotone>
                      </a:blip>
                      <a:srcRect/>
                      <a:stretch>
                        <a:fillRect/>
                      </a:stretch>
                    </p:blipFill>
                    <p:spPr bwMode="auto">
                      <a:xfrm>
                        <a:off x="1403350" y="3644900"/>
                        <a:ext cx="6343650" cy="212598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78857" name="Rectangle 9"/>
          <p:cNvSpPr>
            <a:spLocks noChangeArrowheads="1"/>
          </p:cNvSpPr>
          <p:nvPr/>
        </p:nvSpPr>
        <p:spPr bwMode="auto">
          <a:xfrm>
            <a:off x="5003800" y="188913"/>
            <a:ext cx="2163445" cy="368300"/>
          </a:xfrm>
          <a:prstGeom prst="rect">
            <a:avLst/>
          </a:prstGeom>
          <a:noFill/>
          <a:ln>
            <a:noFill/>
          </a:ln>
          <a:effectLst/>
        </p:spPr>
        <p:txBody>
          <a:bodyPr wrap="none">
            <a:spAutoFit/>
          </a:bodyPr>
          <a:lstStyle/>
          <a:p>
            <a:pPr eaLnBrk="1" hangingPunct="1">
              <a:defRPr/>
            </a:pPr>
            <a:r>
              <a:rPr lang="en-US" altLang="zh-CN" b="0">
                <a:solidFill>
                  <a:srgbClr val="000000"/>
                </a:solidFill>
                <a:effectLst>
                  <a:outerShdw blurRad="38100" dist="38100" dir="2700000" algn="tl">
                    <a:srgbClr val="C0C0C0"/>
                  </a:outerShdw>
                </a:effectLst>
              </a:rPr>
              <a:t>u</a:t>
            </a:r>
            <a:r>
              <a:rPr lang="en-US" altLang="zh-CN" b="0" baseline="-25000">
                <a:solidFill>
                  <a:srgbClr val="000000"/>
                </a:solidFill>
                <a:effectLst>
                  <a:outerShdw blurRad="38100" dist="38100" dir="2700000" algn="tl">
                    <a:srgbClr val="C0C0C0"/>
                  </a:outerShdw>
                </a:effectLst>
              </a:rPr>
              <a:t>C</a:t>
            </a:r>
            <a:r>
              <a:rPr lang="en-US" altLang="zh-CN" b="0">
                <a:solidFill>
                  <a:srgbClr val="000000"/>
                </a:solidFill>
                <a:effectLst>
                  <a:outerShdw blurRad="38100" dist="38100" dir="2700000" algn="tl">
                    <a:srgbClr val="C0C0C0"/>
                  </a:outerShdw>
                </a:effectLst>
              </a:rPr>
              <a:t>(0)=5V</a:t>
            </a:r>
            <a:r>
              <a:rPr lang="zh-CN" altLang="en-US" b="0">
                <a:solidFill>
                  <a:srgbClr val="000000"/>
                </a:solidFill>
                <a:effectLst>
                  <a:outerShdw blurRad="38100" dist="38100" dir="2700000" algn="tl">
                    <a:srgbClr val="C0C0C0"/>
                  </a:outerShdw>
                </a:effectLst>
              </a:rPr>
              <a:t>，</a:t>
            </a:r>
            <a:r>
              <a:rPr lang="en-US" altLang="zh-CN" b="0">
                <a:solidFill>
                  <a:srgbClr val="000000"/>
                </a:solidFill>
                <a:effectLst>
                  <a:outerShdw blurRad="38100" dist="38100" dir="2700000" algn="tl">
                    <a:srgbClr val="C0C0C0"/>
                  </a:outerShdw>
                </a:effectLst>
              </a:rPr>
              <a:t>i</a:t>
            </a:r>
            <a:r>
              <a:rPr lang="en-US" altLang="zh-CN" b="0" baseline="-25000">
                <a:solidFill>
                  <a:srgbClr val="000000"/>
                </a:solidFill>
                <a:effectLst>
                  <a:outerShdw blurRad="38100" dist="38100" dir="2700000" algn="tl">
                    <a:srgbClr val="C0C0C0"/>
                  </a:outerShdw>
                </a:effectLst>
              </a:rPr>
              <a:t>L</a:t>
            </a:r>
            <a:r>
              <a:rPr lang="en-US" altLang="zh-CN" b="0">
                <a:solidFill>
                  <a:srgbClr val="000000"/>
                </a:solidFill>
                <a:effectLst>
                  <a:outerShdw blurRad="38100" dist="38100" dir="2700000" algn="tl">
                    <a:srgbClr val="C0C0C0"/>
                  </a:outerShdw>
                </a:effectLst>
              </a:rPr>
              <a:t>(0)=4A</a:t>
            </a:r>
            <a:endParaRPr lang="zh-CN" altLang="en-US" b="0">
              <a:solidFill>
                <a:srgbClr val="000000"/>
              </a:solidFill>
              <a:effectLst>
                <a:outerShdw blurRad="38100" dist="38100" dir="2700000" algn="tl">
                  <a:srgbClr val="C0C0C0"/>
                </a:outerShdw>
              </a:effectLst>
            </a:endParaRPr>
          </a:p>
        </p:txBody>
      </p:sp>
      <p:sp>
        <p:nvSpPr>
          <p:cNvPr id="78858" name="Rectangle 10"/>
          <p:cNvSpPr>
            <a:spLocks noChangeArrowheads="1"/>
          </p:cNvSpPr>
          <p:nvPr/>
        </p:nvSpPr>
        <p:spPr bwMode="auto">
          <a:xfrm>
            <a:off x="684213" y="188913"/>
            <a:ext cx="3934460" cy="368300"/>
          </a:xfrm>
          <a:prstGeom prst="rect">
            <a:avLst/>
          </a:prstGeom>
          <a:noFill/>
          <a:ln>
            <a:noFill/>
          </a:ln>
          <a:effectLst/>
        </p:spPr>
        <p:txBody>
          <a:bodyPr wrap="none">
            <a:spAutoFit/>
          </a:bodyPr>
          <a:lstStyle/>
          <a:p>
            <a:pPr eaLnBrk="1" hangingPunct="1">
              <a:defRPr/>
            </a:pPr>
            <a:r>
              <a:rPr lang="en-US" altLang="zh-CN" b="0">
                <a:solidFill>
                  <a:srgbClr val="000000"/>
                </a:solidFill>
                <a:effectLst>
                  <a:outerShdw blurRad="38100" dist="38100" dir="2700000" algn="tl">
                    <a:srgbClr val="C0C0C0"/>
                  </a:outerShdw>
                </a:effectLst>
              </a:rPr>
              <a:t>C=1F</a:t>
            </a:r>
            <a:r>
              <a:rPr lang="zh-CN" altLang="en-US" b="0">
                <a:solidFill>
                  <a:srgbClr val="000000"/>
                </a:solidFill>
                <a:effectLst>
                  <a:outerShdw blurRad="38100" dist="38100" dir="2700000" algn="tl">
                    <a:srgbClr val="C0C0C0"/>
                  </a:outerShdw>
                </a:effectLst>
              </a:rPr>
              <a:t>，</a:t>
            </a:r>
            <a:r>
              <a:rPr lang="en-US" altLang="zh-CN" b="0">
                <a:solidFill>
                  <a:srgbClr val="000000"/>
                </a:solidFill>
                <a:effectLst>
                  <a:outerShdw blurRad="38100" dist="38100" dir="2700000" algn="tl">
                    <a:srgbClr val="C0C0C0"/>
                  </a:outerShdw>
                </a:effectLst>
              </a:rPr>
              <a:t>R</a:t>
            </a:r>
            <a:r>
              <a:rPr lang="en-US" altLang="zh-CN" b="0" baseline="-25000">
                <a:solidFill>
                  <a:srgbClr val="000000"/>
                </a:solidFill>
                <a:effectLst>
                  <a:outerShdw blurRad="38100" dist="38100" dir="2700000" algn="tl">
                    <a:srgbClr val="C0C0C0"/>
                  </a:outerShdw>
                </a:effectLst>
              </a:rPr>
              <a:t>12</a:t>
            </a:r>
            <a:r>
              <a:rPr lang="en-US" altLang="zh-CN" b="0">
                <a:solidFill>
                  <a:srgbClr val="000000"/>
                </a:solidFill>
                <a:effectLst>
                  <a:outerShdw blurRad="38100" dist="38100" dir="2700000" algn="tl">
                    <a:srgbClr val="C0C0C0"/>
                  </a:outerShdw>
                </a:effectLst>
              </a:rPr>
              <a:t>=1/5</a:t>
            </a:r>
            <a:r>
              <a:rPr lang="el-GR" altLang="zh-CN" b="0">
                <a:solidFill>
                  <a:srgbClr val="000000"/>
                </a:solidFill>
                <a:effectLst>
                  <a:outerShdw blurRad="38100" dist="38100" dir="2700000" algn="tl">
                    <a:srgbClr val="C0C0C0"/>
                  </a:outerShdw>
                </a:effectLst>
              </a:rPr>
              <a:t>Ω</a:t>
            </a:r>
            <a:r>
              <a:rPr lang="zh-CN" altLang="en-US" b="0">
                <a:solidFill>
                  <a:srgbClr val="000000"/>
                </a:solidFill>
                <a:effectLst>
                  <a:outerShdw blurRad="38100" dist="38100" dir="2700000" algn="tl">
                    <a:srgbClr val="C0C0C0"/>
                  </a:outerShdw>
                </a:effectLst>
              </a:rPr>
              <a:t>，</a:t>
            </a:r>
            <a:r>
              <a:rPr lang="en-US" altLang="zh-CN" b="0">
                <a:solidFill>
                  <a:srgbClr val="000000"/>
                </a:solidFill>
                <a:effectLst>
                  <a:outerShdw blurRad="38100" dist="38100" dir="2700000" algn="tl">
                    <a:srgbClr val="C0C0C0"/>
                  </a:outerShdw>
                </a:effectLst>
              </a:rPr>
              <a:t>R</a:t>
            </a:r>
            <a:r>
              <a:rPr lang="en-US" altLang="zh-CN" b="0" baseline="-25000">
                <a:solidFill>
                  <a:srgbClr val="000000"/>
                </a:solidFill>
                <a:effectLst>
                  <a:outerShdw blurRad="38100" dist="38100" dir="2700000" algn="tl">
                    <a:srgbClr val="C0C0C0"/>
                  </a:outerShdw>
                </a:effectLst>
              </a:rPr>
              <a:t>2</a:t>
            </a:r>
            <a:r>
              <a:rPr lang="en-US" altLang="zh-CN" b="0">
                <a:solidFill>
                  <a:srgbClr val="000000"/>
                </a:solidFill>
                <a:effectLst>
                  <a:outerShdw blurRad="38100" dist="38100" dir="2700000" algn="tl">
                    <a:srgbClr val="C0C0C0"/>
                  </a:outerShdw>
                </a:effectLst>
              </a:rPr>
              <a:t>=1 </a:t>
            </a:r>
            <a:r>
              <a:rPr lang="el-GR" altLang="zh-CN" b="0">
                <a:solidFill>
                  <a:srgbClr val="000000"/>
                </a:solidFill>
                <a:effectLst>
                  <a:outerShdw blurRad="38100" dist="38100" dir="2700000" algn="tl">
                    <a:srgbClr val="C0C0C0"/>
                  </a:outerShdw>
                </a:effectLst>
              </a:rPr>
              <a:t>Ω</a:t>
            </a:r>
            <a:r>
              <a:rPr lang="en-US" altLang="zh-CN" b="0">
                <a:solidFill>
                  <a:srgbClr val="000000"/>
                </a:solidFill>
                <a:effectLst>
                  <a:outerShdw blurRad="38100" dist="38100" dir="2700000" algn="tl">
                    <a:srgbClr val="C0C0C0"/>
                  </a:outerShdw>
                </a:effectLst>
              </a:rPr>
              <a:t> </a:t>
            </a:r>
            <a:r>
              <a:rPr lang="zh-CN" altLang="en-US" b="0">
                <a:solidFill>
                  <a:srgbClr val="000000"/>
                </a:solidFill>
                <a:effectLst>
                  <a:outerShdw blurRad="38100" dist="38100" dir="2700000" algn="tl">
                    <a:srgbClr val="C0C0C0"/>
                  </a:outerShdw>
                </a:effectLst>
              </a:rPr>
              <a:t>，</a:t>
            </a:r>
            <a:r>
              <a:rPr lang="en-US" altLang="zh-CN" b="0">
                <a:solidFill>
                  <a:srgbClr val="000000"/>
                </a:solidFill>
                <a:effectLst>
                  <a:outerShdw blurRad="38100" dist="38100" dir="2700000" algn="tl">
                    <a:srgbClr val="C0C0C0"/>
                  </a:outerShdw>
                </a:effectLst>
              </a:rPr>
              <a:t>L=1/2H</a:t>
            </a:r>
            <a:endParaRPr lang="zh-CN" altLang="en-US" b="0">
              <a:solidFill>
                <a:srgbClr val="000000"/>
              </a:solidFill>
              <a:effectLst>
                <a:outerShdw blurRad="38100" dist="38100" dir="2700000" algn="tl">
                  <a:srgbClr val="C0C0C0"/>
                </a:outerShdw>
              </a:effectLst>
            </a:endParaRPr>
          </a:p>
        </p:txBody>
      </p:sp>
      <p:graphicFrame>
        <p:nvGraphicFramePr>
          <p:cNvPr id="6" name="Object 2"/>
          <p:cNvGraphicFramePr>
            <a:graphicFrameLocks noChangeAspect="1"/>
          </p:cNvGraphicFramePr>
          <p:nvPr/>
        </p:nvGraphicFramePr>
        <p:xfrm>
          <a:off x="4932363" y="549275"/>
          <a:ext cx="4032250" cy="2405063"/>
        </p:xfrm>
        <a:graphic>
          <a:graphicData uri="http://schemas.openxmlformats.org/presentationml/2006/ole">
            <mc:AlternateContent xmlns:mc="http://schemas.openxmlformats.org/markup-compatibility/2006">
              <mc:Choice xmlns:v="urn:schemas-microsoft-com:vml" Requires="v">
                <p:oleObj spid="_x0000_s99503" name="Visio" r:id="rId3" imgW="4843145" imgH="1478915" progId="Visio.Drawing.11">
                  <p:embed/>
                </p:oleObj>
              </mc:Choice>
              <mc:Fallback>
                <p:oleObj name="Visio" r:id="rId3" imgW="4843145" imgH="1478915" progId="Visio.Drawing.11">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l="48898"/>
                      <a:stretch>
                        <a:fillRect/>
                      </a:stretch>
                    </p:blipFill>
                    <p:spPr bwMode="auto">
                      <a:xfrm>
                        <a:off x="4932363" y="549275"/>
                        <a:ext cx="4032250" cy="2405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 name="Object 4"/>
          <p:cNvGraphicFramePr>
            <a:graphicFrameLocks noChangeAspect="1"/>
          </p:cNvGraphicFramePr>
          <p:nvPr/>
        </p:nvGraphicFramePr>
        <p:xfrm>
          <a:off x="538798" y="647700"/>
          <a:ext cx="4537075" cy="2208213"/>
        </p:xfrm>
        <a:graphic>
          <a:graphicData uri="http://schemas.openxmlformats.org/presentationml/2006/ole">
            <mc:AlternateContent xmlns:mc="http://schemas.openxmlformats.org/markup-compatibility/2006">
              <mc:Choice xmlns:v="urn:schemas-microsoft-com:vml" Requires="v">
                <p:oleObj spid="_x0000_s99505" name="Visio" r:id="rId5" imgW="4615180" imgH="1409065" progId="Visio.Drawing.11">
                  <p:embed/>
                </p:oleObj>
              </mc:Choice>
              <mc:Fallback>
                <p:oleObj name="Visio" r:id="rId5" imgW="4615180" imgH="1409065" progId="Visio.Drawing.11">
                  <p:embed/>
                  <p:pic>
                    <p:nvPicPr>
                      <p:cNvPr id="0" name="Object 4"/>
                      <p:cNvPicPr>
                        <a:picLocks noChangeAspect="1" noChangeArrowheads="1"/>
                      </p:cNvPicPr>
                      <p:nvPr/>
                    </p:nvPicPr>
                    <p:blipFill>
                      <a:blip r:embed="rId6">
                        <a:extLst>
                          <a:ext uri="{28A0092B-C50C-407E-A947-70E740481C1C}">
                            <a14:useLocalDpi xmlns:a14="http://schemas.microsoft.com/office/drawing/2010/main" val="0"/>
                          </a:ext>
                        </a:extLst>
                      </a:blip>
                      <a:srcRect t="25482" r="53331"/>
                      <a:stretch>
                        <a:fillRect/>
                      </a:stretch>
                    </p:blipFill>
                    <p:spPr bwMode="auto">
                      <a:xfrm>
                        <a:off x="538798" y="647700"/>
                        <a:ext cx="4537075" cy="2208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8" name="Line 11"/>
          <p:cNvSpPr>
            <a:spLocks noChangeShapeType="1"/>
          </p:cNvSpPr>
          <p:nvPr/>
        </p:nvSpPr>
        <p:spPr bwMode="auto">
          <a:xfrm>
            <a:off x="4716463" y="1844675"/>
            <a:ext cx="576262" cy="0"/>
          </a:xfrm>
          <a:prstGeom prst="line">
            <a:avLst/>
          </a:prstGeom>
          <a:noFill/>
          <a:ln w="76200">
            <a:solidFill>
              <a:schemeClr val="bg1"/>
            </a:solidFill>
            <a:miter lim="800000"/>
            <a:tailEnd type="triangle" w="lg" len="lg"/>
          </a:ln>
          <a:extLst>
            <a:ext uri="{909E8E84-426E-40DD-AFC4-6F175D3DCCD1}">
              <a14:hiddenFill xmlns:a14="http://schemas.microsoft.com/office/drawing/2010/main">
                <a:noFill/>
              </a14:hiddenFill>
            </a:ext>
          </a:extLst>
        </p:spPr>
        <p:txBody>
          <a:bodyPr wrap="none"/>
          <a:lstStyle/>
          <a:p>
            <a:endParaRPr lang="zh-CN" altLang="en-US"/>
          </a:p>
        </p:txBody>
      </p:sp>
    </p:spTree>
    <p:custDataLst>
      <p:tags r:id="rId7"/>
    </p:custDataLst>
  </p:cSld>
  <p:clrMapOvr>
    <a:masterClrMapping/>
  </p:clrMapOvr>
  <mc:AlternateContent xmlns:mc="http://schemas.openxmlformats.org/markup-compatibility/2006">
    <mc:Choice xmlns:p14="http://schemas.microsoft.com/office/powerpoint/2010/main" Requires="p14">
      <p:transition spd="slow" p14:dur="2000" advTm="109288"/>
    </mc:Choice>
    <mc:Fallback>
      <p:transition spd="slow" advTm="109288"/>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additive="base">
                                        <p:cTn id="11" dur="500" fill="hold"/>
                                        <p:tgtEl>
                                          <p:spTgt spid="6"/>
                                        </p:tgtEl>
                                        <p:attrNameLst>
                                          <p:attrName>ppt_x</p:attrName>
                                        </p:attrNameLst>
                                      </p:cBhvr>
                                      <p:tavLst>
                                        <p:tav tm="0">
                                          <p:val>
                                            <p:strVal val="#ppt_x"/>
                                          </p:val>
                                        </p:tav>
                                        <p:tav tm="100000">
                                          <p:val>
                                            <p:strVal val="#ppt_x"/>
                                          </p:val>
                                        </p:tav>
                                      </p:tavLst>
                                    </p:anim>
                                    <p:anim calcmode="lin" valueType="num">
                                      <p:cBhvr additive="base">
                                        <p:cTn id="12" dur="500" fill="hold"/>
                                        <p:tgtEl>
                                          <p:spTgt spid="6"/>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99332"/>
                                        </p:tgtEl>
                                        <p:attrNameLst>
                                          <p:attrName>style.visibility</p:attrName>
                                        </p:attrNameLst>
                                      </p:cBhvr>
                                      <p:to>
                                        <p:strVal val="visible"/>
                                      </p:to>
                                    </p:set>
                                    <p:anim calcmode="lin" valueType="num">
                                      <p:cBhvr additive="base">
                                        <p:cTn id="15" dur="500" fill="hold"/>
                                        <p:tgtEl>
                                          <p:spTgt spid="99332"/>
                                        </p:tgtEl>
                                        <p:attrNameLst>
                                          <p:attrName>ppt_x</p:attrName>
                                        </p:attrNameLst>
                                      </p:cBhvr>
                                      <p:tavLst>
                                        <p:tav tm="0">
                                          <p:val>
                                            <p:strVal val="#ppt_x"/>
                                          </p:val>
                                        </p:tav>
                                        <p:tav tm="100000">
                                          <p:val>
                                            <p:strVal val="#ppt_x"/>
                                          </p:val>
                                        </p:tav>
                                      </p:tavLst>
                                    </p:anim>
                                    <p:anim calcmode="lin" valueType="num">
                                      <p:cBhvr additive="base">
                                        <p:cTn id="16" dur="500" fill="hold"/>
                                        <p:tgtEl>
                                          <p:spTgt spid="99332"/>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9" presetClass="entr" presetSubtype="0" fill="hold" nodeType="clickEffect">
                                  <p:stCondLst>
                                    <p:cond delay="0"/>
                                  </p:stCondLst>
                                  <p:childTnLst>
                                    <p:set>
                                      <p:cBhvr>
                                        <p:cTn id="20" dur="1" fill="hold">
                                          <p:stCondLst>
                                            <p:cond delay="0"/>
                                          </p:stCondLst>
                                        </p:cTn>
                                        <p:tgtEl>
                                          <p:spTgt spid="366600"/>
                                        </p:tgtEl>
                                        <p:attrNameLst>
                                          <p:attrName>style.visibility</p:attrName>
                                        </p:attrNameLst>
                                      </p:cBhvr>
                                      <p:to>
                                        <p:strVal val="visible"/>
                                      </p:to>
                                    </p:set>
                                    <p:animEffect transition="in" filter="dissolve">
                                      <p:cBhvr>
                                        <p:cTn id="21" dur="500"/>
                                        <p:tgtEl>
                                          <p:spTgt spid="36660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9332" grpId="0"/>
      <p:bldP spid="99332" grpId="1"/>
    </p:bld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4"/>
          <p:cNvSpPr>
            <a:spLocks noGrp="1" noChangeArrowheads="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a:spcBef>
                <a:spcPct val="0"/>
              </a:spcBef>
              <a:buFontTx/>
              <a:buNone/>
            </a:pPr>
            <a:fld id="{954D5E56-0CEE-4DA0-AD4C-1793F4472BFD}" type="datetime1">
              <a:rPr kumimoji="0" lang="zh-CN" altLang="en-US" sz="1200" smtClean="0">
                <a:solidFill>
                  <a:srgbClr val="000000"/>
                </a:solidFill>
                <a:ea typeface="宋体" panose="02010600030101010101" pitchFamily="2" charset="-122"/>
              </a:rPr>
            </a:fld>
            <a:endParaRPr kumimoji="0" lang="en-US" altLang="zh-CN" sz="1200">
              <a:solidFill>
                <a:srgbClr val="000000"/>
              </a:solidFill>
              <a:ea typeface="宋体" panose="02010600030101010101" pitchFamily="2" charset="-122"/>
            </a:endParaRPr>
          </a:p>
        </p:txBody>
      </p:sp>
      <p:sp>
        <p:nvSpPr>
          <p:cNvPr id="100355" name="Rectangle 2"/>
          <p:cNvSpPr>
            <a:spLocks noChangeArrowheads="1"/>
          </p:cNvSpPr>
          <p:nvPr/>
        </p:nvSpPr>
        <p:spPr bwMode="auto">
          <a:xfrm>
            <a:off x="2533650" y="2763838"/>
            <a:ext cx="91440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spcBef>
                <a:spcPct val="0"/>
              </a:spcBef>
              <a:buFontTx/>
              <a:buNone/>
            </a:pPr>
            <a:endParaRPr kumimoji="0" lang="zh-CN" altLang="en-US" sz="1800">
              <a:solidFill>
                <a:srgbClr val="000000"/>
              </a:solidFill>
              <a:ea typeface="宋体" panose="02010600030101010101" pitchFamily="2" charset="-122"/>
            </a:endParaRPr>
          </a:p>
        </p:txBody>
      </p:sp>
      <p:graphicFrame>
        <p:nvGraphicFramePr>
          <p:cNvPr id="477192" name="Object 2"/>
          <p:cNvGraphicFramePr>
            <a:graphicFrameLocks noChangeAspect="1"/>
          </p:cNvGraphicFramePr>
          <p:nvPr/>
        </p:nvGraphicFramePr>
        <p:xfrm>
          <a:off x="1043305" y="404495"/>
          <a:ext cx="4951730" cy="1766570"/>
        </p:xfrm>
        <a:graphic>
          <a:graphicData uri="http://schemas.openxmlformats.org/presentationml/2006/ole">
            <mc:AlternateContent xmlns:mc="http://schemas.openxmlformats.org/markup-compatibility/2006">
              <mc:Choice xmlns:v="urn:schemas-microsoft-com:vml" Requires="v">
                <p:oleObj spid="_x0000_s2" name="公式" r:id="rId1" imgW="1828800" imgH="634365" progId="Equation.3">
                  <p:embed/>
                </p:oleObj>
              </mc:Choice>
              <mc:Fallback>
                <p:oleObj name="公式" r:id="rId1" imgW="1828800" imgH="634365" progId="Equation.3">
                  <p:embed/>
                  <p:pic>
                    <p:nvPicPr>
                      <p:cNvPr id="0" name="Object 2"/>
                      <p:cNvPicPr>
                        <a:picLocks noChangeAspect="1" noChangeArrowheads="1"/>
                      </p:cNvPicPr>
                      <p:nvPr/>
                    </p:nvPicPr>
                    <p:blipFill>
                      <a:blip r:embed="rId2"/>
                      <a:srcRect/>
                      <a:stretch>
                        <a:fillRect/>
                      </a:stretch>
                    </p:blipFill>
                    <p:spPr bwMode="auto">
                      <a:xfrm>
                        <a:off x="1043305" y="404495"/>
                        <a:ext cx="4951730" cy="176657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477194" name="Object 3"/>
          <p:cNvGraphicFramePr>
            <a:graphicFrameLocks noChangeAspect="1"/>
          </p:cNvGraphicFramePr>
          <p:nvPr/>
        </p:nvGraphicFramePr>
        <p:xfrm>
          <a:off x="1475740" y="2708910"/>
          <a:ext cx="6235700" cy="3453765"/>
        </p:xfrm>
        <a:graphic>
          <a:graphicData uri="http://schemas.openxmlformats.org/presentationml/2006/ole">
            <mc:AlternateContent xmlns:mc="http://schemas.openxmlformats.org/markup-compatibility/2006">
              <mc:Choice xmlns:v="urn:schemas-microsoft-com:vml" Requires="v">
                <p:oleObj spid="_x0000_s3" name="公式" r:id="rId3" imgW="1892300" imgH="1193800" progId="Equation.3">
                  <p:embed/>
                </p:oleObj>
              </mc:Choice>
              <mc:Fallback>
                <p:oleObj name="公式" r:id="rId3" imgW="1892300" imgH="1193800" progId="Equation.3">
                  <p:embed/>
                  <p:pic>
                    <p:nvPicPr>
                      <p:cNvPr id="0" name="Object 3"/>
                      <p:cNvPicPr>
                        <a:picLocks noChangeAspect="1" noChangeArrowheads="1"/>
                      </p:cNvPicPr>
                      <p:nvPr/>
                    </p:nvPicPr>
                    <p:blipFill>
                      <a:blip r:embed="rId4"/>
                      <a:srcRect/>
                      <a:stretch>
                        <a:fillRect/>
                      </a:stretch>
                    </p:blipFill>
                    <p:spPr bwMode="auto">
                      <a:xfrm>
                        <a:off x="1475740" y="2708910"/>
                        <a:ext cx="6235700" cy="34537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Tree>
    <p:custDataLst>
      <p:tags r:id="rId5"/>
    </p:custDataLst>
  </p:cSld>
  <p:clrMapOvr>
    <a:masterClrMapping/>
  </p:clrMapOvr>
  <mc:AlternateContent xmlns:mc="http://schemas.openxmlformats.org/markup-compatibility/2006">
    <mc:Choice xmlns:p14="http://schemas.microsoft.com/office/powerpoint/2010/main" Requires="p14">
      <p:transition spd="slow" p14:dur="2000" advTm="69631"/>
    </mc:Choice>
    <mc:Fallback>
      <p:transition spd="slow" advTm="69631"/>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nodeType="afterEffect">
                                  <p:stCondLst>
                                    <p:cond delay="0"/>
                                  </p:stCondLst>
                                  <p:childTnLst>
                                    <p:set>
                                      <p:cBhvr>
                                        <p:cTn id="6" dur="1" fill="hold">
                                          <p:stCondLst>
                                            <p:cond delay="0"/>
                                          </p:stCondLst>
                                        </p:cTn>
                                        <p:tgtEl>
                                          <p:spTgt spid="477192"/>
                                        </p:tgtEl>
                                        <p:attrNameLst>
                                          <p:attrName>style.visibility</p:attrName>
                                        </p:attrNameLst>
                                      </p:cBhvr>
                                      <p:to>
                                        <p:strVal val="visible"/>
                                      </p:to>
                                    </p:set>
                                    <p:animEffect transition="in" filter="dissolve">
                                      <p:cBhvr>
                                        <p:cTn id="7" dur="500"/>
                                        <p:tgtEl>
                                          <p:spTgt spid="477192"/>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477194"/>
                                        </p:tgtEl>
                                        <p:attrNameLst>
                                          <p:attrName>style.visibility</p:attrName>
                                        </p:attrNameLst>
                                      </p:cBhvr>
                                      <p:to>
                                        <p:strVal val="visible"/>
                                      </p:to>
                                    </p:set>
                                    <p:animEffect transition="in" filter="dissolve">
                                      <p:cBhvr>
                                        <p:cTn id="12" dur="500"/>
                                        <p:tgtEl>
                                          <p:spTgt spid="47719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1378" name="Rectangle 4"/>
          <p:cNvSpPr>
            <a:spLocks noGrp="1" noChangeArrowheads="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a:spcBef>
                <a:spcPct val="0"/>
              </a:spcBef>
              <a:buFontTx/>
              <a:buNone/>
            </a:pPr>
            <a:fld id="{49B3D2FE-50A9-4BB9-B0C9-C885FC76BB62}" type="datetime1">
              <a:rPr kumimoji="0" lang="zh-CN" altLang="en-US" sz="1200" smtClean="0">
                <a:solidFill>
                  <a:srgbClr val="000000"/>
                </a:solidFill>
                <a:ea typeface="宋体" panose="02010600030101010101" pitchFamily="2" charset="-122"/>
              </a:rPr>
            </a:fld>
            <a:endParaRPr kumimoji="0" lang="en-US" altLang="zh-CN" sz="1200">
              <a:solidFill>
                <a:srgbClr val="000000"/>
              </a:solidFill>
              <a:ea typeface="宋体" panose="02010600030101010101" pitchFamily="2" charset="-122"/>
            </a:endParaRPr>
          </a:p>
        </p:txBody>
      </p:sp>
      <p:sp>
        <p:nvSpPr>
          <p:cNvPr id="101379" name="Rectangle 2"/>
          <p:cNvSpPr>
            <a:spLocks noGrp="1" noChangeArrowheads="1"/>
          </p:cNvSpPr>
          <p:nvPr>
            <p:ph type="title" idx="4294967295"/>
          </p:nvPr>
        </p:nvSpPr>
        <p:spPr>
          <a:xfrm>
            <a:off x="611188" y="242888"/>
            <a:ext cx="2590800" cy="4048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kumimoji="0" lang="zh-CN" altLang="en-US" sz="2400">
                <a:solidFill>
                  <a:srgbClr val="000000"/>
                </a:solidFill>
                <a:effectLst/>
                <a:latin typeface="宋体" panose="02010600030101010101" pitchFamily="2" charset="-122"/>
              </a:rPr>
              <a:t>补充例题：</a:t>
            </a:r>
            <a:endParaRPr kumimoji="0" lang="zh-CN" altLang="en-US" sz="2400">
              <a:solidFill>
                <a:srgbClr val="000000"/>
              </a:solidFill>
              <a:effectLst/>
              <a:latin typeface="宋体" panose="02010600030101010101" pitchFamily="2" charset="-122"/>
            </a:endParaRPr>
          </a:p>
        </p:txBody>
      </p:sp>
      <p:sp>
        <p:nvSpPr>
          <p:cNvPr id="101380" name="Rectangle 4"/>
          <p:cNvSpPr>
            <a:spLocks noChangeArrowheads="1"/>
          </p:cNvSpPr>
          <p:nvPr/>
        </p:nvSpPr>
        <p:spPr bwMode="auto">
          <a:xfrm>
            <a:off x="539750" y="620713"/>
            <a:ext cx="1143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spcBef>
                <a:spcPct val="0"/>
              </a:spcBef>
              <a:buFontTx/>
              <a:buNone/>
            </a:pPr>
            <a:r>
              <a:rPr lang="zh-CN" altLang="en-US" sz="2000">
                <a:solidFill>
                  <a:srgbClr val="000000"/>
                </a:solidFill>
                <a:latin typeface="Tahoma" panose="020B0604030504040204" pitchFamily="34" charset="0"/>
                <a:ea typeface="宋体" panose="02010600030101010101" pitchFamily="2" charset="-122"/>
              </a:rPr>
              <a:t>例</a:t>
            </a:r>
            <a:r>
              <a:rPr lang="en-US" altLang="zh-CN" sz="2000">
                <a:solidFill>
                  <a:srgbClr val="000000"/>
                </a:solidFill>
                <a:latin typeface="Tahoma" panose="020B0604030504040204" pitchFamily="34" charset="0"/>
                <a:ea typeface="宋体" panose="02010600030101010101" pitchFamily="2" charset="-122"/>
              </a:rPr>
              <a:t>1</a:t>
            </a:r>
            <a:r>
              <a:rPr lang="zh-CN" altLang="en-US" sz="2000">
                <a:solidFill>
                  <a:srgbClr val="000000"/>
                </a:solidFill>
                <a:latin typeface="Tahoma" panose="020B0604030504040204" pitchFamily="34" charset="0"/>
                <a:ea typeface="宋体" panose="02010600030101010101" pitchFamily="2" charset="-122"/>
              </a:rPr>
              <a:t>：</a:t>
            </a:r>
            <a:endParaRPr lang="zh-CN" altLang="en-US" sz="2000">
              <a:solidFill>
                <a:srgbClr val="000000"/>
              </a:solidFill>
              <a:latin typeface="Tahoma" panose="020B0604030504040204" pitchFamily="34" charset="0"/>
              <a:ea typeface="宋体" panose="02010600030101010101" pitchFamily="2" charset="-122"/>
            </a:endParaRPr>
          </a:p>
        </p:txBody>
      </p:sp>
      <p:sp>
        <p:nvSpPr>
          <p:cNvPr id="101381" name="Rectangle 6"/>
          <p:cNvSpPr>
            <a:spLocks noChangeArrowheads="1"/>
          </p:cNvSpPr>
          <p:nvPr/>
        </p:nvSpPr>
        <p:spPr bwMode="auto">
          <a:xfrm>
            <a:off x="395288" y="908050"/>
            <a:ext cx="56388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spcBef>
                <a:spcPct val="0"/>
              </a:spcBef>
              <a:buFontTx/>
              <a:buNone/>
            </a:pPr>
            <a:r>
              <a:rPr lang="en-US" altLang="zh-CN" sz="2000">
                <a:solidFill>
                  <a:srgbClr val="000000"/>
                </a:solidFill>
                <a:latin typeface="Tahoma" panose="020B0604030504040204" pitchFamily="34" charset="0"/>
                <a:ea typeface="宋体" panose="02010600030101010101" pitchFamily="2" charset="-122"/>
              </a:rPr>
              <a:t>         </a:t>
            </a:r>
            <a:r>
              <a:rPr lang="zh-CN" altLang="en-US" sz="2000">
                <a:solidFill>
                  <a:srgbClr val="000000"/>
                </a:solidFill>
                <a:latin typeface="Tahoma" panose="020B0604030504040204" pitchFamily="34" charset="0"/>
                <a:ea typeface="宋体" panose="02010600030101010101" pitchFamily="2" charset="-122"/>
              </a:rPr>
              <a:t>图示电路，</a:t>
            </a:r>
            <a:r>
              <a:rPr lang="en-US" altLang="zh-CN" sz="2000">
                <a:solidFill>
                  <a:srgbClr val="000000"/>
                </a:solidFill>
                <a:latin typeface="Tahoma" panose="020B0604030504040204" pitchFamily="34" charset="0"/>
                <a:ea typeface="宋体" panose="02010600030101010101" pitchFamily="2" charset="-122"/>
              </a:rPr>
              <a:t>t&lt;0 </a:t>
            </a:r>
            <a:r>
              <a:rPr lang="zh-CN" altLang="en-US" sz="2000">
                <a:solidFill>
                  <a:srgbClr val="000000"/>
                </a:solidFill>
                <a:latin typeface="Tahoma" panose="020B0604030504040204" pitchFamily="34" charset="0"/>
                <a:ea typeface="宋体" panose="02010600030101010101" pitchFamily="2" charset="-122"/>
              </a:rPr>
              <a:t>，</a:t>
            </a:r>
            <a:r>
              <a:rPr lang="en-US" altLang="zh-CN" sz="2000">
                <a:solidFill>
                  <a:srgbClr val="000000"/>
                </a:solidFill>
                <a:latin typeface="Tahoma" panose="020B0604030504040204" pitchFamily="34" charset="0"/>
                <a:ea typeface="宋体" panose="02010600030101010101" pitchFamily="2" charset="-122"/>
              </a:rPr>
              <a:t>K</a:t>
            </a:r>
            <a:r>
              <a:rPr lang="zh-CN" altLang="en-US" sz="2000">
                <a:solidFill>
                  <a:srgbClr val="000000"/>
                </a:solidFill>
                <a:latin typeface="Tahoma" panose="020B0604030504040204" pitchFamily="34" charset="0"/>
                <a:ea typeface="宋体" panose="02010600030101010101" pitchFamily="2" charset="-122"/>
              </a:rPr>
              <a:t>打开，电路稳定，有</a:t>
            </a:r>
            <a:r>
              <a:rPr lang="zh-CN" altLang="en-US" sz="1800">
                <a:solidFill>
                  <a:srgbClr val="000000"/>
                </a:solidFill>
                <a:latin typeface="Tahoma" panose="020B0604030504040204" pitchFamily="34" charset="0"/>
                <a:ea typeface="宋体" panose="02010600030101010101" pitchFamily="2" charset="-122"/>
              </a:rPr>
              <a:t>  </a:t>
            </a:r>
            <a:endParaRPr lang="zh-CN" altLang="en-US" sz="1800">
              <a:solidFill>
                <a:srgbClr val="000000"/>
              </a:solidFill>
              <a:latin typeface="Tahoma" panose="020B0604030504040204" pitchFamily="34" charset="0"/>
              <a:ea typeface="宋体" panose="02010600030101010101" pitchFamily="2" charset="-122"/>
            </a:endParaRPr>
          </a:p>
        </p:txBody>
      </p:sp>
      <p:graphicFrame>
        <p:nvGraphicFramePr>
          <p:cNvPr id="101382" name="Object 2"/>
          <p:cNvGraphicFramePr>
            <a:graphicFrameLocks noChangeAspect="1"/>
          </p:cNvGraphicFramePr>
          <p:nvPr/>
        </p:nvGraphicFramePr>
        <p:xfrm>
          <a:off x="1295400" y="1463675"/>
          <a:ext cx="1311275" cy="452438"/>
        </p:xfrm>
        <a:graphic>
          <a:graphicData uri="http://schemas.openxmlformats.org/presentationml/2006/ole">
            <mc:AlternateContent xmlns:mc="http://schemas.openxmlformats.org/markup-compatibility/2006">
              <mc:Choice xmlns:v="urn:schemas-microsoft-com:vml" Requires="v">
                <p:oleObj spid="_x0000_s2" name="Equation" r:id="rId1" imgW="445135" imgH="133350" progId="Equation.3">
                  <p:embed/>
                </p:oleObj>
              </mc:Choice>
              <mc:Fallback>
                <p:oleObj name="Equation" r:id="rId1" imgW="445135" imgH="133350" progId="Equation.3">
                  <p:embed/>
                  <p:pic>
                    <p:nvPicPr>
                      <p:cNvPr id="0" name="Object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95400" y="1463675"/>
                        <a:ext cx="1311275" cy="4524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101383" name="Object 3"/>
          <p:cNvGraphicFramePr>
            <a:graphicFrameLocks noChangeAspect="1"/>
          </p:cNvGraphicFramePr>
          <p:nvPr/>
        </p:nvGraphicFramePr>
        <p:xfrm>
          <a:off x="3124200" y="1463675"/>
          <a:ext cx="1336675" cy="452438"/>
        </p:xfrm>
        <a:graphic>
          <a:graphicData uri="http://schemas.openxmlformats.org/presentationml/2006/ole">
            <mc:AlternateContent xmlns:mc="http://schemas.openxmlformats.org/markup-compatibility/2006">
              <mc:Choice xmlns:v="urn:schemas-microsoft-com:vml" Requires="v">
                <p:oleObj spid="_x0000_s3" name="Equation" r:id="rId3" imgW="455295" imgH="133350" progId="Equation.3">
                  <p:embed/>
                </p:oleObj>
              </mc:Choice>
              <mc:Fallback>
                <p:oleObj name="Equation" r:id="rId3" imgW="455295" imgH="133350" progId="Equation.3">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124200" y="1463675"/>
                        <a:ext cx="1336675" cy="4524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469001" name="Rectangle 9"/>
          <p:cNvSpPr>
            <a:spLocks noChangeArrowheads="1"/>
          </p:cNvSpPr>
          <p:nvPr/>
        </p:nvSpPr>
        <p:spPr bwMode="auto">
          <a:xfrm>
            <a:off x="1187450" y="2636838"/>
            <a:ext cx="4824413" cy="7067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spcBef>
                <a:spcPct val="0"/>
              </a:spcBef>
              <a:buFontTx/>
              <a:buNone/>
            </a:pPr>
            <a:r>
              <a:rPr lang="en-US" altLang="zh-CN" sz="2000">
                <a:solidFill>
                  <a:srgbClr val="000000"/>
                </a:solidFill>
                <a:latin typeface="Tahoma" panose="020B0604030504040204" pitchFamily="34" charset="0"/>
                <a:ea typeface="宋体" panose="02010600030101010101" pitchFamily="2" charset="-122"/>
              </a:rPr>
              <a:t>   t=0 </a:t>
            </a:r>
            <a:r>
              <a:rPr lang="zh-CN" altLang="en-US" sz="2000">
                <a:solidFill>
                  <a:srgbClr val="000000"/>
                </a:solidFill>
                <a:latin typeface="Tahoma" panose="020B0604030504040204" pitchFamily="34" charset="0"/>
                <a:ea typeface="宋体" panose="02010600030101010101" pitchFamily="2" charset="-122"/>
              </a:rPr>
              <a:t>，</a:t>
            </a:r>
            <a:r>
              <a:rPr lang="en-US" altLang="zh-CN" sz="2000">
                <a:solidFill>
                  <a:srgbClr val="000000"/>
                </a:solidFill>
                <a:latin typeface="Tahoma" panose="020B0604030504040204" pitchFamily="34" charset="0"/>
                <a:ea typeface="宋体" panose="02010600030101010101" pitchFamily="2" charset="-122"/>
              </a:rPr>
              <a:t>K</a:t>
            </a:r>
            <a:r>
              <a:rPr lang="zh-CN" altLang="en-US" sz="2000">
                <a:solidFill>
                  <a:srgbClr val="000000"/>
                </a:solidFill>
                <a:latin typeface="Tahoma" panose="020B0604030504040204" pitchFamily="34" charset="0"/>
                <a:ea typeface="宋体" panose="02010600030101010101" pitchFamily="2" charset="-122"/>
              </a:rPr>
              <a:t>闭合，有</a:t>
            </a:r>
            <a:r>
              <a:rPr lang="en-US" altLang="zh-CN" sz="2000">
                <a:solidFill>
                  <a:srgbClr val="000000"/>
                </a:solidFill>
                <a:latin typeface="楷体_GB2312" pitchFamily="49" charset="-122"/>
                <a:ea typeface="宋体" panose="02010600030101010101" pitchFamily="2" charset="-122"/>
              </a:rPr>
              <a:t>s</a:t>
            </a:r>
            <a:r>
              <a:rPr lang="zh-CN" altLang="en-US" sz="2000">
                <a:solidFill>
                  <a:srgbClr val="000000"/>
                </a:solidFill>
                <a:ea typeface="宋体" panose="02010600030101010101" pitchFamily="2" charset="-122"/>
              </a:rPr>
              <a:t>域等效模型（按导纳公式）：</a:t>
            </a:r>
            <a:endParaRPr lang="zh-CN" altLang="en-US" sz="2000">
              <a:solidFill>
                <a:srgbClr val="000000"/>
              </a:solidFill>
              <a:ea typeface="宋体" panose="02010600030101010101" pitchFamily="2" charset="-122"/>
            </a:endParaRPr>
          </a:p>
        </p:txBody>
      </p:sp>
      <p:graphicFrame>
        <p:nvGraphicFramePr>
          <p:cNvPr id="469002" name="Object 4"/>
          <p:cNvGraphicFramePr>
            <a:graphicFrameLocks noChangeAspect="1"/>
          </p:cNvGraphicFramePr>
          <p:nvPr/>
        </p:nvGraphicFramePr>
        <p:xfrm>
          <a:off x="971550" y="3361373"/>
          <a:ext cx="4425950" cy="875030"/>
        </p:xfrm>
        <a:graphic>
          <a:graphicData uri="http://schemas.openxmlformats.org/presentationml/2006/ole">
            <mc:AlternateContent xmlns:mc="http://schemas.openxmlformats.org/markup-compatibility/2006">
              <mc:Choice xmlns:v="urn:schemas-microsoft-com:vml" Requires="v">
                <p:oleObj spid="_x0000_s4" name="公式" r:id="rId5" imgW="2374265" imgH="393700" progId="Equation.3">
                  <p:embed/>
                </p:oleObj>
              </mc:Choice>
              <mc:Fallback>
                <p:oleObj name="公式" r:id="rId5" imgW="2374265" imgH="393700" progId="Equation.3">
                  <p:embed/>
                  <p:pic>
                    <p:nvPicPr>
                      <p:cNvPr id="0" name="Object 4"/>
                      <p:cNvPicPr>
                        <a:picLocks noChangeAspect="1" noChangeArrowheads="1"/>
                      </p:cNvPicPr>
                      <p:nvPr/>
                    </p:nvPicPr>
                    <p:blipFill>
                      <a:blip r:embed="rId6"/>
                      <a:srcRect/>
                      <a:stretch>
                        <a:fillRect/>
                      </a:stretch>
                    </p:blipFill>
                    <p:spPr bwMode="auto">
                      <a:xfrm>
                        <a:off x="971550" y="3361373"/>
                        <a:ext cx="4425950" cy="87503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469003" name="Object 5"/>
          <p:cNvGraphicFramePr>
            <a:graphicFrameLocks noChangeAspect="1"/>
          </p:cNvGraphicFramePr>
          <p:nvPr/>
        </p:nvGraphicFramePr>
        <p:xfrm>
          <a:off x="755650" y="4104640"/>
          <a:ext cx="3560445" cy="1174750"/>
        </p:xfrm>
        <a:graphic>
          <a:graphicData uri="http://schemas.openxmlformats.org/presentationml/2006/ole">
            <mc:AlternateContent xmlns:mc="http://schemas.openxmlformats.org/markup-compatibility/2006">
              <mc:Choice xmlns:v="urn:schemas-microsoft-com:vml" Requires="v">
                <p:oleObj spid="_x0000_s5" name="Equation" r:id="rId7" imgW="1816100" imgH="584200" progId="Equation.3">
                  <p:embed/>
                </p:oleObj>
              </mc:Choice>
              <mc:Fallback>
                <p:oleObj name="Equation" r:id="rId7" imgW="1816100" imgH="584200" progId="Equation.3">
                  <p:embed/>
                  <p:pic>
                    <p:nvPicPr>
                      <p:cNvPr id="0" name="Object 5"/>
                      <p:cNvPicPr>
                        <a:picLocks noChangeAspect="1" noChangeArrowheads="1"/>
                      </p:cNvPicPr>
                      <p:nvPr/>
                    </p:nvPicPr>
                    <p:blipFill>
                      <a:blip r:embed="rId8"/>
                      <a:srcRect/>
                      <a:stretch>
                        <a:fillRect/>
                      </a:stretch>
                    </p:blipFill>
                    <p:spPr bwMode="auto">
                      <a:xfrm>
                        <a:off x="755650" y="4104640"/>
                        <a:ext cx="3560445" cy="11747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469004" name="Object 6"/>
          <p:cNvGraphicFramePr>
            <a:graphicFrameLocks noChangeAspect="1"/>
          </p:cNvGraphicFramePr>
          <p:nvPr/>
        </p:nvGraphicFramePr>
        <p:xfrm>
          <a:off x="5724525" y="2708275"/>
          <a:ext cx="3419475" cy="2370138"/>
        </p:xfrm>
        <a:graphic>
          <a:graphicData uri="http://schemas.openxmlformats.org/presentationml/2006/ole">
            <mc:AlternateContent xmlns:mc="http://schemas.openxmlformats.org/markup-compatibility/2006">
              <mc:Choice xmlns:v="urn:schemas-microsoft-com:vml" Requires="v">
                <p:oleObj spid="_x0000_s6" name="位图图像" r:id="rId9" imgW="3286125" imgH="2276475" progId="Paint.Picture">
                  <p:embed/>
                </p:oleObj>
              </mc:Choice>
              <mc:Fallback>
                <p:oleObj name="位图图像" r:id="rId9" imgW="3286125" imgH="2276475" progId="Paint.Picture">
                  <p:embed/>
                  <p:pic>
                    <p:nvPicPr>
                      <p:cNvPr id="0" name="Object 6"/>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724525" y="2708275"/>
                        <a:ext cx="3419475" cy="2370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aphicFrame>
        <p:nvGraphicFramePr>
          <p:cNvPr id="101388" name="Object 7"/>
          <p:cNvGraphicFramePr>
            <a:graphicFrameLocks noChangeAspect="1"/>
          </p:cNvGraphicFramePr>
          <p:nvPr/>
        </p:nvGraphicFramePr>
        <p:xfrm>
          <a:off x="5724525" y="260350"/>
          <a:ext cx="3419475" cy="2368550"/>
        </p:xfrm>
        <a:graphic>
          <a:graphicData uri="http://schemas.openxmlformats.org/presentationml/2006/ole">
            <mc:AlternateContent xmlns:mc="http://schemas.openxmlformats.org/markup-compatibility/2006">
              <mc:Choice xmlns:v="urn:schemas-microsoft-com:vml" Requires="v">
                <p:oleObj spid="_x0000_s7" name="位图图像" r:id="rId11" imgW="2695575" imgH="1866900" progId="Paint.Picture">
                  <p:embed/>
                </p:oleObj>
              </mc:Choice>
              <mc:Fallback>
                <p:oleObj name="位图图像" r:id="rId11" imgW="2695575" imgH="1866900" progId="Paint.Picture">
                  <p:embed/>
                  <p:pic>
                    <p:nvPicPr>
                      <p:cNvPr id="0" name="Object 7"/>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724525" y="260350"/>
                        <a:ext cx="3419475" cy="2368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sp>
        <p:nvSpPr>
          <p:cNvPr id="101389" name="Text Box 16"/>
          <p:cNvSpPr txBox="1">
            <a:spLocks noChangeArrowheads="1"/>
          </p:cNvSpPr>
          <p:nvPr/>
        </p:nvSpPr>
        <p:spPr bwMode="auto">
          <a:xfrm>
            <a:off x="1042988" y="2168525"/>
            <a:ext cx="20891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spcBef>
                <a:spcPct val="50000"/>
              </a:spcBef>
              <a:buFontTx/>
              <a:buNone/>
            </a:pPr>
            <a:r>
              <a:rPr lang="zh-CN" altLang="en-US" sz="2000">
                <a:solidFill>
                  <a:srgbClr val="000000"/>
                </a:solidFill>
                <a:latin typeface="Tahoma" panose="020B0604030504040204" pitchFamily="34" charset="0"/>
                <a:ea typeface="宋体" panose="02010600030101010101" pitchFamily="2" charset="-122"/>
              </a:rPr>
              <a:t>求：</a:t>
            </a:r>
            <a:r>
              <a:rPr lang="en-US" altLang="zh-CN" sz="2000">
                <a:solidFill>
                  <a:srgbClr val="000000"/>
                </a:solidFill>
                <a:latin typeface="Tahoma" panose="020B0604030504040204" pitchFamily="34" charset="0"/>
                <a:ea typeface="宋体" panose="02010600030101010101" pitchFamily="2" charset="-122"/>
              </a:rPr>
              <a:t>u</a:t>
            </a:r>
            <a:r>
              <a:rPr lang="en-US" altLang="zh-CN" sz="2000" baseline="-25000">
                <a:solidFill>
                  <a:srgbClr val="000000"/>
                </a:solidFill>
                <a:latin typeface="Tahoma" panose="020B0604030504040204" pitchFamily="34" charset="0"/>
                <a:ea typeface="宋体" panose="02010600030101010101" pitchFamily="2" charset="-122"/>
              </a:rPr>
              <a:t>2</a:t>
            </a:r>
            <a:r>
              <a:rPr lang="en-US" altLang="zh-CN" sz="2000">
                <a:solidFill>
                  <a:srgbClr val="000000"/>
                </a:solidFill>
                <a:latin typeface="Tahoma" panose="020B0604030504040204" pitchFamily="34" charset="0"/>
                <a:ea typeface="宋体" panose="02010600030101010101" pitchFamily="2" charset="-122"/>
              </a:rPr>
              <a:t>(t)</a:t>
            </a:r>
            <a:endParaRPr lang="en-US" altLang="zh-CN" sz="2000">
              <a:solidFill>
                <a:srgbClr val="000000"/>
              </a:solidFill>
              <a:latin typeface="Tahoma" panose="020B0604030504040204" pitchFamily="34" charset="0"/>
              <a:ea typeface="宋体" panose="02010600030101010101" pitchFamily="2" charset="-122"/>
            </a:endParaRPr>
          </a:p>
        </p:txBody>
      </p:sp>
      <p:sp>
        <p:nvSpPr>
          <p:cNvPr id="469009" name="Text Box 17"/>
          <p:cNvSpPr txBox="1">
            <a:spLocks noChangeArrowheads="1"/>
          </p:cNvSpPr>
          <p:nvPr/>
        </p:nvSpPr>
        <p:spPr bwMode="auto">
          <a:xfrm>
            <a:off x="611188" y="2492375"/>
            <a:ext cx="6477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spcBef>
                <a:spcPct val="50000"/>
              </a:spcBef>
              <a:buFontTx/>
              <a:buNone/>
            </a:pPr>
            <a:r>
              <a:rPr lang="zh-CN" altLang="en-US" sz="1800">
                <a:solidFill>
                  <a:srgbClr val="000000"/>
                </a:solidFill>
                <a:latin typeface="Tahoma" panose="020B0604030504040204" pitchFamily="34" charset="0"/>
                <a:ea typeface="宋体" panose="02010600030101010101" pitchFamily="2" charset="-122"/>
              </a:rPr>
              <a:t>解：</a:t>
            </a:r>
            <a:endParaRPr lang="zh-CN" altLang="en-US" sz="1800">
              <a:solidFill>
                <a:srgbClr val="000000"/>
              </a:solidFill>
              <a:latin typeface="Tahoma" panose="020B0604030504040204" pitchFamily="34" charset="0"/>
              <a:ea typeface="宋体" panose="02010600030101010101" pitchFamily="2" charset="-122"/>
            </a:endParaRPr>
          </a:p>
        </p:txBody>
      </p:sp>
      <p:graphicFrame>
        <p:nvGraphicFramePr>
          <p:cNvPr id="469006" name="Object 8"/>
          <p:cNvGraphicFramePr>
            <a:graphicFrameLocks noChangeAspect="1"/>
          </p:cNvGraphicFramePr>
          <p:nvPr/>
        </p:nvGraphicFramePr>
        <p:xfrm>
          <a:off x="4618990" y="5279390"/>
          <a:ext cx="4365625" cy="1042670"/>
        </p:xfrm>
        <a:graphic>
          <a:graphicData uri="http://schemas.openxmlformats.org/presentationml/2006/ole">
            <mc:AlternateContent xmlns:mc="http://schemas.openxmlformats.org/markup-compatibility/2006">
              <mc:Choice xmlns:v="urn:schemas-microsoft-com:vml" Requires="v">
                <p:oleObj spid="_x0000_s8" name="Equation" r:id="rId13" imgW="1892300" imgH="342900" progId="Equation.3">
                  <p:embed/>
                </p:oleObj>
              </mc:Choice>
              <mc:Fallback>
                <p:oleObj name="Equation" r:id="rId13" imgW="1892300" imgH="342900" progId="Equation.3">
                  <p:embed/>
                  <p:pic>
                    <p:nvPicPr>
                      <p:cNvPr id="0" name="Object 8"/>
                      <p:cNvPicPr>
                        <a:picLocks noChangeAspect="1" noChangeArrowheads="1"/>
                      </p:cNvPicPr>
                      <p:nvPr/>
                    </p:nvPicPr>
                    <p:blipFill>
                      <a:blip r:embed="rId14"/>
                      <a:srcRect/>
                      <a:stretch>
                        <a:fillRect/>
                      </a:stretch>
                    </p:blipFill>
                    <p:spPr bwMode="auto">
                      <a:xfrm>
                        <a:off x="4618990" y="5279390"/>
                        <a:ext cx="4365625" cy="1042670"/>
                      </a:xfrm>
                      <a:prstGeom prst="rect">
                        <a:avLst/>
                      </a:prstGeom>
                      <a:solidFill>
                        <a:schemeClr val="folHlink"/>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469007" name="Object 9"/>
          <p:cNvGraphicFramePr>
            <a:graphicFrameLocks noChangeAspect="1"/>
          </p:cNvGraphicFramePr>
          <p:nvPr/>
        </p:nvGraphicFramePr>
        <p:xfrm>
          <a:off x="1403985" y="5307965"/>
          <a:ext cx="3055620" cy="1062990"/>
        </p:xfrm>
        <a:graphic>
          <a:graphicData uri="http://schemas.openxmlformats.org/presentationml/2006/ole">
            <mc:AlternateContent xmlns:mc="http://schemas.openxmlformats.org/markup-compatibility/2006">
              <mc:Choice xmlns:v="urn:schemas-microsoft-com:vml" Requires="v">
                <p:oleObj spid="_x0000_s9" name="公式" r:id="rId15" imgW="876300" imgH="495300" progId="Equation.3">
                  <p:embed/>
                </p:oleObj>
              </mc:Choice>
              <mc:Fallback>
                <p:oleObj name="公式" r:id="rId15" imgW="876300" imgH="495300" progId="Equation.3">
                  <p:embed/>
                  <p:pic>
                    <p:nvPicPr>
                      <p:cNvPr id="0" name="Object 9"/>
                      <p:cNvPicPr>
                        <a:picLocks noChangeAspect="1" noChangeArrowheads="1"/>
                      </p:cNvPicPr>
                      <p:nvPr/>
                    </p:nvPicPr>
                    <p:blipFill>
                      <a:blip r:embed="rId16"/>
                      <a:srcRect/>
                      <a:stretch>
                        <a:fillRect/>
                      </a:stretch>
                    </p:blipFill>
                    <p:spPr bwMode="auto">
                      <a:xfrm>
                        <a:off x="1403985" y="5307965"/>
                        <a:ext cx="3055620" cy="1062990"/>
                      </a:xfrm>
                      <a:prstGeom prst="rect">
                        <a:avLst/>
                      </a:prstGeom>
                      <a:solidFill>
                        <a:schemeClr val="folHlink"/>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10" name="墨迹 1"/>
          <p:cNvSpPr/>
          <p:nvPr/>
        </p:nvSpPr>
        <p:spPr bwMode="auto">
          <a:xfrm>
            <a:off x="1085040" y="1908000"/>
            <a:ext cx="7899840" cy="4929480"/>
          </a:xfrm>
        </p:spPr>
      </p:sp>
    </p:spTree>
    <p:custDataLst>
      <p:tags r:id="rId17"/>
    </p:custDataLst>
  </p:cSld>
  <p:clrMapOvr>
    <a:masterClrMapping/>
  </p:clrMapOvr>
  <mc:AlternateContent xmlns:mc="http://schemas.openxmlformats.org/markup-compatibility/2006">
    <mc:Choice xmlns:p14="http://schemas.microsoft.com/office/powerpoint/2010/main" Requires="p14">
      <p:transition spd="slow" p14:dur="2000" advTm="277891"/>
    </mc:Choice>
    <mc:Fallback>
      <p:transition spd="slow" advTm="277891"/>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469009"/>
                                        </p:tgtEl>
                                        <p:attrNameLst>
                                          <p:attrName>style.visibility</p:attrName>
                                        </p:attrNameLst>
                                      </p:cBhvr>
                                      <p:to>
                                        <p:strVal val="visible"/>
                                      </p:to>
                                    </p:set>
                                    <p:animEffect transition="in" filter="blinds(horizontal)">
                                      <p:cBhvr>
                                        <p:cTn id="7" dur="500"/>
                                        <p:tgtEl>
                                          <p:spTgt spid="469009"/>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grpId="0" nodeType="clickEffect">
                                  <p:stCondLst>
                                    <p:cond delay="0"/>
                                  </p:stCondLst>
                                  <p:childTnLst>
                                    <p:set>
                                      <p:cBhvr>
                                        <p:cTn id="11" dur="1" fill="hold">
                                          <p:stCondLst>
                                            <p:cond delay="0"/>
                                          </p:stCondLst>
                                        </p:cTn>
                                        <p:tgtEl>
                                          <p:spTgt spid="469001"/>
                                        </p:tgtEl>
                                        <p:attrNameLst>
                                          <p:attrName>style.visibility</p:attrName>
                                        </p:attrNameLst>
                                      </p:cBhvr>
                                      <p:to>
                                        <p:strVal val="visible"/>
                                      </p:to>
                                    </p:set>
                                    <p:anim calcmode="lin" valueType="num">
                                      <p:cBhvr additive="base">
                                        <p:cTn id="12" dur="500" fill="hold"/>
                                        <p:tgtEl>
                                          <p:spTgt spid="469001"/>
                                        </p:tgtEl>
                                        <p:attrNameLst>
                                          <p:attrName>ppt_x</p:attrName>
                                        </p:attrNameLst>
                                      </p:cBhvr>
                                      <p:tavLst>
                                        <p:tav tm="0">
                                          <p:val>
                                            <p:strVal val="0-#ppt_w/2"/>
                                          </p:val>
                                        </p:tav>
                                        <p:tav tm="100000">
                                          <p:val>
                                            <p:strVal val="#ppt_x"/>
                                          </p:val>
                                        </p:tav>
                                      </p:tavLst>
                                    </p:anim>
                                    <p:anim calcmode="lin" valueType="num">
                                      <p:cBhvr additive="base">
                                        <p:cTn id="13" dur="500" fill="hold"/>
                                        <p:tgtEl>
                                          <p:spTgt spid="469001"/>
                                        </p:tgtEl>
                                        <p:attrNameLst>
                                          <p:attrName>ppt_y</p:attrName>
                                        </p:attrNameLst>
                                      </p:cBhvr>
                                      <p:tavLst>
                                        <p:tav tm="0">
                                          <p:val>
                                            <p:strVal val="#ppt_y"/>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2" fill="hold" nodeType="clickEffect">
                                  <p:stCondLst>
                                    <p:cond delay="0"/>
                                  </p:stCondLst>
                                  <p:childTnLst>
                                    <p:set>
                                      <p:cBhvr>
                                        <p:cTn id="17" dur="1" fill="hold">
                                          <p:stCondLst>
                                            <p:cond delay="0"/>
                                          </p:stCondLst>
                                        </p:cTn>
                                        <p:tgtEl>
                                          <p:spTgt spid="469004"/>
                                        </p:tgtEl>
                                        <p:attrNameLst>
                                          <p:attrName>style.visibility</p:attrName>
                                        </p:attrNameLst>
                                      </p:cBhvr>
                                      <p:to>
                                        <p:strVal val="visible"/>
                                      </p:to>
                                    </p:set>
                                    <p:anim calcmode="lin" valueType="num">
                                      <p:cBhvr additive="base">
                                        <p:cTn id="18" dur="500" fill="hold"/>
                                        <p:tgtEl>
                                          <p:spTgt spid="469004"/>
                                        </p:tgtEl>
                                        <p:attrNameLst>
                                          <p:attrName>ppt_x</p:attrName>
                                        </p:attrNameLst>
                                      </p:cBhvr>
                                      <p:tavLst>
                                        <p:tav tm="0">
                                          <p:val>
                                            <p:strVal val="1+#ppt_w/2"/>
                                          </p:val>
                                        </p:tav>
                                        <p:tav tm="100000">
                                          <p:val>
                                            <p:strVal val="#ppt_x"/>
                                          </p:val>
                                        </p:tav>
                                      </p:tavLst>
                                    </p:anim>
                                    <p:anim calcmode="lin" valueType="num">
                                      <p:cBhvr additive="base">
                                        <p:cTn id="19" dur="500" fill="hold"/>
                                        <p:tgtEl>
                                          <p:spTgt spid="469004"/>
                                        </p:tgtEl>
                                        <p:attrNameLst>
                                          <p:attrName>ppt_y</p:attrName>
                                        </p:attrNameLst>
                                      </p:cBhvr>
                                      <p:tavLst>
                                        <p:tav tm="0">
                                          <p:val>
                                            <p:strVal val="#ppt_y"/>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9" presetClass="entr" presetSubtype="0" fill="hold" nodeType="clickEffect">
                                  <p:stCondLst>
                                    <p:cond delay="0"/>
                                  </p:stCondLst>
                                  <p:childTnLst>
                                    <p:set>
                                      <p:cBhvr>
                                        <p:cTn id="23" dur="1" fill="hold">
                                          <p:stCondLst>
                                            <p:cond delay="0"/>
                                          </p:stCondLst>
                                        </p:cTn>
                                        <p:tgtEl>
                                          <p:spTgt spid="469002"/>
                                        </p:tgtEl>
                                        <p:attrNameLst>
                                          <p:attrName>style.visibility</p:attrName>
                                        </p:attrNameLst>
                                      </p:cBhvr>
                                      <p:to>
                                        <p:strVal val="visible"/>
                                      </p:to>
                                    </p:set>
                                    <p:animEffect transition="in" filter="dissolve">
                                      <p:cBhvr>
                                        <p:cTn id="24" dur="500"/>
                                        <p:tgtEl>
                                          <p:spTgt spid="469002"/>
                                        </p:tgtEl>
                                      </p:cBhvr>
                                    </p:animEffect>
                                  </p:childTnLst>
                                </p:cTn>
                              </p:par>
                            </p:childTnLst>
                          </p:cTn>
                        </p:par>
                      </p:childTnLst>
                    </p:cTn>
                  </p:par>
                  <p:par>
                    <p:cTn id="25" fill="hold">
                      <p:stCondLst>
                        <p:cond delay="indefinite"/>
                      </p:stCondLst>
                      <p:childTnLst>
                        <p:par>
                          <p:cTn id="26" fill="hold">
                            <p:stCondLst>
                              <p:cond delay="0"/>
                            </p:stCondLst>
                            <p:childTnLst>
                              <p:par>
                                <p:cTn id="27" presetID="9" presetClass="entr" presetSubtype="0" fill="hold" nodeType="clickEffect">
                                  <p:stCondLst>
                                    <p:cond delay="0"/>
                                  </p:stCondLst>
                                  <p:childTnLst>
                                    <p:set>
                                      <p:cBhvr>
                                        <p:cTn id="28" dur="1" fill="hold">
                                          <p:stCondLst>
                                            <p:cond delay="0"/>
                                          </p:stCondLst>
                                        </p:cTn>
                                        <p:tgtEl>
                                          <p:spTgt spid="469003"/>
                                        </p:tgtEl>
                                        <p:attrNameLst>
                                          <p:attrName>style.visibility</p:attrName>
                                        </p:attrNameLst>
                                      </p:cBhvr>
                                      <p:to>
                                        <p:strVal val="visible"/>
                                      </p:to>
                                    </p:set>
                                    <p:animEffect transition="in" filter="dissolve">
                                      <p:cBhvr>
                                        <p:cTn id="29" dur="500"/>
                                        <p:tgtEl>
                                          <p:spTgt spid="469003"/>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8" fill="hold" nodeType="clickEffect">
                                  <p:stCondLst>
                                    <p:cond delay="0"/>
                                  </p:stCondLst>
                                  <p:childTnLst>
                                    <p:set>
                                      <p:cBhvr>
                                        <p:cTn id="33" dur="1" fill="hold">
                                          <p:stCondLst>
                                            <p:cond delay="0"/>
                                          </p:stCondLst>
                                        </p:cTn>
                                        <p:tgtEl>
                                          <p:spTgt spid="469007"/>
                                        </p:tgtEl>
                                        <p:attrNameLst>
                                          <p:attrName>style.visibility</p:attrName>
                                        </p:attrNameLst>
                                      </p:cBhvr>
                                      <p:to>
                                        <p:strVal val="visible"/>
                                      </p:to>
                                    </p:set>
                                    <p:animEffect transition="in" filter="wipe(left)">
                                      <p:cBhvr>
                                        <p:cTn id="34" dur="500"/>
                                        <p:tgtEl>
                                          <p:spTgt spid="469007"/>
                                        </p:tgtEl>
                                      </p:cBhvr>
                                    </p:animEffect>
                                  </p:childTnLst>
                                </p:cTn>
                              </p:par>
                            </p:childTnLst>
                          </p:cTn>
                        </p:par>
                      </p:childTnLst>
                    </p:cTn>
                  </p:par>
                  <p:par>
                    <p:cTn id="35" fill="hold">
                      <p:stCondLst>
                        <p:cond delay="indefinite"/>
                      </p:stCondLst>
                      <p:childTnLst>
                        <p:par>
                          <p:cTn id="36" fill="hold">
                            <p:stCondLst>
                              <p:cond delay="0"/>
                            </p:stCondLst>
                            <p:childTnLst>
                              <p:par>
                                <p:cTn id="37" presetID="9" presetClass="entr" presetSubtype="0" fill="hold" nodeType="clickEffect">
                                  <p:stCondLst>
                                    <p:cond delay="0"/>
                                  </p:stCondLst>
                                  <p:childTnLst>
                                    <p:set>
                                      <p:cBhvr>
                                        <p:cTn id="38" dur="1" fill="hold">
                                          <p:stCondLst>
                                            <p:cond delay="0"/>
                                          </p:stCondLst>
                                        </p:cTn>
                                        <p:tgtEl>
                                          <p:spTgt spid="469006"/>
                                        </p:tgtEl>
                                        <p:attrNameLst>
                                          <p:attrName>style.visibility</p:attrName>
                                        </p:attrNameLst>
                                      </p:cBhvr>
                                      <p:to>
                                        <p:strVal val="visible"/>
                                      </p:to>
                                    </p:set>
                                    <p:animEffect transition="in" filter="dissolve">
                                      <p:cBhvr>
                                        <p:cTn id="39" dur="500"/>
                                        <p:tgtEl>
                                          <p:spTgt spid="46900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9001" grpId="0" autoUpdateAnimBg="0"/>
      <p:bldP spid="469009" grpId="0"/>
    </p:bldLst>
  </p:timing>
</p:sld>
</file>

<file path=ppt/slides/slide11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2402" name="Rectangle 4"/>
          <p:cNvSpPr>
            <a:spLocks noGrp="1" noChangeArrowheads="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a:spcBef>
                <a:spcPct val="0"/>
              </a:spcBef>
              <a:buFontTx/>
              <a:buNone/>
            </a:pPr>
            <a:fld id="{FBEDFA5E-1188-451B-8292-76818F6345FF}" type="datetime1">
              <a:rPr kumimoji="0" lang="zh-CN" altLang="en-US" sz="1200" smtClean="0">
                <a:solidFill>
                  <a:srgbClr val="000000"/>
                </a:solidFill>
                <a:ea typeface="宋体" panose="02010600030101010101" pitchFamily="2" charset="-122"/>
              </a:rPr>
            </a:fld>
            <a:endParaRPr kumimoji="0" lang="en-US" altLang="zh-CN" sz="1200">
              <a:solidFill>
                <a:srgbClr val="000000"/>
              </a:solidFill>
              <a:ea typeface="宋体" panose="02010600030101010101" pitchFamily="2" charset="-122"/>
            </a:endParaRPr>
          </a:p>
        </p:txBody>
      </p:sp>
      <p:sp>
        <p:nvSpPr>
          <p:cNvPr id="102403" name="Rectangle 2"/>
          <p:cNvSpPr>
            <a:spLocks noChangeArrowheads="1"/>
          </p:cNvSpPr>
          <p:nvPr/>
        </p:nvSpPr>
        <p:spPr bwMode="auto">
          <a:xfrm>
            <a:off x="5105400" y="304800"/>
            <a:ext cx="1828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spcBef>
                <a:spcPct val="0"/>
              </a:spcBef>
              <a:buFontTx/>
              <a:buNone/>
            </a:pPr>
            <a:endParaRPr lang="zh-CN" altLang="en-US" sz="2000">
              <a:solidFill>
                <a:srgbClr val="0000FF"/>
              </a:solidFill>
              <a:latin typeface="Tahoma" panose="020B0604030504040204" pitchFamily="34" charset="0"/>
              <a:ea typeface="宋体" panose="02010600030101010101" pitchFamily="2" charset="-122"/>
            </a:endParaRPr>
          </a:p>
        </p:txBody>
      </p:sp>
      <p:sp>
        <p:nvSpPr>
          <p:cNvPr id="102404" name="Text Box 3"/>
          <p:cNvSpPr txBox="1">
            <a:spLocks noChangeArrowheads="1"/>
          </p:cNvSpPr>
          <p:nvPr/>
        </p:nvSpPr>
        <p:spPr bwMode="auto">
          <a:xfrm>
            <a:off x="539750" y="260350"/>
            <a:ext cx="5410200" cy="101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lnSpc>
                <a:spcPct val="150000"/>
              </a:lnSpc>
              <a:spcBef>
                <a:spcPct val="50000"/>
              </a:spcBef>
              <a:buFontTx/>
              <a:buNone/>
            </a:pPr>
            <a:r>
              <a:rPr lang="zh-CN" altLang="en-US" sz="2000">
                <a:solidFill>
                  <a:srgbClr val="000000"/>
                </a:solidFill>
                <a:latin typeface="Times New Roman" panose="02020603050405020304" pitchFamily="18" charset="0"/>
                <a:ea typeface="宋体" panose="02010600030101010101" pitchFamily="2" charset="-122"/>
              </a:rPr>
              <a:t>例 </a:t>
            </a:r>
            <a:r>
              <a:rPr lang="en-US" altLang="zh-CN" sz="2000">
                <a:solidFill>
                  <a:srgbClr val="000000"/>
                </a:solidFill>
                <a:latin typeface="Times New Roman" panose="02020603050405020304" pitchFamily="18" charset="0"/>
                <a:ea typeface="宋体" panose="02010600030101010101" pitchFamily="2" charset="-122"/>
              </a:rPr>
              <a:t>2 </a:t>
            </a:r>
            <a:r>
              <a:rPr lang="zh-CN" altLang="en-US" sz="2000">
                <a:solidFill>
                  <a:srgbClr val="000000"/>
                </a:solidFill>
                <a:latin typeface="Times New Roman" panose="02020603050405020304" pitchFamily="18" charset="0"/>
                <a:ea typeface="宋体" panose="02010600030101010101" pitchFamily="2" charset="-122"/>
              </a:rPr>
              <a:t>：图示电路，开关打开前已进入稳态，试求开关打开后电感支路电流和电感两端电压。</a:t>
            </a:r>
            <a:endParaRPr lang="zh-CN" altLang="en-US" sz="2000" b="0">
              <a:solidFill>
                <a:srgbClr val="000000"/>
              </a:solidFill>
              <a:latin typeface="Tahoma" panose="020B0604030504040204" pitchFamily="34" charset="0"/>
              <a:ea typeface="宋体" panose="02010600030101010101" pitchFamily="2" charset="-122"/>
            </a:endParaRPr>
          </a:p>
        </p:txBody>
      </p:sp>
      <p:graphicFrame>
        <p:nvGraphicFramePr>
          <p:cNvPr id="102405" name="Object 4"/>
          <p:cNvGraphicFramePr>
            <a:graphicFrameLocks noChangeAspect="1"/>
          </p:cNvGraphicFramePr>
          <p:nvPr/>
        </p:nvGraphicFramePr>
        <p:xfrm>
          <a:off x="6156325" y="333375"/>
          <a:ext cx="2743200" cy="2012950"/>
        </p:xfrm>
        <a:graphic>
          <a:graphicData uri="http://schemas.openxmlformats.org/presentationml/2006/ole">
            <mc:AlternateContent xmlns:mc="http://schemas.openxmlformats.org/markup-compatibility/2006">
              <mc:Choice xmlns:v="urn:schemas-microsoft-com:vml" Requires="v">
                <p:oleObj spid="_x0000_s2" name="位图图像" r:id="rId1" imgW="3648075" imgH="2676525" progId="Paint.Picture">
                  <p:embed/>
                </p:oleObj>
              </mc:Choice>
              <mc:Fallback>
                <p:oleObj name="位图图像" r:id="rId1" imgW="3648075" imgH="2676525" progId="Paint.Picture">
                  <p:embed/>
                  <p:pic>
                    <p:nvPicPr>
                      <p:cNvPr id="0" name="Object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56325" y="333375"/>
                        <a:ext cx="2743200" cy="2012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aphicFrame>
        <p:nvGraphicFramePr>
          <p:cNvPr id="470021" name="Object 5"/>
          <p:cNvGraphicFramePr>
            <a:graphicFrameLocks noChangeAspect="1"/>
          </p:cNvGraphicFramePr>
          <p:nvPr/>
        </p:nvGraphicFramePr>
        <p:xfrm>
          <a:off x="1258888" y="3573463"/>
          <a:ext cx="3276600" cy="2479675"/>
        </p:xfrm>
        <a:graphic>
          <a:graphicData uri="http://schemas.openxmlformats.org/presentationml/2006/ole">
            <mc:AlternateContent xmlns:mc="http://schemas.openxmlformats.org/markup-compatibility/2006">
              <mc:Choice xmlns:v="urn:schemas-microsoft-com:vml" Requires="v">
                <p:oleObj spid="_x0000_s3" name="BMP 图象" r:id="rId3" imgW="3705225" imgH="3162300" progId="Paint.Picture">
                  <p:embed/>
                </p:oleObj>
              </mc:Choice>
              <mc:Fallback>
                <p:oleObj name="BMP 图象" r:id="rId3" imgW="3705225" imgH="3162300" progId="Paint.Picture">
                  <p:embed/>
                  <p:pic>
                    <p:nvPicPr>
                      <p:cNvPr id="0"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58888" y="3573463"/>
                        <a:ext cx="3276600" cy="2479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aphicFrame>
        <p:nvGraphicFramePr>
          <p:cNvPr id="470022" name="Object 6"/>
          <p:cNvGraphicFramePr>
            <a:graphicFrameLocks noChangeAspect="1"/>
          </p:cNvGraphicFramePr>
          <p:nvPr/>
        </p:nvGraphicFramePr>
        <p:xfrm>
          <a:off x="1371600" y="2286000"/>
          <a:ext cx="5257800" cy="933450"/>
        </p:xfrm>
        <a:graphic>
          <a:graphicData uri="http://schemas.openxmlformats.org/presentationml/2006/ole">
            <mc:AlternateContent xmlns:mc="http://schemas.openxmlformats.org/markup-compatibility/2006">
              <mc:Choice xmlns:v="urn:schemas-microsoft-com:vml" Requires="v">
                <p:oleObj spid="_x0000_s4" name="Document" r:id="rId5" imgW="3467100" imgH="619125" progId="Word.Document.8">
                  <p:embed/>
                </p:oleObj>
              </mc:Choice>
              <mc:Fallback>
                <p:oleObj name="Document" r:id="rId5" imgW="3467100" imgH="619125" progId="Word.Document.8">
                  <p:embed/>
                  <p:pic>
                    <p:nvPicPr>
                      <p:cNvPr id="0"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371600" y="2286000"/>
                        <a:ext cx="5257800" cy="933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sp>
        <p:nvSpPr>
          <p:cNvPr id="102408" name="Text Box 10"/>
          <p:cNvSpPr txBox="1">
            <a:spLocks noChangeArrowheads="1"/>
          </p:cNvSpPr>
          <p:nvPr/>
        </p:nvSpPr>
        <p:spPr bwMode="auto">
          <a:xfrm>
            <a:off x="611188" y="1412875"/>
            <a:ext cx="838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spcBef>
                <a:spcPct val="50000"/>
              </a:spcBef>
              <a:buFontTx/>
              <a:buNone/>
            </a:pPr>
            <a:r>
              <a:rPr lang="zh-CN" altLang="en-US" sz="2000">
                <a:solidFill>
                  <a:srgbClr val="FF0000"/>
                </a:solidFill>
                <a:latin typeface="Tahoma" panose="020B0604030504040204" pitchFamily="34" charset="0"/>
                <a:ea typeface="宋体" panose="02010600030101010101" pitchFamily="2" charset="-122"/>
              </a:rPr>
              <a:t>解：</a:t>
            </a:r>
            <a:endParaRPr lang="zh-CN" altLang="en-US" sz="2000">
              <a:solidFill>
                <a:srgbClr val="FF0000"/>
              </a:solidFill>
              <a:latin typeface="Tahoma" panose="020B0604030504040204" pitchFamily="34" charset="0"/>
              <a:ea typeface="宋体" panose="02010600030101010101" pitchFamily="2" charset="-122"/>
            </a:endParaRPr>
          </a:p>
        </p:txBody>
      </p:sp>
      <p:sp>
        <p:nvSpPr>
          <p:cNvPr id="470027" name="Text Box 11"/>
          <p:cNvSpPr txBox="1">
            <a:spLocks noChangeArrowheads="1"/>
          </p:cNvSpPr>
          <p:nvPr/>
        </p:nvSpPr>
        <p:spPr bwMode="auto">
          <a:xfrm>
            <a:off x="1000125" y="1785938"/>
            <a:ext cx="41148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spcBef>
                <a:spcPct val="50000"/>
              </a:spcBef>
              <a:buFontTx/>
              <a:buNone/>
            </a:pPr>
            <a:r>
              <a:rPr lang="en-US" altLang="zh-CN" sz="2000">
                <a:solidFill>
                  <a:srgbClr val="0000FF"/>
                </a:solidFill>
                <a:latin typeface="Tahoma" panose="020B0604030504040204" pitchFamily="34" charset="0"/>
                <a:ea typeface="宋体" panose="02010600030101010101" pitchFamily="2" charset="-122"/>
              </a:rPr>
              <a:t>t&lt;0</a:t>
            </a:r>
            <a:r>
              <a:rPr lang="zh-CN" altLang="en-US" sz="2000">
                <a:solidFill>
                  <a:srgbClr val="0000FF"/>
                </a:solidFill>
                <a:latin typeface="Tahoma" panose="020B0604030504040204" pitchFamily="34" charset="0"/>
                <a:ea typeface="宋体" panose="02010600030101010101" pitchFamily="2" charset="-122"/>
              </a:rPr>
              <a:t>，开关</a:t>
            </a:r>
            <a:r>
              <a:rPr lang="en-US" altLang="zh-CN" sz="2000">
                <a:solidFill>
                  <a:srgbClr val="0000FF"/>
                </a:solidFill>
                <a:latin typeface="Tahoma" panose="020B0604030504040204" pitchFamily="34" charset="0"/>
                <a:ea typeface="宋体" panose="02010600030101010101" pitchFamily="2" charset="-122"/>
              </a:rPr>
              <a:t>k</a:t>
            </a:r>
            <a:r>
              <a:rPr lang="zh-CN" altLang="en-US" sz="2000">
                <a:solidFill>
                  <a:srgbClr val="0000FF"/>
                </a:solidFill>
                <a:latin typeface="Tahoma" panose="020B0604030504040204" pitchFamily="34" charset="0"/>
                <a:ea typeface="宋体" panose="02010600030101010101" pitchFamily="2" charset="-122"/>
              </a:rPr>
              <a:t>闭合，电路稳定，有</a:t>
            </a:r>
            <a:endParaRPr lang="zh-CN" altLang="en-US" sz="2000">
              <a:solidFill>
                <a:srgbClr val="0000FF"/>
              </a:solidFill>
              <a:latin typeface="Tahoma" panose="020B0604030504040204" pitchFamily="34" charset="0"/>
              <a:ea typeface="宋体" panose="02010600030101010101" pitchFamily="2" charset="-122"/>
            </a:endParaRPr>
          </a:p>
        </p:txBody>
      </p:sp>
      <p:sp>
        <p:nvSpPr>
          <p:cNvPr id="470028" name="Text Box 12"/>
          <p:cNvSpPr txBox="1">
            <a:spLocks noChangeArrowheads="1"/>
          </p:cNvSpPr>
          <p:nvPr/>
        </p:nvSpPr>
        <p:spPr bwMode="auto">
          <a:xfrm>
            <a:off x="914400" y="2819400"/>
            <a:ext cx="41148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spcBef>
                <a:spcPct val="50000"/>
              </a:spcBef>
              <a:buFontTx/>
              <a:buNone/>
            </a:pPr>
            <a:r>
              <a:rPr lang="en-US" altLang="zh-CN" sz="2000">
                <a:solidFill>
                  <a:srgbClr val="0000FF"/>
                </a:solidFill>
                <a:latin typeface="Tahoma" panose="020B0604030504040204" pitchFamily="34" charset="0"/>
                <a:ea typeface="宋体" panose="02010600030101010101" pitchFamily="2" charset="-122"/>
              </a:rPr>
              <a:t>t&gt;0</a:t>
            </a:r>
            <a:r>
              <a:rPr lang="zh-CN" altLang="en-US" sz="2000">
                <a:solidFill>
                  <a:srgbClr val="0000FF"/>
                </a:solidFill>
                <a:latin typeface="Tahoma" panose="020B0604030504040204" pitchFamily="34" charset="0"/>
                <a:ea typeface="宋体" panose="02010600030101010101" pitchFamily="2" charset="-122"/>
              </a:rPr>
              <a:t>，开关打开，根据</a:t>
            </a:r>
            <a:r>
              <a:rPr lang="en-US" altLang="zh-CN" sz="2000">
                <a:solidFill>
                  <a:srgbClr val="0000FF"/>
                </a:solidFill>
                <a:latin typeface="Tahoma" panose="020B0604030504040204" pitchFamily="34" charset="0"/>
                <a:ea typeface="宋体" panose="02010600030101010101" pitchFamily="2" charset="-122"/>
              </a:rPr>
              <a:t>s</a:t>
            </a:r>
            <a:r>
              <a:rPr lang="zh-CN" altLang="en-US" sz="2000">
                <a:solidFill>
                  <a:srgbClr val="0000FF"/>
                </a:solidFill>
                <a:latin typeface="Tahoma" panose="020B0604030504040204" pitchFamily="34" charset="0"/>
                <a:ea typeface="宋体" panose="02010600030101010101" pitchFamily="2" charset="-122"/>
              </a:rPr>
              <a:t>域电路，有</a:t>
            </a:r>
            <a:endParaRPr lang="zh-CN" altLang="en-US" sz="2000">
              <a:solidFill>
                <a:srgbClr val="0000FF"/>
              </a:solidFill>
              <a:latin typeface="Tahoma" panose="020B0604030504040204" pitchFamily="34" charset="0"/>
              <a:ea typeface="宋体" panose="02010600030101010101" pitchFamily="2" charset="-122"/>
            </a:endParaRPr>
          </a:p>
        </p:txBody>
      </p:sp>
      <p:grpSp>
        <p:nvGrpSpPr>
          <p:cNvPr id="102411" name="Group 16"/>
          <p:cNvGrpSpPr/>
          <p:nvPr/>
        </p:nvGrpSpPr>
        <p:grpSpPr bwMode="auto">
          <a:xfrm>
            <a:off x="5940425" y="260350"/>
            <a:ext cx="576263" cy="431800"/>
            <a:chOff x="3742" y="300"/>
            <a:chExt cx="370" cy="227"/>
          </a:xfrm>
        </p:grpSpPr>
        <p:sp>
          <p:nvSpPr>
            <p:cNvPr id="102422" name="Line 17"/>
            <p:cNvSpPr>
              <a:spLocks noChangeShapeType="1"/>
            </p:cNvSpPr>
            <p:nvPr/>
          </p:nvSpPr>
          <p:spPr bwMode="auto">
            <a:xfrm>
              <a:off x="4112" y="436"/>
              <a:ext cx="0" cy="91"/>
            </a:xfrm>
            <a:prstGeom prst="line">
              <a:avLst/>
            </a:prstGeom>
            <a:noFill/>
            <a:ln w="31750">
              <a:solidFill>
                <a:srgbClr val="FF0066"/>
              </a:solidFill>
              <a:miter lim="800000"/>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graphicFrame>
          <p:nvGraphicFramePr>
            <p:cNvPr id="102423" name="Object 18"/>
            <p:cNvGraphicFramePr>
              <a:graphicFrameLocks noChangeAspect="1"/>
            </p:cNvGraphicFramePr>
            <p:nvPr/>
          </p:nvGraphicFramePr>
          <p:xfrm>
            <a:off x="3742" y="300"/>
            <a:ext cx="323" cy="196"/>
          </p:xfrm>
          <a:graphic>
            <a:graphicData uri="http://schemas.openxmlformats.org/presentationml/2006/ole">
              <mc:AlternateContent xmlns:mc="http://schemas.openxmlformats.org/markup-compatibility/2006">
                <mc:Choice xmlns:v="urn:schemas-microsoft-com:vml" Requires="v">
                  <p:oleObj spid="_x0000_s5" name="公式" r:id="rId7" imgW="188595" imgH="127000" progId="Equation.3">
                    <p:embed/>
                  </p:oleObj>
                </mc:Choice>
                <mc:Fallback>
                  <p:oleObj name="公式" r:id="rId7" imgW="188595" imgH="127000" progId="Equation.3">
                    <p:embed/>
                    <p:pic>
                      <p:nvPicPr>
                        <p:cNvPr id="0" name="Object 1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742" y="300"/>
                          <a:ext cx="323" cy="19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pSp>
      <p:sp>
        <p:nvSpPr>
          <p:cNvPr id="204813" name="Oval 13"/>
          <p:cNvSpPr>
            <a:spLocks noChangeArrowheads="1"/>
          </p:cNvSpPr>
          <p:nvPr/>
        </p:nvSpPr>
        <p:spPr bwMode="auto">
          <a:xfrm>
            <a:off x="6156325" y="1412875"/>
            <a:ext cx="936625" cy="792163"/>
          </a:xfrm>
          <a:prstGeom prst="ellipse">
            <a:avLst/>
          </a:prstGeom>
          <a:noFill/>
          <a:ln w="9525">
            <a:solidFill>
              <a:srgbClr val="FF0000"/>
            </a:solidFill>
            <a:prstDash val="sysDot"/>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spcBef>
                <a:spcPct val="0"/>
              </a:spcBef>
              <a:buFontTx/>
              <a:buNone/>
            </a:pPr>
            <a:endParaRPr kumimoji="0" lang="zh-CN" altLang="en-US" sz="1800">
              <a:ea typeface="宋体" panose="02010600030101010101" pitchFamily="2" charset="-122"/>
            </a:endParaRPr>
          </a:p>
        </p:txBody>
      </p:sp>
      <p:grpSp>
        <p:nvGrpSpPr>
          <p:cNvPr id="6" name="Group 15"/>
          <p:cNvGrpSpPr/>
          <p:nvPr/>
        </p:nvGrpSpPr>
        <p:grpSpPr bwMode="auto">
          <a:xfrm>
            <a:off x="5292725" y="2133600"/>
            <a:ext cx="1511300" cy="2808288"/>
            <a:chOff x="3334" y="1344"/>
            <a:chExt cx="952" cy="1769"/>
          </a:xfrm>
        </p:grpSpPr>
        <p:sp>
          <p:nvSpPr>
            <p:cNvPr id="102419" name="Rectangle 16"/>
            <p:cNvSpPr>
              <a:spLocks noChangeArrowheads="1"/>
            </p:cNvSpPr>
            <p:nvPr/>
          </p:nvSpPr>
          <p:spPr bwMode="auto">
            <a:xfrm>
              <a:off x="3334" y="1888"/>
              <a:ext cx="952" cy="1225"/>
            </a:xfrm>
            <a:prstGeom prst="rect">
              <a:avLst/>
            </a:prstGeom>
            <a:solidFill>
              <a:srgbClr val="FF0000"/>
            </a:solidFill>
            <a:ln w="9525">
              <a:solidFill>
                <a:schemeClr val="tx1"/>
              </a:solidFill>
              <a:miter lim="800000"/>
            </a:ln>
          </p:spPr>
          <p:txBody>
            <a:bodyPr wrap="none" anchor="ct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spcBef>
                  <a:spcPct val="0"/>
                </a:spcBef>
                <a:buFontTx/>
                <a:buNone/>
              </a:pPr>
              <a:endParaRPr kumimoji="0" lang="zh-CN" altLang="en-US" sz="1800">
                <a:ea typeface="宋体" panose="02010600030101010101" pitchFamily="2" charset="-122"/>
              </a:endParaRPr>
            </a:p>
          </p:txBody>
        </p:sp>
        <p:pic>
          <p:nvPicPr>
            <p:cNvPr id="204817" name="Picture 17"/>
            <p:cNvPicPr>
              <a:picLocks noChangeAspect="1" noChangeArrowheads="1"/>
            </p:cNvPicPr>
            <p:nvPr/>
          </p:nvPicPr>
          <p:blipFill>
            <a:blip r:embed="rId9"/>
            <a:srcRect/>
            <a:stretch>
              <a:fillRect/>
            </a:stretch>
          </p:blipFill>
          <p:spPr bwMode="auto">
            <a:xfrm>
              <a:off x="3379" y="1933"/>
              <a:ext cx="864" cy="1140"/>
            </a:xfrm>
            <a:prstGeom prst="rect">
              <a:avLst/>
            </a:prstGeom>
            <a:noFill/>
            <a:effectLst>
              <a:outerShdw blurRad="63500" dist="38099" dir="2700000" algn="ctr" rotWithShape="0">
                <a:srgbClr val="000000">
                  <a:alpha val="74998"/>
                </a:srgbClr>
              </a:outerShdw>
            </a:effectLst>
          </p:spPr>
        </p:pic>
        <p:sp>
          <p:nvSpPr>
            <p:cNvPr id="102421" name="Line 18"/>
            <p:cNvSpPr>
              <a:spLocks noChangeShapeType="1"/>
            </p:cNvSpPr>
            <p:nvPr/>
          </p:nvSpPr>
          <p:spPr bwMode="auto">
            <a:xfrm flipH="1">
              <a:off x="3727" y="1344"/>
              <a:ext cx="287" cy="498"/>
            </a:xfrm>
            <a:prstGeom prst="line">
              <a:avLst/>
            </a:prstGeom>
            <a:noFill/>
            <a:ln w="9525">
              <a:solidFill>
                <a:srgbClr val="FF0000"/>
              </a:solidFill>
              <a:miter lim="800000"/>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grpSp>
      <p:grpSp>
        <p:nvGrpSpPr>
          <p:cNvPr id="7" name="组合 6"/>
          <p:cNvGrpSpPr/>
          <p:nvPr/>
        </p:nvGrpSpPr>
        <p:grpSpPr>
          <a:xfrm>
            <a:off x="6804025" y="682625"/>
            <a:ext cx="2133600" cy="4402455"/>
            <a:chOff x="11040" y="1075"/>
            <a:chExt cx="3360" cy="6933"/>
          </a:xfrm>
        </p:grpSpPr>
        <p:sp>
          <p:nvSpPr>
            <p:cNvPr id="204814" name="Oval 14"/>
            <p:cNvSpPr>
              <a:spLocks noChangeArrowheads="1"/>
            </p:cNvSpPr>
            <p:nvPr/>
          </p:nvSpPr>
          <p:spPr bwMode="auto">
            <a:xfrm>
              <a:off x="11040" y="1075"/>
              <a:ext cx="1588" cy="1023"/>
            </a:xfrm>
            <a:prstGeom prst="ellipse">
              <a:avLst/>
            </a:prstGeom>
            <a:noFill/>
            <a:ln w="9525">
              <a:solidFill>
                <a:srgbClr val="008000"/>
              </a:solidFill>
              <a:prstDash val="sysDot"/>
              <a:miter lim="800000"/>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spcBef>
                  <a:spcPct val="0"/>
                </a:spcBef>
                <a:buFontTx/>
                <a:buNone/>
              </a:pPr>
              <a:endParaRPr kumimoji="0" lang="zh-CN" altLang="en-US" sz="1800">
                <a:ea typeface="宋体" panose="02010600030101010101" pitchFamily="2" charset="-122"/>
              </a:endParaRPr>
            </a:p>
          </p:txBody>
        </p:sp>
        <p:grpSp>
          <p:nvGrpSpPr>
            <p:cNvPr id="102415" name="Group 23"/>
            <p:cNvGrpSpPr/>
            <p:nvPr/>
          </p:nvGrpSpPr>
          <p:grpSpPr bwMode="auto">
            <a:xfrm>
              <a:off x="11510" y="2018"/>
              <a:ext cx="2890" cy="5990"/>
              <a:chOff x="4604" y="807"/>
              <a:chExt cx="1156" cy="2396"/>
            </a:xfrm>
          </p:grpSpPr>
          <p:sp>
            <p:nvSpPr>
              <p:cNvPr id="102416" name="Rectangle 20"/>
              <p:cNvSpPr>
                <a:spLocks noChangeArrowheads="1"/>
              </p:cNvSpPr>
              <p:nvPr/>
            </p:nvSpPr>
            <p:spPr bwMode="auto">
              <a:xfrm>
                <a:off x="4604" y="1661"/>
                <a:ext cx="1156" cy="1542"/>
              </a:xfrm>
              <a:prstGeom prst="rect">
                <a:avLst/>
              </a:prstGeom>
              <a:solidFill>
                <a:srgbClr val="008000"/>
              </a:solidFill>
              <a:ln w="9525">
                <a:solidFill>
                  <a:schemeClr val="tx1"/>
                </a:solidFill>
                <a:miter lim="800000"/>
              </a:ln>
            </p:spPr>
            <p:txBody>
              <a:bodyPr wrap="none" anchor="ct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spcBef>
                    <a:spcPct val="0"/>
                  </a:spcBef>
                  <a:buFontTx/>
                  <a:buNone/>
                </a:pPr>
                <a:endParaRPr kumimoji="0" lang="zh-CN" altLang="en-US" sz="1800">
                  <a:ea typeface="宋体" panose="02010600030101010101" pitchFamily="2" charset="-122"/>
                </a:endParaRPr>
              </a:p>
            </p:txBody>
          </p:sp>
          <p:pic>
            <p:nvPicPr>
              <p:cNvPr id="204821" name="Picture 21"/>
              <p:cNvPicPr>
                <a:picLocks noChangeAspect="1" noChangeArrowheads="1"/>
              </p:cNvPicPr>
              <p:nvPr/>
            </p:nvPicPr>
            <p:blipFill>
              <a:blip r:embed="rId10"/>
              <a:srcRect/>
              <a:stretch>
                <a:fillRect/>
              </a:stretch>
            </p:blipFill>
            <p:spPr bwMode="auto">
              <a:xfrm>
                <a:off x="4649" y="1706"/>
                <a:ext cx="1111" cy="1452"/>
              </a:xfrm>
              <a:prstGeom prst="rect">
                <a:avLst/>
              </a:prstGeom>
              <a:noFill/>
              <a:effectLst>
                <a:outerShdw blurRad="63500" dist="38099" dir="2700000" algn="ctr" rotWithShape="0">
                  <a:srgbClr val="000000">
                    <a:alpha val="74998"/>
                  </a:srgbClr>
                </a:outerShdw>
              </a:effectLst>
            </p:spPr>
          </p:pic>
          <p:sp>
            <p:nvSpPr>
              <p:cNvPr id="102418" name="Line 22"/>
              <p:cNvSpPr>
                <a:spLocks noChangeShapeType="1"/>
              </p:cNvSpPr>
              <p:nvPr/>
            </p:nvSpPr>
            <p:spPr bwMode="auto">
              <a:xfrm>
                <a:off x="4868" y="807"/>
                <a:ext cx="246" cy="827"/>
              </a:xfrm>
              <a:prstGeom prst="line">
                <a:avLst/>
              </a:prstGeom>
              <a:noFill/>
              <a:ln w="9525">
                <a:solidFill>
                  <a:srgbClr val="009900"/>
                </a:solidFill>
                <a:miter lim="800000"/>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grpSp>
      </p:grpSp>
      <p:sp>
        <p:nvSpPr>
          <p:cNvPr id="8" name="墨迹 1"/>
          <p:cNvSpPr/>
          <p:nvPr/>
        </p:nvSpPr>
        <p:spPr bwMode="auto">
          <a:xfrm>
            <a:off x="649080" y="540000"/>
            <a:ext cx="7759440" cy="4851360"/>
          </a:xfrm>
        </p:spPr>
      </p:sp>
      <p:grpSp>
        <p:nvGrpSpPr>
          <p:cNvPr id="9" name="Group 16"/>
          <p:cNvGrpSpPr/>
          <p:nvPr/>
        </p:nvGrpSpPr>
        <p:grpSpPr bwMode="auto">
          <a:xfrm>
            <a:off x="1259840" y="3644900"/>
            <a:ext cx="576263" cy="431800"/>
            <a:chOff x="3742" y="300"/>
            <a:chExt cx="370" cy="227"/>
          </a:xfrm>
        </p:grpSpPr>
        <p:sp>
          <p:nvSpPr>
            <p:cNvPr id="10" name="Line 17"/>
            <p:cNvSpPr>
              <a:spLocks noChangeShapeType="1"/>
            </p:cNvSpPr>
            <p:nvPr/>
          </p:nvSpPr>
          <p:spPr bwMode="auto">
            <a:xfrm>
              <a:off x="4112" y="436"/>
              <a:ext cx="0" cy="91"/>
            </a:xfrm>
            <a:prstGeom prst="line">
              <a:avLst/>
            </a:prstGeom>
            <a:noFill/>
            <a:ln w="31750">
              <a:solidFill>
                <a:srgbClr val="FF0066"/>
              </a:solidFill>
              <a:miter lim="800000"/>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graphicFrame>
          <p:nvGraphicFramePr>
            <p:cNvPr id="11" name="Object 18"/>
            <p:cNvGraphicFramePr>
              <a:graphicFrameLocks noChangeAspect="1"/>
            </p:cNvGraphicFramePr>
            <p:nvPr/>
          </p:nvGraphicFramePr>
          <p:xfrm>
            <a:off x="3742" y="300"/>
            <a:ext cx="323" cy="196"/>
          </p:xfrm>
          <a:graphic>
            <a:graphicData uri="http://schemas.openxmlformats.org/presentationml/2006/ole">
              <mc:AlternateContent xmlns:mc="http://schemas.openxmlformats.org/markup-compatibility/2006">
                <mc:Choice xmlns:v="urn:schemas-microsoft-com:vml" Requires="v">
                  <p:oleObj spid="_x0000_s12" name="公式" r:id="rId11" imgW="188595" imgH="127000" progId="Equation.3">
                    <p:embed/>
                  </p:oleObj>
                </mc:Choice>
                <mc:Fallback>
                  <p:oleObj name="公式" r:id="rId11" imgW="188595" imgH="127000" progId="Equation.3">
                    <p:embed/>
                    <p:pic>
                      <p:nvPicPr>
                        <p:cNvPr id="0" name="Object 1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742" y="300"/>
                          <a:ext cx="323" cy="19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pSp>
    </p:spTree>
    <p:custDataLst>
      <p:tags r:id="rId12"/>
    </p:custDataLst>
  </p:cSld>
  <p:clrMapOvr>
    <a:masterClrMapping/>
  </p:clrMapOvr>
  <mc:AlternateContent xmlns:mc="http://schemas.openxmlformats.org/markup-compatibility/2006">
    <mc:Choice xmlns:p14="http://schemas.microsoft.com/office/powerpoint/2010/main" Requires="p14">
      <p:transition spd="slow" p14:dur="2000" advTm="255003"/>
    </mc:Choice>
    <mc:Fallback>
      <p:transition spd="slow" advTm="255003"/>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grpId="0" nodeType="clickEffect">
                                  <p:stCondLst>
                                    <p:cond delay="0"/>
                                  </p:stCondLst>
                                  <p:childTnLst>
                                    <p:set>
                                      <p:cBhvr>
                                        <p:cTn id="6" dur="1" fill="hold">
                                          <p:stCondLst>
                                            <p:cond delay="0"/>
                                          </p:stCondLst>
                                        </p:cTn>
                                        <p:tgtEl>
                                          <p:spTgt spid="470027"/>
                                        </p:tgtEl>
                                        <p:attrNameLst>
                                          <p:attrName>style.visibility</p:attrName>
                                        </p:attrNameLst>
                                      </p:cBhvr>
                                      <p:to>
                                        <p:strVal val="visible"/>
                                      </p:to>
                                    </p:set>
                                    <p:anim calcmode="lin" valueType="num">
                                      <p:cBhvr>
                                        <p:cTn id="7" dur="500" fill="hold"/>
                                        <p:tgtEl>
                                          <p:spTgt spid="470027"/>
                                        </p:tgtEl>
                                        <p:attrNameLst>
                                          <p:attrName>ppt_w</p:attrName>
                                        </p:attrNameLst>
                                      </p:cBhvr>
                                      <p:tavLst>
                                        <p:tav tm="0">
                                          <p:val>
                                            <p:fltVal val="0"/>
                                          </p:val>
                                        </p:tav>
                                        <p:tav tm="100000">
                                          <p:val>
                                            <p:strVal val="#ppt_w"/>
                                          </p:val>
                                        </p:tav>
                                      </p:tavLst>
                                    </p:anim>
                                    <p:anim calcmode="lin" valueType="num">
                                      <p:cBhvr>
                                        <p:cTn id="8" dur="500" fill="hold"/>
                                        <p:tgtEl>
                                          <p:spTgt spid="470027"/>
                                        </p:tgtEl>
                                        <p:attrNameLst>
                                          <p:attrName>ppt_h</p:attrName>
                                        </p:attrNameLst>
                                      </p:cBhvr>
                                      <p:tavLst>
                                        <p:tav tm="0">
                                          <p:val>
                                            <p:fltVal val="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470022"/>
                                        </p:tgtEl>
                                        <p:attrNameLst>
                                          <p:attrName>style.visibility</p:attrName>
                                        </p:attrNameLst>
                                      </p:cBhvr>
                                      <p:to>
                                        <p:strVal val="visible"/>
                                      </p:to>
                                    </p:set>
                                    <p:anim calcmode="lin" valueType="num">
                                      <p:cBhvr additive="base">
                                        <p:cTn id="13" dur="500" fill="hold"/>
                                        <p:tgtEl>
                                          <p:spTgt spid="470022"/>
                                        </p:tgtEl>
                                        <p:attrNameLst>
                                          <p:attrName>ppt_x</p:attrName>
                                        </p:attrNameLst>
                                      </p:cBhvr>
                                      <p:tavLst>
                                        <p:tav tm="0">
                                          <p:val>
                                            <p:strVal val="0-#ppt_w/2"/>
                                          </p:val>
                                        </p:tav>
                                        <p:tav tm="100000">
                                          <p:val>
                                            <p:strVal val="#ppt_x"/>
                                          </p:val>
                                        </p:tav>
                                      </p:tavLst>
                                    </p:anim>
                                    <p:anim calcmode="lin" valueType="num">
                                      <p:cBhvr additive="base">
                                        <p:cTn id="14" dur="500" fill="hold"/>
                                        <p:tgtEl>
                                          <p:spTgt spid="470022"/>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55" presetClass="entr" presetSubtype="0" fill="hold" grpId="0" nodeType="clickEffect">
                                  <p:stCondLst>
                                    <p:cond delay="0"/>
                                  </p:stCondLst>
                                  <p:childTnLst>
                                    <p:set>
                                      <p:cBhvr>
                                        <p:cTn id="18" dur="1" fill="hold">
                                          <p:stCondLst>
                                            <p:cond delay="0"/>
                                          </p:stCondLst>
                                        </p:cTn>
                                        <p:tgtEl>
                                          <p:spTgt spid="204813"/>
                                        </p:tgtEl>
                                        <p:attrNameLst>
                                          <p:attrName>style.visibility</p:attrName>
                                        </p:attrNameLst>
                                      </p:cBhvr>
                                      <p:to>
                                        <p:strVal val="visible"/>
                                      </p:to>
                                    </p:set>
                                    <p:anim calcmode="lin" valueType="num">
                                      <p:cBhvr>
                                        <p:cTn id="19" dur="1000" fill="hold"/>
                                        <p:tgtEl>
                                          <p:spTgt spid="204813"/>
                                        </p:tgtEl>
                                        <p:attrNameLst>
                                          <p:attrName>ppt_w</p:attrName>
                                        </p:attrNameLst>
                                      </p:cBhvr>
                                      <p:tavLst>
                                        <p:tav tm="0">
                                          <p:val>
                                            <p:strVal val="#ppt_w*0.70"/>
                                          </p:val>
                                        </p:tav>
                                        <p:tav tm="100000">
                                          <p:val>
                                            <p:strVal val="#ppt_w"/>
                                          </p:val>
                                        </p:tav>
                                      </p:tavLst>
                                    </p:anim>
                                    <p:anim calcmode="lin" valueType="num">
                                      <p:cBhvr>
                                        <p:cTn id="20" dur="1000" fill="hold"/>
                                        <p:tgtEl>
                                          <p:spTgt spid="204813"/>
                                        </p:tgtEl>
                                        <p:attrNameLst>
                                          <p:attrName>ppt_h</p:attrName>
                                        </p:attrNameLst>
                                      </p:cBhvr>
                                      <p:tavLst>
                                        <p:tav tm="0">
                                          <p:val>
                                            <p:strVal val="#ppt_h"/>
                                          </p:val>
                                        </p:tav>
                                        <p:tav tm="100000">
                                          <p:val>
                                            <p:strVal val="#ppt_h"/>
                                          </p:val>
                                        </p:tav>
                                      </p:tavLst>
                                    </p:anim>
                                    <p:animEffect transition="in" filter="fade">
                                      <p:cBhvr>
                                        <p:cTn id="21" dur="1000"/>
                                        <p:tgtEl>
                                          <p:spTgt spid="204813"/>
                                        </p:tgtEl>
                                      </p:cBhvr>
                                    </p:animEffect>
                                  </p:childTnLst>
                                </p:cTn>
                              </p:par>
                              <p:par>
                                <p:cTn id="22" presetID="1" presetClass="entr" presetSubtype="0" fill="hold" nodeType="withEffect">
                                  <p:stCondLst>
                                    <p:cond delay="0"/>
                                  </p:stCondLst>
                                  <p:childTnLst>
                                    <p:set>
                                      <p:cBhvr>
                                        <p:cTn id="23" dur="1" fill="hold">
                                          <p:stCondLst>
                                            <p:cond delay="0"/>
                                          </p:stCondLst>
                                        </p:cTn>
                                        <p:tgtEl>
                                          <p:spTgt spid="6"/>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nodeType="clickEffect">
                                  <p:stCondLst>
                                    <p:cond delay="0"/>
                                  </p:stCondLst>
                                  <p:childTnLst>
                                    <p:set>
                                      <p:cBhvr>
                                        <p:cTn id="27" dur="1" fill="hold">
                                          <p:stCondLst>
                                            <p:cond delay="0"/>
                                          </p:stCondLst>
                                        </p:cTn>
                                        <p:tgtEl>
                                          <p:spTgt spid="7"/>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2" presetClass="entr" presetSubtype="8" fill="hold" grpId="0" nodeType="clickEffect">
                                  <p:stCondLst>
                                    <p:cond delay="0"/>
                                  </p:stCondLst>
                                  <p:childTnLst>
                                    <p:set>
                                      <p:cBhvr>
                                        <p:cTn id="31" dur="1" fill="hold">
                                          <p:stCondLst>
                                            <p:cond delay="0"/>
                                          </p:stCondLst>
                                        </p:cTn>
                                        <p:tgtEl>
                                          <p:spTgt spid="470028"/>
                                        </p:tgtEl>
                                        <p:attrNameLst>
                                          <p:attrName>style.visibility</p:attrName>
                                        </p:attrNameLst>
                                      </p:cBhvr>
                                      <p:to>
                                        <p:strVal val="visible"/>
                                      </p:to>
                                    </p:set>
                                    <p:anim calcmode="lin" valueType="num">
                                      <p:cBhvr additive="base">
                                        <p:cTn id="32" dur="500" fill="hold"/>
                                        <p:tgtEl>
                                          <p:spTgt spid="470028"/>
                                        </p:tgtEl>
                                        <p:attrNameLst>
                                          <p:attrName>ppt_x</p:attrName>
                                        </p:attrNameLst>
                                      </p:cBhvr>
                                      <p:tavLst>
                                        <p:tav tm="0">
                                          <p:val>
                                            <p:strVal val="0-#ppt_w/2"/>
                                          </p:val>
                                        </p:tav>
                                        <p:tav tm="100000">
                                          <p:val>
                                            <p:strVal val="#ppt_x"/>
                                          </p:val>
                                        </p:tav>
                                      </p:tavLst>
                                    </p:anim>
                                    <p:anim calcmode="lin" valueType="num">
                                      <p:cBhvr additive="base">
                                        <p:cTn id="33" dur="500" fill="hold"/>
                                        <p:tgtEl>
                                          <p:spTgt spid="470028"/>
                                        </p:tgtEl>
                                        <p:attrNameLst>
                                          <p:attrName>ppt_y</p:attrName>
                                        </p:attrNameLst>
                                      </p:cBhvr>
                                      <p:tavLst>
                                        <p:tav tm="0">
                                          <p:val>
                                            <p:strVal val="#ppt_y"/>
                                          </p:val>
                                        </p:tav>
                                        <p:tav tm="100000">
                                          <p:val>
                                            <p:strVal val="#ppt_y"/>
                                          </p:val>
                                        </p:tav>
                                      </p:tavLst>
                                    </p:anim>
                                  </p:childTnLst>
                                </p:cTn>
                              </p:par>
                            </p:childTnLst>
                          </p:cTn>
                        </p:par>
                        <p:par>
                          <p:cTn id="34" fill="hold">
                            <p:stCondLst>
                              <p:cond delay="500"/>
                            </p:stCondLst>
                            <p:childTnLst>
                              <p:par>
                                <p:cTn id="35" presetID="2" presetClass="entr" presetSubtype="2" fill="hold" nodeType="afterEffect">
                                  <p:stCondLst>
                                    <p:cond delay="0"/>
                                  </p:stCondLst>
                                  <p:childTnLst>
                                    <p:set>
                                      <p:cBhvr>
                                        <p:cTn id="36" dur="1" fill="hold">
                                          <p:stCondLst>
                                            <p:cond delay="0"/>
                                          </p:stCondLst>
                                        </p:cTn>
                                        <p:tgtEl>
                                          <p:spTgt spid="470021"/>
                                        </p:tgtEl>
                                        <p:attrNameLst>
                                          <p:attrName>style.visibility</p:attrName>
                                        </p:attrNameLst>
                                      </p:cBhvr>
                                      <p:to>
                                        <p:strVal val="visible"/>
                                      </p:to>
                                    </p:set>
                                    <p:anim calcmode="lin" valueType="num">
                                      <p:cBhvr additive="base">
                                        <p:cTn id="37" dur="500" fill="hold"/>
                                        <p:tgtEl>
                                          <p:spTgt spid="470021"/>
                                        </p:tgtEl>
                                        <p:attrNameLst>
                                          <p:attrName>ppt_x</p:attrName>
                                        </p:attrNameLst>
                                      </p:cBhvr>
                                      <p:tavLst>
                                        <p:tav tm="0">
                                          <p:val>
                                            <p:strVal val="1+#ppt_w/2"/>
                                          </p:val>
                                        </p:tav>
                                        <p:tav tm="100000">
                                          <p:val>
                                            <p:strVal val="#ppt_x"/>
                                          </p:val>
                                        </p:tav>
                                      </p:tavLst>
                                    </p:anim>
                                    <p:anim calcmode="lin" valueType="num">
                                      <p:cBhvr additive="base">
                                        <p:cTn id="38" dur="500" fill="hold"/>
                                        <p:tgtEl>
                                          <p:spTgt spid="47002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0027" grpId="0" autoUpdateAnimBg="0"/>
      <p:bldP spid="470028" grpId="0" autoUpdateAnimBg="0"/>
      <p:bldP spid="204813" grpId="0" animBg="1"/>
    </p:bldLst>
  </p:timing>
</p:sld>
</file>

<file path=ppt/slides/slide11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3427" name="Rectangle 2"/>
          <p:cNvSpPr>
            <a:spLocks noChangeArrowheads="1"/>
          </p:cNvSpPr>
          <p:nvPr/>
        </p:nvSpPr>
        <p:spPr bwMode="auto">
          <a:xfrm>
            <a:off x="5105400" y="304800"/>
            <a:ext cx="1828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spcBef>
                <a:spcPct val="0"/>
              </a:spcBef>
              <a:buFontTx/>
              <a:buNone/>
            </a:pPr>
            <a:endParaRPr lang="zh-CN" altLang="en-US" sz="2000">
              <a:solidFill>
                <a:srgbClr val="0000FF"/>
              </a:solidFill>
              <a:latin typeface="Tahoma" panose="020B0604030504040204" pitchFamily="34" charset="0"/>
              <a:ea typeface="宋体" panose="02010600030101010101" pitchFamily="2" charset="-122"/>
            </a:endParaRPr>
          </a:p>
        </p:txBody>
      </p:sp>
      <p:graphicFrame>
        <p:nvGraphicFramePr>
          <p:cNvPr id="103430" name="Object 5"/>
          <p:cNvGraphicFramePr>
            <a:graphicFrameLocks noChangeAspect="1"/>
          </p:cNvGraphicFramePr>
          <p:nvPr/>
        </p:nvGraphicFramePr>
        <p:xfrm>
          <a:off x="5742940" y="116205"/>
          <a:ext cx="3276600" cy="2479675"/>
        </p:xfrm>
        <a:graphic>
          <a:graphicData uri="http://schemas.openxmlformats.org/presentationml/2006/ole">
            <mc:AlternateContent xmlns:mc="http://schemas.openxmlformats.org/markup-compatibility/2006">
              <mc:Choice xmlns:v="urn:schemas-microsoft-com:vml" Requires="v">
                <p:oleObj spid="_x0000_s2" name="BMP 图象" r:id="rId1" imgW="3705225" imgH="3162300" progId="Paint.Picture">
                  <p:embed/>
                </p:oleObj>
              </mc:Choice>
              <mc:Fallback>
                <p:oleObj name="BMP 图象" r:id="rId1" imgW="3705225" imgH="3162300" progId="Paint.Picture">
                  <p:embed/>
                  <p:pic>
                    <p:nvPicPr>
                      <p:cNvPr id="0" name="Object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42940" y="116205"/>
                        <a:ext cx="3276600" cy="2479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aphicFrame>
        <p:nvGraphicFramePr>
          <p:cNvPr id="103432" name="Object 7"/>
          <p:cNvGraphicFramePr>
            <a:graphicFrameLocks noChangeAspect="1"/>
          </p:cNvGraphicFramePr>
          <p:nvPr/>
        </p:nvGraphicFramePr>
        <p:xfrm>
          <a:off x="755968" y="1122045"/>
          <a:ext cx="1008062" cy="490538"/>
        </p:xfrm>
        <a:graphic>
          <a:graphicData uri="http://schemas.openxmlformats.org/presentationml/2006/ole">
            <mc:AlternateContent xmlns:mc="http://schemas.openxmlformats.org/markup-compatibility/2006">
              <mc:Choice xmlns:v="urn:schemas-microsoft-com:vml" Requires="v">
                <p:oleObj spid="_x0000_s4" name="公式" r:id="rId3" imgW="318770" imgH="127000" progId="Equation.3">
                  <p:embed/>
                </p:oleObj>
              </mc:Choice>
              <mc:Fallback>
                <p:oleObj name="公式" r:id="rId3" imgW="318770" imgH="127000" progId="Equation.3">
                  <p:embed/>
                  <p:pic>
                    <p:nvPicPr>
                      <p:cNvPr id="0" name="Object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55968" y="1122045"/>
                        <a:ext cx="1008062" cy="4905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aphicFrame>
        <p:nvGraphicFramePr>
          <p:cNvPr id="470024" name="Object 8"/>
          <p:cNvGraphicFramePr>
            <a:graphicFrameLocks noChangeAspect="1"/>
          </p:cNvGraphicFramePr>
          <p:nvPr/>
        </p:nvGraphicFramePr>
        <p:xfrm>
          <a:off x="3780155" y="977583"/>
          <a:ext cx="1944688" cy="908050"/>
        </p:xfrm>
        <a:graphic>
          <a:graphicData uri="http://schemas.openxmlformats.org/presentationml/2006/ole">
            <mc:AlternateContent xmlns:mc="http://schemas.openxmlformats.org/markup-compatibility/2006">
              <mc:Choice xmlns:v="urn:schemas-microsoft-com:vml" Requires="v">
                <p:oleObj spid="_x0000_s5" name="Equation" r:id="rId5" imgW="636905" imgH="270510" progId="Equation.3">
                  <p:embed/>
                </p:oleObj>
              </mc:Choice>
              <mc:Fallback>
                <p:oleObj name="Equation" r:id="rId5" imgW="636905" imgH="270510" progId="Equation.3">
                  <p:embed/>
                  <p:pic>
                    <p:nvPicPr>
                      <p:cNvPr id="0" name="Object 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780155" y="977583"/>
                        <a:ext cx="1944688" cy="908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aphicFrame>
        <p:nvGraphicFramePr>
          <p:cNvPr id="470025" name="Object 9"/>
          <p:cNvGraphicFramePr>
            <a:graphicFrameLocks noChangeAspect="1"/>
          </p:cNvGraphicFramePr>
          <p:nvPr/>
        </p:nvGraphicFramePr>
        <p:xfrm>
          <a:off x="904875" y="3823335"/>
          <a:ext cx="7981950" cy="1651635"/>
        </p:xfrm>
        <a:graphic>
          <a:graphicData uri="http://schemas.openxmlformats.org/presentationml/2006/ole">
            <mc:AlternateContent xmlns:mc="http://schemas.openxmlformats.org/markup-compatibility/2006">
              <mc:Choice xmlns:v="urn:schemas-microsoft-com:vml" Requires="v">
                <p:oleObj spid="_x0000_s6" name="公式" r:id="rId7" imgW="4051300" imgH="838200" progId="Equation.3">
                  <p:embed/>
                </p:oleObj>
              </mc:Choice>
              <mc:Fallback>
                <p:oleObj name="公式" r:id="rId7" imgW="4051300" imgH="838200" progId="Equation.3">
                  <p:embed/>
                  <p:pic>
                    <p:nvPicPr>
                      <p:cNvPr id="0" name="Object 9"/>
                      <p:cNvPicPr>
                        <a:picLocks noChangeAspect="1" noChangeArrowheads="1"/>
                      </p:cNvPicPr>
                      <p:nvPr/>
                    </p:nvPicPr>
                    <p:blipFill>
                      <a:blip r:embed="rId8"/>
                      <a:srcRect/>
                      <a:stretch>
                        <a:fillRect/>
                      </a:stretch>
                    </p:blipFill>
                    <p:spPr bwMode="auto">
                      <a:xfrm>
                        <a:off x="904875" y="3823335"/>
                        <a:ext cx="7981950" cy="16516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sp>
        <p:nvSpPr>
          <p:cNvPr id="103435" name="Text Box 10"/>
          <p:cNvSpPr txBox="1">
            <a:spLocks noChangeArrowheads="1"/>
          </p:cNvSpPr>
          <p:nvPr/>
        </p:nvSpPr>
        <p:spPr bwMode="auto">
          <a:xfrm>
            <a:off x="454343" y="149860"/>
            <a:ext cx="838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spcBef>
                <a:spcPct val="50000"/>
              </a:spcBef>
              <a:buFontTx/>
              <a:buNone/>
            </a:pPr>
            <a:r>
              <a:rPr lang="zh-CN" altLang="en-US" sz="2000">
                <a:solidFill>
                  <a:srgbClr val="FF0000"/>
                </a:solidFill>
                <a:latin typeface="Tahoma" panose="020B0604030504040204" pitchFamily="34" charset="0"/>
                <a:ea typeface="宋体" panose="02010600030101010101" pitchFamily="2" charset="-122"/>
              </a:rPr>
              <a:t>解：</a:t>
            </a:r>
            <a:endParaRPr lang="zh-CN" altLang="en-US" sz="2000">
              <a:solidFill>
                <a:srgbClr val="FF0000"/>
              </a:solidFill>
              <a:latin typeface="Tahoma" panose="020B0604030504040204" pitchFamily="34" charset="0"/>
              <a:ea typeface="宋体" panose="02010600030101010101" pitchFamily="2" charset="-122"/>
            </a:endParaRPr>
          </a:p>
        </p:txBody>
      </p:sp>
      <p:sp>
        <p:nvSpPr>
          <p:cNvPr id="103437" name="Text Box 12"/>
          <p:cNvSpPr txBox="1">
            <a:spLocks noChangeArrowheads="1"/>
          </p:cNvSpPr>
          <p:nvPr/>
        </p:nvSpPr>
        <p:spPr bwMode="auto">
          <a:xfrm>
            <a:off x="990600" y="158115"/>
            <a:ext cx="41148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spcBef>
                <a:spcPct val="50000"/>
              </a:spcBef>
              <a:buFontTx/>
              <a:buNone/>
            </a:pPr>
            <a:r>
              <a:rPr lang="en-US" altLang="zh-CN" sz="2000">
                <a:solidFill>
                  <a:srgbClr val="0000FF"/>
                </a:solidFill>
                <a:latin typeface="Tahoma" panose="020B0604030504040204" pitchFamily="34" charset="0"/>
                <a:ea typeface="宋体" panose="02010600030101010101" pitchFamily="2" charset="-122"/>
              </a:rPr>
              <a:t>t&gt;0</a:t>
            </a:r>
            <a:r>
              <a:rPr lang="zh-CN" altLang="en-US" sz="2000">
                <a:solidFill>
                  <a:srgbClr val="0000FF"/>
                </a:solidFill>
                <a:latin typeface="Tahoma" panose="020B0604030504040204" pitchFamily="34" charset="0"/>
                <a:ea typeface="宋体" panose="02010600030101010101" pitchFamily="2" charset="-122"/>
              </a:rPr>
              <a:t>，开关打开，根据</a:t>
            </a:r>
            <a:r>
              <a:rPr lang="en-US" altLang="zh-CN" sz="2000">
                <a:solidFill>
                  <a:srgbClr val="0000FF"/>
                </a:solidFill>
                <a:latin typeface="Tahoma" panose="020B0604030504040204" pitchFamily="34" charset="0"/>
                <a:ea typeface="宋体" panose="02010600030101010101" pitchFamily="2" charset="-122"/>
              </a:rPr>
              <a:t>s</a:t>
            </a:r>
            <a:r>
              <a:rPr lang="zh-CN" altLang="en-US" sz="2000">
                <a:solidFill>
                  <a:srgbClr val="0000FF"/>
                </a:solidFill>
                <a:latin typeface="Tahoma" panose="020B0604030504040204" pitchFamily="34" charset="0"/>
                <a:ea typeface="宋体" panose="02010600030101010101" pitchFamily="2" charset="-122"/>
              </a:rPr>
              <a:t>域电路，有</a:t>
            </a:r>
            <a:endParaRPr lang="zh-CN" altLang="en-US" sz="2000">
              <a:solidFill>
                <a:srgbClr val="0000FF"/>
              </a:solidFill>
              <a:latin typeface="Tahoma" panose="020B0604030504040204" pitchFamily="34" charset="0"/>
              <a:ea typeface="宋体" panose="02010600030101010101" pitchFamily="2" charset="-122"/>
            </a:endParaRPr>
          </a:p>
        </p:txBody>
      </p:sp>
      <p:graphicFrame>
        <p:nvGraphicFramePr>
          <p:cNvPr id="470029" name="Object 13"/>
          <p:cNvGraphicFramePr>
            <a:graphicFrameLocks noChangeAspect="1"/>
          </p:cNvGraphicFramePr>
          <p:nvPr/>
        </p:nvGraphicFramePr>
        <p:xfrm>
          <a:off x="1547495" y="2047875"/>
          <a:ext cx="2051050" cy="848360"/>
        </p:xfrm>
        <a:graphic>
          <a:graphicData uri="http://schemas.openxmlformats.org/presentationml/2006/ole">
            <mc:AlternateContent xmlns:mc="http://schemas.openxmlformats.org/markup-compatibility/2006">
              <mc:Choice xmlns:v="urn:schemas-microsoft-com:vml" Requires="v">
                <p:oleObj spid="_x0000_s7" name="公式" r:id="rId9" imgW="1117600" imgH="419100" progId="Equation.3">
                  <p:embed/>
                </p:oleObj>
              </mc:Choice>
              <mc:Fallback>
                <p:oleObj name="公式" r:id="rId9" imgW="1117600" imgH="419100" progId="Equation.3">
                  <p:embed/>
                  <p:pic>
                    <p:nvPicPr>
                      <p:cNvPr id="0" name="Object 13"/>
                      <p:cNvPicPr>
                        <a:picLocks noChangeAspect="1" noChangeArrowheads="1"/>
                      </p:cNvPicPr>
                      <p:nvPr/>
                    </p:nvPicPr>
                    <p:blipFill>
                      <a:blip r:embed="rId10">
                        <a:duotone>
                          <a:schemeClr val="accent1">
                            <a:shade val="45000"/>
                            <a:satMod val="135000"/>
                          </a:schemeClr>
                          <a:prstClr val="white"/>
                        </a:duotone>
                      </a:blip>
                      <a:srcRect/>
                      <a:stretch>
                        <a:fillRect/>
                      </a:stretch>
                    </p:blipFill>
                    <p:spPr bwMode="auto">
                      <a:xfrm>
                        <a:off x="1547495" y="2047875"/>
                        <a:ext cx="2051050" cy="8483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aphicFrame>
        <p:nvGraphicFramePr>
          <p:cNvPr id="470030" name="Object 14"/>
          <p:cNvGraphicFramePr>
            <a:graphicFrameLocks noChangeAspect="1"/>
          </p:cNvGraphicFramePr>
          <p:nvPr/>
        </p:nvGraphicFramePr>
        <p:xfrm>
          <a:off x="899478" y="3078163"/>
          <a:ext cx="757237" cy="431800"/>
        </p:xfrm>
        <a:graphic>
          <a:graphicData uri="http://schemas.openxmlformats.org/presentationml/2006/ole">
            <mc:AlternateContent xmlns:mc="http://schemas.openxmlformats.org/markup-compatibility/2006">
              <mc:Choice xmlns:v="urn:schemas-microsoft-com:vml" Requires="v">
                <p:oleObj spid="_x0000_s8" name="公式" r:id="rId11" imgW="280670" imgH="127000" progId="Equation.3">
                  <p:embed/>
                </p:oleObj>
              </mc:Choice>
              <mc:Fallback>
                <p:oleObj name="公式" r:id="rId11" imgW="280670" imgH="127000" progId="Equation.3">
                  <p:embed/>
                  <p:pic>
                    <p:nvPicPr>
                      <p:cNvPr id="0" name="Object 14"/>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899478" y="3078163"/>
                        <a:ext cx="757237"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70031" name="Object 15"/>
          <p:cNvGraphicFramePr>
            <a:graphicFrameLocks noChangeAspect="1"/>
          </p:cNvGraphicFramePr>
          <p:nvPr/>
        </p:nvGraphicFramePr>
        <p:xfrm>
          <a:off x="1188085" y="5974080"/>
          <a:ext cx="831850" cy="431800"/>
        </p:xfrm>
        <a:graphic>
          <a:graphicData uri="http://schemas.openxmlformats.org/presentationml/2006/ole">
            <mc:AlternateContent xmlns:mc="http://schemas.openxmlformats.org/markup-compatibility/2006">
              <mc:Choice xmlns:v="urn:schemas-microsoft-com:vml" Requires="v">
                <p:oleObj spid="_x0000_s9" name="公式" r:id="rId13" imgW="307975" imgH="127000" progId="Equation.3">
                  <p:embed/>
                </p:oleObj>
              </mc:Choice>
              <mc:Fallback>
                <p:oleObj name="公式" r:id="rId13" imgW="307975" imgH="127000" progId="Equation.3">
                  <p:embed/>
                  <p:pic>
                    <p:nvPicPr>
                      <p:cNvPr id="0" name="Object 15"/>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188085" y="5974080"/>
                        <a:ext cx="831850"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103441" name="Group 16"/>
          <p:cNvGrpSpPr/>
          <p:nvPr/>
        </p:nvGrpSpPr>
        <p:grpSpPr bwMode="auto">
          <a:xfrm>
            <a:off x="5723890" y="188595"/>
            <a:ext cx="576263" cy="431800"/>
            <a:chOff x="3742" y="300"/>
            <a:chExt cx="370" cy="227"/>
          </a:xfrm>
        </p:grpSpPr>
        <p:sp>
          <p:nvSpPr>
            <p:cNvPr id="103445" name="Line 17"/>
            <p:cNvSpPr>
              <a:spLocks noChangeShapeType="1"/>
            </p:cNvSpPr>
            <p:nvPr/>
          </p:nvSpPr>
          <p:spPr bwMode="auto">
            <a:xfrm>
              <a:off x="4112" y="436"/>
              <a:ext cx="0" cy="91"/>
            </a:xfrm>
            <a:prstGeom prst="line">
              <a:avLst/>
            </a:prstGeom>
            <a:noFill/>
            <a:ln w="31750">
              <a:solidFill>
                <a:srgbClr val="FF0066"/>
              </a:solidFill>
              <a:miter lim="800000"/>
              <a:tailEnd type="triangle" w="med" len="med"/>
            </a:ln>
            <a:extLst>
              <a:ext uri="{909E8E84-426E-40DD-AFC4-6F175D3DCCD1}">
                <a14:hiddenFill xmlns:a14="http://schemas.microsoft.com/office/drawing/2010/main">
                  <a:noFill/>
                </a14:hiddenFill>
              </a:ext>
            </a:extLst>
          </p:spPr>
          <p:txBody>
            <a:bodyPr wrap="none"/>
            <a:lstStyle/>
            <a:p>
              <a:endParaRPr lang="zh-CN" altLang="en-US"/>
            </a:p>
          </p:txBody>
        </p:sp>
        <p:graphicFrame>
          <p:nvGraphicFramePr>
            <p:cNvPr id="103446" name="Object 18"/>
            <p:cNvGraphicFramePr>
              <a:graphicFrameLocks noChangeAspect="1"/>
            </p:cNvGraphicFramePr>
            <p:nvPr/>
          </p:nvGraphicFramePr>
          <p:xfrm>
            <a:off x="3742" y="300"/>
            <a:ext cx="323" cy="196"/>
          </p:xfrm>
          <a:graphic>
            <a:graphicData uri="http://schemas.openxmlformats.org/presentationml/2006/ole">
              <mc:AlternateContent xmlns:mc="http://schemas.openxmlformats.org/markup-compatibility/2006">
                <mc:Choice xmlns:v="urn:schemas-microsoft-com:vml" Requires="v">
                  <p:oleObj spid="_x0000_s10" name="公式" r:id="rId15" imgW="188595" imgH="127000" progId="Equation.3">
                    <p:embed/>
                  </p:oleObj>
                </mc:Choice>
                <mc:Fallback>
                  <p:oleObj name="公式" r:id="rId15" imgW="188595" imgH="127000" progId="Equation.3">
                    <p:embed/>
                    <p:pic>
                      <p:nvPicPr>
                        <p:cNvPr id="0" name="Object 18"/>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3742" y="300"/>
                          <a:ext cx="323" cy="19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pSp>
      <p:graphicFrame>
        <p:nvGraphicFramePr>
          <p:cNvPr id="11" name="Object 11"/>
          <p:cNvGraphicFramePr>
            <a:graphicFrameLocks noChangeAspect="1"/>
          </p:cNvGraphicFramePr>
          <p:nvPr/>
        </p:nvGraphicFramePr>
        <p:xfrm>
          <a:off x="1907223" y="2966085"/>
          <a:ext cx="2651125" cy="787400"/>
        </p:xfrm>
        <a:graphic>
          <a:graphicData uri="http://schemas.openxmlformats.org/presentationml/2006/ole">
            <mc:AlternateContent xmlns:mc="http://schemas.openxmlformats.org/markup-compatibility/2006">
              <mc:Choice xmlns:v="urn:schemas-microsoft-com:vml" Requires="v">
                <p:oleObj spid="_x0000_s12" name="公式" r:id="rId17" imgW="1058545" imgH="253365" progId="Equation.3">
                  <p:embed/>
                </p:oleObj>
              </mc:Choice>
              <mc:Fallback>
                <p:oleObj name="公式" r:id="rId17" imgW="1058545" imgH="253365" progId="Equation.3">
                  <p:embed/>
                  <p:pic>
                    <p:nvPicPr>
                      <p:cNvPr id="0" name="Object 11"/>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1907223" y="2966085"/>
                        <a:ext cx="2651125" cy="787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3" name="Object 12"/>
          <p:cNvGraphicFramePr>
            <a:graphicFrameLocks noChangeAspect="1"/>
          </p:cNvGraphicFramePr>
          <p:nvPr/>
        </p:nvGraphicFramePr>
        <p:xfrm>
          <a:off x="2124075" y="5732780"/>
          <a:ext cx="2854325" cy="787400"/>
        </p:xfrm>
        <a:graphic>
          <a:graphicData uri="http://schemas.openxmlformats.org/presentationml/2006/ole">
            <mc:AlternateContent xmlns:mc="http://schemas.openxmlformats.org/markup-compatibility/2006">
              <mc:Choice xmlns:v="urn:schemas-microsoft-com:vml" Requires="v">
                <p:oleObj spid="_x0000_s14" name="公式" r:id="rId19" imgW="1126490" imgH="253365" progId="Equation.3">
                  <p:embed/>
                </p:oleObj>
              </mc:Choice>
              <mc:Fallback>
                <p:oleObj name="公式" r:id="rId19" imgW="1126490" imgH="253365" progId="Equation.3">
                  <p:embed/>
                  <p:pic>
                    <p:nvPicPr>
                      <p:cNvPr id="0" name="Object 12"/>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2124075" y="5732780"/>
                        <a:ext cx="2854325" cy="787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5" name="Object 13"/>
          <p:cNvGraphicFramePr>
            <a:graphicFrameLocks noChangeAspect="1"/>
          </p:cNvGraphicFramePr>
          <p:nvPr/>
        </p:nvGraphicFramePr>
        <p:xfrm>
          <a:off x="1764030" y="761683"/>
          <a:ext cx="1943100" cy="1300162"/>
        </p:xfrm>
        <a:graphic>
          <a:graphicData uri="http://schemas.openxmlformats.org/presentationml/2006/ole">
            <mc:AlternateContent xmlns:mc="http://schemas.openxmlformats.org/markup-compatibility/2006">
              <mc:Choice xmlns:v="urn:schemas-microsoft-com:vml" Requires="v">
                <p:oleObj spid="_x0000_s16" name="公式" r:id="rId21" imgW="763905" imgH="523875" progId="Equation.3">
                  <p:embed/>
                </p:oleObj>
              </mc:Choice>
              <mc:Fallback>
                <p:oleObj name="公式" r:id="rId21" imgW="763905" imgH="523875" progId="Equation.3">
                  <p:embed/>
                  <p:pic>
                    <p:nvPicPr>
                      <p:cNvPr id="0" name="Object 13"/>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1764030" y="761683"/>
                        <a:ext cx="1943100" cy="13001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sp>
        <p:nvSpPr>
          <p:cNvPr id="17" name="墨迹 4"/>
          <p:cNvSpPr/>
          <p:nvPr/>
        </p:nvSpPr>
        <p:spPr bwMode="auto">
          <a:xfrm>
            <a:off x="586800" y="1905120"/>
            <a:ext cx="8432640" cy="3558960"/>
          </a:xfrm>
        </p:spPr>
      </p:sp>
    </p:spTree>
    <p:custDataLst>
      <p:tags r:id="rId23"/>
    </p:custDataLst>
  </p:cSld>
  <p:clrMapOvr>
    <a:masterClrMapping/>
  </p:clrMapOvr>
  <mc:AlternateContent xmlns:mc="http://schemas.openxmlformats.org/markup-compatibility/2006">
    <mc:Choice xmlns:p14="http://schemas.microsoft.com/office/powerpoint/2010/main" Requires="p14">
      <p:transition spd="slow" p14:dur="2000" advTm="128421"/>
    </mc:Choice>
    <mc:Fallback>
      <p:transition spd="slow" advTm="128421"/>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343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nodeType="clickEffect">
                                  <p:stCondLst>
                                    <p:cond delay="0"/>
                                  </p:stCondLst>
                                  <p:childTnLst>
                                    <p:set>
                                      <p:cBhvr>
                                        <p:cTn id="10" dur="1" fill="hold">
                                          <p:stCondLst>
                                            <p:cond delay="0"/>
                                          </p:stCondLst>
                                        </p:cTn>
                                        <p:tgtEl>
                                          <p:spTgt spid="15"/>
                                        </p:tgtEl>
                                        <p:attrNameLst>
                                          <p:attrName>style.visibility</p:attrName>
                                        </p:attrNameLst>
                                      </p:cBhvr>
                                      <p:to>
                                        <p:strVal val="visible"/>
                                      </p:to>
                                    </p:set>
                                    <p:anim calcmode="lin" valueType="num">
                                      <p:cBhvr additive="base">
                                        <p:cTn id="11" dur="500" fill="hold"/>
                                        <p:tgtEl>
                                          <p:spTgt spid="15"/>
                                        </p:tgtEl>
                                        <p:attrNameLst>
                                          <p:attrName>ppt_x</p:attrName>
                                        </p:attrNameLst>
                                      </p:cBhvr>
                                      <p:tavLst>
                                        <p:tav tm="0">
                                          <p:val>
                                            <p:strVal val="#ppt_x"/>
                                          </p:val>
                                        </p:tav>
                                        <p:tav tm="100000">
                                          <p:val>
                                            <p:strVal val="#ppt_x"/>
                                          </p:val>
                                        </p:tav>
                                      </p:tavLst>
                                    </p:anim>
                                    <p:anim calcmode="lin" valueType="num">
                                      <p:cBhvr additive="base">
                                        <p:cTn id="12"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15" presetClass="entr" presetSubtype="0" fill="hold" nodeType="clickEffect">
                                  <p:stCondLst>
                                    <p:cond delay="0"/>
                                  </p:stCondLst>
                                  <p:childTnLst>
                                    <p:set>
                                      <p:cBhvr>
                                        <p:cTn id="16" dur="1" fill="hold">
                                          <p:stCondLst>
                                            <p:cond delay="0"/>
                                          </p:stCondLst>
                                        </p:cTn>
                                        <p:tgtEl>
                                          <p:spTgt spid="470024"/>
                                        </p:tgtEl>
                                        <p:attrNameLst>
                                          <p:attrName>style.visibility</p:attrName>
                                        </p:attrNameLst>
                                      </p:cBhvr>
                                      <p:to>
                                        <p:strVal val="visible"/>
                                      </p:to>
                                    </p:set>
                                    <p:anim calcmode="lin" valueType="num">
                                      <p:cBhvr>
                                        <p:cTn id="17" dur="1000" fill="hold"/>
                                        <p:tgtEl>
                                          <p:spTgt spid="470024"/>
                                        </p:tgtEl>
                                        <p:attrNameLst>
                                          <p:attrName>ppt_w</p:attrName>
                                        </p:attrNameLst>
                                      </p:cBhvr>
                                      <p:tavLst>
                                        <p:tav tm="0">
                                          <p:val>
                                            <p:fltVal val="0"/>
                                          </p:val>
                                        </p:tav>
                                        <p:tav tm="100000">
                                          <p:val>
                                            <p:strVal val="#ppt_w"/>
                                          </p:val>
                                        </p:tav>
                                      </p:tavLst>
                                    </p:anim>
                                    <p:anim calcmode="lin" valueType="num">
                                      <p:cBhvr>
                                        <p:cTn id="18" dur="1000" fill="hold"/>
                                        <p:tgtEl>
                                          <p:spTgt spid="470024"/>
                                        </p:tgtEl>
                                        <p:attrNameLst>
                                          <p:attrName>ppt_h</p:attrName>
                                        </p:attrNameLst>
                                      </p:cBhvr>
                                      <p:tavLst>
                                        <p:tav tm="0">
                                          <p:val>
                                            <p:fltVal val="0"/>
                                          </p:val>
                                        </p:tav>
                                        <p:tav tm="100000">
                                          <p:val>
                                            <p:strVal val="#ppt_h"/>
                                          </p:val>
                                        </p:tav>
                                      </p:tavLst>
                                    </p:anim>
                                    <p:anim calcmode="lin" valueType="num">
                                      <p:cBhvr>
                                        <p:cTn id="19" dur="1000" fill="hold"/>
                                        <p:tgtEl>
                                          <p:spTgt spid="470024"/>
                                        </p:tgtEl>
                                        <p:attrNameLst>
                                          <p:attrName>ppt_x</p:attrName>
                                        </p:attrNameLst>
                                      </p:cBhvr>
                                      <p:tavLst>
                                        <p:tav tm="0" fmla="#ppt_x+(cos(-2*pi*(1-$))*-#ppt_x-sin(-2*pi*(1-$))*(1-#ppt_y))*(1-$)">
                                          <p:val>
                                            <p:fltVal val="0"/>
                                          </p:val>
                                        </p:tav>
                                        <p:tav tm="100000">
                                          <p:val>
                                            <p:fltVal val="1"/>
                                          </p:val>
                                        </p:tav>
                                      </p:tavLst>
                                    </p:anim>
                                    <p:anim calcmode="lin" valueType="num">
                                      <p:cBhvr>
                                        <p:cTn id="20" dur="1000" fill="hold"/>
                                        <p:tgtEl>
                                          <p:spTgt spid="470024"/>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nodeType="clickEffect">
                                  <p:stCondLst>
                                    <p:cond delay="0"/>
                                  </p:stCondLst>
                                  <p:childTnLst>
                                    <p:set>
                                      <p:cBhvr>
                                        <p:cTn id="24" dur="1" fill="hold">
                                          <p:stCondLst>
                                            <p:cond delay="0"/>
                                          </p:stCondLst>
                                        </p:cTn>
                                        <p:tgtEl>
                                          <p:spTgt spid="470029"/>
                                        </p:tgtEl>
                                        <p:attrNameLst>
                                          <p:attrName>style.visibility</p:attrName>
                                        </p:attrNameLst>
                                      </p:cBhvr>
                                      <p:to>
                                        <p:strVal val="visible"/>
                                      </p:to>
                                    </p:set>
                                    <p:anim calcmode="lin" valueType="num">
                                      <p:cBhvr additive="base">
                                        <p:cTn id="25" dur="500" fill="hold"/>
                                        <p:tgtEl>
                                          <p:spTgt spid="470029"/>
                                        </p:tgtEl>
                                        <p:attrNameLst>
                                          <p:attrName>ppt_x</p:attrName>
                                        </p:attrNameLst>
                                      </p:cBhvr>
                                      <p:tavLst>
                                        <p:tav tm="0">
                                          <p:val>
                                            <p:strVal val="0-#ppt_w/2"/>
                                          </p:val>
                                        </p:tav>
                                        <p:tav tm="100000">
                                          <p:val>
                                            <p:strVal val="#ppt_x"/>
                                          </p:val>
                                        </p:tav>
                                      </p:tavLst>
                                    </p:anim>
                                    <p:anim calcmode="lin" valueType="num">
                                      <p:cBhvr additive="base">
                                        <p:cTn id="26" dur="500" fill="hold"/>
                                        <p:tgtEl>
                                          <p:spTgt spid="470029"/>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70030"/>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1"/>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2" presetClass="entr" presetSubtype="4" fill="hold" nodeType="clickEffect">
                                  <p:stCondLst>
                                    <p:cond delay="0"/>
                                  </p:stCondLst>
                                  <p:childTnLst>
                                    <p:set>
                                      <p:cBhvr>
                                        <p:cTn id="38" dur="1" fill="hold">
                                          <p:stCondLst>
                                            <p:cond delay="0"/>
                                          </p:stCondLst>
                                        </p:cTn>
                                        <p:tgtEl>
                                          <p:spTgt spid="470025"/>
                                        </p:tgtEl>
                                        <p:attrNameLst>
                                          <p:attrName>style.visibility</p:attrName>
                                        </p:attrNameLst>
                                      </p:cBhvr>
                                      <p:to>
                                        <p:strVal val="visible"/>
                                      </p:to>
                                    </p:set>
                                    <p:anim calcmode="lin" valueType="num">
                                      <p:cBhvr additive="base">
                                        <p:cTn id="39" dur="500" fill="hold"/>
                                        <p:tgtEl>
                                          <p:spTgt spid="470025"/>
                                        </p:tgtEl>
                                        <p:attrNameLst>
                                          <p:attrName>ppt_x</p:attrName>
                                        </p:attrNameLst>
                                      </p:cBhvr>
                                      <p:tavLst>
                                        <p:tav tm="0">
                                          <p:val>
                                            <p:strVal val="#ppt_x"/>
                                          </p:val>
                                        </p:tav>
                                        <p:tav tm="100000">
                                          <p:val>
                                            <p:strVal val="#ppt_x"/>
                                          </p:val>
                                        </p:tav>
                                      </p:tavLst>
                                    </p:anim>
                                    <p:anim calcmode="lin" valueType="num">
                                      <p:cBhvr additive="base">
                                        <p:cTn id="40" dur="500" fill="hold"/>
                                        <p:tgtEl>
                                          <p:spTgt spid="470025"/>
                                        </p:tgtEl>
                                        <p:attrNameLst>
                                          <p:attrName>ppt_y</p:attrName>
                                        </p:attrNameLst>
                                      </p:cBhvr>
                                      <p:tavLst>
                                        <p:tav tm="0">
                                          <p:val>
                                            <p:strVal val="1+#ppt_h/2"/>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2" presetClass="entr" presetSubtype="2" fill="hold" nodeType="clickEffect">
                                  <p:stCondLst>
                                    <p:cond delay="0"/>
                                  </p:stCondLst>
                                  <p:childTnLst>
                                    <p:set>
                                      <p:cBhvr>
                                        <p:cTn id="44" dur="1" fill="hold">
                                          <p:stCondLst>
                                            <p:cond delay="0"/>
                                          </p:stCondLst>
                                        </p:cTn>
                                        <p:tgtEl>
                                          <p:spTgt spid="470031"/>
                                        </p:tgtEl>
                                        <p:attrNameLst>
                                          <p:attrName>style.visibility</p:attrName>
                                        </p:attrNameLst>
                                      </p:cBhvr>
                                      <p:to>
                                        <p:strVal val="visible"/>
                                      </p:to>
                                    </p:set>
                                    <p:anim calcmode="lin" valueType="num">
                                      <p:cBhvr additive="base">
                                        <p:cTn id="45" dur="500" fill="hold"/>
                                        <p:tgtEl>
                                          <p:spTgt spid="470031"/>
                                        </p:tgtEl>
                                        <p:attrNameLst>
                                          <p:attrName>ppt_x</p:attrName>
                                        </p:attrNameLst>
                                      </p:cBhvr>
                                      <p:tavLst>
                                        <p:tav tm="0">
                                          <p:val>
                                            <p:strVal val="1+#ppt_w/2"/>
                                          </p:val>
                                        </p:tav>
                                        <p:tav tm="100000">
                                          <p:val>
                                            <p:strVal val="#ppt_x"/>
                                          </p:val>
                                        </p:tav>
                                      </p:tavLst>
                                    </p:anim>
                                    <p:anim calcmode="lin" valueType="num">
                                      <p:cBhvr additive="base">
                                        <p:cTn id="46" dur="500" fill="hold"/>
                                        <p:tgtEl>
                                          <p:spTgt spid="470031"/>
                                        </p:tgtEl>
                                        <p:attrNameLst>
                                          <p:attrName>ppt_y</p:attrName>
                                        </p:attrNameLst>
                                      </p:cBhvr>
                                      <p:tavLst>
                                        <p:tav tm="0">
                                          <p:val>
                                            <p:strVal val="#ppt_y"/>
                                          </p:val>
                                        </p:tav>
                                        <p:tav tm="100000">
                                          <p:val>
                                            <p:strVal val="#ppt_y"/>
                                          </p:val>
                                        </p:tav>
                                      </p:tavLst>
                                    </p:anim>
                                  </p:childTnLst>
                                </p:cTn>
                              </p:par>
                            </p:childTnLst>
                          </p:cTn>
                        </p:par>
                      </p:childTnLst>
                    </p:cTn>
                  </p:par>
                  <p:par>
                    <p:cTn id="47" fill="hold">
                      <p:stCondLst>
                        <p:cond delay="indefinite"/>
                      </p:stCondLst>
                      <p:childTnLst>
                        <p:par>
                          <p:cTn id="48" fill="hold">
                            <p:stCondLst>
                              <p:cond delay="0"/>
                            </p:stCondLst>
                            <p:childTnLst>
                              <p:par>
                                <p:cTn id="49" presetID="2" presetClass="entr" presetSubtype="4" fill="hold" nodeType="clickEffect">
                                  <p:stCondLst>
                                    <p:cond delay="0"/>
                                  </p:stCondLst>
                                  <p:childTnLst>
                                    <p:set>
                                      <p:cBhvr>
                                        <p:cTn id="50" dur="1" fill="hold">
                                          <p:stCondLst>
                                            <p:cond delay="0"/>
                                          </p:stCondLst>
                                        </p:cTn>
                                        <p:tgtEl>
                                          <p:spTgt spid="13"/>
                                        </p:tgtEl>
                                        <p:attrNameLst>
                                          <p:attrName>style.visibility</p:attrName>
                                        </p:attrNameLst>
                                      </p:cBhvr>
                                      <p:to>
                                        <p:strVal val="visible"/>
                                      </p:to>
                                    </p:set>
                                    <p:anim calcmode="lin" valueType="num">
                                      <p:cBhvr additive="base">
                                        <p:cTn id="51" dur="500" fill="hold"/>
                                        <p:tgtEl>
                                          <p:spTgt spid="13"/>
                                        </p:tgtEl>
                                        <p:attrNameLst>
                                          <p:attrName>ppt_x</p:attrName>
                                        </p:attrNameLst>
                                      </p:cBhvr>
                                      <p:tavLst>
                                        <p:tav tm="0">
                                          <p:val>
                                            <p:strVal val="#ppt_x"/>
                                          </p:val>
                                        </p:tav>
                                        <p:tav tm="100000">
                                          <p:val>
                                            <p:strVal val="#ppt_x"/>
                                          </p:val>
                                        </p:tav>
                                      </p:tavLst>
                                    </p:anim>
                                    <p:anim calcmode="lin" valueType="num">
                                      <p:cBhvr additive="base">
                                        <p:cTn id="52"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4"/>
          <p:cNvSpPr>
            <a:spLocks noGrp="1" noChangeArrowheads="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a:spcBef>
                <a:spcPct val="0"/>
              </a:spcBef>
              <a:buFontTx/>
              <a:buNone/>
            </a:pPr>
            <a:fld id="{8E0157A4-944F-4EC8-8969-DCB52287F7C0}" type="datetime1">
              <a:rPr kumimoji="0" lang="zh-CN" altLang="en-US" sz="1200" smtClean="0">
                <a:solidFill>
                  <a:srgbClr val="000000"/>
                </a:solidFill>
                <a:ea typeface="宋体" panose="02010600030101010101" pitchFamily="2" charset="-122"/>
              </a:rPr>
            </a:fld>
            <a:r>
              <a:rPr kumimoji="0" lang="en-US" altLang="zh-CN" sz="1200">
                <a:solidFill>
                  <a:srgbClr val="000000"/>
                </a:solidFill>
                <a:ea typeface="宋体" panose="02010600030101010101" pitchFamily="2" charset="-122"/>
              </a:rPr>
              <a:t>**</a:t>
            </a:r>
            <a:endParaRPr kumimoji="0" lang="en-US" altLang="zh-CN" sz="1200">
              <a:solidFill>
                <a:srgbClr val="000000"/>
              </a:solidFill>
              <a:ea typeface="宋体" panose="02010600030101010101" pitchFamily="2" charset="-122"/>
            </a:endParaRPr>
          </a:p>
        </p:txBody>
      </p:sp>
      <p:sp>
        <p:nvSpPr>
          <p:cNvPr id="306189" name="Rectangle 13"/>
          <p:cNvSpPr>
            <a:spLocks noChangeArrowheads="1"/>
          </p:cNvSpPr>
          <p:nvPr/>
        </p:nvSpPr>
        <p:spPr bwMode="auto">
          <a:xfrm>
            <a:off x="826816" y="1697369"/>
            <a:ext cx="7848872" cy="4181401"/>
          </a:xfrm>
          <a:prstGeom prst="rect">
            <a:avLst/>
          </a:prstGeom>
          <a:noFill/>
          <a:ln w="28575">
            <a:solidFill>
              <a:schemeClr val="accent1"/>
            </a:solidFill>
            <a:miter lim="800000"/>
          </a:ln>
          <a:extLst>
            <a:ext uri="{909E8E84-426E-40DD-AFC4-6F175D3DCCD1}">
              <a14:hiddenFill xmlns:a14="http://schemas.microsoft.com/office/drawing/2010/main">
                <a:solidFill>
                  <a:srgbClr val="FFFFFF"/>
                </a:solidFill>
              </a14:hiddenFill>
            </a:ext>
          </a:extLst>
        </p:spPr>
        <p:txBody>
          <a:bodyPr wrap="square">
            <a:spAutoFit/>
          </a:bodyPr>
          <a:lstStyle>
            <a:lvl1pPr marL="355600" indent="-355600">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marL="447675" indent="-447675" eaLnBrk="1" hangingPunct="1">
              <a:lnSpc>
                <a:spcPct val="150000"/>
              </a:lnSpc>
              <a:spcBef>
                <a:spcPct val="50000"/>
              </a:spcBef>
              <a:buClr>
                <a:srgbClr val="FF0000"/>
              </a:buClr>
              <a:buNone/>
            </a:pPr>
            <a:r>
              <a:rPr lang="en-US" altLang="zh-CN" sz="2800" dirty="0">
                <a:solidFill>
                  <a:srgbClr val="161616"/>
                </a:solidFill>
                <a:ea typeface="楷体_GB2312" pitchFamily="49" charset="-122"/>
              </a:rPr>
              <a:t>1</a:t>
            </a:r>
            <a:r>
              <a:rPr lang="zh-CN" altLang="en-US" sz="2400" dirty="0">
                <a:solidFill>
                  <a:srgbClr val="161616"/>
                </a:solidFill>
                <a:ea typeface="楷体_GB2312" pitchFamily="49" charset="-122"/>
              </a:rPr>
              <a:t>）利用拉氏变换求线性系统的响应时，需要首先对描述系统输入输出关系的</a:t>
            </a:r>
            <a:r>
              <a:rPr lang="zh-CN" altLang="en-US" sz="2400" dirty="0">
                <a:solidFill>
                  <a:srgbClr val="FF0000"/>
                </a:solidFill>
                <a:ea typeface="楷体_GB2312" pitchFamily="49" charset="-122"/>
              </a:rPr>
              <a:t>微分方程进行拉氏变换</a:t>
            </a:r>
            <a:r>
              <a:rPr lang="zh-CN" altLang="en-US" sz="2400" dirty="0">
                <a:solidFill>
                  <a:srgbClr val="161616"/>
                </a:solidFill>
                <a:ea typeface="楷体_GB2312" pitchFamily="49" charset="-122"/>
              </a:rPr>
              <a:t>，得到一个</a:t>
            </a:r>
            <a:r>
              <a:rPr lang="en-US" altLang="zh-CN" sz="2400" dirty="0">
                <a:solidFill>
                  <a:srgbClr val="FF0000"/>
                </a:solidFill>
                <a:ea typeface="楷体_GB2312" pitchFamily="49" charset="-122"/>
              </a:rPr>
              <a:t>s</a:t>
            </a:r>
            <a:r>
              <a:rPr lang="zh-CN" altLang="en-US" sz="2400" dirty="0">
                <a:solidFill>
                  <a:srgbClr val="FF0000"/>
                </a:solidFill>
                <a:ea typeface="楷体_GB2312" pitchFamily="49" charset="-122"/>
              </a:rPr>
              <a:t>域的代数方程</a:t>
            </a:r>
            <a:r>
              <a:rPr lang="en-US" altLang="zh-CN" sz="2400" dirty="0">
                <a:solidFill>
                  <a:srgbClr val="161616"/>
                </a:solidFill>
                <a:ea typeface="楷体_GB2312" pitchFamily="49" charset="-122"/>
              </a:rPr>
              <a:t>;</a:t>
            </a:r>
            <a:endParaRPr lang="en-US" altLang="zh-CN" sz="2400" dirty="0">
              <a:solidFill>
                <a:srgbClr val="161616"/>
              </a:solidFill>
              <a:ea typeface="楷体_GB2312" pitchFamily="49" charset="-122"/>
            </a:endParaRPr>
          </a:p>
          <a:p>
            <a:pPr marL="447675" indent="-447675" eaLnBrk="1" hangingPunct="1">
              <a:lnSpc>
                <a:spcPct val="150000"/>
              </a:lnSpc>
              <a:spcBef>
                <a:spcPct val="50000"/>
              </a:spcBef>
              <a:buClr>
                <a:srgbClr val="FF0000"/>
              </a:buClr>
              <a:buNone/>
            </a:pPr>
            <a:r>
              <a:rPr lang="en-US" altLang="zh-CN" sz="2400" dirty="0">
                <a:solidFill>
                  <a:srgbClr val="161616"/>
                </a:solidFill>
                <a:ea typeface="楷体_GB2312" pitchFamily="49" charset="-122"/>
              </a:rPr>
              <a:t>2</a:t>
            </a:r>
            <a:r>
              <a:rPr lang="zh-CN" altLang="en-US" sz="2400" dirty="0">
                <a:solidFill>
                  <a:srgbClr val="161616"/>
                </a:solidFill>
                <a:ea typeface="楷体_GB2312" pitchFamily="49" charset="-122"/>
              </a:rPr>
              <a:t>）</a:t>
            </a:r>
            <a:r>
              <a:rPr lang="zh-CN" altLang="en-US" sz="2400" dirty="0">
                <a:solidFill>
                  <a:srgbClr val="FF0000"/>
                </a:solidFill>
                <a:ea typeface="楷体_GB2312" pitchFamily="49" charset="-122"/>
              </a:rPr>
              <a:t>在变换中自动地引入系统起始状态</a:t>
            </a:r>
            <a:r>
              <a:rPr lang="zh-CN" altLang="en-US" sz="2400" dirty="0">
                <a:solidFill>
                  <a:srgbClr val="161616"/>
                </a:solidFill>
                <a:ea typeface="楷体_GB2312" pitchFamily="49" charset="-122"/>
              </a:rPr>
              <a:t>的作用，因而求出响应的象函数包含了零输入响应和零状态响应，</a:t>
            </a:r>
            <a:r>
              <a:rPr lang="zh-CN" altLang="en-US" sz="2400" dirty="0">
                <a:solidFill>
                  <a:srgbClr val="FF0000"/>
                </a:solidFill>
                <a:ea typeface="楷体_GB2312" pitchFamily="49" charset="-122"/>
              </a:rPr>
              <a:t>再经过拉氏反变换可以很方便地得到零输入响应、零状态响应和全响应的时域解。</a:t>
            </a:r>
            <a:endParaRPr lang="zh-CN" altLang="en-US" sz="2400" dirty="0">
              <a:solidFill>
                <a:srgbClr val="FF0000"/>
              </a:solidFill>
              <a:ea typeface="楷体_GB2312" pitchFamily="49" charset="-122"/>
            </a:endParaRPr>
          </a:p>
        </p:txBody>
      </p:sp>
      <p:cxnSp>
        <p:nvCxnSpPr>
          <p:cNvPr id="78853" name="直接连接符 4"/>
          <p:cNvCxnSpPr>
            <a:cxnSpLocks noChangeShapeType="1"/>
          </p:cNvCxnSpPr>
          <p:nvPr/>
        </p:nvCxnSpPr>
        <p:spPr bwMode="auto">
          <a:xfrm>
            <a:off x="7286625" y="1071563"/>
            <a:ext cx="914400" cy="914400"/>
          </a:xfrm>
          <a:prstGeom prst="line">
            <a:avLst/>
          </a:prstGeom>
          <a:noFill/>
          <a:ln w="9525">
            <a:solidFill>
              <a:schemeClr val="tx1"/>
            </a:solidFill>
            <a:miter lim="800000"/>
          </a:ln>
          <a:extLst>
            <a:ext uri="{909E8E84-426E-40DD-AFC4-6F175D3DCCD1}">
              <a14:hiddenFill xmlns:a14="http://schemas.microsoft.com/office/drawing/2010/main">
                <a:noFill/>
              </a14:hiddenFill>
            </a:ext>
          </a:extLst>
        </p:spPr>
      </p:cxnSp>
      <p:cxnSp>
        <p:nvCxnSpPr>
          <p:cNvPr id="78854" name="直接连接符 6"/>
          <p:cNvCxnSpPr>
            <a:cxnSpLocks noChangeShapeType="1"/>
          </p:cNvCxnSpPr>
          <p:nvPr/>
        </p:nvCxnSpPr>
        <p:spPr bwMode="auto">
          <a:xfrm>
            <a:off x="6072188" y="1071563"/>
            <a:ext cx="914400" cy="914400"/>
          </a:xfrm>
          <a:prstGeom prst="line">
            <a:avLst/>
          </a:prstGeom>
          <a:noFill/>
          <a:ln w="9525">
            <a:solidFill>
              <a:schemeClr val="tx1"/>
            </a:solidFill>
            <a:miter lim="800000"/>
          </a:ln>
          <a:extLst>
            <a:ext uri="{909E8E84-426E-40DD-AFC4-6F175D3DCCD1}">
              <a14:hiddenFill xmlns:a14="http://schemas.microsoft.com/office/drawing/2010/main">
                <a:noFill/>
              </a14:hiddenFill>
            </a:ext>
          </a:extLst>
        </p:spPr>
      </p:cxnSp>
      <p:sp>
        <p:nvSpPr>
          <p:cNvPr id="5" name="标题 4"/>
          <p:cNvSpPr>
            <a:spLocks noGrp="1"/>
          </p:cNvSpPr>
          <p:nvPr>
            <p:ph type="title" idx="4294967295"/>
          </p:nvPr>
        </p:nvSpPr>
        <p:spPr>
          <a:xfrm>
            <a:off x="646732" y="692696"/>
            <a:ext cx="8001000" cy="792088"/>
          </a:xfrm>
        </p:spPr>
        <p:txBody>
          <a:bodyPr/>
          <a:lstStyle/>
          <a:p>
            <a:pPr algn="l"/>
            <a:r>
              <a:rPr lang="zh-CN" altLang="en-US" sz="2800" dirty="0">
                <a:solidFill>
                  <a:srgbClr val="FF0000"/>
                </a:solidFill>
                <a:ea typeface="楷体_GB2312" pitchFamily="49" charset="-122"/>
              </a:rPr>
              <a:t>一、针对微分方程求响应     </a:t>
            </a:r>
            <a:endParaRPr lang="zh-CN" altLang="en-US" sz="2800" dirty="0">
              <a:solidFill>
                <a:srgbClr val="FF0000"/>
              </a:solidFill>
            </a:endParaRPr>
          </a:p>
        </p:txBody>
      </p:sp>
      <p:sp>
        <p:nvSpPr>
          <p:cNvPr id="11" name="Rectangle 2"/>
          <p:cNvSpPr>
            <a:spLocks noChangeArrowheads="1"/>
          </p:cNvSpPr>
          <p:nvPr/>
        </p:nvSpPr>
        <p:spPr bwMode="auto">
          <a:xfrm>
            <a:off x="646732" y="-9946"/>
            <a:ext cx="8028956" cy="490537"/>
          </a:xfrm>
          <a:prstGeom prst="rect">
            <a:avLst/>
          </a:prstGeom>
          <a:solidFill>
            <a:schemeClr val="bg1"/>
          </a:solidFill>
          <a:ln>
            <a:noFill/>
          </a:ln>
          <a:effectLst>
            <a:outerShdw blurRad="63500" dist="38099" dir="2700000" algn="ctr" rotWithShape="0">
              <a:schemeClr val="bg2">
                <a:alpha val="74998"/>
              </a:schemeClr>
            </a:outerShdw>
          </a:effectLst>
        </p:spPr>
        <p:txBody>
          <a:bodyPr anchor="ctr"/>
          <a:lstStyle/>
          <a:p>
            <a:pPr eaLnBrk="1" hangingPunct="1">
              <a:defRPr/>
            </a:pPr>
            <a:r>
              <a:rPr lang="zh-CN" altLang="en-US" sz="2800" dirty="0">
                <a:effectLst>
                  <a:outerShdw blurRad="38100" dist="38100" dir="2700000" algn="tl">
                    <a:srgbClr val="000000"/>
                  </a:outerShdw>
                </a:effectLst>
                <a:ea typeface="黑体" panose="02010609060101010101" charset="-122"/>
              </a:rPr>
              <a:t>回顾</a:t>
            </a:r>
            <a:r>
              <a:rPr lang="en-US" altLang="zh-CN" sz="2800" dirty="0">
                <a:effectLst>
                  <a:outerShdw blurRad="38100" dist="38100" dir="2700000" algn="tl">
                    <a:srgbClr val="000000"/>
                  </a:outerShdw>
                </a:effectLst>
                <a:ea typeface="黑体" panose="02010609060101010101" charset="-122"/>
              </a:rPr>
              <a:t>1</a:t>
            </a:r>
            <a:r>
              <a:rPr lang="zh-CN" altLang="en-US" sz="2800" dirty="0">
                <a:effectLst>
                  <a:outerShdw blurRad="38100" dist="38100" dir="2700000" algn="tl">
                    <a:srgbClr val="000000"/>
                  </a:outerShdw>
                </a:effectLst>
                <a:ea typeface="黑体" panose="02010609060101010101" charset="-122"/>
              </a:rPr>
              <a:t>    针对微分方程的系统拉普拉斯变换分析法</a:t>
            </a:r>
            <a:endParaRPr lang="zh-CN" altLang="en-US" sz="2800" dirty="0">
              <a:solidFill>
                <a:srgbClr val="FF0000"/>
              </a:solidFill>
              <a:effectLst>
                <a:outerShdw blurRad="38100" dist="38100" dir="2700000" algn="tl">
                  <a:srgbClr val="000000"/>
                </a:outerShdw>
              </a:effectLst>
              <a:ea typeface="黑体" panose="02010609060101010101" charset="-122"/>
            </a:endParaRPr>
          </a:p>
        </p:txBody>
      </p:sp>
      <p:sp>
        <p:nvSpPr>
          <p:cNvPr id="6" name="墨迹 5"/>
          <p:cNvSpPr/>
          <p:nvPr/>
        </p:nvSpPr>
        <p:spPr bwMode="auto">
          <a:xfrm>
            <a:off x="4156200" y="2794680"/>
            <a:ext cx="2958840" cy="245160"/>
          </a:xfrm>
        </p:spPr>
      </p:sp>
    </p:spTree>
    <p:custDataLst>
      <p:tags r:id="rId1"/>
    </p:custDataLst>
  </p:cSld>
  <p:clrMapOvr>
    <a:masterClrMapping/>
  </p:clrMapOvr>
  <mc:AlternateContent xmlns:mc="http://schemas.openxmlformats.org/markup-compatibility/2006">
    <mc:Choice xmlns:p14="http://schemas.microsoft.com/office/powerpoint/2010/main" Requires="p14">
      <p:transition spd="slow" p14:dur="2000" advTm="82864"/>
    </mc:Choice>
    <mc:Fallback>
      <p:transition spd="slow" advTm="82864"/>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nodeType="withEffect">
                                  <p:stCondLst>
                                    <p:cond delay="0"/>
                                  </p:stCondLst>
                                  <p:childTnLst>
                                    <p:set>
                                      <p:cBhvr>
                                        <p:cTn id="6" dur="1" fill="hold">
                                          <p:stCondLst>
                                            <p:cond delay="0"/>
                                          </p:stCondLst>
                                        </p:cTn>
                                        <p:tgtEl>
                                          <p:spTgt spid="6"/>
                                        </p:tgtEl>
                                        <p:attrNameLst>
                                          <p:attrName>style.visibility</p:attrName>
                                        </p:attrNameLst>
                                      </p:cBhvr>
                                      <p:to>
                                        <p:strVal val="visible"/>
                                      </p:to>
                                    </p:set>
                                    <p:cmd type="call" cmd="playFrom(0.0)">
                                      <p:cBhvr>
                                        <p:cTn id="7" dur="1" fill="hold"/>
                                        <p:tgtEl>
                                          <p:spTgt spid="6"/>
                                        </p:tgtEl>
                                      </p:cBhvr>
                                    </p:cmd>
                                  </p:childTnLst>
                                </p:cTn>
                              </p:par>
                            </p:childTnLst>
                          </p:cTn>
                        </p:par>
                        <p:par>
                          <p:cTn id="8" fill="hold">
                            <p:stCondLst>
                              <p:cond delay="0"/>
                            </p:stCondLst>
                            <p:childTnLst>
                              <p:par>
                                <p:cTn id="9" presetID="55" presetClass="entr" presetSubtype="0" fill="hold" nodeType="afterEffect">
                                  <p:stCondLst>
                                    <p:cond delay="0"/>
                                  </p:stCondLst>
                                  <p:childTnLst>
                                    <p:set>
                                      <p:cBhvr>
                                        <p:cTn id="10" dur="1" fill="hold">
                                          <p:stCondLst>
                                            <p:cond delay="0"/>
                                          </p:stCondLst>
                                        </p:cTn>
                                        <p:tgtEl>
                                          <p:spTgt spid="306189">
                                            <p:txEl>
                                              <p:pRg st="0" end="0"/>
                                            </p:txEl>
                                          </p:spTgt>
                                        </p:tgtEl>
                                        <p:attrNameLst>
                                          <p:attrName>style.visibility</p:attrName>
                                        </p:attrNameLst>
                                      </p:cBhvr>
                                      <p:to>
                                        <p:strVal val="visible"/>
                                      </p:to>
                                    </p:set>
                                    <p:anim calcmode="lin" valueType="num">
                                      <p:cBhvr>
                                        <p:cTn id="11" dur="1000" fill="hold"/>
                                        <p:tgtEl>
                                          <p:spTgt spid="306189">
                                            <p:txEl>
                                              <p:pRg st="0" end="0"/>
                                            </p:txEl>
                                          </p:spTgt>
                                        </p:tgtEl>
                                        <p:attrNameLst>
                                          <p:attrName>ppt_w</p:attrName>
                                        </p:attrNameLst>
                                      </p:cBhvr>
                                      <p:tavLst>
                                        <p:tav tm="0">
                                          <p:val>
                                            <p:strVal val="#ppt_w*0.70"/>
                                          </p:val>
                                        </p:tav>
                                        <p:tav tm="100000">
                                          <p:val>
                                            <p:strVal val="#ppt_w"/>
                                          </p:val>
                                        </p:tav>
                                      </p:tavLst>
                                    </p:anim>
                                    <p:anim calcmode="lin" valueType="num">
                                      <p:cBhvr>
                                        <p:cTn id="12" dur="1000" fill="hold"/>
                                        <p:tgtEl>
                                          <p:spTgt spid="306189">
                                            <p:txEl>
                                              <p:pRg st="0" end="0"/>
                                            </p:txEl>
                                          </p:spTgt>
                                        </p:tgtEl>
                                        <p:attrNameLst>
                                          <p:attrName>ppt_h</p:attrName>
                                        </p:attrNameLst>
                                      </p:cBhvr>
                                      <p:tavLst>
                                        <p:tav tm="0">
                                          <p:val>
                                            <p:strVal val="#ppt_h"/>
                                          </p:val>
                                        </p:tav>
                                        <p:tav tm="100000">
                                          <p:val>
                                            <p:strVal val="#ppt_h"/>
                                          </p:val>
                                        </p:tav>
                                      </p:tavLst>
                                    </p:anim>
                                    <p:animEffect transition="in" filter="fade">
                                      <p:cBhvr>
                                        <p:cTn id="13" dur="1000"/>
                                        <p:tgtEl>
                                          <p:spTgt spid="306189">
                                            <p:txEl>
                                              <p:pRg st="0" end="0"/>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55" presetClass="entr" presetSubtype="0" fill="hold" nodeType="clickEffect">
                                  <p:stCondLst>
                                    <p:cond delay="0"/>
                                  </p:stCondLst>
                                  <p:childTnLst>
                                    <p:set>
                                      <p:cBhvr>
                                        <p:cTn id="17" dur="1" fill="hold">
                                          <p:stCondLst>
                                            <p:cond delay="0"/>
                                          </p:stCondLst>
                                        </p:cTn>
                                        <p:tgtEl>
                                          <p:spTgt spid="306189">
                                            <p:txEl>
                                              <p:pRg st="1" end="1"/>
                                            </p:txEl>
                                          </p:spTgt>
                                        </p:tgtEl>
                                        <p:attrNameLst>
                                          <p:attrName>style.visibility</p:attrName>
                                        </p:attrNameLst>
                                      </p:cBhvr>
                                      <p:to>
                                        <p:strVal val="visible"/>
                                      </p:to>
                                    </p:set>
                                    <p:anim calcmode="lin" valueType="num">
                                      <p:cBhvr>
                                        <p:cTn id="18" dur="1000" fill="hold"/>
                                        <p:tgtEl>
                                          <p:spTgt spid="306189">
                                            <p:txEl>
                                              <p:pRg st="1" end="1"/>
                                            </p:txEl>
                                          </p:spTgt>
                                        </p:tgtEl>
                                        <p:attrNameLst>
                                          <p:attrName>ppt_w</p:attrName>
                                        </p:attrNameLst>
                                      </p:cBhvr>
                                      <p:tavLst>
                                        <p:tav tm="0">
                                          <p:val>
                                            <p:strVal val="#ppt_w*0.70"/>
                                          </p:val>
                                        </p:tav>
                                        <p:tav tm="100000">
                                          <p:val>
                                            <p:strVal val="#ppt_w"/>
                                          </p:val>
                                        </p:tav>
                                      </p:tavLst>
                                    </p:anim>
                                    <p:anim calcmode="lin" valueType="num">
                                      <p:cBhvr>
                                        <p:cTn id="19" dur="1000" fill="hold"/>
                                        <p:tgtEl>
                                          <p:spTgt spid="306189">
                                            <p:txEl>
                                              <p:pRg st="1" end="1"/>
                                            </p:txEl>
                                          </p:spTgt>
                                        </p:tgtEl>
                                        <p:attrNameLst>
                                          <p:attrName>ppt_h</p:attrName>
                                        </p:attrNameLst>
                                      </p:cBhvr>
                                      <p:tavLst>
                                        <p:tav tm="0">
                                          <p:val>
                                            <p:strVal val="#ppt_h"/>
                                          </p:val>
                                        </p:tav>
                                        <p:tav tm="100000">
                                          <p:val>
                                            <p:strVal val="#ppt_h"/>
                                          </p:val>
                                        </p:tav>
                                      </p:tavLst>
                                    </p:anim>
                                    <p:animEffect transition="in" filter="fade">
                                      <p:cBhvr>
                                        <p:cTn id="20" dur="1000"/>
                                        <p:tgtEl>
                                          <p:spTgt spid="306189">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pPr>
              <a:defRPr/>
            </a:pPr>
            <a:fld id="{7745F767-7FD5-452B-9708-B1C3F4D7FC24}" type="datetime1">
              <a:rPr lang="zh-CN" altLang="en-US" smtClean="0"/>
            </a:fld>
            <a:endParaRPr lang="en-US" altLang="zh-CN"/>
          </a:p>
        </p:txBody>
      </p:sp>
      <p:grpSp>
        <p:nvGrpSpPr>
          <p:cNvPr id="5" name="Group 14"/>
          <p:cNvGrpSpPr/>
          <p:nvPr/>
        </p:nvGrpSpPr>
        <p:grpSpPr bwMode="auto">
          <a:xfrm>
            <a:off x="5915405" y="611828"/>
            <a:ext cx="2172918" cy="1997100"/>
            <a:chOff x="3833" y="2296"/>
            <a:chExt cx="1821" cy="1725"/>
          </a:xfrm>
        </p:grpSpPr>
        <p:pic>
          <p:nvPicPr>
            <p:cNvPr id="6" name="Picture 10"/>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878" y="2296"/>
              <a:ext cx="1440" cy="12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Text Box 4"/>
            <p:cNvSpPr txBox="1">
              <a:spLocks noChangeArrowheads="1"/>
            </p:cNvSpPr>
            <p:nvPr/>
          </p:nvSpPr>
          <p:spPr bwMode="auto">
            <a:xfrm>
              <a:off x="3833" y="3702"/>
              <a:ext cx="1821" cy="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spcBef>
                  <a:spcPct val="0"/>
                </a:spcBef>
                <a:buFontTx/>
                <a:buNone/>
              </a:pPr>
              <a:r>
                <a:rPr lang="zh-CN" altLang="en-US" sz="1800" dirty="0">
                  <a:solidFill>
                    <a:srgbClr val="161616"/>
                  </a:solidFill>
                  <a:ea typeface="宋体" panose="02010600030101010101" pitchFamily="2" charset="-122"/>
                </a:rPr>
                <a:t>电阻逇</a:t>
              </a:r>
              <a:r>
                <a:rPr lang="en-US" altLang="zh-CN" sz="1800" dirty="0">
                  <a:solidFill>
                    <a:srgbClr val="161616"/>
                  </a:solidFill>
                  <a:ea typeface="宋体" panose="02010600030101010101" pitchFamily="2" charset="-122"/>
                </a:rPr>
                <a:t>s</a:t>
              </a:r>
              <a:r>
                <a:rPr lang="zh-CN" altLang="en-US" sz="1800" dirty="0">
                  <a:solidFill>
                    <a:srgbClr val="161616"/>
                  </a:solidFill>
                  <a:ea typeface="宋体" panose="02010600030101010101" pitchFamily="2" charset="-122"/>
                </a:rPr>
                <a:t>域电路模型</a:t>
              </a:r>
              <a:endParaRPr lang="zh-CN" altLang="en-US" sz="1800" dirty="0">
                <a:solidFill>
                  <a:srgbClr val="161616"/>
                </a:solidFill>
                <a:latin typeface="Tahoma" panose="020B0604030504040204" pitchFamily="34" charset="0"/>
                <a:ea typeface="宋体" panose="02010600030101010101" pitchFamily="2" charset="-122"/>
              </a:endParaRPr>
            </a:p>
          </p:txBody>
        </p:sp>
      </p:grpSp>
      <p:graphicFrame>
        <p:nvGraphicFramePr>
          <p:cNvPr id="8" name="Object 3"/>
          <p:cNvGraphicFramePr>
            <a:graphicFrameLocks noChangeAspect="1"/>
          </p:cNvGraphicFramePr>
          <p:nvPr/>
        </p:nvGraphicFramePr>
        <p:xfrm>
          <a:off x="986055" y="1247792"/>
          <a:ext cx="1751791" cy="433690"/>
        </p:xfrm>
        <a:graphic>
          <a:graphicData uri="http://schemas.openxmlformats.org/presentationml/2006/ole">
            <mc:AlternateContent xmlns:mc="http://schemas.openxmlformats.org/markup-compatibility/2006">
              <mc:Choice xmlns:v="urn:schemas-microsoft-com:vml" Requires="v">
                <p:oleObj spid="_x0000_s2" name="公式" r:id="rId2" imgW="825500" imgH="203200" progId="Equation.3">
                  <p:embed/>
                </p:oleObj>
              </mc:Choice>
              <mc:Fallback>
                <p:oleObj name="公式" r:id="rId2" imgW="825500" imgH="203200" progId="Equation.3">
                  <p:embed/>
                  <p:pic>
                    <p:nvPicPr>
                      <p:cNvPr id="0" name="Object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86055" y="1247792"/>
                        <a:ext cx="1751791" cy="433690"/>
                      </a:xfrm>
                      <a:prstGeom prst="rect">
                        <a:avLst/>
                      </a:prstGeom>
                      <a:noFill/>
                      <a:ln>
                        <a:noFill/>
                      </a:ln>
                    </p:spPr>
                  </p:pic>
                </p:oleObj>
              </mc:Fallback>
            </mc:AlternateContent>
          </a:graphicData>
        </a:graphic>
      </p:graphicFrame>
      <p:sp>
        <p:nvSpPr>
          <p:cNvPr id="9" name="矩形 8"/>
          <p:cNvSpPr/>
          <p:nvPr/>
        </p:nvSpPr>
        <p:spPr>
          <a:xfrm>
            <a:off x="646732" y="626161"/>
            <a:ext cx="2996333" cy="369332"/>
          </a:xfrm>
          <a:prstGeom prst="rect">
            <a:avLst/>
          </a:prstGeom>
        </p:spPr>
        <p:txBody>
          <a:bodyPr wrap="none">
            <a:spAutoFit/>
          </a:bodyPr>
          <a:lstStyle/>
          <a:p>
            <a:pPr eaLnBrk="1" hangingPunct="1"/>
            <a:r>
              <a:rPr lang="en-US" altLang="zh-CN" dirty="0">
                <a:solidFill>
                  <a:srgbClr val="FF0000"/>
                </a:solidFill>
              </a:rPr>
              <a:t>1.</a:t>
            </a:r>
            <a:r>
              <a:rPr lang="zh-CN" altLang="en-US" dirty="0">
                <a:solidFill>
                  <a:srgbClr val="FF0000"/>
                </a:solidFill>
              </a:rPr>
              <a:t>电阻元件</a:t>
            </a:r>
            <a:r>
              <a:rPr lang="en-US" altLang="zh-CN" dirty="0">
                <a:solidFill>
                  <a:srgbClr val="FF0000"/>
                </a:solidFill>
              </a:rPr>
              <a:t>R</a:t>
            </a:r>
            <a:r>
              <a:rPr lang="zh-CN" altLang="en-US" dirty="0">
                <a:solidFill>
                  <a:srgbClr val="FF0000"/>
                </a:solidFill>
              </a:rPr>
              <a:t>的</a:t>
            </a:r>
            <a:r>
              <a:rPr lang="en-US" altLang="zh-CN" dirty="0">
                <a:solidFill>
                  <a:srgbClr val="FF0000"/>
                </a:solidFill>
              </a:rPr>
              <a:t>s</a:t>
            </a:r>
            <a:r>
              <a:rPr lang="zh-CN" altLang="en-US" dirty="0">
                <a:solidFill>
                  <a:srgbClr val="FF0000"/>
                </a:solidFill>
              </a:rPr>
              <a:t>域电路模型</a:t>
            </a:r>
            <a:endParaRPr lang="zh-CN" altLang="en-US" dirty="0">
              <a:solidFill>
                <a:srgbClr val="FF0000"/>
              </a:solidFill>
              <a:latin typeface="Tahoma" panose="020B0604030504040204" pitchFamily="34" charset="0"/>
            </a:endParaRPr>
          </a:p>
        </p:txBody>
      </p:sp>
      <p:sp>
        <p:nvSpPr>
          <p:cNvPr id="10" name="Rectangle 2"/>
          <p:cNvSpPr>
            <a:spLocks noChangeArrowheads="1"/>
          </p:cNvSpPr>
          <p:nvPr/>
        </p:nvSpPr>
        <p:spPr bwMode="auto">
          <a:xfrm>
            <a:off x="537383" y="59624"/>
            <a:ext cx="8028956" cy="490537"/>
          </a:xfrm>
          <a:prstGeom prst="rect">
            <a:avLst/>
          </a:prstGeom>
          <a:solidFill>
            <a:schemeClr val="bg1"/>
          </a:solidFill>
          <a:ln>
            <a:noFill/>
          </a:ln>
          <a:effectLst>
            <a:outerShdw blurRad="63500" dist="38099" dir="2700000" algn="ctr" rotWithShape="0">
              <a:schemeClr val="bg2">
                <a:alpha val="74998"/>
              </a:schemeClr>
            </a:outerShdw>
          </a:effectLst>
        </p:spPr>
        <p:txBody>
          <a:bodyPr anchor="ctr"/>
          <a:lstStyle/>
          <a:p>
            <a:pPr eaLnBrk="1" hangingPunct="1">
              <a:defRPr/>
            </a:pPr>
            <a:r>
              <a:rPr lang="zh-CN" altLang="en-US" sz="2800" dirty="0">
                <a:effectLst>
                  <a:outerShdw blurRad="38100" dist="38100" dir="2700000" algn="tl">
                    <a:srgbClr val="000000"/>
                  </a:outerShdw>
                </a:effectLst>
                <a:ea typeface="黑体" panose="02010609060101010101" charset="-122"/>
              </a:rPr>
              <a:t>回顾</a:t>
            </a:r>
            <a:r>
              <a:rPr lang="en-US" altLang="zh-CN" sz="2800" dirty="0">
                <a:effectLst>
                  <a:outerShdw blurRad="38100" dist="38100" dir="2700000" algn="tl">
                    <a:srgbClr val="000000"/>
                  </a:outerShdw>
                </a:effectLst>
                <a:ea typeface="黑体" panose="02010609060101010101" charset="-122"/>
              </a:rPr>
              <a:t>2   </a:t>
            </a:r>
            <a:r>
              <a:rPr kumimoji="0" lang="zh-CN" altLang="en-US" sz="2800" b="1" dirty="0">
                <a:solidFill>
                  <a:schemeClr val="tx1"/>
                </a:solidFill>
                <a:effectLst>
                  <a:outerShdw blurRad="38100" dist="38100" dir="2700000" algn="tl">
                    <a:srgbClr val="000000"/>
                  </a:outerShdw>
                </a:effectLst>
              </a:rPr>
              <a:t>针对电路的的拉普拉斯变换分析方法</a:t>
            </a:r>
            <a:endParaRPr lang="zh-CN" altLang="en-US" sz="2800" dirty="0">
              <a:solidFill>
                <a:srgbClr val="FF0000"/>
              </a:solidFill>
              <a:effectLst>
                <a:outerShdw blurRad="38100" dist="38100" dir="2700000" algn="tl">
                  <a:srgbClr val="000000"/>
                </a:outerShdw>
              </a:effectLst>
              <a:ea typeface="黑体" panose="02010609060101010101" charset="-122"/>
            </a:endParaRPr>
          </a:p>
        </p:txBody>
      </p:sp>
      <p:grpSp>
        <p:nvGrpSpPr>
          <p:cNvPr id="12" name="Group 17"/>
          <p:cNvGrpSpPr/>
          <p:nvPr/>
        </p:nvGrpSpPr>
        <p:grpSpPr bwMode="auto">
          <a:xfrm>
            <a:off x="1134955" y="3440342"/>
            <a:ext cx="2634605" cy="2180016"/>
            <a:chOff x="3742" y="210"/>
            <a:chExt cx="1779" cy="1489"/>
          </a:xfrm>
        </p:grpSpPr>
        <p:pic>
          <p:nvPicPr>
            <p:cNvPr id="13" name="Picture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742" y="210"/>
              <a:ext cx="1476" cy="12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 name="Text Box 4"/>
            <p:cNvSpPr txBox="1">
              <a:spLocks noChangeArrowheads="1"/>
            </p:cNvSpPr>
            <p:nvPr/>
          </p:nvSpPr>
          <p:spPr bwMode="auto">
            <a:xfrm>
              <a:off x="3742" y="1447"/>
              <a:ext cx="1779"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spcBef>
                  <a:spcPct val="0"/>
                </a:spcBef>
                <a:buFontTx/>
                <a:buNone/>
              </a:pPr>
              <a:r>
                <a:rPr lang="zh-CN" altLang="en-US" sz="1800" dirty="0">
                  <a:solidFill>
                    <a:srgbClr val="161616"/>
                  </a:solidFill>
                  <a:ea typeface="宋体" panose="02010600030101010101" pitchFamily="2" charset="-122"/>
                </a:rPr>
                <a:t>电容</a:t>
              </a:r>
              <a:r>
                <a:rPr lang="en-US" altLang="zh-CN" sz="1800" dirty="0">
                  <a:solidFill>
                    <a:srgbClr val="161616"/>
                  </a:solidFill>
                  <a:ea typeface="宋体" panose="02010600030101010101" pitchFamily="2" charset="-122"/>
                </a:rPr>
                <a:t>s</a:t>
              </a:r>
              <a:r>
                <a:rPr lang="zh-CN" altLang="en-US" sz="1800" dirty="0">
                  <a:solidFill>
                    <a:srgbClr val="161616"/>
                  </a:solidFill>
                  <a:ea typeface="宋体" panose="02010600030101010101" pitchFamily="2" charset="-122"/>
                </a:rPr>
                <a:t>域串联电路模型</a:t>
              </a:r>
              <a:endParaRPr lang="zh-CN" altLang="en-US" sz="1800" dirty="0">
                <a:solidFill>
                  <a:srgbClr val="161616"/>
                </a:solidFill>
                <a:latin typeface="Tahoma" panose="020B0604030504040204" pitchFamily="34" charset="0"/>
                <a:ea typeface="宋体" panose="02010600030101010101" pitchFamily="2" charset="-122"/>
              </a:endParaRPr>
            </a:p>
          </p:txBody>
        </p:sp>
      </p:grpSp>
      <p:grpSp>
        <p:nvGrpSpPr>
          <p:cNvPr id="17" name="组合 16"/>
          <p:cNvGrpSpPr/>
          <p:nvPr/>
        </p:nvGrpSpPr>
        <p:grpSpPr>
          <a:xfrm>
            <a:off x="986055" y="2757489"/>
            <a:ext cx="2735843" cy="804765"/>
            <a:chOff x="3284502" y="3705431"/>
            <a:chExt cx="2735843" cy="804765"/>
          </a:xfrm>
        </p:grpSpPr>
        <p:graphicFrame>
          <p:nvGraphicFramePr>
            <p:cNvPr id="15" name="Object 4"/>
            <p:cNvGraphicFramePr>
              <a:graphicFrameLocks noChangeAspect="1"/>
            </p:cNvGraphicFramePr>
            <p:nvPr/>
          </p:nvGraphicFramePr>
          <p:xfrm>
            <a:off x="3284502" y="3957730"/>
            <a:ext cx="728636" cy="345385"/>
          </p:xfrm>
          <a:graphic>
            <a:graphicData uri="http://schemas.openxmlformats.org/presentationml/2006/ole">
              <mc:AlternateContent xmlns:mc="http://schemas.openxmlformats.org/markup-compatibility/2006">
                <mc:Choice xmlns:v="urn:schemas-microsoft-com:vml" Requires="v">
                  <p:oleObj spid="_x0000_s3" name="公式" r:id="rId5" imgW="482600" imgH="228600" progId="Equation.3">
                    <p:embed/>
                  </p:oleObj>
                </mc:Choice>
                <mc:Fallback>
                  <p:oleObj name="公式" r:id="rId5" imgW="482600" imgH="228600" progId="Equation.3">
                    <p:embed/>
                    <p:pic>
                      <p:nvPicPr>
                        <p:cNvPr id="0"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284502" y="3957730"/>
                          <a:ext cx="728636" cy="345385"/>
                        </a:xfrm>
                        <a:prstGeom prst="rect">
                          <a:avLst/>
                        </a:prstGeom>
                        <a:noFill/>
                        <a:ln>
                          <a:noFill/>
                        </a:ln>
                        <a:effectLst/>
                      </p:spPr>
                    </p:pic>
                  </p:oleObj>
                </mc:Fallback>
              </mc:AlternateContent>
            </a:graphicData>
          </a:graphic>
        </p:graphicFrame>
        <p:graphicFrame>
          <p:nvGraphicFramePr>
            <p:cNvPr id="16" name="Object 5"/>
            <p:cNvGraphicFramePr>
              <a:graphicFrameLocks noChangeAspect="1"/>
            </p:cNvGraphicFramePr>
            <p:nvPr/>
          </p:nvGraphicFramePr>
          <p:xfrm>
            <a:off x="3851920" y="3705431"/>
            <a:ext cx="2168425" cy="804765"/>
          </p:xfrm>
          <a:graphic>
            <a:graphicData uri="http://schemas.openxmlformats.org/presentationml/2006/ole">
              <mc:AlternateContent xmlns:mc="http://schemas.openxmlformats.org/markup-compatibility/2006">
                <mc:Choice xmlns:v="urn:schemas-microsoft-com:vml" Requires="v">
                  <p:oleObj spid="_x0000_s11" name="公式" r:id="rId7" imgW="1130300" imgH="419100" progId="Equation.3">
                    <p:embed/>
                  </p:oleObj>
                </mc:Choice>
                <mc:Fallback>
                  <p:oleObj name="公式" r:id="rId7" imgW="1130300" imgH="419100" progId="Equation.3">
                    <p:embed/>
                    <p:pic>
                      <p:nvPicPr>
                        <p:cNvPr id="0" name="Object 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851920" y="3705431"/>
                          <a:ext cx="2168425" cy="804765"/>
                        </a:xfrm>
                        <a:prstGeom prst="rect">
                          <a:avLst/>
                        </a:prstGeom>
                        <a:noFill/>
                        <a:ln>
                          <a:noFill/>
                        </a:ln>
                        <a:effectLst/>
                      </p:spPr>
                    </p:pic>
                  </p:oleObj>
                </mc:Fallback>
              </mc:AlternateContent>
            </a:graphicData>
          </a:graphic>
        </p:graphicFrame>
      </p:grpSp>
      <p:sp>
        <p:nvSpPr>
          <p:cNvPr id="18" name="Text Box 4"/>
          <p:cNvSpPr txBox="1">
            <a:spLocks noChangeArrowheads="1"/>
          </p:cNvSpPr>
          <p:nvPr/>
        </p:nvSpPr>
        <p:spPr bwMode="auto">
          <a:xfrm>
            <a:off x="646732" y="2255026"/>
            <a:ext cx="299633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spcBef>
                <a:spcPct val="0"/>
              </a:spcBef>
              <a:buFontTx/>
              <a:buNone/>
            </a:pPr>
            <a:r>
              <a:rPr lang="en-US" altLang="zh-CN" sz="1800" dirty="0">
                <a:solidFill>
                  <a:srgbClr val="FF0000"/>
                </a:solidFill>
                <a:ea typeface="宋体" panose="02010600030101010101" pitchFamily="2" charset="-122"/>
              </a:rPr>
              <a:t>2.</a:t>
            </a:r>
            <a:r>
              <a:rPr lang="zh-CN" altLang="en-US" sz="1800" dirty="0">
                <a:solidFill>
                  <a:srgbClr val="FF0000"/>
                </a:solidFill>
                <a:ea typeface="宋体" panose="02010600030101010101" pitchFamily="2" charset="-122"/>
              </a:rPr>
              <a:t>电容元件</a:t>
            </a:r>
            <a:r>
              <a:rPr lang="en-US" altLang="zh-CN" sz="1800" dirty="0">
                <a:solidFill>
                  <a:srgbClr val="FF0000"/>
                </a:solidFill>
                <a:ea typeface="宋体" panose="02010600030101010101" pitchFamily="2" charset="-122"/>
              </a:rPr>
              <a:t>C</a:t>
            </a:r>
            <a:r>
              <a:rPr lang="zh-CN" altLang="en-US" sz="1800" dirty="0">
                <a:solidFill>
                  <a:srgbClr val="FF0000"/>
                </a:solidFill>
                <a:ea typeface="宋体" panose="02010600030101010101" pitchFamily="2" charset="-122"/>
              </a:rPr>
              <a:t>的</a:t>
            </a:r>
            <a:r>
              <a:rPr lang="en-US" altLang="zh-CN" sz="1800" dirty="0">
                <a:solidFill>
                  <a:srgbClr val="FF0000"/>
                </a:solidFill>
                <a:ea typeface="宋体" panose="02010600030101010101" pitchFamily="2" charset="-122"/>
              </a:rPr>
              <a:t>s</a:t>
            </a:r>
            <a:r>
              <a:rPr lang="zh-CN" altLang="en-US" sz="1800" dirty="0">
                <a:solidFill>
                  <a:srgbClr val="FF0000"/>
                </a:solidFill>
                <a:ea typeface="宋体" panose="02010600030101010101" pitchFamily="2" charset="-122"/>
              </a:rPr>
              <a:t>域电路模型</a:t>
            </a:r>
            <a:endParaRPr lang="zh-CN" altLang="en-US" sz="1800" dirty="0">
              <a:solidFill>
                <a:srgbClr val="FF0000"/>
              </a:solidFill>
              <a:latin typeface="Tahoma" panose="020B0604030504040204" pitchFamily="34" charset="0"/>
              <a:ea typeface="宋体" panose="02010600030101010101" pitchFamily="2" charset="-122"/>
            </a:endParaRPr>
          </a:p>
        </p:txBody>
      </p:sp>
      <p:sp>
        <p:nvSpPr>
          <p:cNvPr id="19" name="Text Box 4"/>
          <p:cNvSpPr txBox="1">
            <a:spLocks noChangeArrowheads="1"/>
          </p:cNvSpPr>
          <p:nvPr/>
        </p:nvSpPr>
        <p:spPr bwMode="auto">
          <a:xfrm>
            <a:off x="695763" y="5849012"/>
            <a:ext cx="346120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spcBef>
                <a:spcPct val="0"/>
              </a:spcBef>
              <a:buFontTx/>
              <a:buNone/>
            </a:pPr>
            <a:r>
              <a:rPr lang="zh-CN" altLang="en-US" sz="1800" dirty="0">
                <a:solidFill>
                  <a:srgbClr val="0070C0"/>
                </a:solidFill>
                <a:ea typeface="宋体" panose="02010600030101010101" pitchFamily="2" charset="-122"/>
              </a:rPr>
              <a:t>纯阻抗</a:t>
            </a:r>
            <a:r>
              <a:rPr lang="en-US" altLang="zh-CN" sz="1800" dirty="0">
                <a:solidFill>
                  <a:srgbClr val="0070C0"/>
                </a:solidFill>
                <a:ea typeface="宋体" panose="02010600030101010101" pitchFamily="2" charset="-122"/>
              </a:rPr>
              <a:t>1/</a:t>
            </a:r>
            <a:r>
              <a:rPr lang="en-US" altLang="zh-CN" sz="1800" dirty="0" err="1">
                <a:solidFill>
                  <a:srgbClr val="0070C0"/>
                </a:solidFill>
                <a:ea typeface="宋体" panose="02010600030101010101" pitchFamily="2" charset="-122"/>
              </a:rPr>
              <a:t>sC</a:t>
            </a:r>
            <a:r>
              <a:rPr lang="zh-CN" altLang="en-US" sz="1800" dirty="0">
                <a:solidFill>
                  <a:srgbClr val="0070C0"/>
                </a:solidFill>
                <a:ea typeface="宋体" panose="02010600030101010101" pitchFamily="2" charset="-122"/>
              </a:rPr>
              <a:t>串连一个同向恒压源</a:t>
            </a:r>
            <a:endParaRPr lang="zh-CN" altLang="en-US" sz="1800" dirty="0">
              <a:solidFill>
                <a:srgbClr val="0070C0"/>
              </a:solidFill>
              <a:latin typeface="Tahoma" panose="020B0604030504040204" pitchFamily="34" charset="0"/>
              <a:ea typeface="宋体" panose="02010600030101010101" pitchFamily="2" charset="-122"/>
            </a:endParaRPr>
          </a:p>
        </p:txBody>
      </p:sp>
      <p:sp>
        <p:nvSpPr>
          <p:cNvPr id="26" name="Text Box 4"/>
          <p:cNvSpPr txBox="1">
            <a:spLocks noChangeArrowheads="1"/>
          </p:cNvSpPr>
          <p:nvPr/>
        </p:nvSpPr>
        <p:spPr bwMode="auto">
          <a:xfrm>
            <a:off x="5038827" y="5805264"/>
            <a:ext cx="392607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spcBef>
                <a:spcPct val="0"/>
              </a:spcBef>
              <a:buFontTx/>
              <a:buNone/>
            </a:pPr>
            <a:r>
              <a:rPr lang="zh-CN" altLang="en-US" sz="1800" dirty="0">
                <a:solidFill>
                  <a:srgbClr val="0070C0"/>
                </a:solidFill>
                <a:ea typeface="宋体" panose="02010600030101010101" pitchFamily="2" charset="-122"/>
              </a:rPr>
              <a:t>纯阻抗</a:t>
            </a:r>
            <a:r>
              <a:rPr lang="en-US" altLang="zh-CN" sz="1800" dirty="0">
                <a:solidFill>
                  <a:srgbClr val="0070C0"/>
                </a:solidFill>
                <a:ea typeface="宋体" panose="02010600030101010101" pitchFamily="2" charset="-122"/>
              </a:rPr>
              <a:t>1/</a:t>
            </a:r>
            <a:r>
              <a:rPr lang="en-US" altLang="zh-CN" sz="1800" dirty="0" err="1">
                <a:solidFill>
                  <a:srgbClr val="0070C0"/>
                </a:solidFill>
                <a:ea typeface="宋体" panose="02010600030101010101" pitchFamily="2" charset="-122"/>
              </a:rPr>
              <a:t>sC</a:t>
            </a:r>
            <a:r>
              <a:rPr lang="zh-CN" altLang="en-US" sz="1800" dirty="0">
                <a:solidFill>
                  <a:srgbClr val="0070C0"/>
                </a:solidFill>
                <a:ea typeface="宋体" panose="02010600030101010101" pitchFamily="2" charset="-122"/>
              </a:rPr>
              <a:t>并连一个反向冲激电流源</a:t>
            </a:r>
            <a:endParaRPr lang="zh-CN" altLang="en-US" sz="1800" dirty="0">
              <a:solidFill>
                <a:srgbClr val="0070C0"/>
              </a:solidFill>
              <a:latin typeface="Tahoma" panose="020B0604030504040204" pitchFamily="34" charset="0"/>
              <a:ea typeface="宋体" panose="02010600030101010101" pitchFamily="2" charset="-122"/>
            </a:endParaRPr>
          </a:p>
        </p:txBody>
      </p:sp>
      <p:grpSp>
        <p:nvGrpSpPr>
          <p:cNvPr id="27" name="Group 17"/>
          <p:cNvGrpSpPr/>
          <p:nvPr/>
        </p:nvGrpSpPr>
        <p:grpSpPr bwMode="auto">
          <a:xfrm>
            <a:off x="5496915" y="3427218"/>
            <a:ext cx="3009900" cy="2306638"/>
            <a:chOff x="2562" y="2795"/>
            <a:chExt cx="1896" cy="1453"/>
          </a:xfrm>
        </p:grpSpPr>
        <p:sp>
          <p:nvSpPr>
            <p:cNvPr id="28" name="Text Box 4"/>
            <p:cNvSpPr txBox="1">
              <a:spLocks noChangeArrowheads="1"/>
            </p:cNvSpPr>
            <p:nvPr/>
          </p:nvSpPr>
          <p:spPr bwMode="auto">
            <a:xfrm>
              <a:off x="2608" y="4017"/>
              <a:ext cx="16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algn="ctr" eaLnBrk="1" hangingPunct="1">
                <a:spcBef>
                  <a:spcPct val="0"/>
                </a:spcBef>
                <a:buFontTx/>
                <a:buNone/>
              </a:pPr>
              <a:r>
                <a:rPr lang="zh-CN" altLang="en-US" sz="1800" dirty="0">
                  <a:solidFill>
                    <a:srgbClr val="161616"/>
                  </a:solidFill>
                  <a:ea typeface="宋体" panose="02010600030101010101" pitchFamily="2" charset="-122"/>
                </a:rPr>
                <a:t>电容</a:t>
              </a:r>
              <a:r>
                <a:rPr lang="en-US" altLang="zh-CN" sz="1800" dirty="0">
                  <a:solidFill>
                    <a:srgbClr val="161616"/>
                  </a:solidFill>
                  <a:ea typeface="宋体" panose="02010600030101010101" pitchFamily="2" charset="-122"/>
                </a:rPr>
                <a:t>s</a:t>
              </a:r>
              <a:r>
                <a:rPr lang="zh-CN" altLang="en-US" sz="1800" dirty="0">
                  <a:solidFill>
                    <a:srgbClr val="161616"/>
                  </a:solidFill>
                  <a:ea typeface="宋体" panose="02010600030101010101" pitchFamily="2" charset="-122"/>
                </a:rPr>
                <a:t>域并联电路模型</a:t>
              </a:r>
              <a:endParaRPr lang="zh-CN" altLang="en-US" sz="1800" dirty="0">
                <a:solidFill>
                  <a:srgbClr val="161616"/>
                </a:solidFill>
                <a:latin typeface="Tahoma" panose="020B0604030504040204" pitchFamily="34" charset="0"/>
                <a:ea typeface="宋体" panose="02010600030101010101" pitchFamily="2" charset="-122"/>
              </a:endParaRPr>
            </a:p>
          </p:txBody>
        </p:sp>
        <p:pic>
          <p:nvPicPr>
            <p:cNvPr id="29" name="Picture 7"/>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562" y="2795"/>
              <a:ext cx="1896" cy="12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32" name="组合 31"/>
          <p:cNvGrpSpPr/>
          <p:nvPr/>
        </p:nvGrpSpPr>
        <p:grpSpPr>
          <a:xfrm>
            <a:off x="5400799" y="2767198"/>
            <a:ext cx="3303835" cy="567249"/>
            <a:chOff x="1619250" y="5373688"/>
            <a:chExt cx="5327650" cy="728662"/>
          </a:xfrm>
        </p:grpSpPr>
        <p:graphicFrame>
          <p:nvGraphicFramePr>
            <p:cNvPr id="30" name="Object 3"/>
            <p:cNvGraphicFramePr>
              <a:graphicFrameLocks noChangeAspect="1"/>
            </p:cNvGraphicFramePr>
            <p:nvPr/>
          </p:nvGraphicFramePr>
          <p:xfrm>
            <a:off x="1619250" y="5373688"/>
            <a:ext cx="1039813" cy="644525"/>
          </p:xfrm>
          <a:graphic>
            <a:graphicData uri="http://schemas.openxmlformats.org/presentationml/2006/ole">
              <mc:AlternateContent xmlns:mc="http://schemas.openxmlformats.org/markup-compatibility/2006">
                <mc:Choice xmlns:v="urn:schemas-microsoft-com:vml" Requires="v">
                  <p:oleObj spid="_x0000_s20" name="公式" r:id="rId10" imgW="368300" imgH="228600" progId="Equation.3">
                    <p:embed/>
                  </p:oleObj>
                </mc:Choice>
                <mc:Fallback>
                  <p:oleObj name="公式" r:id="rId10" imgW="368300" imgH="228600" progId="Equation.3">
                    <p:embed/>
                    <p:pic>
                      <p:nvPicPr>
                        <p:cNvPr id="0" name="Object 3"/>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619250" y="5373688"/>
                          <a:ext cx="1039813" cy="6445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pic>
          <p:nvPicPr>
            <p:cNvPr id="31" name="Object 4"/>
            <p:cNvPicPr>
              <a:picLocks noChangeAspect="1" noChangeArrowheads="1"/>
            </p:cNvPicPr>
            <p:nvPr/>
          </p:nvPicPr>
          <p:blipFill>
            <a:blip r:embed="rId12" cstate="print">
              <a:extLst>
                <a:ext uri="{28A0092B-C50C-407E-A947-70E740481C1C}">
                  <a14:useLocalDpi xmlns:a14="http://schemas.microsoft.com/office/drawing/2010/main" val="0"/>
                </a:ext>
              </a:extLst>
            </a:blip>
            <a:srcRect/>
            <a:stretch>
              <a:fillRect/>
            </a:stretch>
          </p:blipFill>
          <p:spPr bwMode="auto">
            <a:xfrm>
              <a:off x="2843213" y="5373688"/>
              <a:ext cx="4103687" cy="7286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5"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p:cTn id="7" dur="1000" fill="hold"/>
                                        <p:tgtEl>
                                          <p:spTgt spid="8"/>
                                        </p:tgtEl>
                                        <p:attrNameLst>
                                          <p:attrName>ppt_w</p:attrName>
                                        </p:attrNameLst>
                                      </p:cBhvr>
                                      <p:tavLst>
                                        <p:tav tm="0">
                                          <p:val>
                                            <p:strVal val="#ppt_w*0.70"/>
                                          </p:val>
                                        </p:tav>
                                        <p:tav tm="100000">
                                          <p:val>
                                            <p:strVal val="#ppt_w"/>
                                          </p:val>
                                        </p:tav>
                                      </p:tavLst>
                                    </p:anim>
                                    <p:anim calcmode="lin" valueType="num">
                                      <p:cBhvr>
                                        <p:cTn id="8" dur="1000" fill="hold"/>
                                        <p:tgtEl>
                                          <p:spTgt spid="8"/>
                                        </p:tgtEl>
                                        <p:attrNameLst>
                                          <p:attrName>ppt_h</p:attrName>
                                        </p:attrNameLst>
                                      </p:cBhvr>
                                      <p:tavLst>
                                        <p:tav tm="0">
                                          <p:val>
                                            <p:strVal val="#ppt_h"/>
                                          </p:val>
                                        </p:tav>
                                        <p:tav tm="100000">
                                          <p:val>
                                            <p:strVal val="#ppt_h"/>
                                          </p:val>
                                        </p:tav>
                                      </p:tavLst>
                                    </p:anim>
                                    <p:animEffect transition="in" filter="fade">
                                      <p:cBhvr>
                                        <p:cTn id="9" dur="1000"/>
                                        <p:tgtEl>
                                          <p:spTgt spid="8"/>
                                        </p:tgtEl>
                                      </p:cBhvr>
                                    </p:animEffect>
                                  </p:childTnLst>
                                </p:cTn>
                              </p:par>
                            </p:childTnLst>
                          </p:cTn>
                        </p:par>
                        <p:par>
                          <p:cTn id="10" fill="hold">
                            <p:stCondLst>
                              <p:cond delay="1000"/>
                            </p:stCondLst>
                            <p:childTnLst>
                              <p:par>
                                <p:cTn id="11" presetID="55" presetClass="entr" presetSubtype="0" fill="hold" nodeType="after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p:cTn id="13" dur="1000" fill="hold"/>
                                        <p:tgtEl>
                                          <p:spTgt spid="5"/>
                                        </p:tgtEl>
                                        <p:attrNameLst>
                                          <p:attrName>ppt_w</p:attrName>
                                        </p:attrNameLst>
                                      </p:cBhvr>
                                      <p:tavLst>
                                        <p:tav tm="0">
                                          <p:val>
                                            <p:strVal val="#ppt_w*0.70"/>
                                          </p:val>
                                        </p:tav>
                                        <p:tav tm="100000">
                                          <p:val>
                                            <p:strVal val="#ppt_w"/>
                                          </p:val>
                                        </p:tav>
                                      </p:tavLst>
                                    </p:anim>
                                    <p:anim calcmode="lin" valueType="num">
                                      <p:cBhvr>
                                        <p:cTn id="14" dur="1000" fill="hold"/>
                                        <p:tgtEl>
                                          <p:spTgt spid="5"/>
                                        </p:tgtEl>
                                        <p:attrNameLst>
                                          <p:attrName>ppt_h</p:attrName>
                                        </p:attrNameLst>
                                      </p:cBhvr>
                                      <p:tavLst>
                                        <p:tav tm="0">
                                          <p:val>
                                            <p:strVal val="#ppt_h"/>
                                          </p:val>
                                        </p:tav>
                                        <p:tav tm="100000">
                                          <p:val>
                                            <p:strVal val="#ppt_h"/>
                                          </p:val>
                                        </p:tav>
                                      </p:tavLst>
                                    </p:anim>
                                    <p:animEffect transition="in" filter="fade">
                                      <p:cBhvr>
                                        <p:cTn id="15" dur="1000"/>
                                        <p:tgtEl>
                                          <p:spTgt spid="5"/>
                                        </p:tgtEl>
                                      </p:cBhvr>
                                    </p:animEffect>
                                  </p:childTnLst>
                                </p:cTn>
                              </p:par>
                            </p:childTnLst>
                          </p:cTn>
                        </p:par>
                        <p:par>
                          <p:cTn id="16" fill="hold">
                            <p:stCondLst>
                              <p:cond delay="2000"/>
                            </p:stCondLst>
                            <p:childTnLst>
                              <p:par>
                                <p:cTn id="17" presetID="55" presetClass="entr" presetSubtype="0" fill="hold" nodeType="afterEffect">
                                  <p:stCondLst>
                                    <p:cond delay="0"/>
                                  </p:stCondLst>
                                  <p:childTnLst>
                                    <p:set>
                                      <p:cBhvr>
                                        <p:cTn id="18" dur="1" fill="hold">
                                          <p:stCondLst>
                                            <p:cond delay="0"/>
                                          </p:stCondLst>
                                        </p:cTn>
                                        <p:tgtEl>
                                          <p:spTgt spid="12"/>
                                        </p:tgtEl>
                                        <p:attrNameLst>
                                          <p:attrName>style.visibility</p:attrName>
                                        </p:attrNameLst>
                                      </p:cBhvr>
                                      <p:to>
                                        <p:strVal val="visible"/>
                                      </p:to>
                                    </p:set>
                                    <p:anim calcmode="lin" valueType="num">
                                      <p:cBhvr>
                                        <p:cTn id="19" dur="1000" fill="hold"/>
                                        <p:tgtEl>
                                          <p:spTgt spid="12"/>
                                        </p:tgtEl>
                                        <p:attrNameLst>
                                          <p:attrName>ppt_w</p:attrName>
                                        </p:attrNameLst>
                                      </p:cBhvr>
                                      <p:tavLst>
                                        <p:tav tm="0">
                                          <p:val>
                                            <p:strVal val="#ppt_w*0.70"/>
                                          </p:val>
                                        </p:tav>
                                        <p:tav tm="100000">
                                          <p:val>
                                            <p:strVal val="#ppt_w"/>
                                          </p:val>
                                        </p:tav>
                                      </p:tavLst>
                                    </p:anim>
                                    <p:anim calcmode="lin" valueType="num">
                                      <p:cBhvr>
                                        <p:cTn id="20" dur="1000" fill="hold"/>
                                        <p:tgtEl>
                                          <p:spTgt spid="12"/>
                                        </p:tgtEl>
                                        <p:attrNameLst>
                                          <p:attrName>ppt_h</p:attrName>
                                        </p:attrNameLst>
                                      </p:cBhvr>
                                      <p:tavLst>
                                        <p:tav tm="0">
                                          <p:val>
                                            <p:strVal val="#ppt_h"/>
                                          </p:val>
                                        </p:tav>
                                        <p:tav tm="100000">
                                          <p:val>
                                            <p:strVal val="#ppt_h"/>
                                          </p:val>
                                        </p:tav>
                                      </p:tavLst>
                                    </p:anim>
                                    <p:animEffect transition="in" filter="fade">
                                      <p:cBhvr>
                                        <p:cTn id="21" dur="1000"/>
                                        <p:tgtEl>
                                          <p:spTgt spid="12"/>
                                        </p:tgtEl>
                                      </p:cBhvr>
                                    </p:animEffect>
                                  </p:childTnLst>
                                </p:cTn>
                              </p:par>
                            </p:childTnLst>
                          </p:cTn>
                        </p:par>
                        <p:par>
                          <p:cTn id="22" fill="hold">
                            <p:stCondLst>
                              <p:cond delay="3000"/>
                            </p:stCondLst>
                            <p:childTnLst>
                              <p:par>
                                <p:cTn id="23" presetID="55" presetClass="entr" presetSubtype="0" fill="hold" nodeType="afterEffect">
                                  <p:stCondLst>
                                    <p:cond delay="0"/>
                                  </p:stCondLst>
                                  <p:childTnLst>
                                    <p:set>
                                      <p:cBhvr>
                                        <p:cTn id="24" dur="1" fill="hold">
                                          <p:stCondLst>
                                            <p:cond delay="0"/>
                                          </p:stCondLst>
                                        </p:cTn>
                                        <p:tgtEl>
                                          <p:spTgt spid="27"/>
                                        </p:tgtEl>
                                        <p:attrNameLst>
                                          <p:attrName>style.visibility</p:attrName>
                                        </p:attrNameLst>
                                      </p:cBhvr>
                                      <p:to>
                                        <p:strVal val="visible"/>
                                      </p:to>
                                    </p:set>
                                    <p:anim calcmode="lin" valueType="num">
                                      <p:cBhvr>
                                        <p:cTn id="25" dur="1000" fill="hold"/>
                                        <p:tgtEl>
                                          <p:spTgt spid="27"/>
                                        </p:tgtEl>
                                        <p:attrNameLst>
                                          <p:attrName>ppt_w</p:attrName>
                                        </p:attrNameLst>
                                      </p:cBhvr>
                                      <p:tavLst>
                                        <p:tav tm="0">
                                          <p:val>
                                            <p:strVal val="#ppt_w*0.70"/>
                                          </p:val>
                                        </p:tav>
                                        <p:tav tm="100000">
                                          <p:val>
                                            <p:strVal val="#ppt_w"/>
                                          </p:val>
                                        </p:tav>
                                      </p:tavLst>
                                    </p:anim>
                                    <p:anim calcmode="lin" valueType="num">
                                      <p:cBhvr>
                                        <p:cTn id="26" dur="1000" fill="hold"/>
                                        <p:tgtEl>
                                          <p:spTgt spid="27"/>
                                        </p:tgtEl>
                                        <p:attrNameLst>
                                          <p:attrName>ppt_h</p:attrName>
                                        </p:attrNameLst>
                                      </p:cBhvr>
                                      <p:tavLst>
                                        <p:tav tm="0">
                                          <p:val>
                                            <p:strVal val="#ppt_h"/>
                                          </p:val>
                                        </p:tav>
                                        <p:tav tm="100000">
                                          <p:val>
                                            <p:strVal val="#ppt_h"/>
                                          </p:val>
                                        </p:tav>
                                      </p:tavLst>
                                    </p:anim>
                                    <p:animEffect transition="in" filter="fade">
                                      <p:cBhvr>
                                        <p:cTn id="27" dur="10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pPr>
              <a:defRPr/>
            </a:pPr>
            <a:fld id="{7745F767-7FD5-452B-9708-B1C3F4D7FC24}" type="datetime1">
              <a:rPr lang="zh-CN" altLang="en-US" smtClean="0"/>
            </a:fld>
            <a:endParaRPr lang="en-US" altLang="zh-CN"/>
          </a:p>
        </p:txBody>
      </p:sp>
      <p:sp>
        <p:nvSpPr>
          <p:cNvPr id="10" name="Rectangle 2"/>
          <p:cNvSpPr>
            <a:spLocks noChangeArrowheads="1"/>
          </p:cNvSpPr>
          <p:nvPr/>
        </p:nvSpPr>
        <p:spPr bwMode="auto">
          <a:xfrm>
            <a:off x="646732" y="-9946"/>
            <a:ext cx="8028956" cy="490537"/>
          </a:xfrm>
          <a:prstGeom prst="rect">
            <a:avLst/>
          </a:prstGeom>
          <a:solidFill>
            <a:schemeClr val="bg1"/>
          </a:solidFill>
          <a:ln>
            <a:noFill/>
          </a:ln>
          <a:effectLst>
            <a:outerShdw blurRad="63500" dist="38099" dir="2700000" algn="ctr" rotWithShape="0">
              <a:schemeClr val="bg2">
                <a:alpha val="74998"/>
              </a:schemeClr>
            </a:outerShdw>
          </a:effectLst>
        </p:spPr>
        <p:txBody>
          <a:bodyPr anchor="ctr"/>
          <a:lstStyle/>
          <a:p>
            <a:pPr eaLnBrk="1" hangingPunct="1">
              <a:defRPr/>
            </a:pPr>
            <a:r>
              <a:rPr lang="zh-CN" altLang="en-US" sz="2800" dirty="0">
                <a:effectLst>
                  <a:outerShdw blurRad="38100" dist="38100" dir="2700000" algn="tl">
                    <a:srgbClr val="000000"/>
                  </a:outerShdw>
                </a:effectLst>
                <a:ea typeface="黑体" panose="02010609060101010101" charset="-122"/>
              </a:rPr>
              <a:t>回顾</a:t>
            </a:r>
            <a:r>
              <a:rPr lang="en-US" altLang="zh-CN" sz="2800" dirty="0">
                <a:effectLst>
                  <a:outerShdw blurRad="38100" dist="38100" dir="2700000" algn="tl">
                    <a:srgbClr val="000000"/>
                  </a:outerShdw>
                </a:effectLst>
                <a:ea typeface="黑体" panose="02010609060101010101" charset="-122"/>
              </a:rPr>
              <a:t>3</a:t>
            </a:r>
            <a:r>
              <a:rPr lang="zh-CN" altLang="en-US" sz="2800" dirty="0">
                <a:effectLst>
                  <a:outerShdw blurRad="38100" dist="38100" dir="2700000" algn="tl">
                    <a:srgbClr val="000000"/>
                  </a:outerShdw>
                </a:effectLst>
                <a:ea typeface="黑体" panose="02010609060101010101" charset="-122"/>
              </a:rPr>
              <a:t>   电路元件的</a:t>
            </a:r>
            <a:r>
              <a:rPr lang="en-US" altLang="zh-CN" sz="2800" dirty="0">
                <a:effectLst>
                  <a:outerShdw blurRad="38100" dist="38100" dir="2700000" algn="tl">
                    <a:srgbClr val="000000"/>
                  </a:outerShdw>
                </a:effectLst>
                <a:ea typeface="黑体" panose="02010609060101010101" charset="-122"/>
              </a:rPr>
              <a:t>s</a:t>
            </a:r>
            <a:r>
              <a:rPr lang="zh-CN" altLang="en-US" sz="2800" dirty="0">
                <a:effectLst>
                  <a:outerShdw blurRad="38100" dist="38100" dir="2700000" algn="tl">
                    <a:srgbClr val="000000"/>
                  </a:outerShdw>
                </a:effectLst>
                <a:ea typeface="黑体" panose="02010609060101010101" charset="-122"/>
              </a:rPr>
              <a:t>域模型</a:t>
            </a:r>
            <a:endParaRPr lang="zh-CN" altLang="en-US" sz="2800" dirty="0">
              <a:solidFill>
                <a:srgbClr val="FF0000"/>
              </a:solidFill>
              <a:effectLst>
                <a:outerShdw blurRad="38100" dist="38100" dir="2700000" algn="tl">
                  <a:srgbClr val="000000"/>
                </a:outerShdw>
              </a:effectLst>
              <a:ea typeface="黑体" panose="02010609060101010101" charset="-122"/>
            </a:endParaRPr>
          </a:p>
        </p:txBody>
      </p:sp>
      <p:sp>
        <p:nvSpPr>
          <p:cNvPr id="18" name="Text Box 4"/>
          <p:cNvSpPr txBox="1">
            <a:spLocks noChangeArrowheads="1"/>
          </p:cNvSpPr>
          <p:nvPr/>
        </p:nvSpPr>
        <p:spPr bwMode="auto">
          <a:xfrm>
            <a:off x="725565" y="549180"/>
            <a:ext cx="297068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spcBef>
                <a:spcPct val="0"/>
              </a:spcBef>
              <a:buFontTx/>
              <a:buNone/>
            </a:pPr>
            <a:r>
              <a:rPr lang="en-US" altLang="zh-CN" sz="1800" dirty="0">
                <a:solidFill>
                  <a:srgbClr val="FF0000"/>
                </a:solidFill>
                <a:ea typeface="宋体" panose="02010600030101010101" pitchFamily="2" charset="-122"/>
              </a:rPr>
              <a:t>3.</a:t>
            </a:r>
            <a:r>
              <a:rPr lang="zh-CN" altLang="en-US" sz="1800" dirty="0">
                <a:solidFill>
                  <a:srgbClr val="FF0000"/>
                </a:solidFill>
                <a:ea typeface="宋体" panose="02010600030101010101" pitchFamily="2" charset="-122"/>
              </a:rPr>
              <a:t>电感元件</a:t>
            </a:r>
            <a:r>
              <a:rPr lang="en-US" altLang="zh-CN" sz="1800" dirty="0">
                <a:solidFill>
                  <a:srgbClr val="FF0000"/>
                </a:solidFill>
                <a:ea typeface="宋体" panose="02010600030101010101" pitchFamily="2" charset="-122"/>
              </a:rPr>
              <a:t>L</a:t>
            </a:r>
            <a:r>
              <a:rPr lang="zh-CN" altLang="en-US" sz="1800" dirty="0">
                <a:solidFill>
                  <a:srgbClr val="FF0000"/>
                </a:solidFill>
                <a:ea typeface="宋体" panose="02010600030101010101" pitchFamily="2" charset="-122"/>
              </a:rPr>
              <a:t>的</a:t>
            </a:r>
            <a:r>
              <a:rPr lang="en-US" altLang="zh-CN" sz="1800" dirty="0">
                <a:solidFill>
                  <a:srgbClr val="FF0000"/>
                </a:solidFill>
                <a:ea typeface="宋体" panose="02010600030101010101" pitchFamily="2" charset="-122"/>
              </a:rPr>
              <a:t>s</a:t>
            </a:r>
            <a:r>
              <a:rPr lang="zh-CN" altLang="en-US" sz="1800" dirty="0">
                <a:solidFill>
                  <a:srgbClr val="FF0000"/>
                </a:solidFill>
                <a:ea typeface="宋体" panose="02010600030101010101" pitchFamily="2" charset="-122"/>
              </a:rPr>
              <a:t>域电路模型</a:t>
            </a:r>
            <a:endParaRPr lang="zh-CN" altLang="en-US" sz="1800" dirty="0">
              <a:solidFill>
                <a:srgbClr val="FF0000"/>
              </a:solidFill>
              <a:latin typeface="Tahoma" panose="020B0604030504040204" pitchFamily="34" charset="0"/>
              <a:ea typeface="宋体" panose="02010600030101010101" pitchFamily="2" charset="-122"/>
            </a:endParaRPr>
          </a:p>
        </p:txBody>
      </p:sp>
      <p:sp>
        <p:nvSpPr>
          <p:cNvPr id="19" name="Text Box 4"/>
          <p:cNvSpPr txBox="1">
            <a:spLocks noChangeArrowheads="1"/>
          </p:cNvSpPr>
          <p:nvPr/>
        </p:nvSpPr>
        <p:spPr bwMode="auto">
          <a:xfrm>
            <a:off x="832426" y="4013822"/>
            <a:ext cx="370806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spcBef>
                <a:spcPct val="0"/>
              </a:spcBef>
              <a:buFontTx/>
              <a:buNone/>
            </a:pPr>
            <a:r>
              <a:rPr lang="zh-CN" altLang="en-US" sz="1800" dirty="0">
                <a:solidFill>
                  <a:srgbClr val="0070C0"/>
                </a:solidFill>
                <a:ea typeface="宋体" panose="02010600030101010101" pitchFamily="2" charset="-122"/>
              </a:rPr>
              <a:t>纯阻抗</a:t>
            </a:r>
            <a:r>
              <a:rPr lang="en-US" altLang="zh-CN" sz="1800" dirty="0" err="1">
                <a:solidFill>
                  <a:srgbClr val="0070C0"/>
                </a:solidFill>
                <a:ea typeface="宋体" panose="02010600030101010101" pitchFamily="2" charset="-122"/>
              </a:rPr>
              <a:t>sL</a:t>
            </a:r>
            <a:r>
              <a:rPr lang="zh-CN" altLang="en-US" sz="1800" dirty="0">
                <a:solidFill>
                  <a:srgbClr val="0070C0"/>
                </a:solidFill>
                <a:ea typeface="宋体" panose="02010600030101010101" pitchFamily="2" charset="-122"/>
              </a:rPr>
              <a:t>串连一个反向冲激电压源</a:t>
            </a:r>
            <a:endParaRPr lang="zh-CN" altLang="en-US" sz="1800" dirty="0">
              <a:solidFill>
                <a:srgbClr val="0070C0"/>
              </a:solidFill>
              <a:latin typeface="Tahoma" panose="020B0604030504040204" pitchFamily="34" charset="0"/>
              <a:ea typeface="宋体" panose="02010600030101010101" pitchFamily="2" charset="-122"/>
            </a:endParaRPr>
          </a:p>
        </p:txBody>
      </p:sp>
      <p:sp>
        <p:nvSpPr>
          <p:cNvPr id="26" name="Text Box 4"/>
          <p:cNvSpPr txBox="1">
            <a:spLocks noChangeArrowheads="1"/>
          </p:cNvSpPr>
          <p:nvPr/>
        </p:nvSpPr>
        <p:spPr bwMode="auto">
          <a:xfrm>
            <a:off x="5415986" y="3960369"/>
            <a:ext cx="324319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spcBef>
                <a:spcPct val="0"/>
              </a:spcBef>
              <a:buFontTx/>
              <a:buNone/>
            </a:pPr>
            <a:r>
              <a:rPr lang="zh-CN" altLang="en-US" sz="1800" dirty="0">
                <a:solidFill>
                  <a:srgbClr val="0070C0"/>
                </a:solidFill>
                <a:ea typeface="宋体" panose="02010600030101010101" pitchFamily="2" charset="-122"/>
              </a:rPr>
              <a:t>纯阻抗</a:t>
            </a:r>
            <a:r>
              <a:rPr lang="en-US" altLang="zh-CN" sz="1800" dirty="0" err="1">
                <a:solidFill>
                  <a:srgbClr val="0070C0"/>
                </a:solidFill>
                <a:ea typeface="宋体" panose="02010600030101010101" pitchFamily="2" charset="-122"/>
              </a:rPr>
              <a:t>sL</a:t>
            </a:r>
            <a:r>
              <a:rPr lang="zh-CN" altLang="en-US" sz="1800" dirty="0">
                <a:solidFill>
                  <a:srgbClr val="0070C0"/>
                </a:solidFill>
                <a:ea typeface="宋体" panose="02010600030101010101" pitchFamily="2" charset="-122"/>
              </a:rPr>
              <a:t>并连一个同向恒流源</a:t>
            </a:r>
            <a:endParaRPr lang="zh-CN" altLang="en-US" sz="1800" dirty="0">
              <a:solidFill>
                <a:srgbClr val="0070C0"/>
              </a:solidFill>
              <a:latin typeface="Tahoma" panose="020B0604030504040204" pitchFamily="34" charset="0"/>
              <a:ea typeface="宋体" panose="02010600030101010101" pitchFamily="2" charset="-122"/>
            </a:endParaRPr>
          </a:p>
        </p:txBody>
      </p:sp>
      <p:grpSp>
        <p:nvGrpSpPr>
          <p:cNvPr id="24" name="Group 9"/>
          <p:cNvGrpSpPr/>
          <p:nvPr/>
        </p:nvGrpSpPr>
        <p:grpSpPr bwMode="auto">
          <a:xfrm>
            <a:off x="807243" y="1185349"/>
            <a:ext cx="3116685" cy="410743"/>
            <a:chOff x="1066" y="3203"/>
            <a:chExt cx="3111" cy="435"/>
          </a:xfrm>
        </p:grpSpPr>
        <p:graphicFrame>
          <p:nvGraphicFramePr>
            <p:cNvPr id="25" name="Object 3"/>
            <p:cNvGraphicFramePr>
              <a:graphicFrameLocks noChangeAspect="1"/>
            </p:cNvGraphicFramePr>
            <p:nvPr/>
          </p:nvGraphicFramePr>
          <p:xfrm>
            <a:off x="1066" y="3249"/>
            <a:ext cx="722" cy="384"/>
          </p:xfrm>
          <a:graphic>
            <a:graphicData uri="http://schemas.openxmlformats.org/presentationml/2006/ole">
              <mc:AlternateContent xmlns:mc="http://schemas.openxmlformats.org/markup-compatibility/2006">
                <mc:Choice xmlns:v="urn:schemas-microsoft-com:vml" Requires="v">
                  <p:oleObj spid="_x0000_s2" name="公式" r:id="rId1" imgW="405765" imgH="215900" progId="Equation.3">
                    <p:embed/>
                  </p:oleObj>
                </mc:Choice>
                <mc:Fallback>
                  <p:oleObj name="公式" r:id="rId1" imgW="405765" imgH="215900" progId="Equation.3">
                    <p:embed/>
                    <p:pic>
                      <p:nvPicPr>
                        <p:cNvPr id="0" name="Object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6" y="3249"/>
                          <a:ext cx="722" cy="3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33" name="Object 4"/>
            <p:cNvGraphicFramePr>
              <a:graphicFrameLocks noChangeAspect="1"/>
            </p:cNvGraphicFramePr>
            <p:nvPr/>
          </p:nvGraphicFramePr>
          <p:xfrm>
            <a:off x="1882" y="3203"/>
            <a:ext cx="2295" cy="435"/>
          </p:xfrm>
          <a:graphic>
            <a:graphicData uri="http://schemas.openxmlformats.org/presentationml/2006/ole">
              <mc:AlternateContent xmlns:mc="http://schemas.openxmlformats.org/markup-compatibility/2006">
                <mc:Choice xmlns:v="urn:schemas-microsoft-com:vml" Requires="v">
                  <p:oleObj spid="_x0000_s3" name="公式" r:id="rId3" imgW="1206500" imgH="228600" progId="Equation.3">
                    <p:embed/>
                  </p:oleObj>
                </mc:Choice>
                <mc:Fallback>
                  <p:oleObj name="公式" r:id="rId3" imgW="1206500" imgH="228600" progId="Equation.3">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82" y="3203"/>
                          <a:ext cx="2295" cy="4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pSp>
      <p:grpSp>
        <p:nvGrpSpPr>
          <p:cNvPr id="34" name="Group 17"/>
          <p:cNvGrpSpPr/>
          <p:nvPr/>
        </p:nvGrpSpPr>
        <p:grpSpPr bwMode="auto">
          <a:xfrm>
            <a:off x="878200" y="1704008"/>
            <a:ext cx="2665413" cy="2238375"/>
            <a:chOff x="3696" y="255"/>
            <a:chExt cx="1679" cy="1410"/>
          </a:xfrm>
        </p:grpSpPr>
        <p:pic>
          <p:nvPicPr>
            <p:cNvPr id="35" name="Picture 1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878" y="255"/>
              <a:ext cx="1308" cy="1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6" name="Text Box 4"/>
            <p:cNvSpPr txBox="1">
              <a:spLocks noChangeArrowheads="1"/>
            </p:cNvSpPr>
            <p:nvPr/>
          </p:nvSpPr>
          <p:spPr bwMode="auto">
            <a:xfrm>
              <a:off x="3696" y="1434"/>
              <a:ext cx="167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spcBef>
                  <a:spcPct val="0"/>
                </a:spcBef>
                <a:buFontTx/>
                <a:buNone/>
              </a:pPr>
              <a:r>
                <a:rPr lang="zh-CN" altLang="en-US" sz="1800" dirty="0">
                  <a:solidFill>
                    <a:srgbClr val="161616"/>
                  </a:solidFill>
                  <a:ea typeface="宋体" panose="02010600030101010101" pitchFamily="2" charset="-122"/>
                </a:rPr>
                <a:t>电感的</a:t>
              </a:r>
              <a:r>
                <a:rPr lang="en-US" altLang="zh-CN" sz="1800" dirty="0">
                  <a:solidFill>
                    <a:srgbClr val="161616"/>
                  </a:solidFill>
                  <a:ea typeface="宋体" panose="02010600030101010101" pitchFamily="2" charset="-122"/>
                </a:rPr>
                <a:t>s</a:t>
              </a:r>
              <a:r>
                <a:rPr lang="zh-CN" altLang="en-US" sz="1800" dirty="0">
                  <a:solidFill>
                    <a:srgbClr val="161616"/>
                  </a:solidFill>
                  <a:ea typeface="宋体" panose="02010600030101010101" pitchFamily="2" charset="-122"/>
                </a:rPr>
                <a:t>域串联电路模型</a:t>
              </a:r>
              <a:endParaRPr lang="zh-CN" altLang="en-US" sz="1800" dirty="0">
                <a:solidFill>
                  <a:srgbClr val="161616"/>
                </a:solidFill>
                <a:latin typeface="Tahoma" panose="020B0604030504040204" pitchFamily="34" charset="0"/>
                <a:ea typeface="宋体" panose="02010600030101010101" pitchFamily="2" charset="-122"/>
              </a:endParaRPr>
            </a:p>
          </p:txBody>
        </p:sp>
      </p:grpSp>
      <p:grpSp>
        <p:nvGrpSpPr>
          <p:cNvPr id="37" name="Group 17"/>
          <p:cNvGrpSpPr/>
          <p:nvPr/>
        </p:nvGrpSpPr>
        <p:grpSpPr bwMode="auto">
          <a:xfrm>
            <a:off x="5656458" y="1704008"/>
            <a:ext cx="2803526" cy="2170112"/>
            <a:chOff x="3470" y="618"/>
            <a:chExt cx="1766" cy="1367"/>
          </a:xfrm>
        </p:grpSpPr>
        <p:pic>
          <p:nvPicPr>
            <p:cNvPr id="38" name="Picture 1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515" y="618"/>
              <a:ext cx="1650" cy="10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9" name="Text Box 4"/>
            <p:cNvSpPr txBox="1">
              <a:spLocks noChangeArrowheads="1"/>
            </p:cNvSpPr>
            <p:nvPr/>
          </p:nvSpPr>
          <p:spPr bwMode="auto">
            <a:xfrm>
              <a:off x="3470" y="1752"/>
              <a:ext cx="1766"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spcBef>
                  <a:spcPct val="0"/>
                </a:spcBef>
                <a:buFontTx/>
                <a:buNone/>
              </a:pPr>
              <a:r>
                <a:rPr lang="zh-CN" altLang="en-US" sz="1800" dirty="0">
                  <a:solidFill>
                    <a:srgbClr val="161616"/>
                  </a:solidFill>
                  <a:ea typeface="宋体" panose="02010600030101010101" pitchFamily="2" charset="-122"/>
                </a:rPr>
                <a:t>电感的</a:t>
              </a:r>
              <a:r>
                <a:rPr lang="en-US" altLang="zh-CN" sz="1800" dirty="0">
                  <a:solidFill>
                    <a:srgbClr val="161616"/>
                  </a:solidFill>
                  <a:ea typeface="宋体" panose="02010600030101010101" pitchFamily="2" charset="-122"/>
                </a:rPr>
                <a:t>s</a:t>
              </a:r>
              <a:r>
                <a:rPr lang="zh-CN" altLang="en-US" sz="1800" dirty="0">
                  <a:solidFill>
                    <a:srgbClr val="161616"/>
                  </a:solidFill>
                  <a:ea typeface="宋体" panose="02010600030101010101" pitchFamily="2" charset="-122"/>
                </a:rPr>
                <a:t>域并联电路模型</a:t>
              </a:r>
              <a:endParaRPr lang="zh-CN" altLang="en-US" sz="1800" dirty="0">
                <a:solidFill>
                  <a:srgbClr val="161616"/>
                </a:solidFill>
                <a:latin typeface="Tahoma" panose="020B0604030504040204" pitchFamily="34" charset="0"/>
                <a:ea typeface="宋体" panose="02010600030101010101" pitchFamily="2" charset="-122"/>
              </a:endParaRPr>
            </a:p>
          </p:txBody>
        </p:sp>
      </p:grpSp>
      <p:grpSp>
        <p:nvGrpSpPr>
          <p:cNvPr id="5" name="组合 4"/>
          <p:cNvGrpSpPr/>
          <p:nvPr/>
        </p:nvGrpSpPr>
        <p:grpSpPr>
          <a:xfrm>
            <a:off x="5489299" y="1023940"/>
            <a:ext cx="2970685" cy="772274"/>
            <a:chOff x="5038827" y="5159762"/>
            <a:chExt cx="3713477" cy="1068387"/>
          </a:xfrm>
        </p:grpSpPr>
        <p:graphicFrame>
          <p:nvGraphicFramePr>
            <p:cNvPr id="40" name="Object 4"/>
            <p:cNvGraphicFramePr>
              <a:graphicFrameLocks noChangeAspect="1"/>
            </p:cNvGraphicFramePr>
            <p:nvPr/>
          </p:nvGraphicFramePr>
          <p:xfrm>
            <a:off x="5038827" y="5497512"/>
            <a:ext cx="1095375" cy="549275"/>
          </p:xfrm>
          <a:graphic>
            <a:graphicData uri="http://schemas.openxmlformats.org/presentationml/2006/ole">
              <mc:AlternateContent xmlns:mc="http://schemas.openxmlformats.org/markup-compatibility/2006">
                <mc:Choice xmlns:v="urn:schemas-microsoft-com:vml" Requires="v">
                  <p:oleObj spid="_x0000_s6" name="公式" r:id="rId7" imgW="431800" imgH="215900" progId="Equation.3">
                    <p:embed/>
                  </p:oleObj>
                </mc:Choice>
                <mc:Fallback>
                  <p:oleObj name="公式" r:id="rId7" imgW="431800" imgH="215900" progId="Equation.3">
                    <p:embed/>
                    <p:pic>
                      <p:nvPicPr>
                        <p:cNvPr id="0" name="Object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038827" y="5497512"/>
                          <a:ext cx="1095375" cy="5492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41" name="Object 5"/>
            <p:cNvGraphicFramePr>
              <a:graphicFrameLocks noChangeAspect="1"/>
            </p:cNvGraphicFramePr>
            <p:nvPr/>
          </p:nvGraphicFramePr>
          <p:xfrm>
            <a:off x="5904329" y="5159762"/>
            <a:ext cx="2847975" cy="1068387"/>
          </p:xfrm>
          <a:graphic>
            <a:graphicData uri="http://schemas.openxmlformats.org/presentationml/2006/ole">
              <mc:AlternateContent xmlns:mc="http://schemas.openxmlformats.org/markup-compatibility/2006">
                <mc:Choice xmlns:v="urn:schemas-microsoft-com:vml" Requires="v">
                  <p:oleObj spid="_x0000_s7" name="公式" r:id="rId9" imgW="1117600" imgH="419100" progId="Equation.3">
                    <p:embed/>
                  </p:oleObj>
                </mc:Choice>
                <mc:Fallback>
                  <p:oleObj name="公式" r:id="rId9" imgW="1117600" imgH="419100" progId="Equation.3">
                    <p:embed/>
                    <p:pic>
                      <p:nvPicPr>
                        <p:cNvPr id="0" name="Object 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904329" y="5159762"/>
                          <a:ext cx="2847975" cy="10683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pSp>
      <p:sp>
        <p:nvSpPr>
          <p:cNvPr id="8" name="Rectangle 3"/>
          <p:cNvSpPr>
            <a:spLocks noGrp="1" noChangeArrowheads="1"/>
          </p:cNvSpPr>
          <p:nvPr>
            <p:ph type="body" idx="1"/>
          </p:nvPr>
        </p:nvSpPr>
        <p:spPr>
          <a:xfrm>
            <a:off x="773663" y="4489450"/>
            <a:ext cx="2551112" cy="420688"/>
          </a:xfrm>
        </p:spPr>
        <p:txBody>
          <a:bodyPr/>
          <a:lstStyle/>
          <a:p>
            <a:pPr eaLnBrk="1" hangingPunct="1">
              <a:defRPr/>
            </a:pPr>
            <a:r>
              <a:rPr lang="en-US" altLang="zh-CN" sz="1800" b="1" kern="1200" dirty="0">
                <a:solidFill>
                  <a:srgbClr val="FF0000"/>
                </a:solidFill>
                <a:latin typeface="Arial" panose="020B0604020202020204" pitchFamily="34" charset="0"/>
                <a:ea typeface="宋体" panose="02010600030101010101" pitchFamily="2" charset="-122"/>
                <a:cs typeface="+mn-cs"/>
              </a:rPr>
              <a:t>4.</a:t>
            </a:r>
            <a:r>
              <a:rPr lang="zh-CN" altLang="en-US" sz="1800" b="1" kern="1200" dirty="0">
                <a:solidFill>
                  <a:srgbClr val="FF0000"/>
                </a:solidFill>
                <a:latin typeface="Arial" panose="020B0604020202020204" pitchFamily="34" charset="0"/>
                <a:ea typeface="宋体" panose="02010600030101010101" pitchFamily="2" charset="-122"/>
                <a:cs typeface="+mn-cs"/>
              </a:rPr>
              <a:t>基尔霍夫定律</a:t>
            </a:r>
            <a:endParaRPr lang="zh-CN" altLang="en-US" sz="1800" b="1" kern="1200" dirty="0">
              <a:solidFill>
                <a:srgbClr val="FF0000"/>
              </a:solidFill>
              <a:latin typeface="Arial" panose="020B0604020202020204" pitchFamily="34" charset="0"/>
              <a:ea typeface="宋体" panose="02010600030101010101" pitchFamily="2" charset="-122"/>
              <a:cs typeface="+mn-cs"/>
            </a:endParaRPr>
          </a:p>
        </p:txBody>
      </p:sp>
      <p:sp>
        <p:nvSpPr>
          <p:cNvPr id="9" name="Rectangle 4"/>
          <p:cNvSpPr>
            <a:spLocks noChangeArrowheads="1"/>
          </p:cNvSpPr>
          <p:nvPr/>
        </p:nvSpPr>
        <p:spPr bwMode="auto">
          <a:xfrm>
            <a:off x="702225" y="5137150"/>
            <a:ext cx="22098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lvl1pPr marL="342900" indent="-342900">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buClr>
                <a:schemeClr val="folHlink"/>
              </a:buClr>
              <a:buSzPct val="60000"/>
              <a:buFont typeface="Wingdings" panose="05000000000000000000" pitchFamily="2" charset="2"/>
              <a:buChar char=" "/>
            </a:pPr>
            <a:r>
              <a:rPr lang="en-US" altLang="zh-CN" sz="2000" dirty="0">
                <a:solidFill>
                  <a:srgbClr val="0000FF"/>
                </a:solidFill>
                <a:latin typeface="Tahoma" panose="020B0604030504040204" pitchFamily="34" charset="0"/>
                <a:ea typeface="宋体" panose="02010600030101010101" pitchFamily="2" charset="-122"/>
              </a:rPr>
              <a:t>KVL</a:t>
            </a:r>
            <a:r>
              <a:rPr lang="zh-CN" altLang="en-US" sz="2000" dirty="0">
                <a:solidFill>
                  <a:srgbClr val="0000FF"/>
                </a:solidFill>
                <a:latin typeface="Tahoma" panose="020B0604030504040204" pitchFamily="34" charset="0"/>
                <a:ea typeface="宋体" panose="02010600030101010101" pitchFamily="2" charset="-122"/>
              </a:rPr>
              <a:t>定律</a:t>
            </a:r>
            <a:r>
              <a:rPr lang="zh-CN" altLang="en-US" sz="2000" dirty="0">
                <a:latin typeface="Tahoma" panose="020B0604030504040204" pitchFamily="34" charset="0"/>
                <a:ea typeface="宋体" panose="02010600030101010101" pitchFamily="2" charset="-122"/>
              </a:rPr>
              <a:t>：</a:t>
            </a:r>
            <a:r>
              <a:rPr lang="zh-CN" altLang="en-US" sz="1800" dirty="0">
                <a:solidFill>
                  <a:srgbClr val="0000FF"/>
                </a:solidFill>
                <a:latin typeface="Tahoma" panose="020B0604030504040204" pitchFamily="34" charset="0"/>
                <a:ea typeface="宋体" panose="02010600030101010101" pitchFamily="2" charset="-122"/>
              </a:rPr>
              <a:t>   </a:t>
            </a:r>
            <a:endParaRPr lang="zh-CN" altLang="en-US" sz="1800" dirty="0">
              <a:solidFill>
                <a:srgbClr val="660033"/>
              </a:solidFill>
              <a:latin typeface="Tahoma" panose="020B0604030504040204" pitchFamily="34" charset="0"/>
              <a:ea typeface="宋体" panose="02010600030101010101" pitchFamily="2" charset="-122"/>
            </a:endParaRPr>
          </a:p>
        </p:txBody>
      </p:sp>
      <p:graphicFrame>
        <p:nvGraphicFramePr>
          <p:cNvPr id="11" name="Object 2"/>
          <p:cNvGraphicFramePr>
            <a:graphicFrameLocks noChangeAspect="1"/>
          </p:cNvGraphicFramePr>
          <p:nvPr/>
        </p:nvGraphicFramePr>
        <p:xfrm>
          <a:off x="2789788" y="4921250"/>
          <a:ext cx="1676400" cy="768350"/>
        </p:xfrm>
        <a:graphic>
          <a:graphicData uri="http://schemas.openxmlformats.org/presentationml/2006/ole">
            <mc:AlternateContent xmlns:mc="http://schemas.openxmlformats.org/markup-compatibility/2006">
              <mc:Choice xmlns:v="urn:schemas-microsoft-com:vml" Requires="v">
                <p:oleObj spid="_x0000_s12" name="公式" r:id="rId11" imgW="723900" imgH="368300" progId="Equation.3">
                  <p:embed/>
                </p:oleObj>
              </mc:Choice>
              <mc:Fallback>
                <p:oleObj name="公式" r:id="rId11" imgW="723900" imgH="368300" progId="Equation.3">
                  <p:embed/>
                  <p:pic>
                    <p:nvPicPr>
                      <p:cNvPr id="0" name="Object 2"/>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789788" y="4921250"/>
                        <a:ext cx="1676400" cy="7683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13" name="Object 3"/>
          <p:cNvGraphicFramePr>
            <a:graphicFrameLocks noChangeAspect="1"/>
          </p:cNvGraphicFramePr>
          <p:nvPr/>
        </p:nvGraphicFramePr>
        <p:xfrm>
          <a:off x="2934250" y="5784850"/>
          <a:ext cx="1524000" cy="739775"/>
        </p:xfrm>
        <a:graphic>
          <a:graphicData uri="http://schemas.openxmlformats.org/presentationml/2006/ole">
            <mc:AlternateContent xmlns:mc="http://schemas.openxmlformats.org/markup-compatibility/2006">
              <mc:Choice xmlns:v="urn:schemas-microsoft-com:vml" Requires="v">
                <p:oleObj spid="_x0000_s14" name="公式" r:id="rId13" imgW="685800" imgH="368300" progId="Equation.3">
                  <p:embed/>
                </p:oleObj>
              </mc:Choice>
              <mc:Fallback>
                <p:oleObj name="公式" r:id="rId13" imgW="685800" imgH="368300" progId="Equation.3">
                  <p:embed/>
                  <p:pic>
                    <p:nvPicPr>
                      <p:cNvPr id="0" name="Object 3"/>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934250" y="5784850"/>
                        <a:ext cx="1524000" cy="7397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15" name="Rectangle 7"/>
          <p:cNvSpPr>
            <a:spLocks noChangeArrowheads="1"/>
          </p:cNvSpPr>
          <p:nvPr/>
        </p:nvSpPr>
        <p:spPr bwMode="auto">
          <a:xfrm>
            <a:off x="702225" y="5929313"/>
            <a:ext cx="22098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lvl1pPr marL="342900" indent="-342900">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buClr>
                <a:schemeClr val="folHlink"/>
              </a:buClr>
              <a:buSzPct val="60000"/>
              <a:buFont typeface="Wingdings" panose="05000000000000000000" pitchFamily="2" charset="2"/>
              <a:buChar char=" "/>
            </a:pPr>
            <a:r>
              <a:rPr lang="en-US" altLang="zh-CN" sz="2000" dirty="0">
                <a:solidFill>
                  <a:srgbClr val="0000FF"/>
                </a:solidFill>
                <a:latin typeface="Tahoma" panose="020B0604030504040204" pitchFamily="34" charset="0"/>
                <a:ea typeface="宋体" panose="02010600030101010101" pitchFamily="2" charset="-122"/>
              </a:rPr>
              <a:t>KCL</a:t>
            </a:r>
            <a:r>
              <a:rPr lang="zh-CN" altLang="en-US" sz="2000" dirty="0">
                <a:solidFill>
                  <a:srgbClr val="0000FF"/>
                </a:solidFill>
                <a:latin typeface="Tahoma" panose="020B0604030504040204" pitchFamily="34" charset="0"/>
                <a:ea typeface="宋体" panose="02010600030101010101" pitchFamily="2" charset="-122"/>
              </a:rPr>
              <a:t>定律</a:t>
            </a:r>
            <a:r>
              <a:rPr lang="zh-CN" altLang="en-US" sz="2000" dirty="0">
                <a:latin typeface="Tahoma" panose="020B0604030504040204" pitchFamily="34" charset="0"/>
                <a:ea typeface="宋体" panose="02010600030101010101" pitchFamily="2" charset="-122"/>
              </a:rPr>
              <a:t>：</a:t>
            </a:r>
            <a:r>
              <a:rPr lang="zh-CN" altLang="en-US" sz="1800" dirty="0">
                <a:solidFill>
                  <a:srgbClr val="0000FF"/>
                </a:solidFill>
                <a:latin typeface="Tahoma" panose="020B0604030504040204" pitchFamily="34" charset="0"/>
                <a:ea typeface="宋体" panose="02010600030101010101" pitchFamily="2" charset="-122"/>
              </a:rPr>
              <a:t>   </a:t>
            </a:r>
            <a:endParaRPr lang="zh-CN" altLang="en-US" sz="1800" dirty="0">
              <a:solidFill>
                <a:srgbClr val="660033"/>
              </a:solidFill>
              <a:latin typeface="Tahoma" panose="020B0604030504040204" pitchFamily="34" charset="0"/>
              <a:ea typeface="宋体" panose="02010600030101010101" pitchFamily="2" charset="-122"/>
            </a:endParaRPr>
          </a:p>
        </p:txBody>
      </p:sp>
      <p:graphicFrame>
        <p:nvGraphicFramePr>
          <p:cNvPr id="16" name="Object 4"/>
          <p:cNvGraphicFramePr>
            <a:graphicFrameLocks noChangeAspect="1"/>
          </p:cNvGraphicFramePr>
          <p:nvPr/>
        </p:nvGraphicFramePr>
        <p:xfrm>
          <a:off x="5526638" y="4992688"/>
          <a:ext cx="1524000" cy="663575"/>
        </p:xfrm>
        <a:graphic>
          <a:graphicData uri="http://schemas.openxmlformats.org/presentationml/2006/ole">
            <mc:AlternateContent xmlns:mc="http://schemas.openxmlformats.org/markup-compatibility/2006">
              <mc:Choice xmlns:v="urn:schemas-microsoft-com:vml" Requires="v">
                <p:oleObj spid="_x0000_s17" name="Equation" r:id="rId15" imgW="527685" imgH="236220" progId="Equation.3">
                  <p:embed/>
                </p:oleObj>
              </mc:Choice>
              <mc:Fallback>
                <p:oleObj name="Equation" r:id="rId15" imgW="527685" imgH="236220" progId="Equation.3">
                  <p:embed/>
                  <p:pic>
                    <p:nvPicPr>
                      <p:cNvPr id="0" name="Object 4"/>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5526638" y="4992688"/>
                        <a:ext cx="1524000" cy="6635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20" name="Object 5"/>
          <p:cNvGraphicFramePr>
            <a:graphicFrameLocks noChangeAspect="1"/>
          </p:cNvGraphicFramePr>
          <p:nvPr/>
        </p:nvGraphicFramePr>
        <p:xfrm>
          <a:off x="5526638" y="5784850"/>
          <a:ext cx="1447800" cy="663575"/>
        </p:xfrm>
        <a:graphic>
          <a:graphicData uri="http://schemas.openxmlformats.org/presentationml/2006/ole">
            <mc:AlternateContent xmlns:mc="http://schemas.openxmlformats.org/markup-compatibility/2006">
              <mc:Choice xmlns:v="urn:schemas-microsoft-com:vml" Requires="v">
                <p:oleObj spid="_x0000_s21" name="Equation" r:id="rId17" imgW="499745" imgH="236220" progId="Equation.3">
                  <p:embed/>
                </p:oleObj>
              </mc:Choice>
              <mc:Fallback>
                <p:oleObj name="Equation" r:id="rId17" imgW="499745" imgH="236220" progId="Equation.3">
                  <p:embed/>
                  <p:pic>
                    <p:nvPicPr>
                      <p:cNvPr id="0" name="Object 5"/>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5526638" y="5784850"/>
                        <a:ext cx="1447800" cy="6635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5" presetClass="entr" presetSubtype="0" fill="hold" nodeType="afterEffect">
                                  <p:stCondLst>
                                    <p:cond delay="0"/>
                                  </p:stCondLst>
                                  <p:childTnLst>
                                    <p:set>
                                      <p:cBhvr>
                                        <p:cTn id="6" dur="1" fill="hold">
                                          <p:stCondLst>
                                            <p:cond delay="0"/>
                                          </p:stCondLst>
                                        </p:cTn>
                                        <p:tgtEl>
                                          <p:spTgt spid="24"/>
                                        </p:tgtEl>
                                        <p:attrNameLst>
                                          <p:attrName>style.visibility</p:attrName>
                                        </p:attrNameLst>
                                      </p:cBhvr>
                                      <p:to>
                                        <p:strVal val="visible"/>
                                      </p:to>
                                    </p:set>
                                    <p:anim calcmode="lin" valueType="num">
                                      <p:cBhvr>
                                        <p:cTn id="7" dur="1000" fill="hold"/>
                                        <p:tgtEl>
                                          <p:spTgt spid="24"/>
                                        </p:tgtEl>
                                        <p:attrNameLst>
                                          <p:attrName>ppt_w</p:attrName>
                                        </p:attrNameLst>
                                      </p:cBhvr>
                                      <p:tavLst>
                                        <p:tav tm="0">
                                          <p:val>
                                            <p:strVal val="#ppt_w*0.70"/>
                                          </p:val>
                                        </p:tav>
                                        <p:tav tm="100000">
                                          <p:val>
                                            <p:strVal val="#ppt_w"/>
                                          </p:val>
                                        </p:tav>
                                      </p:tavLst>
                                    </p:anim>
                                    <p:anim calcmode="lin" valueType="num">
                                      <p:cBhvr>
                                        <p:cTn id="8" dur="1000" fill="hold"/>
                                        <p:tgtEl>
                                          <p:spTgt spid="24"/>
                                        </p:tgtEl>
                                        <p:attrNameLst>
                                          <p:attrName>ppt_h</p:attrName>
                                        </p:attrNameLst>
                                      </p:cBhvr>
                                      <p:tavLst>
                                        <p:tav tm="0">
                                          <p:val>
                                            <p:strVal val="#ppt_h"/>
                                          </p:val>
                                        </p:tav>
                                        <p:tav tm="100000">
                                          <p:val>
                                            <p:strVal val="#ppt_h"/>
                                          </p:val>
                                        </p:tav>
                                      </p:tavLst>
                                    </p:anim>
                                    <p:animEffect transition="in" filter="fade">
                                      <p:cBhvr>
                                        <p:cTn id="9" dur="1000"/>
                                        <p:tgtEl>
                                          <p:spTgt spid="24"/>
                                        </p:tgtEl>
                                      </p:cBhvr>
                                    </p:animEffect>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19"/>
                                        </p:tgtEl>
                                        <p:attrNameLst>
                                          <p:attrName>style.visibility</p:attrName>
                                        </p:attrNameLst>
                                      </p:cBhvr>
                                      <p:to>
                                        <p:strVal val="visible"/>
                                      </p:to>
                                    </p:set>
                                  </p:childTnLst>
                                </p:cTn>
                              </p:par>
                            </p:childTnLst>
                          </p:cTn>
                        </p:par>
                        <p:par>
                          <p:cTn id="14" fill="hold">
                            <p:stCondLst>
                              <p:cond delay="0"/>
                            </p:stCondLst>
                            <p:childTnLst>
                              <p:par>
                                <p:cTn id="15" presetID="55" presetClass="entr" presetSubtype="0" fill="hold" nodeType="afterEffect">
                                  <p:stCondLst>
                                    <p:cond delay="0"/>
                                  </p:stCondLst>
                                  <p:childTnLst>
                                    <p:set>
                                      <p:cBhvr>
                                        <p:cTn id="16" dur="1" fill="hold">
                                          <p:stCondLst>
                                            <p:cond delay="0"/>
                                          </p:stCondLst>
                                        </p:cTn>
                                        <p:tgtEl>
                                          <p:spTgt spid="34"/>
                                        </p:tgtEl>
                                        <p:attrNameLst>
                                          <p:attrName>style.visibility</p:attrName>
                                        </p:attrNameLst>
                                      </p:cBhvr>
                                      <p:to>
                                        <p:strVal val="visible"/>
                                      </p:to>
                                    </p:set>
                                    <p:anim calcmode="lin" valueType="num">
                                      <p:cBhvr>
                                        <p:cTn id="17" dur="1000" fill="hold"/>
                                        <p:tgtEl>
                                          <p:spTgt spid="34"/>
                                        </p:tgtEl>
                                        <p:attrNameLst>
                                          <p:attrName>ppt_w</p:attrName>
                                        </p:attrNameLst>
                                      </p:cBhvr>
                                      <p:tavLst>
                                        <p:tav tm="0">
                                          <p:val>
                                            <p:strVal val="#ppt_w*0.70"/>
                                          </p:val>
                                        </p:tav>
                                        <p:tav tm="100000">
                                          <p:val>
                                            <p:strVal val="#ppt_w"/>
                                          </p:val>
                                        </p:tav>
                                      </p:tavLst>
                                    </p:anim>
                                    <p:anim calcmode="lin" valueType="num">
                                      <p:cBhvr>
                                        <p:cTn id="18" dur="1000" fill="hold"/>
                                        <p:tgtEl>
                                          <p:spTgt spid="34"/>
                                        </p:tgtEl>
                                        <p:attrNameLst>
                                          <p:attrName>ppt_h</p:attrName>
                                        </p:attrNameLst>
                                      </p:cBhvr>
                                      <p:tavLst>
                                        <p:tav tm="0">
                                          <p:val>
                                            <p:strVal val="#ppt_h"/>
                                          </p:val>
                                        </p:tav>
                                        <p:tav tm="100000">
                                          <p:val>
                                            <p:strVal val="#ppt_h"/>
                                          </p:val>
                                        </p:tav>
                                      </p:tavLst>
                                    </p:anim>
                                    <p:animEffect transition="in" filter="fade">
                                      <p:cBhvr>
                                        <p:cTn id="19" dur="1000"/>
                                        <p:tgtEl>
                                          <p:spTgt spid="34"/>
                                        </p:tgtEl>
                                      </p:cBhvr>
                                    </p:animEffect>
                                  </p:childTnLst>
                                </p:cTn>
                              </p:par>
                            </p:childTnLst>
                          </p:cTn>
                        </p:par>
                        <p:par>
                          <p:cTn id="20" fill="hold">
                            <p:stCondLst>
                              <p:cond delay="1000"/>
                            </p:stCondLst>
                            <p:childTnLst>
                              <p:par>
                                <p:cTn id="21" presetID="55" presetClass="entr" presetSubtype="0" fill="hold" nodeType="afterEffect">
                                  <p:stCondLst>
                                    <p:cond delay="0"/>
                                  </p:stCondLst>
                                  <p:childTnLst>
                                    <p:set>
                                      <p:cBhvr>
                                        <p:cTn id="22" dur="1" fill="hold">
                                          <p:stCondLst>
                                            <p:cond delay="0"/>
                                          </p:stCondLst>
                                        </p:cTn>
                                        <p:tgtEl>
                                          <p:spTgt spid="37"/>
                                        </p:tgtEl>
                                        <p:attrNameLst>
                                          <p:attrName>style.visibility</p:attrName>
                                        </p:attrNameLst>
                                      </p:cBhvr>
                                      <p:to>
                                        <p:strVal val="visible"/>
                                      </p:to>
                                    </p:set>
                                    <p:anim calcmode="lin" valueType="num">
                                      <p:cBhvr>
                                        <p:cTn id="23" dur="1000" fill="hold"/>
                                        <p:tgtEl>
                                          <p:spTgt spid="37"/>
                                        </p:tgtEl>
                                        <p:attrNameLst>
                                          <p:attrName>ppt_w</p:attrName>
                                        </p:attrNameLst>
                                      </p:cBhvr>
                                      <p:tavLst>
                                        <p:tav tm="0">
                                          <p:val>
                                            <p:strVal val="#ppt_w*0.70"/>
                                          </p:val>
                                        </p:tav>
                                        <p:tav tm="100000">
                                          <p:val>
                                            <p:strVal val="#ppt_w"/>
                                          </p:val>
                                        </p:tav>
                                      </p:tavLst>
                                    </p:anim>
                                    <p:anim calcmode="lin" valueType="num">
                                      <p:cBhvr>
                                        <p:cTn id="24" dur="1000" fill="hold"/>
                                        <p:tgtEl>
                                          <p:spTgt spid="37"/>
                                        </p:tgtEl>
                                        <p:attrNameLst>
                                          <p:attrName>ppt_h</p:attrName>
                                        </p:attrNameLst>
                                      </p:cBhvr>
                                      <p:tavLst>
                                        <p:tav tm="0">
                                          <p:val>
                                            <p:strVal val="#ppt_h"/>
                                          </p:val>
                                        </p:tav>
                                        <p:tav tm="100000">
                                          <p:val>
                                            <p:strVal val="#ppt_h"/>
                                          </p:val>
                                        </p:tav>
                                      </p:tavLst>
                                    </p:anim>
                                    <p:animEffect transition="in" filter="fade">
                                      <p:cBhvr>
                                        <p:cTn id="25" dur="1000"/>
                                        <p:tgtEl>
                                          <p:spTgt spid="37"/>
                                        </p:tgtEl>
                                      </p:cBhvr>
                                    </p:animEffec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grpId="0" nodeType="clickEffect">
                                  <p:stCondLst>
                                    <p:cond delay="0"/>
                                  </p:stCondLst>
                                  <p:childTnLst>
                                    <p:set>
                                      <p:cBhvr>
                                        <p:cTn id="29" dur="1" fill="hold">
                                          <p:stCondLst>
                                            <p:cond delay="0"/>
                                          </p:stCondLst>
                                        </p:cTn>
                                        <p:tgtEl>
                                          <p:spTgt spid="26"/>
                                        </p:tgtEl>
                                        <p:attrNameLst>
                                          <p:attrName>style.visibility</p:attrName>
                                        </p:attrNameLst>
                                      </p:cBhvr>
                                      <p:to>
                                        <p:strVal val="visible"/>
                                      </p:to>
                                    </p:set>
                                  </p:childTnLst>
                                </p:cTn>
                              </p:par>
                            </p:childTnLst>
                          </p:cTn>
                        </p:par>
                        <p:par>
                          <p:cTn id="30" fill="hold">
                            <p:stCondLst>
                              <p:cond delay="0"/>
                            </p:stCondLst>
                            <p:childTnLst>
                              <p:par>
                                <p:cTn id="31" presetID="9" presetClass="entr" presetSubtype="0" fill="hold" nodeType="afterEffect">
                                  <p:stCondLst>
                                    <p:cond delay="0"/>
                                  </p:stCondLst>
                                  <p:childTnLst>
                                    <p:set>
                                      <p:cBhvr>
                                        <p:cTn id="32" dur="1" fill="hold">
                                          <p:stCondLst>
                                            <p:cond delay="0"/>
                                          </p:stCondLst>
                                        </p:cTn>
                                        <p:tgtEl>
                                          <p:spTgt spid="9"/>
                                        </p:tgtEl>
                                        <p:attrNameLst>
                                          <p:attrName>style.visibility</p:attrName>
                                        </p:attrNameLst>
                                      </p:cBhvr>
                                      <p:to>
                                        <p:strVal val="visible"/>
                                      </p:to>
                                    </p:set>
                                    <p:animEffect transition="in" filter="dissolve">
                                      <p:cBhvr>
                                        <p:cTn id="33" dur="500"/>
                                        <p:tgtEl>
                                          <p:spTgt spid="9"/>
                                        </p:tgtEl>
                                      </p:cBhvr>
                                    </p:animEffect>
                                  </p:childTnLst>
                                </p:cTn>
                              </p:par>
                            </p:childTnLst>
                          </p:cTn>
                        </p:par>
                      </p:childTnLst>
                    </p:cTn>
                  </p:par>
                  <p:par>
                    <p:cTn id="34" fill="hold">
                      <p:stCondLst>
                        <p:cond delay="indefinite"/>
                      </p:stCondLst>
                      <p:childTnLst>
                        <p:par>
                          <p:cTn id="35" fill="hold">
                            <p:stCondLst>
                              <p:cond delay="0"/>
                            </p:stCondLst>
                            <p:childTnLst>
                              <p:par>
                                <p:cTn id="36" presetID="1" presetClass="entr" presetSubtype="0" fill="hold" grpId="0" nodeType="clickEffect">
                                  <p:stCondLst>
                                    <p:cond delay="0"/>
                                  </p:stCondLst>
                                  <p:childTnLst>
                                    <p:set>
                                      <p:cBhvr>
                                        <p:cTn id="37"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P spid="26" grpId="0"/>
      <p:bldP spid="8" grpId="0"/>
    </p:bld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4"/>
          <p:cNvSpPr>
            <a:spLocks noGrp="1" noChangeArrowheads="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a:spcBef>
                <a:spcPct val="0"/>
              </a:spcBef>
              <a:buFontTx/>
              <a:buNone/>
            </a:pPr>
            <a:fld id="{1683F2D8-C39E-4F93-B6B4-D2B04B6921C9}" type="datetime1">
              <a:rPr kumimoji="0" lang="zh-CN" altLang="en-US" sz="1200" smtClean="0">
                <a:solidFill>
                  <a:srgbClr val="000000"/>
                </a:solidFill>
                <a:ea typeface="宋体" panose="02010600030101010101" pitchFamily="2" charset="-122"/>
              </a:rPr>
            </a:fld>
            <a:r>
              <a:rPr kumimoji="0" lang="en-US" altLang="zh-CN" sz="1200">
                <a:solidFill>
                  <a:srgbClr val="000000"/>
                </a:solidFill>
                <a:ea typeface="宋体" panose="02010600030101010101" pitchFamily="2" charset="-122"/>
              </a:rPr>
              <a:t>**</a:t>
            </a:r>
            <a:endParaRPr kumimoji="0" lang="en-US" altLang="zh-CN" sz="1200">
              <a:solidFill>
                <a:srgbClr val="000000"/>
              </a:solidFill>
              <a:ea typeface="宋体" panose="02010600030101010101" pitchFamily="2" charset="-122"/>
            </a:endParaRPr>
          </a:p>
        </p:txBody>
      </p:sp>
      <p:sp>
        <p:nvSpPr>
          <p:cNvPr id="476163" name="Rectangle 3"/>
          <p:cNvSpPr>
            <a:spLocks noGrp="1" noChangeArrowheads="1"/>
          </p:cNvSpPr>
          <p:nvPr>
            <p:ph type="body" idx="1"/>
          </p:nvPr>
        </p:nvSpPr>
        <p:spPr>
          <a:xfrm>
            <a:off x="857250" y="1357313"/>
            <a:ext cx="7461250" cy="3929062"/>
          </a:xfrm>
        </p:spPr>
        <p:txBody>
          <a:bodyPr/>
          <a:lstStyle/>
          <a:p>
            <a:pPr eaLnBrk="1" hangingPunct="1">
              <a:buFontTx/>
              <a:buNone/>
              <a:defRPr/>
            </a:pPr>
            <a:r>
              <a:rPr lang="zh-CN" altLang="en-US" dirty="0">
                <a:solidFill>
                  <a:srgbClr val="FF0000"/>
                </a:solidFill>
              </a:rPr>
              <a:t>基本步骤：</a:t>
            </a:r>
            <a:endParaRPr lang="zh-CN" altLang="en-US" dirty="0">
              <a:solidFill>
                <a:srgbClr val="FF0000"/>
              </a:solidFill>
            </a:endParaRPr>
          </a:p>
          <a:p>
            <a:pPr eaLnBrk="1" hangingPunct="1">
              <a:buFontTx/>
              <a:buNone/>
              <a:defRPr/>
            </a:pPr>
            <a:r>
              <a:rPr lang="en-US" altLang="zh-CN" dirty="0">
                <a:solidFill>
                  <a:schemeClr val="bg1"/>
                </a:solidFill>
              </a:rPr>
              <a:t>1</a:t>
            </a:r>
            <a:r>
              <a:rPr lang="zh-CN" altLang="en-US" dirty="0">
                <a:solidFill>
                  <a:schemeClr val="bg1"/>
                </a:solidFill>
              </a:rPr>
              <a:t>）  画</a:t>
            </a:r>
            <a:r>
              <a:rPr lang="en-US" altLang="zh-CN" dirty="0">
                <a:solidFill>
                  <a:schemeClr val="bg1"/>
                </a:solidFill>
              </a:rPr>
              <a:t>t=0</a:t>
            </a:r>
            <a:r>
              <a:rPr lang="en-US" altLang="zh-CN" baseline="30000" dirty="0">
                <a:solidFill>
                  <a:schemeClr val="bg1"/>
                </a:solidFill>
              </a:rPr>
              <a:t>-</a:t>
            </a:r>
            <a:r>
              <a:rPr lang="zh-CN" altLang="en-US" dirty="0">
                <a:solidFill>
                  <a:schemeClr val="bg1"/>
                </a:solidFill>
              </a:rPr>
              <a:t>等效电路，求初始状态；</a:t>
            </a:r>
            <a:endParaRPr lang="zh-CN" altLang="en-US" dirty="0">
              <a:solidFill>
                <a:schemeClr val="bg1"/>
              </a:solidFill>
            </a:endParaRPr>
          </a:p>
          <a:p>
            <a:pPr eaLnBrk="1" hangingPunct="1">
              <a:buFontTx/>
              <a:buNone/>
              <a:defRPr/>
            </a:pPr>
            <a:r>
              <a:rPr lang="en-US" altLang="zh-CN" dirty="0">
                <a:solidFill>
                  <a:schemeClr val="bg1"/>
                </a:solidFill>
              </a:rPr>
              <a:t>2</a:t>
            </a:r>
            <a:r>
              <a:rPr lang="zh-CN" altLang="en-US" dirty="0">
                <a:solidFill>
                  <a:schemeClr val="bg1"/>
                </a:solidFill>
              </a:rPr>
              <a:t>）  画</a:t>
            </a:r>
            <a:r>
              <a:rPr lang="en-US" altLang="zh-CN" dirty="0">
                <a:solidFill>
                  <a:schemeClr val="bg1"/>
                </a:solidFill>
              </a:rPr>
              <a:t>s</a:t>
            </a:r>
            <a:r>
              <a:rPr lang="zh-CN" altLang="en-US" dirty="0">
                <a:solidFill>
                  <a:schemeClr val="bg1"/>
                </a:solidFill>
              </a:rPr>
              <a:t>域等效模型；   </a:t>
            </a:r>
            <a:endParaRPr lang="zh-CN" altLang="en-US" dirty="0">
              <a:solidFill>
                <a:schemeClr val="bg1"/>
              </a:solidFill>
            </a:endParaRPr>
          </a:p>
          <a:p>
            <a:pPr eaLnBrk="1" hangingPunct="1">
              <a:buFontTx/>
              <a:buNone/>
              <a:defRPr/>
            </a:pPr>
            <a:r>
              <a:rPr lang="en-US" altLang="zh-CN" dirty="0">
                <a:solidFill>
                  <a:schemeClr val="bg1"/>
                </a:solidFill>
              </a:rPr>
              <a:t>3</a:t>
            </a:r>
            <a:r>
              <a:rPr lang="zh-CN" altLang="en-US" dirty="0">
                <a:solidFill>
                  <a:schemeClr val="bg1"/>
                </a:solidFill>
              </a:rPr>
              <a:t>）  列</a:t>
            </a:r>
            <a:r>
              <a:rPr lang="en-US" altLang="zh-CN" dirty="0">
                <a:solidFill>
                  <a:schemeClr val="bg1"/>
                </a:solidFill>
              </a:rPr>
              <a:t>s</a:t>
            </a:r>
            <a:r>
              <a:rPr lang="zh-CN" altLang="en-US" dirty="0">
                <a:solidFill>
                  <a:schemeClr val="bg1"/>
                </a:solidFill>
              </a:rPr>
              <a:t>域电路方程（代数方程）；</a:t>
            </a:r>
            <a:endParaRPr lang="zh-CN" altLang="en-US" dirty="0">
              <a:solidFill>
                <a:schemeClr val="bg1"/>
              </a:solidFill>
            </a:endParaRPr>
          </a:p>
          <a:p>
            <a:pPr eaLnBrk="1" hangingPunct="1">
              <a:buFontTx/>
              <a:buNone/>
              <a:defRPr/>
            </a:pPr>
            <a:r>
              <a:rPr lang="en-US" altLang="zh-CN" dirty="0">
                <a:solidFill>
                  <a:schemeClr val="bg1"/>
                </a:solidFill>
              </a:rPr>
              <a:t>4</a:t>
            </a:r>
            <a:r>
              <a:rPr lang="zh-CN" altLang="en-US" dirty="0">
                <a:solidFill>
                  <a:schemeClr val="bg1"/>
                </a:solidFill>
              </a:rPr>
              <a:t>）  解</a:t>
            </a:r>
            <a:r>
              <a:rPr lang="en-US" altLang="zh-CN" dirty="0">
                <a:solidFill>
                  <a:schemeClr val="bg1"/>
                </a:solidFill>
              </a:rPr>
              <a:t>s</a:t>
            </a:r>
            <a:r>
              <a:rPr lang="zh-CN" altLang="en-US" dirty="0">
                <a:solidFill>
                  <a:schemeClr val="bg1"/>
                </a:solidFill>
              </a:rPr>
              <a:t>域方程，求出</a:t>
            </a:r>
            <a:r>
              <a:rPr lang="en-US" altLang="zh-CN" dirty="0">
                <a:solidFill>
                  <a:schemeClr val="bg1"/>
                </a:solidFill>
              </a:rPr>
              <a:t>s</a:t>
            </a:r>
            <a:r>
              <a:rPr lang="zh-CN" altLang="en-US" dirty="0">
                <a:solidFill>
                  <a:schemeClr val="bg1"/>
                </a:solidFill>
              </a:rPr>
              <a:t>域响应；</a:t>
            </a:r>
            <a:endParaRPr lang="zh-CN" altLang="en-US" dirty="0">
              <a:solidFill>
                <a:schemeClr val="bg1"/>
              </a:solidFill>
            </a:endParaRPr>
          </a:p>
          <a:p>
            <a:pPr eaLnBrk="1" hangingPunct="1">
              <a:buFontTx/>
              <a:buNone/>
              <a:defRPr/>
            </a:pPr>
            <a:r>
              <a:rPr lang="en-US" altLang="zh-CN" dirty="0">
                <a:solidFill>
                  <a:schemeClr val="bg1"/>
                </a:solidFill>
              </a:rPr>
              <a:t>5</a:t>
            </a:r>
            <a:r>
              <a:rPr lang="zh-CN" altLang="en-US" dirty="0">
                <a:solidFill>
                  <a:schemeClr val="bg1"/>
                </a:solidFill>
              </a:rPr>
              <a:t>）  反变换求</a:t>
            </a:r>
            <a:r>
              <a:rPr lang="en-US" altLang="zh-CN" dirty="0">
                <a:solidFill>
                  <a:schemeClr val="bg1"/>
                </a:solidFill>
              </a:rPr>
              <a:t>t</a:t>
            </a:r>
            <a:r>
              <a:rPr lang="zh-CN" altLang="en-US" dirty="0">
                <a:solidFill>
                  <a:schemeClr val="bg1"/>
                </a:solidFill>
              </a:rPr>
              <a:t>域响应。</a:t>
            </a:r>
            <a:endParaRPr kumimoji="0" lang="zh-CN" altLang="en-US" dirty="0">
              <a:solidFill>
                <a:schemeClr val="bg1"/>
              </a:solidFill>
            </a:endParaRPr>
          </a:p>
        </p:txBody>
      </p:sp>
      <p:sp>
        <p:nvSpPr>
          <p:cNvPr id="476164" name="Rectangle 4"/>
          <p:cNvSpPr>
            <a:spLocks noChangeArrowheads="1"/>
          </p:cNvSpPr>
          <p:nvPr/>
        </p:nvSpPr>
        <p:spPr bwMode="auto">
          <a:xfrm>
            <a:off x="304800" y="609600"/>
            <a:ext cx="1752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spcBef>
                <a:spcPct val="0"/>
              </a:spcBef>
              <a:buFontTx/>
              <a:buNone/>
            </a:pPr>
            <a:endParaRPr lang="zh-CN" altLang="en-US" sz="2000">
              <a:solidFill>
                <a:srgbClr val="0000FF"/>
              </a:solidFill>
              <a:latin typeface="Tahoma" panose="020B0604030504040204" pitchFamily="34" charset="0"/>
              <a:ea typeface="宋体" panose="02010600030101010101" pitchFamily="2" charset="-122"/>
            </a:endParaRPr>
          </a:p>
        </p:txBody>
      </p:sp>
      <p:sp>
        <p:nvSpPr>
          <p:cNvPr id="419842" name="Rectangle 2"/>
          <p:cNvSpPr>
            <a:spLocks noChangeArrowheads="1"/>
          </p:cNvSpPr>
          <p:nvPr/>
        </p:nvSpPr>
        <p:spPr bwMode="auto">
          <a:xfrm>
            <a:off x="620713" y="74613"/>
            <a:ext cx="6523037" cy="693737"/>
          </a:xfrm>
          <a:prstGeom prst="rect">
            <a:avLst/>
          </a:prstGeom>
          <a:solidFill>
            <a:schemeClr val="bg1"/>
          </a:solidFill>
          <a:ln>
            <a:noFill/>
          </a:ln>
          <a:effectLst>
            <a:outerShdw blurRad="63500" dist="38099" dir="2700000" algn="ctr" rotWithShape="0">
              <a:srgbClr val="000000">
                <a:alpha val="74998"/>
              </a:srgbClr>
            </a:outerShdw>
          </a:effectLst>
        </p:spPr>
        <p:txBody>
          <a:bodyPr anchor="ctr"/>
          <a:lstStyle/>
          <a:p>
            <a:pPr eaLnBrk="1" hangingPunct="1">
              <a:defRPr/>
            </a:pPr>
            <a:r>
              <a:rPr lang="zh-CN" altLang="en-US" sz="2800" dirty="0">
                <a:effectLst>
                  <a:outerShdw blurRad="38100" dist="38100" dir="2700000" algn="tl">
                    <a:srgbClr val="000000"/>
                  </a:outerShdw>
                </a:effectLst>
                <a:ea typeface="黑体" panose="02010609060101010101" charset="-122"/>
              </a:rPr>
              <a:t>回顾</a:t>
            </a:r>
            <a:r>
              <a:rPr lang="en-US" altLang="zh-CN" sz="2800" dirty="0">
                <a:effectLst>
                  <a:outerShdw blurRad="38100" dist="38100" dir="2700000" algn="tl">
                    <a:srgbClr val="000000"/>
                  </a:outerShdw>
                </a:effectLst>
                <a:ea typeface="黑体" panose="02010609060101010101" charset="-122"/>
              </a:rPr>
              <a:t>5– </a:t>
            </a:r>
            <a:r>
              <a:rPr lang="zh-CN" altLang="en-US" sz="2800" dirty="0">
                <a:effectLst>
                  <a:outerShdw blurRad="38100" dist="38100" dir="2700000" algn="tl">
                    <a:srgbClr val="000000"/>
                  </a:outerShdw>
                </a:effectLst>
                <a:ea typeface="黑体" panose="02010609060101010101" charset="-122"/>
              </a:rPr>
              <a:t>针对具体电路的</a:t>
            </a:r>
            <a:r>
              <a:rPr lang="en-US" altLang="zh-CN" sz="2800" dirty="0">
                <a:effectLst>
                  <a:outerShdw blurRad="38100" dist="38100" dir="2700000" algn="tl">
                    <a:srgbClr val="000000"/>
                  </a:outerShdw>
                </a:effectLst>
                <a:ea typeface="黑体" panose="02010609060101010101" charset="-122"/>
              </a:rPr>
              <a:t>LS</a:t>
            </a:r>
            <a:r>
              <a:rPr lang="zh-CN" altLang="en-US" sz="2800" dirty="0">
                <a:effectLst>
                  <a:outerShdw blurRad="38100" dist="38100" dir="2700000" algn="tl">
                    <a:srgbClr val="000000"/>
                  </a:outerShdw>
                </a:effectLst>
                <a:ea typeface="黑体" panose="02010609060101010101" charset="-122"/>
              </a:rPr>
              <a:t>分析法</a:t>
            </a:r>
            <a:endParaRPr lang="zh-CN" altLang="en-US" sz="2800" dirty="0">
              <a:effectLst>
                <a:outerShdw blurRad="38100" dist="38100" dir="2700000" algn="tl">
                  <a:srgbClr val="000000"/>
                </a:outerShdw>
              </a:effectLst>
              <a:ea typeface="黑体" panose="02010609060101010101" charset="-122"/>
            </a:endParaRPr>
          </a:p>
        </p:txBody>
      </p:sp>
      <p:sp>
        <p:nvSpPr>
          <p:cNvPr id="6" name="墨迹 5"/>
          <p:cNvSpPr/>
          <p:nvPr/>
        </p:nvSpPr>
        <p:spPr bwMode="auto">
          <a:xfrm>
            <a:off x="4878360" y="1744920"/>
            <a:ext cx="3298680" cy="2538720"/>
          </a:xfrm>
        </p:spPr>
      </p:sp>
    </p:spTree>
  </p:cSld>
  <p:clrMapOvr>
    <a:masterClrMapping/>
  </p:clrMapOvr>
  <mc:AlternateContent xmlns:mc="http://schemas.openxmlformats.org/markup-compatibility/2006">
    <mc:Choice xmlns:p14="http://schemas.microsoft.com/office/powerpoint/2010/main" Requires="p14">
      <p:transition spd="slow" p14:dur="2000" advTm="75715"/>
    </mc:Choice>
    <mc:Fallback>
      <p:transition spd="slow" advTm="75715"/>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nodeType="withEffect">
                                  <p:stCondLst>
                                    <p:cond delay="0"/>
                                  </p:stCondLst>
                                  <p:childTnLst>
                                    <p:set>
                                      <p:cBhvr>
                                        <p:cTn id="6" dur="1" fill="hold">
                                          <p:stCondLst>
                                            <p:cond delay="0"/>
                                          </p:stCondLst>
                                        </p:cTn>
                                        <p:tgtEl>
                                          <p:spTgt spid="6"/>
                                        </p:tgtEl>
                                        <p:attrNameLst>
                                          <p:attrName>style.visibility</p:attrName>
                                        </p:attrNameLst>
                                      </p:cBhvr>
                                      <p:to>
                                        <p:strVal val="visible"/>
                                      </p:to>
                                    </p:set>
                                    <p:cmd type="call" cmd="playFrom(0.0)">
                                      <p:cBhvr>
                                        <p:cTn id="7" dur="1" fill="hold"/>
                                        <p:tgtEl>
                                          <p:spTgt spid="6"/>
                                        </p:tgtEl>
                                      </p:cBhvr>
                                    </p:cmd>
                                  </p:childTnLst>
                                </p:cTn>
                              </p:par>
                            </p:childTnLst>
                          </p:cTn>
                        </p:par>
                        <p:par>
                          <p:cTn id="8" fill="hold">
                            <p:stCondLst>
                              <p:cond delay="0"/>
                            </p:stCondLst>
                            <p:childTnLst>
                              <p:par>
                                <p:cTn id="9" presetID="2" presetClass="entr" presetSubtype="8" fill="hold" grpId="0" nodeType="afterEffect" nodePh="1">
                                  <p:stCondLst>
                                    <p:cond delay="0"/>
                                  </p:stCondLst>
                                  <p:endCondLst>
                                    <p:cond evt="begin" delay="0">
                                      <p:tn val="9"/>
                                    </p:cond>
                                  </p:endCondLst>
                                  <p:childTnLst>
                                    <p:set>
                                      <p:cBhvr>
                                        <p:cTn id="10" dur="1" fill="hold">
                                          <p:stCondLst>
                                            <p:cond delay="0"/>
                                          </p:stCondLst>
                                        </p:cTn>
                                        <p:tgtEl>
                                          <p:spTgt spid="476164"/>
                                        </p:tgtEl>
                                        <p:attrNameLst>
                                          <p:attrName>style.visibility</p:attrName>
                                        </p:attrNameLst>
                                      </p:cBhvr>
                                      <p:to>
                                        <p:strVal val="visible"/>
                                      </p:to>
                                    </p:set>
                                    <p:anim calcmode="lin" valueType="num">
                                      <p:cBhvr additive="base">
                                        <p:cTn id="11" dur="500" fill="hold"/>
                                        <p:tgtEl>
                                          <p:spTgt spid="476164"/>
                                        </p:tgtEl>
                                        <p:attrNameLst>
                                          <p:attrName>ppt_x</p:attrName>
                                        </p:attrNameLst>
                                      </p:cBhvr>
                                      <p:tavLst>
                                        <p:tav tm="0">
                                          <p:val>
                                            <p:strVal val="0-#ppt_w/2"/>
                                          </p:val>
                                        </p:tav>
                                        <p:tav tm="100000">
                                          <p:val>
                                            <p:strVal val="#ppt_x"/>
                                          </p:val>
                                        </p:tav>
                                      </p:tavLst>
                                    </p:anim>
                                    <p:anim calcmode="lin" valueType="num">
                                      <p:cBhvr additive="base">
                                        <p:cTn id="12" dur="500" fill="hold"/>
                                        <p:tgtEl>
                                          <p:spTgt spid="476164"/>
                                        </p:tgtEl>
                                        <p:attrNameLst>
                                          <p:attrName>ppt_y</p:attrName>
                                        </p:attrNameLst>
                                      </p:cBhvr>
                                      <p:tavLst>
                                        <p:tav tm="0">
                                          <p:val>
                                            <p:strVal val="#ppt_y"/>
                                          </p:val>
                                        </p:tav>
                                        <p:tav tm="100000">
                                          <p:val>
                                            <p:strVal val="#ppt_y"/>
                                          </p:val>
                                        </p:tav>
                                      </p:tavLst>
                                    </p:anim>
                                  </p:childTnLst>
                                </p:cTn>
                              </p:par>
                            </p:childTnLst>
                          </p:cTn>
                        </p:par>
                        <p:par>
                          <p:cTn id="13" fill="hold">
                            <p:stCondLst>
                              <p:cond delay="500"/>
                            </p:stCondLst>
                            <p:childTnLst>
                              <p:par>
                                <p:cTn id="14" presetID="12" presetClass="entr" presetSubtype="8" fill="hold" nodeType="afterEffect">
                                  <p:stCondLst>
                                    <p:cond delay="0"/>
                                  </p:stCondLst>
                                  <p:childTnLst>
                                    <p:set>
                                      <p:cBhvr>
                                        <p:cTn id="15" dur="1" fill="hold">
                                          <p:stCondLst>
                                            <p:cond delay="0"/>
                                          </p:stCondLst>
                                        </p:cTn>
                                        <p:tgtEl>
                                          <p:spTgt spid="476163">
                                            <p:txEl>
                                              <p:pRg st="1" end="1"/>
                                            </p:txEl>
                                          </p:spTgt>
                                        </p:tgtEl>
                                        <p:attrNameLst>
                                          <p:attrName>style.visibility</p:attrName>
                                        </p:attrNameLst>
                                      </p:cBhvr>
                                      <p:to>
                                        <p:strVal val="visible"/>
                                      </p:to>
                                    </p:set>
                                    <p:animEffect transition="in" filter="slide(fromLeft)">
                                      <p:cBhvr>
                                        <p:cTn id="16" dur="500"/>
                                        <p:tgtEl>
                                          <p:spTgt spid="476163">
                                            <p:txEl>
                                              <p:pRg st="1" end="1"/>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2" presetClass="entr" presetSubtype="8" fill="hold" nodeType="clickEffect">
                                  <p:stCondLst>
                                    <p:cond delay="0"/>
                                  </p:stCondLst>
                                  <p:childTnLst>
                                    <p:set>
                                      <p:cBhvr>
                                        <p:cTn id="20" dur="1" fill="hold">
                                          <p:stCondLst>
                                            <p:cond delay="0"/>
                                          </p:stCondLst>
                                        </p:cTn>
                                        <p:tgtEl>
                                          <p:spTgt spid="476163">
                                            <p:txEl>
                                              <p:pRg st="2" end="2"/>
                                            </p:txEl>
                                          </p:spTgt>
                                        </p:tgtEl>
                                        <p:attrNameLst>
                                          <p:attrName>style.visibility</p:attrName>
                                        </p:attrNameLst>
                                      </p:cBhvr>
                                      <p:to>
                                        <p:strVal val="visible"/>
                                      </p:to>
                                    </p:set>
                                    <p:animEffect transition="in" filter="slide(fromLeft)">
                                      <p:cBhvr>
                                        <p:cTn id="21" dur="500"/>
                                        <p:tgtEl>
                                          <p:spTgt spid="476163">
                                            <p:txEl>
                                              <p:pRg st="2" end="2"/>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8" fill="hold" nodeType="clickEffect">
                                  <p:stCondLst>
                                    <p:cond delay="0"/>
                                  </p:stCondLst>
                                  <p:childTnLst>
                                    <p:set>
                                      <p:cBhvr>
                                        <p:cTn id="25" dur="1" fill="hold">
                                          <p:stCondLst>
                                            <p:cond delay="0"/>
                                          </p:stCondLst>
                                        </p:cTn>
                                        <p:tgtEl>
                                          <p:spTgt spid="476163">
                                            <p:txEl>
                                              <p:pRg st="3" end="3"/>
                                            </p:txEl>
                                          </p:spTgt>
                                        </p:tgtEl>
                                        <p:attrNameLst>
                                          <p:attrName>style.visibility</p:attrName>
                                        </p:attrNameLst>
                                      </p:cBhvr>
                                      <p:to>
                                        <p:strVal val="visible"/>
                                      </p:to>
                                    </p:set>
                                    <p:animEffect transition="in" filter="slide(fromLeft)">
                                      <p:cBhvr>
                                        <p:cTn id="26" dur="500"/>
                                        <p:tgtEl>
                                          <p:spTgt spid="476163">
                                            <p:txEl>
                                              <p:pRg st="3" end="3"/>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2" presetClass="entr" presetSubtype="8" fill="hold" nodeType="clickEffect">
                                  <p:stCondLst>
                                    <p:cond delay="0"/>
                                  </p:stCondLst>
                                  <p:childTnLst>
                                    <p:set>
                                      <p:cBhvr>
                                        <p:cTn id="30" dur="1" fill="hold">
                                          <p:stCondLst>
                                            <p:cond delay="0"/>
                                          </p:stCondLst>
                                        </p:cTn>
                                        <p:tgtEl>
                                          <p:spTgt spid="476163">
                                            <p:txEl>
                                              <p:pRg st="4" end="4"/>
                                            </p:txEl>
                                          </p:spTgt>
                                        </p:tgtEl>
                                        <p:attrNameLst>
                                          <p:attrName>style.visibility</p:attrName>
                                        </p:attrNameLst>
                                      </p:cBhvr>
                                      <p:to>
                                        <p:strVal val="visible"/>
                                      </p:to>
                                    </p:set>
                                    <p:animEffect transition="in" filter="slide(fromLeft)">
                                      <p:cBhvr>
                                        <p:cTn id="31" dur="500"/>
                                        <p:tgtEl>
                                          <p:spTgt spid="476163">
                                            <p:txEl>
                                              <p:pRg st="4" end="4"/>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12" presetClass="entr" presetSubtype="8" fill="hold" nodeType="clickEffect">
                                  <p:stCondLst>
                                    <p:cond delay="0"/>
                                  </p:stCondLst>
                                  <p:childTnLst>
                                    <p:set>
                                      <p:cBhvr>
                                        <p:cTn id="35" dur="1" fill="hold">
                                          <p:stCondLst>
                                            <p:cond delay="0"/>
                                          </p:stCondLst>
                                        </p:cTn>
                                        <p:tgtEl>
                                          <p:spTgt spid="476163">
                                            <p:txEl>
                                              <p:pRg st="5" end="5"/>
                                            </p:txEl>
                                          </p:spTgt>
                                        </p:tgtEl>
                                        <p:attrNameLst>
                                          <p:attrName>style.visibility</p:attrName>
                                        </p:attrNameLst>
                                      </p:cBhvr>
                                      <p:to>
                                        <p:strVal val="visible"/>
                                      </p:to>
                                    </p:set>
                                    <p:animEffect transition="in" filter="slide(fromLeft)">
                                      <p:cBhvr>
                                        <p:cTn id="36" dur="500"/>
                                        <p:tgtEl>
                                          <p:spTgt spid="47616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6164" grpId="0" autoUpdateAnimBg="0"/>
    </p:bldLst>
  </p:timing>
</p:sld>
</file>

<file path=ppt/slides/slide11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4450" name="Rectangle 4"/>
          <p:cNvSpPr>
            <a:spLocks noGrp="1" noChangeArrowheads="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a:spcBef>
                <a:spcPct val="0"/>
              </a:spcBef>
              <a:buFontTx/>
              <a:buNone/>
            </a:pPr>
            <a:fld id="{1BCD20AC-9E4A-49F1-8BE6-4DF410D70F03}" type="datetime1">
              <a:rPr kumimoji="0" lang="zh-CN" altLang="en-US" sz="1200" smtClean="0">
                <a:solidFill>
                  <a:srgbClr val="000000"/>
                </a:solidFill>
                <a:ea typeface="宋体" panose="02010600030101010101" pitchFamily="2" charset="-122"/>
              </a:rPr>
            </a:fld>
            <a:endParaRPr kumimoji="0" lang="en-US" altLang="zh-CN" sz="1200">
              <a:solidFill>
                <a:srgbClr val="000000"/>
              </a:solidFill>
              <a:ea typeface="宋体" panose="02010600030101010101" pitchFamily="2" charset="-122"/>
            </a:endParaRPr>
          </a:p>
        </p:txBody>
      </p:sp>
      <p:sp>
        <p:nvSpPr>
          <p:cNvPr id="104451" name="Rectangle 2"/>
          <p:cNvSpPr>
            <a:spLocks noChangeArrowheads="1"/>
          </p:cNvSpPr>
          <p:nvPr/>
        </p:nvSpPr>
        <p:spPr bwMode="auto">
          <a:xfrm>
            <a:off x="457200" y="152400"/>
            <a:ext cx="86868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lvl1pPr marL="342900" indent="-342900">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lnSpc>
                <a:spcPct val="140000"/>
              </a:lnSpc>
              <a:buClr>
                <a:schemeClr val="folHlink"/>
              </a:buClr>
              <a:buSzPct val="60000"/>
              <a:buFontTx/>
              <a:buNone/>
            </a:pPr>
            <a:r>
              <a:rPr lang="zh-CN" altLang="en-US" sz="2000">
                <a:solidFill>
                  <a:srgbClr val="000000"/>
                </a:solidFill>
                <a:latin typeface="Tahoma" panose="020B0604030504040204" pitchFamily="34" charset="0"/>
                <a:ea typeface="宋体" panose="02010600030101010101" pitchFamily="2" charset="-122"/>
              </a:rPr>
              <a:t>例</a:t>
            </a:r>
            <a:r>
              <a:rPr lang="en-US" altLang="zh-CN" sz="2000">
                <a:solidFill>
                  <a:srgbClr val="000000"/>
                </a:solidFill>
                <a:latin typeface="Tahoma" panose="020B0604030504040204" pitchFamily="34" charset="0"/>
                <a:ea typeface="宋体" panose="02010600030101010101" pitchFamily="2" charset="-122"/>
              </a:rPr>
              <a:t>3</a:t>
            </a:r>
            <a:r>
              <a:rPr lang="zh-CN" altLang="en-US" sz="2000">
                <a:latin typeface="Tahoma" panose="020B0604030504040204" pitchFamily="34" charset="0"/>
                <a:ea typeface="宋体" panose="02010600030101010101" pitchFamily="2" charset="-122"/>
              </a:rPr>
              <a:t>：</a:t>
            </a:r>
            <a:r>
              <a:rPr lang="zh-CN" altLang="en-US" sz="2000">
                <a:solidFill>
                  <a:srgbClr val="0000FF"/>
                </a:solidFill>
                <a:latin typeface="Tahoma" panose="020B0604030504040204" pitchFamily="34" charset="0"/>
                <a:ea typeface="宋体" panose="02010600030101010101" pitchFamily="2" charset="-122"/>
              </a:rPr>
              <a:t>图示电路，</a:t>
            </a:r>
            <a:r>
              <a:rPr lang="en-US" altLang="zh-CN" sz="2000">
                <a:solidFill>
                  <a:srgbClr val="0000FF"/>
                </a:solidFill>
                <a:latin typeface="Tahoma" panose="020B0604030504040204" pitchFamily="34" charset="0"/>
                <a:ea typeface="宋体" panose="02010600030101010101" pitchFamily="2" charset="-122"/>
              </a:rPr>
              <a:t>t&lt;0</a:t>
            </a:r>
            <a:r>
              <a:rPr lang="zh-CN" altLang="en-US" sz="2000">
                <a:solidFill>
                  <a:srgbClr val="0000FF"/>
                </a:solidFill>
                <a:latin typeface="Tahoma" panose="020B0604030504040204" pitchFamily="34" charset="0"/>
                <a:ea typeface="宋体" panose="02010600030101010101" pitchFamily="2" charset="-122"/>
              </a:rPr>
              <a:t>，开关</a:t>
            </a:r>
            <a:r>
              <a:rPr lang="en-US" altLang="zh-CN" sz="2000">
                <a:solidFill>
                  <a:srgbClr val="0000FF"/>
                </a:solidFill>
                <a:latin typeface="Tahoma" panose="020B0604030504040204" pitchFamily="34" charset="0"/>
                <a:ea typeface="宋体" panose="02010600030101010101" pitchFamily="2" charset="-122"/>
              </a:rPr>
              <a:t>k</a:t>
            </a:r>
            <a:r>
              <a:rPr lang="zh-CN" altLang="en-US" sz="2000">
                <a:solidFill>
                  <a:srgbClr val="0000FF"/>
                </a:solidFill>
                <a:latin typeface="Tahoma" panose="020B0604030504040204" pitchFamily="34" charset="0"/>
                <a:ea typeface="宋体" panose="02010600030101010101" pitchFamily="2" charset="-122"/>
              </a:rPr>
              <a:t>闭合，电路稳定；</a:t>
            </a:r>
            <a:r>
              <a:rPr lang="en-US" altLang="zh-CN" sz="2000">
                <a:solidFill>
                  <a:srgbClr val="0000FF"/>
                </a:solidFill>
                <a:latin typeface="Tahoma" panose="020B0604030504040204" pitchFamily="34" charset="0"/>
                <a:ea typeface="宋体" panose="02010600030101010101" pitchFamily="2" charset="-122"/>
              </a:rPr>
              <a:t>t=0</a:t>
            </a:r>
            <a:r>
              <a:rPr lang="zh-CN" altLang="en-US" sz="2000">
                <a:solidFill>
                  <a:srgbClr val="0000FF"/>
                </a:solidFill>
                <a:latin typeface="Tahoma" panose="020B0604030504040204" pitchFamily="34" charset="0"/>
                <a:ea typeface="宋体" panose="02010600030101010101" pitchFamily="2" charset="-122"/>
              </a:rPr>
              <a:t>时</a:t>
            </a:r>
            <a:r>
              <a:rPr lang="en-US" altLang="zh-CN" sz="2000">
                <a:solidFill>
                  <a:srgbClr val="0000FF"/>
                </a:solidFill>
                <a:latin typeface="Tahoma" panose="020B0604030504040204" pitchFamily="34" charset="0"/>
                <a:ea typeface="宋体" panose="02010600030101010101" pitchFamily="2" charset="-122"/>
              </a:rPr>
              <a:t>k</a:t>
            </a:r>
            <a:r>
              <a:rPr lang="zh-CN" altLang="en-US" sz="2000">
                <a:solidFill>
                  <a:srgbClr val="0000FF"/>
                </a:solidFill>
                <a:latin typeface="Tahoma" panose="020B0604030504040204" pitchFamily="34" charset="0"/>
                <a:ea typeface="宋体" panose="02010600030101010101" pitchFamily="2" charset="-122"/>
              </a:rPr>
              <a:t>打开。求</a:t>
            </a:r>
            <a:r>
              <a:rPr lang="en-US" altLang="zh-CN" sz="2000">
                <a:solidFill>
                  <a:srgbClr val="0000FF"/>
                </a:solidFill>
                <a:latin typeface="Tahoma" panose="020B0604030504040204" pitchFamily="34" charset="0"/>
                <a:ea typeface="宋体" panose="02010600030101010101" pitchFamily="2" charset="-122"/>
              </a:rPr>
              <a:t>t&gt;0</a:t>
            </a:r>
            <a:r>
              <a:rPr lang="zh-CN" altLang="en-US" sz="2000">
                <a:solidFill>
                  <a:srgbClr val="0000FF"/>
                </a:solidFill>
                <a:latin typeface="Tahoma" panose="020B0604030504040204" pitchFamily="34" charset="0"/>
                <a:ea typeface="宋体" panose="02010600030101010101" pitchFamily="2" charset="-122"/>
              </a:rPr>
              <a:t>时电路响应</a:t>
            </a:r>
            <a:r>
              <a:rPr lang="en-US" altLang="zh-CN" sz="2000">
                <a:solidFill>
                  <a:srgbClr val="0000FF"/>
                </a:solidFill>
                <a:latin typeface="Tahoma" panose="020B0604030504040204" pitchFamily="34" charset="0"/>
                <a:ea typeface="宋体" panose="02010600030101010101" pitchFamily="2" charset="-122"/>
              </a:rPr>
              <a:t>i</a:t>
            </a:r>
            <a:r>
              <a:rPr lang="en-US" altLang="zh-CN" sz="2000" baseline="-25000">
                <a:solidFill>
                  <a:srgbClr val="003300"/>
                </a:solidFill>
                <a:latin typeface="Times New Roman" panose="02020603050405020304" pitchFamily="18" charset="0"/>
                <a:ea typeface="宋体" panose="02010600030101010101" pitchFamily="2" charset="-122"/>
              </a:rPr>
              <a:t>1</a:t>
            </a:r>
            <a:r>
              <a:rPr lang="en-US" altLang="zh-CN" sz="2000">
                <a:solidFill>
                  <a:srgbClr val="0000FF"/>
                </a:solidFill>
                <a:latin typeface="Tahoma" panose="020B0604030504040204" pitchFamily="34" charset="0"/>
                <a:ea typeface="宋体" panose="02010600030101010101" pitchFamily="2" charset="-122"/>
              </a:rPr>
              <a:t>(t)</a:t>
            </a:r>
            <a:r>
              <a:rPr lang="zh-CN" altLang="en-US" sz="2000">
                <a:solidFill>
                  <a:srgbClr val="0000FF"/>
                </a:solidFill>
                <a:latin typeface="Tahoma" panose="020B0604030504040204" pitchFamily="34" charset="0"/>
                <a:ea typeface="宋体" panose="02010600030101010101" pitchFamily="2" charset="-122"/>
              </a:rPr>
              <a:t>和 </a:t>
            </a:r>
            <a:r>
              <a:rPr lang="en-US" altLang="zh-CN" sz="2000">
                <a:solidFill>
                  <a:srgbClr val="0000FF"/>
                </a:solidFill>
                <a:latin typeface="Tahoma" panose="020B0604030504040204" pitchFamily="34" charset="0"/>
                <a:ea typeface="宋体" panose="02010600030101010101" pitchFamily="2" charset="-122"/>
              </a:rPr>
              <a:t>u</a:t>
            </a:r>
            <a:r>
              <a:rPr lang="en-US" altLang="zh-CN" sz="2000" baseline="-25000">
                <a:solidFill>
                  <a:srgbClr val="003300"/>
                </a:solidFill>
                <a:latin typeface="Times New Roman" panose="02020603050405020304" pitchFamily="18" charset="0"/>
                <a:ea typeface="宋体" panose="02010600030101010101" pitchFamily="2" charset="-122"/>
              </a:rPr>
              <a:t>2</a:t>
            </a:r>
            <a:r>
              <a:rPr lang="en-US" altLang="zh-CN" sz="2000">
                <a:solidFill>
                  <a:srgbClr val="0000FF"/>
                </a:solidFill>
                <a:latin typeface="Tahoma" panose="020B0604030504040204" pitchFamily="34" charset="0"/>
                <a:ea typeface="宋体" panose="02010600030101010101" pitchFamily="2" charset="-122"/>
              </a:rPr>
              <a:t>(t)</a:t>
            </a:r>
            <a:r>
              <a:rPr lang="zh-CN" altLang="en-US" sz="2000">
                <a:solidFill>
                  <a:srgbClr val="0000FF"/>
                </a:solidFill>
                <a:latin typeface="Tahoma" panose="020B0604030504040204" pitchFamily="34" charset="0"/>
                <a:ea typeface="宋体" panose="02010600030101010101" pitchFamily="2" charset="-122"/>
              </a:rPr>
              <a:t>。</a:t>
            </a:r>
            <a:r>
              <a:rPr lang="zh-CN" altLang="en-US" sz="2400">
                <a:solidFill>
                  <a:srgbClr val="0000FF"/>
                </a:solidFill>
                <a:latin typeface="Tahoma" panose="020B0604030504040204" pitchFamily="34" charset="0"/>
                <a:ea typeface="宋体" panose="02010600030101010101" pitchFamily="2" charset="-122"/>
              </a:rPr>
              <a:t>   </a:t>
            </a:r>
            <a:endParaRPr lang="zh-CN" altLang="en-US" sz="2400">
              <a:solidFill>
                <a:srgbClr val="0000FF"/>
              </a:solidFill>
              <a:latin typeface="Tahoma" panose="020B0604030504040204" pitchFamily="34" charset="0"/>
              <a:ea typeface="宋体" panose="02010600030101010101" pitchFamily="2" charset="-122"/>
            </a:endParaRPr>
          </a:p>
        </p:txBody>
      </p:sp>
      <p:graphicFrame>
        <p:nvGraphicFramePr>
          <p:cNvPr id="104452" name="Object 3"/>
          <p:cNvGraphicFramePr>
            <a:graphicFrameLocks noChangeAspect="1"/>
          </p:cNvGraphicFramePr>
          <p:nvPr/>
        </p:nvGraphicFramePr>
        <p:xfrm>
          <a:off x="5249545" y="790575"/>
          <a:ext cx="3671888" cy="2122488"/>
        </p:xfrm>
        <a:graphic>
          <a:graphicData uri="http://schemas.openxmlformats.org/presentationml/2006/ole">
            <mc:AlternateContent xmlns:mc="http://schemas.openxmlformats.org/markup-compatibility/2006">
              <mc:Choice xmlns:v="urn:schemas-microsoft-com:vml" Requires="v">
                <p:oleObj spid="_x0000_s2" name="BMP 图像" r:id="rId1" imgW="7343775" imgH="4152900" progId="Paint.Picture">
                  <p:embed/>
                </p:oleObj>
              </mc:Choice>
              <mc:Fallback>
                <p:oleObj name="BMP 图像" r:id="rId1" imgW="7343775" imgH="4152900" progId="Paint.Picture">
                  <p:embed/>
                  <p:pic>
                    <p:nvPicPr>
                      <p:cNvPr id="0" name="Object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49545" y="790575"/>
                        <a:ext cx="3671888" cy="21224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sp>
        <p:nvSpPr>
          <p:cNvPr id="471045" name="Text Box 5"/>
          <p:cNvSpPr txBox="1">
            <a:spLocks noChangeArrowheads="1"/>
          </p:cNvSpPr>
          <p:nvPr/>
        </p:nvSpPr>
        <p:spPr bwMode="auto">
          <a:xfrm>
            <a:off x="611188" y="1268413"/>
            <a:ext cx="838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spcBef>
                <a:spcPct val="50000"/>
              </a:spcBef>
              <a:buFontTx/>
              <a:buNone/>
            </a:pPr>
            <a:r>
              <a:rPr lang="zh-CN" altLang="en-US" sz="2000">
                <a:solidFill>
                  <a:srgbClr val="FF0000"/>
                </a:solidFill>
                <a:latin typeface="Tahoma" panose="020B0604030504040204" pitchFamily="34" charset="0"/>
                <a:ea typeface="宋体" panose="02010600030101010101" pitchFamily="2" charset="-122"/>
              </a:rPr>
              <a:t>解：</a:t>
            </a:r>
            <a:endParaRPr lang="zh-CN" altLang="en-US" sz="2000">
              <a:solidFill>
                <a:srgbClr val="FF0000"/>
              </a:solidFill>
              <a:latin typeface="Tahoma" panose="020B0604030504040204" pitchFamily="34" charset="0"/>
              <a:ea typeface="宋体" panose="02010600030101010101" pitchFamily="2" charset="-122"/>
            </a:endParaRPr>
          </a:p>
        </p:txBody>
      </p:sp>
      <p:sp>
        <p:nvSpPr>
          <p:cNvPr id="471046" name="Rectangle 6"/>
          <p:cNvSpPr>
            <a:spLocks noChangeArrowheads="1"/>
          </p:cNvSpPr>
          <p:nvPr/>
        </p:nvSpPr>
        <p:spPr bwMode="auto">
          <a:xfrm>
            <a:off x="1447800" y="1447800"/>
            <a:ext cx="336708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spcBef>
                <a:spcPct val="0"/>
              </a:spcBef>
              <a:buFontTx/>
              <a:buNone/>
            </a:pPr>
            <a:r>
              <a:rPr lang="en-US" altLang="zh-CN" sz="2000">
                <a:solidFill>
                  <a:srgbClr val="0000FF"/>
                </a:solidFill>
                <a:latin typeface="Tahoma" panose="020B0604030504040204" pitchFamily="34" charset="0"/>
                <a:ea typeface="宋体" panose="02010600030101010101" pitchFamily="2" charset="-122"/>
              </a:rPr>
              <a:t>t&lt;0</a:t>
            </a:r>
            <a:r>
              <a:rPr lang="zh-CN" altLang="en-US" sz="2000">
                <a:solidFill>
                  <a:srgbClr val="0000FF"/>
                </a:solidFill>
                <a:latin typeface="Tahoma" panose="020B0604030504040204" pitchFamily="34" charset="0"/>
                <a:ea typeface="宋体" panose="02010600030101010101" pitchFamily="2" charset="-122"/>
              </a:rPr>
              <a:t>，开关</a:t>
            </a:r>
            <a:r>
              <a:rPr lang="en-US" altLang="zh-CN" sz="2000">
                <a:solidFill>
                  <a:srgbClr val="0000FF"/>
                </a:solidFill>
                <a:latin typeface="Tahoma" panose="020B0604030504040204" pitchFamily="34" charset="0"/>
                <a:ea typeface="宋体" panose="02010600030101010101" pitchFamily="2" charset="-122"/>
              </a:rPr>
              <a:t>k</a:t>
            </a:r>
            <a:r>
              <a:rPr lang="zh-CN" altLang="en-US" sz="2000">
                <a:solidFill>
                  <a:srgbClr val="0000FF"/>
                </a:solidFill>
                <a:latin typeface="Tahoma" panose="020B0604030504040204" pitchFamily="34" charset="0"/>
                <a:ea typeface="宋体" panose="02010600030101010101" pitchFamily="2" charset="-122"/>
              </a:rPr>
              <a:t>闭合，电路稳定</a:t>
            </a:r>
            <a:endParaRPr lang="zh-CN" altLang="en-US" sz="2000">
              <a:solidFill>
                <a:srgbClr val="0000FF"/>
              </a:solidFill>
              <a:latin typeface="Tahoma" panose="020B0604030504040204" pitchFamily="34" charset="0"/>
              <a:ea typeface="宋体" panose="02010600030101010101" pitchFamily="2" charset="-122"/>
            </a:endParaRPr>
          </a:p>
        </p:txBody>
      </p:sp>
      <p:graphicFrame>
        <p:nvGraphicFramePr>
          <p:cNvPr id="471047" name="Object 7"/>
          <p:cNvGraphicFramePr>
            <a:graphicFrameLocks noChangeAspect="1"/>
          </p:cNvGraphicFramePr>
          <p:nvPr/>
        </p:nvGraphicFramePr>
        <p:xfrm>
          <a:off x="2046288" y="1905000"/>
          <a:ext cx="1398587" cy="411163"/>
        </p:xfrm>
        <a:graphic>
          <a:graphicData uri="http://schemas.openxmlformats.org/presentationml/2006/ole">
            <mc:AlternateContent xmlns:mc="http://schemas.openxmlformats.org/markup-compatibility/2006">
              <mc:Choice xmlns:v="urn:schemas-microsoft-com:vml" Requires="v">
                <p:oleObj spid="_x0000_s3" name="Equation" r:id="rId3" imgW="482600" imgH="133350" progId="Equation.3">
                  <p:embed/>
                </p:oleObj>
              </mc:Choice>
              <mc:Fallback>
                <p:oleObj name="Equation" r:id="rId3" imgW="482600" imgH="133350" progId="Equation.3">
                  <p:embed/>
                  <p:pic>
                    <p:nvPicPr>
                      <p:cNvPr id="0" name="Object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46288" y="1905000"/>
                        <a:ext cx="1398587" cy="4111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471048" name="Rectangle 8"/>
          <p:cNvSpPr>
            <a:spLocks noChangeArrowheads="1"/>
          </p:cNvSpPr>
          <p:nvPr/>
        </p:nvSpPr>
        <p:spPr bwMode="auto">
          <a:xfrm>
            <a:off x="1371600" y="2363788"/>
            <a:ext cx="39401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spcBef>
                <a:spcPct val="0"/>
              </a:spcBef>
              <a:buFontTx/>
              <a:buNone/>
            </a:pPr>
            <a:r>
              <a:rPr lang="en-US" altLang="zh-CN" sz="2000">
                <a:solidFill>
                  <a:srgbClr val="0000FF"/>
                </a:solidFill>
                <a:latin typeface="Tahoma" panose="020B0604030504040204" pitchFamily="34" charset="0"/>
                <a:ea typeface="宋体" panose="02010600030101010101" pitchFamily="2" charset="-122"/>
              </a:rPr>
              <a:t>t</a:t>
            </a:r>
            <a:r>
              <a:rPr lang="en-US" altLang="zh-CN" sz="2000">
                <a:solidFill>
                  <a:srgbClr val="0000FF"/>
                </a:solidFill>
                <a:latin typeface="Tahoma" panose="020B0604030504040204" pitchFamily="34" charset="0"/>
                <a:ea typeface="宋体" panose="02010600030101010101" pitchFamily="2" charset="-122"/>
                <a:sym typeface="Symbol" panose="05050102010706020507" pitchFamily="18" charset="2"/>
              </a:rPr>
              <a:t></a:t>
            </a:r>
            <a:r>
              <a:rPr lang="en-US" altLang="zh-CN" sz="2000">
                <a:solidFill>
                  <a:srgbClr val="0000FF"/>
                </a:solidFill>
                <a:latin typeface="Tahoma" panose="020B0604030504040204" pitchFamily="34" charset="0"/>
                <a:ea typeface="宋体" panose="02010600030101010101" pitchFamily="2" charset="-122"/>
              </a:rPr>
              <a:t>0</a:t>
            </a:r>
            <a:r>
              <a:rPr lang="zh-CN" altLang="en-US" sz="2000">
                <a:solidFill>
                  <a:srgbClr val="0000FF"/>
                </a:solidFill>
                <a:latin typeface="Tahoma" panose="020B0604030504040204" pitchFamily="34" charset="0"/>
                <a:ea typeface="宋体" panose="02010600030101010101" pitchFamily="2" charset="-122"/>
              </a:rPr>
              <a:t>，开关</a:t>
            </a:r>
            <a:r>
              <a:rPr lang="en-US" altLang="zh-CN" sz="2000">
                <a:solidFill>
                  <a:srgbClr val="0000FF"/>
                </a:solidFill>
                <a:latin typeface="Tahoma" panose="020B0604030504040204" pitchFamily="34" charset="0"/>
                <a:ea typeface="宋体" panose="02010600030101010101" pitchFamily="2" charset="-122"/>
              </a:rPr>
              <a:t>k</a:t>
            </a:r>
            <a:r>
              <a:rPr lang="zh-CN" altLang="en-US" sz="2000">
                <a:solidFill>
                  <a:srgbClr val="0000FF"/>
                </a:solidFill>
                <a:latin typeface="Tahoma" panose="020B0604030504040204" pitchFamily="34" charset="0"/>
                <a:ea typeface="宋体" panose="02010600030101010101" pitchFamily="2" charset="-122"/>
              </a:rPr>
              <a:t>打开，由</a:t>
            </a:r>
            <a:r>
              <a:rPr lang="en-US" altLang="zh-CN" sz="2000">
                <a:solidFill>
                  <a:srgbClr val="0000FF"/>
                </a:solidFill>
                <a:latin typeface="Tahoma" panose="020B0604030504040204" pitchFamily="34" charset="0"/>
                <a:ea typeface="宋体" panose="02010600030101010101" pitchFamily="2" charset="-122"/>
              </a:rPr>
              <a:t>s</a:t>
            </a:r>
            <a:r>
              <a:rPr lang="zh-CN" altLang="en-US" sz="2000">
                <a:solidFill>
                  <a:srgbClr val="0000FF"/>
                </a:solidFill>
                <a:latin typeface="Tahoma" panose="020B0604030504040204" pitchFamily="34" charset="0"/>
                <a:ea typeface="宋体" panose="02010600030101010101" pitchFamily="2" charset="-122"/>
              </a:rPr>
              <a:t>域电路，有</a:t>
            </a:r>
            <a:endParaRPr lang="zh-CN" altLang="en-US" sz="2000">
              <a:solidFill>
                <a:srgbClr val="0000FF"/>
              </a:solidFill>
              <a:latin typeface="Tahoma" panose="020B0604030504040204" pitchFamily="34" charset="0"/>
              <a:ea typeface="宋体" panose="02010600030101010101" pitchFamily="2" charset="-122"/>
            </a:endParaRPr>
          </a:p>
        </p:txBody>
      </p:sp>
      <p:graphicFrame>
        <p:nvGraphicFramePr>
          <p:cNvPr id="471049" name="Object 9"/>
          <p:cNvGraphicFramePr>
            <a:graphicFrameLocks noChangeAspect="1"/>
          </p:cNvGraphicFramePr>
          <p:nvPr/>
        </p:nvGraphicFramePr>
        <p:xfrm>
          <a:off x="838200" y="2743200"/>
          <a:ext cx="3948113" cy="708025"/>
        </p:xfrm>
        <a:graphic>
          <a:graphicData uri="http://schemas.openxmlformats.org/presentationml/2006/ole">
            <mc:AlternateContent xmlns:mc="http://schemas.openxmlformats.org/markup-compatibility/2006">
              <mc:Choice xmlns:v="urn:schemas-microsoft-com:vml" Requires="v">
                <p:oleObj spid="_x0000_s4" name="Equation" r:id="rId5" imgW="1414145" imgH="253365" progId="Equation.3">
                  <p:embed/>
                </p:oleObj>
              </mc:Choice>
              <mc:Fallback>
                <p:oleObj name="Equation" r:id="rId5" imgW="1414145" imgH="253365" progId="Equation.3">
                  <p:embed/>
                  <p:pic>
                    <p:nvPicPr>
                      <p:cNvPr id="0" name="Object 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38200" y="2743200"/>
                        <a:ext cx="3948113" cy="7080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471050" name="Object 10"/>
          <p:cNvGraphicFramePr>
            <a:graphicFrameLocks noChangeAspect="1"/>
          </p:cNvGraphicFramePr>
          <p:nvPr/>
        </p:nvGraphicFramePr>
        <p:xfrm>
          <a:off x="785813" y="3571875"/>
          <a:ext cx="3049587" cy="752475"/>
        </p:xfrm>
        <a:graphic>
          <a:graphicData uri="http://schemas.openxmlformats.org/presentationml/2006/ole">
            <mc:AlternateContent xmlns:mc="http://schemas.openxmlformats.org/markup-compatibility/2006">
              <mc:Choice xmlns:v="urn:schemas-microsoft-com:vml" Requires="v">
                <p:oleObj spid="_x0000_s5" name="公式" r:id="rId7" imgW="1085850" imgH="270510" progId="Equation.3">
                  <p:embed/>
                </p:oleObj>
              </mc:Choice>
              <mc:Fallback>
                <p:oleObj name="公式" r:id="rId7" imgW="1085850" imgH="270510" progId="Equation.3">
                  <p:embed/>
                  <p:pic>
                    <p:nvPicPr>
                      <p:cNvPr id="0" name="Object 10"/>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85813" y="3571875"/>
                        <a:ext cx="3049587" cy="7524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471051" name="Object 11"/>
          <p:cNvGraphicFramePr>
            <a:graphicFrameLocks noChangeAspect="1"/>
          </p:cNvGraphicFramePr>
          <p:nvPr/>
        </p:nvGraphicFramePr>
        <p:xfrm>
          <a:off x="684213" y="5084763"/>
          <a:ext cx="5516562" cy="457200"/>
        </p:xfrm>
        <a:graphic>
          <a:graphicData uri="http://schemas.openxmlformats.org/presentationml/2006/ole">
            <mc:AlternateContent xmlns:mc="http://schemas.openxmlformats.org/markup-compatibility/2006">
              <mc:Choice xmlns:v="urn:schemas-microsoft-com:vml" Requires="v">
                <p:oleObj spid="_x0000_s6" name="公式" r:id="rId9" imgW="1605915" imgH="133350" progId="Equation.3">
                  <p:embed/>
                </p:oleObj>
              </mc:Choice>
              <mc:Fallback>
                <p:oleObj name="公式" r:id="rId9" imgW="1605915" imgH="133350" progId="Equation.3">
                  <p:embed/>
                  <p:pic>
                    <p:nvPicPr>
                      <p:cNvPr id="0" name="Object 11"/>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84213" y="5084763"/>
                        <a:ext cx="551656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71052" name="Object 12"/>
          <p:cNvGraphicFramePr>
            <a:graphicFrameLocks noChangeAspect="1"/>
          </p:cNvGraphicFramePr>
          <p:nvPr/>
        </p:nvGraphicFramePr>
        <p:xfrm>
          <a:off x="3810000" y="1905000"/>
          <a:ext cx="1223963" cy="411163"/>
        </p:xfrm>
        <a:graphic>
          <a:graphicData uri="http://schemas.openxmlformats.org/presentationml/2006/ole">
            <mc:AlternateContent xmlns:mc="http://schemas.openxmlformats.org/markup-compatibility/2006">
              <mc:Choice xmlns:v="urn:schemas-microsoft-com:vml" Requires="v">
                <p:oleObj spid="_x0000_s7" name="Equation" r:id="rId11" imgW="417830" imgH="133350" progId="Equation.3">
                  <p:embed/>
                </p:oleObj>
              </mc:Choice>
              <mc:Fallback>
                <p:oleObj name="Equation" r:id="rId11" imgW="417830" imgH="133350" progId="Equation.3">
                  <p:embed/>
                  <p:pic>
                    <p:nvPicPr>
                      <p:cNvPr id="0" name="Object 12"/>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810000" y="1905000"/>
                        <a:ext cx="1223963" cy="4111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471053" name="Object 13"/>
          <p:cNvGraphicFramePr>
            <a:graphicFrameLocks noGrp="1" noChangeAspect="1"/>
          </p:cNvGraphicFramePr>
          <p:nvPr>
            <p:ph idx="4294967295"/>
          </p:nvPr>
        </p:nvGraphicFramePr>
        <p:xfrm>
          <a:off x="755650" y="4292600"/>
          <a:ext cx="3027363" cy="773113"/>
        </p:xfrm>
        <a:graphic>
          <a:graphicData uri="http://schemas.openxmlformats.org/presentationml/2006/ole">
            <mc:AlternateContent xmlns:mc="http://schemas.openxmlformats.org/markup-compatibility/2006">
              <mc:Choice xmlns:v="urn:schemas-microsoft-com:vml" Requires="v">
                <p:oleObj spid="_x0000_s8" name="公式" r:id="rId13" imgW="1202055" imgH="270510" progId="Equation.3">
                  <p:embed/>
                </p:oleObj>
              </mc:Choice>
              <mc:Fallback>
                <p:oleObj name="公式" r:id="rId13" imgW="1202055" imgH="270510" progId="Equation.3">
                  <p:embed/>
                  <p:pic>
                    <p:nvPicPr>
                      <p:cNvPr id="0" name="Object 13"/>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755650" y="4292600"/>
                        <a:ext cx="3027363" cy="773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pSp>
        <p:nvGrpSpPr>
          <p:cNvPr id="9" name="Group 14"/>
          <p:cNvGrpSpPr/>
          <p:nvPr/>
        </p:nvGrpSpPr>
        <p:grpSpPr bwMode="auto">
          <a:xfrm>
            <a:off x="5566728" y="2887028"/>
            <a:ext cx="3614738" cy="2209800"/>
            <a:chOff x="3198" y="1979"/>
            <a:chExt cx="2277" cy="1392"/>
          </a:xfrm>
        </p:grpSpPr>
        <p:graphicFrame>
          <p:nvGraphicFramePr>
            <p:cNvPr id="104467" name="Object 15"/>
            <p:cNvGraphicFramePr>
              <a:graphicFrameLocks noChangeAspect="1"/>
            </p:cNvGraphicFramePr>
            <p:nvPr/>
          </p:nvGraphicFramePr>
          <p:xfrm>
            <a:off x="3198" y="1979"/>
            <a:ext cx="1872" cy="1392"/>
          </p:xfrm>
          <a:graphic>
            <a:graphicData uri="http://schemas.openxmlformats.org/presentationml/2006/ole">
              <mc:AlternateContent xmlns:mc="http://schemas.openxmlformats.org/markup-compatibility/2006">
                <mc:Choice xmlns:v="urn:schemas-microsoft-com:vml" Requires="v">
                  <p:oleObj spid="_x0000_s10" name="位图图像" r:id="rId15" imgW="5381625" imgH="4133850" progId="Paint.Picture">
                    <p:embed/>
                  </p:oleObj>
                </mc:Choice>
                <mc:Fallback>
                  <p:oleObj name="位图图像" r:id="rId15" imgW="5381625" imgH="4133850" progId="Paint.Picture">
                    <p:embed/>
                    <p:pic>
                      <p:nvPicPr>
                        <p:cNvPr id="0" name="Object 15"/>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3198" y="1979"/>
                          <a:ext cx="1872" cy="13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aphicFrame>
          <p:nvGraphicFramePr>
            <p:cNvPr id="104468" name="Object 16"/>
            <p:cNvGraphicFramePr>
              <a:graphicFrameLocks noChangeAspect="1"/>
            </p:cNvGraphicFramePr>
            <p:nvPr/>
          </p:nvGraphicFramePr>
          <p:xfrm>
            <a:off x="5103" y="2024"/>
            <a:ext cx="321" cy="244"/>
          </p:xfrm>
          <a:graphic>
            <a:graphicData uri="http://schemas.openxmlformats.org/presentationml/2006/ole">
              <mc:AlternateContent xmlns:mc="http://schemas.openxmlformats.org/markup-compatibility/2006">
                <mc:Choice xmlns:v="urn:schemas-microsoft-com:vml" Requires="v">
                  <p:oleObj spid="_x0000_s11" name="Equation" r:id="rId17" imgW="226060" imgH="127000" progId="Equation.3">
                    <p:embed/>
                  </p:oleObj>
                </mc:Choice>
                <mc:Fallback>
                  <p:oleObj name="Equation" r:id="rId17" imgW="226060" imgH="127000" progId="Equation.3">
                    <p:embed/>
                    <p:pic>
                      <p:nvPicPr>
                        <p:cNvPr id="0" name="Object 16"/>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5103" y="2024"/>
                          <a:ext cx="321" cy="24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104469" name="Line 17"/>
            <p:cNvSpPr>
              <a:spLocks noChangeShapeType="1"/>
            </p:cNvSpPr>
            <p:nvPr/>
          </p:nvSpPr>
          <p:spPr bwMode="auto">
            <a:xfrm>
              <a:off x="5148" y="2795"/>
              <a:ext cx="91" cy="0"/>
            </a:xfrm>
            <a:prstGeom prst="line">
              <a:avLst/>
            </a:prstGeom>
            <a:noFill/>
            <a:ln w="28575">
              <a:solidFill>
                <a:srgbClr val="FF3399"/>
              </a:solidFill>
              <a:miter lim="800000"/>
            </a:ln>
            <a:extLst>
              <a:ext uri="{909E8E84-426E-40DD-AFC4-6F175D3DCCD1}">
                <a14:hiddenFill xmlns:a14="http://schemas.microsoft.com/office/drawing/2010/main">
                  <a:noFill/>
                </a14:hiddenFill>
              </a:ext>
            </a:extLst>
          </p:spPr>
          <p:txBody>
            <a:bodyPr wrap="none"/>
            <a:lstStyle/>
            <a:p>
              <a:endParaRPr lang="zh-CN" altLang="en-US"/>
            </a:p>
          </p:txBody>
        </p:sp>
        <p:grpSp>
          <p:nvGrpSpPr>
            <p:cNvPr id="104470" name="Group 18"/>
            <p:cNvGrpSpPr/>
            <p:nvPr/>
          </p:nvGrpSpPr>
          <p:grpSpPr bwMode="auto">
            <a:xfrm>
              <a:off x="5103" y="2296"/>
              <a:ext cx="91" cy="91"/>
              <a:chOff x="5329" y="2251"/>
              <a:chExt cx="91" cy="91"/>
            </a:xfrm>
          </p:grpSpPr>
          <p:sp>
            <p:nvSpPr>
              <p:cNvPr id="104472" name="Line 19"/>
              <p:cNvSpPr>
                <a:spLocks noChangeShapeType="1"/>
              </p:cNvSpPr>
              <p:nvPr/>
            </p:nvSpPr>
            <p:spPr bwMode="auto">
              <a:xfrm>
                <a:off x="5329" y="2296"/>
                <a:ext cx="91" cy="0"/>
              </a:xfrm>
              <a:prstGeom prst="line">
                <a:avLst/>
              </a:prstGeom>
              <a:noFill/>
              <a:ln w="28575">
                <a:solidFill>
                  <a:srgbClr val="FF3399"/>
                </a:solidFill>
                <a:miter lim="800000"/>
              </a:ln>
              <a:extLst>
                <a:ext uri="{909E8E84-426E-40DD-AFC4-6F175D3DCCD1}">
                  <a14:hiddenFill xmlns:a14="http://schemas.microsoft.com/office/drawing/2010/main">
                    <a:noFill/>
                  </a14:hiddenFill>
                </a:ext>
              </a:extLst>
            </p:spPr>
            <p:txBody>
              <a:bodyPr wrap="none"/>
              <a:lstStyle/>
              <a:p>
                <a:endParaRPr lang="zh-CN" altLang="en-US"/>
              </a:p>
            </p:txBody>
          </p:sp>
          <p:sp>
            <p:nvSpPr>
              <p:cNvPr id="104473" name="Line 20"/>
              <p:cNvSpPr>
                <a:spLocks noChangeShapeType="1"/>
              </p:cNvSpPr>
              <p:nvPr/>
            </p:nvSpPr>
            <p:spPr bwMode="auto">
              <a:xfrm rot="-5400000">
                <a:off x="5329" y="2297"/>
                <a:ext cx="91" cy="0"/>
              </a:xfrm>
              <a:prstGeom prst="line">
                <a:avLst/>
              </a:prstGeom>
              <a:noFill/>
              <a:ln w="28575">
                <a:solidFill>
                  <a:srgbClr val="FF3399"/>
                </a:solidFill>
                <a:miter lim="800000"/>
              </a:ln>
              <a:extLst>
                <a:ext uri="{909E8E84-426E-40DD-AFC4-6F175D3DCCD1}">
                  <a14:hiddenFill xmlns:a14="http://schemas.microsoft.com/office/drawing/2010/main">
                    <a:noFill/>
                  </a14:hiddenFill>
                </a:ext>
              </a:extLst>
            </p:spPr>
            <p:txBody>
              <a:bodyPr wrap="none"/>
              <a:lstStyle/>
              <a:p>
                <a:endParaRPr lang="zh-CN" altLang="en-US"/>
              </a:p>
            </p:txBody>
          </p:sp>
        </p:grpSp>
        <p:sp>
          <p:nvSpPr>
            <p:cNvPr id="104471" name="Text Box 21"/>
            <p:cNvSpPr txBox="1">
              <a:spLocks noChangeArrowheads="1"/>
            </p:cNvSpPr>
            <p:nvPr/>
          </p:nvSpPr>
          <p:spPr bwMode="auto">
            <a:xfrm>
              <a:off x="5057" y="2463"/>
              <a:ext cx="418" cy="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Autofit/>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spcBef>
                  <a:spcPct val="50000"/>
                </a:spcBef>
                <a:buFontTx/>
                <a:buNone/>
              </a:pPr>
              <a:r>
                <a:rPr lang="en-US" altLang="zh-CN" sz="1600">
                  <a:solidFill>
                    <a:srgbClr val="FF0000"/>
                  </a:solidFill>
                  <a:latin typeface="Tahoma" panose="020B0604030504040204" pitchFamily="34" charset="0"/>
                  <a:ea typeface="宋体" panose="02010600030101010101" pitchFamily="2" charset="-122"/>
                </a:rPr>
                <a:t>U</a:t>
              </a:r>
              <a:r>
                <a:rPr lang="en-US" altLang="zh-CN" sz="1600" baseline="-25000">
                  <a:solidFill>
                    <a:srgbClr val="FF0000"/>
                  </a:solidFill>
                  <a:latin typeface="Tahoma" panose="020B0604030504040204" pitchFamily="34" charset="0"/>
                  <a:ea typeface="宋体" panose="02010600030101010101" pitchFamily="2" charset="-122"/>
                </a:rPr>
                <a:t>2</a:t>
              </a:r>
              <a:r>
                <a:rPr lang="en-US" altLang="zh-CN" sz="1600">
                  <a:solidFill>
                    <a:srgbClr val="FF0000"/>
                  </a:solidFill>
                  <a:latin typeface="Tahoma" panose="020B0604030504040204" pitchFamily="34" charset="0"/>
                  <a:ea typeface="宋体" panose="02010600030101010101" pitchFamily="2" charset="-122"/>
                </a:rPr>
                <a:t>(S)</a:t>
              </a:r>
              <a:endParaRPr lang="en-US" altLang="zh-CN" sz="1600">
                <a:solidFill>
                  <a:srgbClr val="FF0000"/>
                </a:solidFill>
                <a:latin typeface="Tahoma" panose="020B0604030504040204" pitchFamily="34" charset="0"/>
                <a:ea typeface="宋体" panose="02010600030101010101" pitchFamily="2" charset="-122"/>
              </a:endParaRPr>
            </a:p>
          </p:txBody>
        </p:sp>
      </p:grpSp>
      <p:graphicFrame>
        <p:nvGraphicFramePr>
          <p:cNvPr id="471062" name="Object 22"/>
          <p:cNvGraphicFramePr>
            <a:graphicFrameLocks noChangeAspect="1"/>
          </p:cNvGraphicFramePr>
          <p:nvPr/>
        </p:nvGraphicFramePr>
        <p:xfrm>
          <a:off x="468313" y="5734050"/>
          <a:ext cx="3455987" cy="447675"/>
        </p:xfrm>
        <a:graphic>
          <a:graphicData uri="http://schemas.openxmlformats.org/presentationml/2006/ole">
            <mc:AlternateContent xmlns:mc="http://schemas.openxmlformats.org/markup-compatibility/2006">
              <mc:Choice xmlns:v="urn:schemas-microsoft-com:vml" Requires="v">
                <p:oleObj spid="_x0000_s12" name="公式" r:id="rId19" imgW="1828800" imgH="215900" progId="Equation.3">
                  <p:embed/>
                </p:oleObj>
              </mc:Choice>
              <mc:Fallback>
                <p:oleObj name="公式" r:id="rId19" imgW="1828800" imgH="215900" progId="Equation.3">
                  <p:embed/>
                  <p:pic>
                    <p:nvPicPr>
                      <p:cNvPr id="0" name="Object 22"/>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468313" y="5734050"/>
                        <a:ext cx="3455987" cy="4476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471063" name="Object 23"/>
          <p:cNvGraphicFramePr>
            <a:graphicFrameLocks noChangeAspect="1"/>
          </p:cNvGraphicFramePr>
          <p:nvPr/>
        </p:nvGraphicFramePr>
        <p:xfrm>
          <a:off x="3851275" y="5576888"/>
          <a:ext cx="1873250" cy="731837"/>
        </p:xfrm>
        <a:graphic>
          <a:graphicData uri="http://schemas.openxmlformats.org/presentationml/2006/ole">
            <mc:AlternateContent xmlns:mc="http://schemas.openxmlformats.org/markup-compatibility/2006">
              <mc:Choice xmlns:v="urn:schemas-microsoft-com:vml" Requires="v">
                <p:oleObj spid="_x0000_s13" name="公式" r:id="rId21" imgW="723900" imgH="393700" progId="Equation.3">
                  <p:embed/>
                </p:oleObj>
              </mc:Choice>
              <mc:Fallback>
                <p:oleObj name="公式" r:id="rId21" imgW="723900" imgH="393700" progId="Equation.3">
                  <p:embed/>
                  <p:pic>
                    <p:nvPicPr>
                      <p:cNvPr id="0" name="Object 23"/>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3851275" y="5576888"/>
                        <a:ext cx="1873250" cy="7318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471064" name="Object 24"/>
          <p:cNvGraphicFramePr>
            <a:graphicFrameLocks noChangeAspect="1"/>
          </p:cNvGraphicFramePr>
          <p:nvPr/>
        </p:nvGraphicFramePr>
        <p:xfrm>
          <a:off x="5724525" y="5516563"/>
          <a:ext cx="2400300" cy="806450"/>
        </p:xfrm>
        <a:graphic>
          <a:graphicData uri="http://schemas.openxmlformats.org/presentationml/2006/ole">
            <mc:AlternateContent xmlns:mc="http://schemas.openxmlformats.org/markup-compatibility/2006">
              <mc:Choice xmlns:v="urn:schemas-microsoft-com:vml" Requires="v">
                <p:oleObj spid="_x0000_s14" name="公式" r:id="rId23" imgW="1116965" imgH="393700" progId="Equation.3">
                  <p:embed/>
                </p:oleObj>
              </mc:Choice>
              <mc:Fallback>
                <p:oleObj name="公式" r:id="rId23" imgW="1116965" imgH="393700" progId="Equation.3">
                  <p:embed/>
                  <p:pic>
                    <p:nvPicPr>
                      <p:cNvPr id="0" name="Object 24"/>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5724525" y="5516563"/>
                        <a:ext cx="2400300" cy="8064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471065" name="Object 25"/>
          <p:cNvGraphicFramePr>
            <a:graphicFrameLocks noChangeAspect="1"/>
          </p:cNvGraphicFramePr>
          <p:nvPr/>
        </p:nvGraphicFramePr>
        <p:xfrm>
          <a:off x="395288" y="6308725"/>
          <a:ext cx="6232525" cy="549275"/>
        </p:xfrm>
        <a:graphic>
          <a:graphicData uri="http://schemas.openxmlformats.org/presentationml/2006/ole">
            <mc:AlternateContent xmlns:mc="http://schemas.openxmlformats.org/markup-compatibility/2006">
              <mc:Choice xmlns:v="urn:schemas-microsoft-com:vml" Requires="v">
                <p:oleObj spid="_x0000_s15" name="Equation" r:id="rId25" imgW="1640205" imgH="133350" progId="Equation.3">
                  <p:embed/>
                </p:oleObj>
              </mc:Choice>
              <mc:Fallback>
                <p:oleObj name="Equation" r:id="rId25" imgW="1640205" imgH="133350" progId="Equation.3">
                  <p:embed/>
                  <p:pic>
                    <p:nvPicPr>
                      <p:cNvPr id="0" name="Object 25"/>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395288" y="6308725"/>
                        <a:ext cx="6232525" cy="549275"/>
                      </a:xfrm>
                      <a:prstGeom prst="rect">
                        <a:avLst/>
                      </a:prstGeom>
                      <a:solidFill>
                        <a:schemeClr val="folHlink"/>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16" name="墨迹 2"/>
          <p:cNvSpPr/>
          <p:nvPr/>
        </p:nvSpPr>
        <p:spPr bwMode="auto">
          <a:xfrm>
            <a:off x="1140840" y="1289520"/>
            <a:ext cx="7612560" cy="5025960"/>
          </a:xfrm>
        </p:spPr>
      </p:sp>
      <p:sp>
        <p:nvSpPr>
          <p:cNvPr id="17" name="文本框 16"/>
          <p:cNvSpPr txBox="1"/>
          <p:nvPr/>
        </p:nvSpPr>
        <p:spPr>
          <a:xfrm>
            <a:off x="8395335" y="1268730"/>
            <a:ext cx="340995" cy="351155"/>
          </a:xfrm>
          <a:prstGeom prst="rect">
            <a:avLst/>
          </a:prstGeom>
          <a:noFill/>
        </p:spPr>
        <p:txBody>
          <a:bodyPr wrap="square" rtlCol="0">
            <a:noAutofit/>
          </a:bodyPr>
          <a:lstStyle/>
          <a:p>
            <a:r>
              <a:rPr lang="en-US" altLang="zh-CN" sz="1200">
                <a:solidFill>
                  <a:srgbClr val="FF0000"/>
                </a:solidFill>
              </a:rPr>
              <a:t>2</a:t>
            </a:r>
            <a:endParaRPr lang="en-US" altLang="zh-CN" sz="1200">
              <a:solidFill>
                <a:srgbClr val="FF0000"/>
              </a:solidFill>
            </a:endParaRPr>
          </a:p>
        </p:txBody>
      </p:sp>
    </p:spTree>
    <p:custDataLst>
      <p:tags r:id="rId27"/>
    </p:custDataLst>
  </p:cSld>
  <p:clrMapOvr>
    <a:masterClrMapping/>
  </p:clrMapOvr>
  <mc:AlternateContent xmlns:mc="http://schemas.openxmlformats.org/markup-compatibility/2006">
    <mc:Choice xmlns:p14="http://schemas.microsoft.com/office/powerpoint/2010/main" Requires="p14">
      <p:transition spd="slow" p14:dur="2000" advTm="609513"/>
    </mc:Choice>
    <mc:Fallback>
      <p:transition spd="slow" advTm="609513"/>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471045"/>
                                        </p:tgtEl>
                                        <p:attrNameLst>
                                          <p:attrName>style.visibility</p:attrName>
                                        </p:attrNameLst>
                                      </p:cBhvr>
                                      <p:to>
                                        <p:strVal val="visible"/>
                                      </p:to>
                                    </p:set>
                                    <p:animEffect transition="in" filter="dissolve">
                                      <p:cBhvr>
                                        <p:cTn id="7" dur="500"/>
                                        <p:tgtEl>
                                          <p:spTgt spid="471045"/>
                                        </p:tgtEl>
                                      </p:cBhvr>
                                    </p:animEffect>
                                  </p:childTnLst>
                                </p:cTn>
                              </p:par>
                            </p:childTnLst>
                          </p:cTn>
                        </p:par>
                      </p:childTnLst>
                    </p:cTn>
                  </p:par>
                  <p:par>
                    <p:cTn id="8" fill="hold">
                      <p:stCondLst>
                        <p:cond delay="indefinite"/>
                      </p:stCondLst>
                      <p:childTnLst>
                        <p:par>
                          <p:cTn id="9" fill="hold">
                            <p:stCondLst>
                              <p:cond delay="0"/>
                            </p:stCondLst>
                            <p:childTnLst>
                              <p:par>
                                <p:cTn id="10" presetID="23" presetClass="entr" presetSubtype="16" fill="hold" grpId="0" nodeType="clickEffect">
                                  <p:stCondLst>
                                    <p:cond delay="0"/>
                                  </p:stCondLst>
                                  <p:childTnLst>
                                    <p:set>
                                      <p:cBhvr>
                                        <p:cTn id="11" dur="1" fill="hold">
                                          <p:stCondLst>
                                            <p:cond delay="0"/>
                                          </p:stCondLst>
                                        </p:cTn>
                                        <p:tgtEl>
                                          <p:spTgt spid="471046"/>
                                        </p:tgtEl>
                                        <p:attrNameLst>
                                          <p:attrName>style.visibility</p:attrName>
                                        </p:attrNameLst>
                                      </p:cBhvr>
                                      <p:to>
                                        <p:strVal val="visible"/>
                                      </p:to>
                                    </p:set>
                                    <p:anim calcmode="lin" valueType="num">
                                      <p:cBhvr>
                                        <p:cTn id="12" dur="500" fill="hold"/>
                                        <p:tgtEl>
                                          <p:spTgt spid="471046"/>
                                        </p:tgtEl>
                                        <p:attrNameLst>
                                          <p:attrName>ppt_w</p:attrName>
                                        </p:attrNameLst>
                                      </p:cBhvr>
                                      <p:tavLst>
                                        <p:tav tm="0">
                                          <p:val>
                                            <p:fltVal val="0"/>
                                          </p:val>
                                        </p:tav>
                                        <p:tav tm="100000">
                                          <p:val>
                                            <p:strVal val="#ppt_w"/>
                                          </p:val>
                                        </p:tav>
                                      </p:tavLst>
                                    </p:anim>
                                    <p:anim calcmode="lin" valueType="num">
                                      <p:cBhvr>
                                        <p:cTn id="13" dur="500" fill="hold"/>
                                        <p:tgtEl>
                                          <p:spTgt spid="471046"/>
                                        </p:tgtEl>
                                        <p:attrNameLst>
                                          <p:attrName>ppt_h</p:attrName>
                                        </p:attrNameLst>
                                      </p:cBhvr>
                                      <p:tavLst>
                                        <p:tav tm="0">
                                          <p:val>
                                            <p:fltVal val="0"/>
                                          </p:val>
                                        </p:tav>
                                        <p:tav tm="100000">
                                          <p:val>
                                            <p:strVal val="#ppt_h"/>
                                          </p:val>
                                        </p:tav>
                                      </p:tavLst>
                                    </p:anim>
                                  </p:childTnLst>
                                </p:cTn>
                              </p:par>
                            </p:childTnLst>
                          </p:cTn>
                        </p:par>
                      </p:childTnLst>
                    </p:cTn>
                  </p:par>
                  <p:par>
                    <p:cTn id="14" fill="hold">
                      <p:stCondLst>
                        <p:cond delay="indefinite"/>
                      </p:stCondLst>
                      <p:childTnLst>
                        <p:par>
                          <p:cTn id="15" fill="hold">
                            <p:stCondLst>
                              <p:cond delay="0"/>
                            </p:stCondLst>
                            <p:childTnLst>
                              <p:par>
                                <p:cTn id="16" presetID="9" presetClass="entr" presetSubtype="0" fill="hold" nodeType="clickEffect">
                                  <p:stCondLst>
                                    <p:cond delay="0"/>
                                  </p:stCondLst>
                                  <p:childTnLst>
                                    <p:set>
                                      <p:cBhvr>
                                        <p:cTn id="17" dur="1" fill="hold">
                                          <p:stCondLst>
                                            <p:cond delay="0"/>
                                          </p:stCondLst>
                                        </p:cTn>
                                        <p:tgtEl>
                                          <p:spTgt spid="471047"/>
                                        </p:tgtEl>
                                        <p:attrNameLst>
                                          <p:attrName>style.visibility</p:attrName>
                                        </p:attrNameLst>
                                      </p:cBhvr>
                                      <p:to>
                                        <p:strVal val="visible"/>
                                      </p:to>
                                    </p:set>
                                    <p:animEffect transition="in" filter="dissolve">
                                      <p:cBhvr>
                                        <p:cTn id="18" dur="500"/>
                                        <p:tgtEl>
                                          <p:spTgt spid="471047"/>
                                        </p:tgtEl>
                                      </p:cBhvr>
                                    </p:animEffect>
                                  </p:childTnLst>
                                </p:cTn>
                              </p:par>
                            </p:childTnLst>
                          </p:cTn>
                        </p:par>
                        <p:par>
                          <p:cTn id="19" fill="hold">
                            <p:stCondLst>
                              <p:cond delay="500"/>
                            </p:stCondLst>
                            <p:childTnLst>
                              <p:par>
                                <p:cTn id="20" presetID="9" presetClass="entr" presetSubtype="0" fill="hold" nodeType="afterEffect">
                                  <p:stCondLst>
                                    <p:cond delay="0"/>
                                  </p:stCondLst>
                                  <p:childTnLst>
                                    <p:set>
                                      <p:cBhvr>
                                        <p:cTn id="21" dur="1" fill="hold">
                                          <p:stCondLst>
                                            <p:cond delay="0"/>
                                          </p:stCondLst>
                                        </p:cTn>
                                        <p:tgtEl>
                                          <p:spTgt spid="471052"/>
                                        </p:tgtEl>
                                        <p:attrNameLst>
                                          <p:attrName>style.visibility</p:attrName>
                                        </p:attrNameLst>
                                      </p:cBhvr>
                                      <p:to>
                                        <p:strVal val="visible"/>
                                      </p:to>
                                    </p:set>
                                    <p:animEffect transition="in" filter="dissolve">
                                      <p:cBhvr>
                                        <p:cTn id="22" dur="500"/>
                                        <p:tgtEl>
                                          <p:spTgt spid="471052"/>
                                        </p:tgtEl>
                                      </p:cBhvr>
                                    </p:animEffect>
                                  </p:childTnLst>
                                </p:cTn>
                              </p:par>
                            </p:childTnLst>
                          </p:cTn>
                        </p:par>
                      </p:childTnLst>
                    </p:cTn>
                  </p:par>
                  <p:par>
                    <p:cTn id="23" fill="hold">
                      <p:stCondLst>
                        <p:cond delay="indefinite"/>
                      </p:stCondLst>
                      <p:childTnLst>
                        <p:par>
                          <p:cTn id="24" fill="hold">
                            <p:stCondLst>
                              <p:cond delay="0"/>
                            </p:stCondLst>
                            <p:childTnLst>
                              <p:par>
                                <p:cTn id="25" presetID="2" presetClass="entr" presetSubtype="8" fill="hold" grpId="0" nodeType="clickEffect">
                                  <p:stCondLst>
                                    <p:cond delay="0"/>
                                  </p:stCondLst>
                                  <p:childTnLst>
                                    <p:set>
                                      <p:cBhvr>
                                        <p:cTn id="26" dur="1" fill="hold">
                                          <p:stCondLst>
                                            <p:cond delay="0"/>
                                          </p:stCondLst>
                                        </p:cTn>
                                        <p:tgtEl>
                                          <p:spTgt spid="471048"/>
                                        </p:tgtEl>
                                        <p:attrNameLst>
                                          <p:attrName>style.visibility</p:attrName>
                                        </p:attrNameLst>
                                      </p:cBhvr>
                                      <p:to>
                                        <p:strVal val="visible"/>
                                      </p:to>
                                    </p:set>
                                    <p:anim calcmode="lin" valueType="num">
                                      <p:cBhvr additive="base">
                                        <p:cTn id="27" dur="500" fill="hold"/>
                                        <p:tgtEl>
                                          <p:spTgt spid="471048"/>
                                        </p:tgtEl>
                                        <p:attrNameLst>
                                          <p:attrName>ppt_x</p:attrName>
                                        </p:attrNameLst>
                                      </p:cBhvr>
                                      <p:tavLst>
                                        <p:tav tm="0">
                                          <p:val>
                                            <p:strVal val="0-#ppt_w/2"/>
                                          </p:val>
                                        </p:tav>
                                        <p:tav tm="100000">
                                          <p:val>
                                            <p:strVal val="#ppt_x"/>
                                          </p:val>
                                        </p:tav>
                                      </p:tavLst>
                                    </p:anim>
                                    <p:anim calcmode="lin" valueType="num">
                                      <p:cBhvr additive="base">
                                        <p:cTn id="28" dur="500" fill="hold"/>
                                        <p:tgtEl>
                                          <p:spTgt spid="471048"/>
                                        </p:tgtEl>
                                        <p:attrNameLst>
                                          <p:attrName>ppt_y</p:attrName>
                                        </p:attrNameLst>
                                      </p:cBhvr>
                                      <p:tavLst>
                                        <p:tav tm="0">
                                          <p:val>
                                            <p:strVal val="#ppt_y"/>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9" presetClass="entr" presetSubtype="0" fill="hold" nodeType="clickEffect">
                                  <p:stCondLst>
                                    <p:cond delay="0"/>
                                  </p:stCondLst>
                                  <p:childTnLst>
                                    <p:set>
                                      <p:cBhvr>
                                        <p:cTn id="32" dur="1" fill="hold">
                                          <p:stCondLst>
                                            <p:cond delay="0"/>
                                          </p:stCondLst>
                                        </p:cTn>
                                        <p:tgtEl>
                                          <p:spTgt spid="471049"/>
                                        </p:tgtEl>
                                        <p:attrNameLst>
                                          <p:attrName>style.visibility</p:attrName>
                                        </p:attrNameLst>
                                      </p:cBhvr>
                                      <p:to>
                                        <p:strVal val="visible"/>
                                      </p:to>
                                    </p:set>
                                    <p:animEffect transition="in" filter="dissolve">
                                      <p:cBhvr>
                                        <p:cTn id="33" dur="500"/>
                                        <p:tgtEl>
                                          <p:spTgt spid="471049"/>
                                        </p:tgtEl>
                                      </p:cBhvr>
                                    </p:animEffect>
                                  </p:childTnLst>
                                </p:cTn>
                              </p:par>
                            </p:childTnLst>
                          </p:cTn>
                        </p:par>
                        <p:par>
                          <p:cTn id="34" fill="hold">
                            <p:stCondLst>
                              <p:cond delay="500"/>
                            </p:stCondLst>
                            <p:childTnLst>
                              <p:par>
                                <p:cTn id="35" presetID="9" presetClass="entr" presetSubtype="0" fill="hold" nodeType="afterEffect">
                                  <p:stCondLst>
                                    <p:cond delay="0"/>
                                  </p:stCondLst>
                                  <p:childTnLst>
                                    <p:set>
                                      <p:cBhvr>
                                        <p:cTn id="36" dur="1" fill="hold">
                                          <p:stCondLst>
                                            <p:cond delay="0"/>
                                          </p:stCondLst>
                                        </p:cTn>
                                        <p:tgtEl>
                                          <p:spTgt spid="471050"/>
                                        </p:tgtEl>
                                        <p:attrNameLst>
                                          <p:attrName>style.visibility</p:attrName>
                                        </p:attrNameLst>
                                      </p:cBhvr>
                                      <p:to>
                                        <p:strVal val="visible"/>
                                      </p:to>
                                    </p:set>
                                    <p:animEffect transition="in" filter="dissolve">
                                      <p:cBhvr>
                                        <p:cTn id="37" dur="500"/>
                                        <p:tgtEl>
                                          <p:spTgt spid="471050"/>
                                        </p:tgtEl>
                                      </p:cBhvr>
                                    </p:animEffect>
                                  </p:childTnLst>
                                </p:cTn>
                              </p:par>
                            </p:childTnLst>
                          </p:cTn>
                        </p:par>
                        <p:par>
                          <p:cTn id="38" fill="hold">
                            <p:stCondLst>
                              <p:cond delay="1000"/>
                            </p:stCondLst>
                            <p:childTnLst>
                              <p:par>
                                <p:cTn id="39" presetID="9" presetClass="entr" presetSubtype="0" fill="hold" nodeType="afterEffect">
                                  <p:stCondLst>
                                    <p:cond delay="0"/>
                                  </p:stCondLst>
                                  <p:childTnLst>
                                    <p:set>
                                      <p:cBhvr>
                                        <p:cTn id="40" dur="1" fill="hold">
                                          <p:stCondLst>
                                            <p:cond delay="0"/>
                                          </p:stCondLst>
                                        </p:cTn>
                                        <p:tgtEl>
                                          <p:spTgt spid="471053"/>
                                        </p:tgtEl>
                                        <p:attrNameLst>
                                          <p:attrName>style.visibility</p:attrName>
                                        </p:attrNameLst>
                                      </p:cBhvr>
                                      <p:to>
                                        <p:strVal val="visible"/>
                                      </p:to>
                                    </p:set>
                                    <p:animEffect transition="in" filter="dissolve">
                                      <p:cBhvr>
                                        <p:cTn id="41" dur="500"/>
                                        <p:tgtEl>
                                          <p:spTgt spid="471053"/>
                                        </p:tgtEl>
                                      </p:cBhvr>
                                    </p:animEffect>
                                  </p:childTnLst>
                                </p:cTn>
                              </p:par>
                            </p:childTnLst>
                          </p:cTn>
                        </p:par>
                        <p:par>
                          <p:cTn id="42" fill="hold">
                            <p:stCondLst>
                              <p:cond delay="1500"/>
                            </p:stCondLst>
                            <p:childTnLst>
                              <p:par>
                                <p:cTn id="43" presetID="2" presetClass="entr" presetSubtype="8" fill="hold" nodeType="afterEffect">
                                  <p:stCondLst>
                                    <p:cond delay="0"/>
                                  </p:stCondLst>
                                  <p:childTnLst>
                                    <p:set>
                                      <p:cBhvr>
                                        <p:cTn id="44" dur="1" fill="hold">
                                          <p:stCondLst>
                                            <p:cond delay="0"/>
                                          </p:stCondLst>
                                        </p:cTn>
                                        <p:tgtEl>
                                          <p:spTgt spid="471051"/>
                                        </p:tgtEl>
                                        <p:attrNameLst>
                                          <p:attrName>style.visibility</p:attrName>
                                        </p:attrNameLst>
                                      </p:cBhvr>
                                      <p:to>
                                        <p:strVal val="visible"/>
                                      </p:to>
                                    </p:set>
                                    <p:anim calcmode="lin" valueType="num">
                                      <p:cBhvr additive="base">
                                        <p:cTn id="45" dur="500" fill="hold"/>
                                        <p:tgtEl>
                                          <p:spTgt spid="471051"/>
                                        </p:tgtEl>
                                        <p:attrNameLst>
                                          <p:attrName>ppt_x</p:attrName>
                                        </p:attrNameLst>
                                      </p:cBhvr>
                                      <p:tavLst>
                                        <p:tav tm="0">
                                          <p:val>
                                            <p:strVal val="0-#ppt_w/2"/>
                                          </p:val>
                                        </p:tav>
                                        <p:tav tm="100000">
                                          <p:val>
                                            <p:strVal val="#ppt_x"/>
                                          </p:val>
                                        </p:tav>
                                      </p:tavLst>
                                    </p:anim>
                                    <p:anim calcmode="lin" valueType="num">
                                      <p:cBhvr additive="base">
                                        <p:cTn id="46" dur="500" fill="hold"/>
                                        <p:tgtEl>
                                          <p:spTgt spid="471051"/>
                                        </p:tgtEl>
                                        <p:attrNameLst>
                                          <p:attrName>ppt_y</p:attrName>
                                        </p:attrNameLst>
                                      </p:cBhvr>
                                      <p:tavLst>
                                        <p:tav tm="0">
                                          <p:val>
                                            <p:strVal val="#ppt_y"/>
                                          </p:val>
                                        </p:tav>
                                        <p:tav tm="100000">
                                          <p:val>
                                            <p:strVal val="#ppt_y"/>
                                          </p:val>
                                        </p:tav>
                                      </p:tavLst>
                                    </p:anim>
                                  </p:childTnLst>
                                </p:cTn>
                              </p:par>
                            </p:childTnLst>
                          </p:cTn>
                        </p:par>
                      </p:childTnLst>
                    </p:cTn>
                  </p:par>
                  <p:par>
                    <p:cTn id="47" fill="hold">
                      <p:stCondLst>
                        <p:cond delay="indefinite"/>
                      </p:stCondLst>
                      <p:childTnLst>
                        <p:par>
                          <p:cTn id="48" fill="hold">
                            <p:stCondLst>
                              <p:cond delay="0"/>
                            </p:stCondLst>
                            <p:childTnLst>
                              <p:par>
                                <p:cTn id="49" presetID="22" presetClass="entr" presetSubtype="8" fill="hold" nodeType="clickEffect">
                                  <p:stCondLst>
                                    <p:cond delay="0"/>
                                  </p:stCondLst>
                                  <p:childTnLst>
                                    <p:set>
                                      <p:cBhvr>
                                        <p:cTn id="50" dur="1" fill="hold">
                                          <p:stCondLst>
                                            <p:cond delay="0"/>
                                          </p:stCondLst>
                                        </p:cTn>
                                        <p:tgtEl>
                                          <p:spTgt spid="471062"/>
                                        </p:tgtEl>
                                        <p:attrNameLst>
                                          <p:attrName>style.visibility</p:attrName>
                                        </p:attrNameLst>
                                      </p:cBhvr>
                                      <p:to>
                                        <p:strVal val="visible"/>
                                      </p:to>
                                    </p:set>
                                    <p:animEffect transition="in" filter="wipe(left)">
                                      <p:cBhvr>
                                        <p:cTn id="51" dur="500"/>
                                        <p:tgtEl>
                                          <p:spTgt spid="471062"/>
                                        </p:tgtEl>
                                      </p:cBhvr>
                                    </p:animEffect>
                                  </p:childTnLst>
                                </p:cTn>
                              </p:par>
                            </p:childTnLst>
                          </p:cTn>
                        </p:par>
                        <p:par>
                          <p:cTn id="52" fill="hold">
                            <p:stCondLst>
                              <p:cond delay="500"/>
                            </p:stCondLst>
                            <p:childTnLst>
                              <p:par>
                                <p:cTn id="53" presetID="22" presetClass="entr" presetSubtype="8" fill="hold" nodeType="afterEffect">
                                  <p:stCondLst>
                                    <p:cond delay="0"/>
                                  </p:stCondLst>
                                  <p:childTnLst>
                                    <p:set>
                                      <p:cBhvr>
                                        <p:cTn id="54" dur="1" fill="hold">
                                          <p:stCondLst>
                                            <p:cond delay="0"/>
                                          </p:stCondLst>
                                        </p:cTn>
                                        <p:tgtEl>
                                          <p:spTgt spid="471063"/>
                                        </p:tgtEl>
                                        <p:attrNameLst>
                                          <p:attrName>style.visibility</p:attrName>
                                        </p:attrNameLst>
                                      </p:cBhvr>
                                      <p:to>
                                        <p:strVal val="visible"/>
                                      </p:to>
                                    </p:set>
                                    <p:animEffect transition="in" filter="wipe(left)">
                                      <p:cBhvr>
                                        <p:cTn id="55" dur="500"/>
                                        <p:tgtEl>
                                          <p:spTgt spid="471063"/>
                                        </p:tgtEl>
                                      </p:cBhvr>
                                    </p:animEffect>
                                  </p:childTnLst>
                                </p:cTn>
                              </p:par>
                            </p:childTnLst>
                          </p:cTn>
                        </p:par>
                        <p:par>
                          <p:cTn id="56" fill="hold">
                            <p:stCondLst>
                              <p:cond delay="1000"/>
                            </p:stCondLst>
                            <p:childTnLst>
                              <p:par>
                                <p:cTn id="57" presetID="22" presetClass="entr" presetSubtype="8" fill="hold" nodeType="afterEffect">
                                  <p:stCondLst>
                                    <p:cond delay="0"/>
                                  </p:stCondLst>
                                  <p:childTnLst>
                                    <p:set>
                                      <p:cBhvr>
                                        <p:cTn id="58" dur="1" fill="hold">
                                          <p:stCondLst>
                                            <p:cond delay="0"/>
                                          </p:stCondLst>
                                        </p:cTn>
                                        <p:tgtEl>
                                          <p:spTgt spid="471064"/>
                                        </p:tgtEl>
                                        <p:attrNameLst>
                                          <p:attrName>style.visibility</p:attrName>
                                        </p:attrNameLst>
                                      </p:cBhvr>
                                      <p:to>
                                        <p:strVal val="visible"/>
                                      </p:to>
                                    </p:set>
                                    <p:animEffect transition="in" filter="wipe(left)">
                                      <p:cBhvr>
                                        <p:cTn id="59" dur="500"/>
                                        <p:tgtEl>
                                          <p:spTgt spid="471064"/>
                                        </p:tgtEl>
                                      </p:cBhvr>
                                    </p:animEffect>
                                  </p:childTnLst>
                                </p:cTn>
                              </p:par>
                            </p:childTnLst>
                          </p:cTn>
                        </p:par>
                      </p:childTnLst>
                    </p:cTn>
                  </p:par>
                  <p:par>
                    <p:cTn id="60" fill="hold">
                      <p:stCondLst>
                        <p:cond delay="indefinite"/>
                      </p:stCondLst>
                      <p:childTnLst>
                        <p:par>
                          <p:cTn id="61" fill="hold">
                            <p:stCondLst>
                              <p:cond delay="0"/>
                            </p:stCondLst>
                            <p:childTnLst>
                              <p:par>
                                <p:cTn id="62" presetID="22" presetClass="entr" presetSubtype="8" fill="hold" nodeType="clickEffect">
                                  <p:stCondLst>
                                    <p:cond delay="0"/>
                                  </p:stCondLst>
                                  <p:childTnLst>
                                    <p:set>
                                      <p:cBhvr>
                                        <p:cTn id="63" dur="1" fill="hold">
                                          <p:stCondLst>
                                            <p:cond delay="0"/>
                                          </p:stCondLst>
                                        </p:cTn>
                                        <p:tgtEl>
                                          <p:spTgt spid="471065"/>
                                        </p:tgtEl>
                                        <p:attrNameLst>
                                          <p:attrName>style.visibility</p:attrName>
                                        </p:attrNameLst>
                                      </p:cBhvr>
                                      <p:to>
                                        <p:strVal val="visible"/>
                                      </p:to>
                                    </p:set>
                                    <p:animEffect transition="in" filter="wipe(left)">
                                      <p:cBhvr>
                                        <p:cTn id="64" dur="500"/>
                                        <p:tgtEl>
                                          <p:spTgt spid="47106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1045" grpId="0" autoUpdateAnimBg="0"/>
      <p:bldP spid="471046" grpId="0" autoUpdateAnimBg="0"/>
      <p:bldP spid="471048" grpId="0" autoUpdateAnimBg="0"/>
    </p:bld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Rectangle 4"/>
          <p:cNvSpPr>
            <a:spLocks noGrp="1" noChangeArrowheads="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a:spcBef>
                <a:spcPct val="0"/>
              </a:spcBef>
              <a:buFontTx/>
              <a:buNone/>
            </a:pPr>
            <a:fld id="{D6F0EEC8-8188-48DF-B5D0-E5A738600AA3}" type="datetime1">
              <a:rPr kumimoji="0" lang="zh-CN" altLang="en-US" sz="1200" smtClean="0">
                <a:solidFill>
                  <a:srgbClr val="000000"/>
                </a:solidFill>
                <a:ea typeface="宋体" panose="02010600030101010101" pitchFamily="2" charset="-122"/>
              </a:rPr>
            </a:fld>
            <a:endParaRPr kumimoji="0" lang="en-US" altLang="zh-CN" sz="1200">
              <a:solidFill>
                <a:srgbClr val="000000"/>
              </a:solidFill>
              <a:ea typeface="宋体" panose="02010600030101010101" pitchFamily="2" charset="-122"/>
            </a:endParaRPr>
          </a:p>
        </p:txBody>
      </p:sp>
      <p:sp>
        <p:nvSpPr>
          <p:cNvPr id="452611" name="Rectangle 3"/>
          <p:cNvSpPr>
            <a:spLocks noGrp="1" noChangeArrowheads="1"/>
          </p:cNvSpPr>
          <p:nvPr>
            <p:ph type="body" sz="half" idx="1"/>
          </p:nvPr>
        </p:nvSpPr>
        <p:spPr>
          <a:xfrm>
            <a:off x="827088" y="1341438"/>
            <a:ext cx="7632700" cy="2952750"/>
          </a:xfrm>
          <a:ln w="28575">
            <a:solidFill>
              <a:schemeClr val="bg1"/>
            </a:solidFill>
          </a:ln>
        </p:spPr>
        <p:txBody>
          <a:bodyPr/>
          <a:lstStyle/>
          <a:p>
            <a:pPr marL="0" indent="0" algn="just" eaLnBrk="1" hangingPunct="1">
              <a:lnSpc>
                <a:spcPct val="120000"/>
              </a:lnSpc>
              <a:buFontTx/>
              <a:buNone/>
              <a:defRPr/>
            </a:pPr>
            <a:r>
              <a:rPr kumimoji="0" lang="en-US" altLang="zh-CN">
                <a:solidFill>
                  <a:srgbClr val="000000"/>
                </a:solidFill>
              </a:rPr>
              <a:t>3</a:t>
            </a:r>
            <a:r>
              <a:rPr kumimoji="0" lang="zh-CN" altLang="en-US">
                <a:solidFill>
                  <a:srgbClr val="000000"/>
                </a:solidFill>
              </a:rPr>
              <a:t>、系统函数</a:t>
            </a:r>
            <a:r>
              <a:rPr kumimoji="0" lang="en-US" altLang="zh-CN">
                <a:solidFill>
                  <a:srgbClr val="000000"/>
                </a:solidFill>
              </a:rPr>
              <a:t>H(s)</a:t>
            </a:r>
            <a:endParaRPr kumimoji="0" lang="en-US" altLang="zh-CN">
              <a:solidFill>
                <a:srgbClr val="000000"/>
              </a:solidFill>
            </a:endParaRPr>
          </a:p>
          <a:p>
            <a:pPr marL="0" indent="0" algn="just" eaLnBrk="1" hangingPunct="1">
              <a:lnSpc>
                <a:spcPct val="120000"/>
              </a:lnSpc>
              <a:buFontTx/>
              <a:buNone/>
              <a:defRPr/>
            </a:pPr>
            <a:r>
              <a:rPr kumimoji="0" lang="en-US" altLang="zh-CN">
                <a:solidFill>
                  <a:srgbClr val="000000"/>
                </a:solidFill>
              </a:rPr>
              <a:t>    </a:t>
            </a:r>
            <a:r>
              <a:rPr kumimoji="0" lang="zh-CN" altLang="en-US">
                <a:solidFill>
                  <a:srgbClr val="000000"/>
                </a:solidFill>
              </a:rPr>
              <a:t>由时域零状态响应</a:t>
            </a:r>
            <a:r>
              <a:rPr kumimoji="0" lang="en-US" altLang="zh-CN">
                <a:solidFill>
                  <a:srgbClr val="000000"/>
                </a:solidFill>
              </a:rPr>
              <a:t>r(t)=e(t)*h(t)</a:t>
            </a:r>
            <a:r>
              <a:rPr kumimoji="0" lang="zh-CN" altLang="en-US">
                <a:solidFill>
                  <a:srgbClr val="000000"/>
                </a:solidFill>
              </a:rPr>
              <a:t>可得：</a:t>
            </a:r>
            <a:endParaRPr kumimoji="0" lang="zh-CN" altLang="en-US">
              <a:solidFill>
                <a:srgbClr val="000000"/>
              </a:solidFill>
            </a:endParaRPr>
          </a:p>
          <a:p>
            <a:pPr marL="0" indent="0" algn="just" eaLnBrk="1" hangingPunct="1">
              <a:lnSpc>
                <a:spcPct val="120000"/>
              </a:lnSpc>
              <a:buFontTx/>
              <a:buNone/>
              <a:defRPr/>
            </a:pPr>
            <a:r>
              <a:rPr kumimoji="0" lang="en-US" altLang="zh-CN">
                <a:solidFill>
                  <a:schemeClr val="bg1"/>
                </a:solidFill>
              </a:rPr>
              <a:t>R(s)=E(s)H(s)</a:t>
            </a:r>
            <a:r>
              <a:rPr kumimoji="0" lang="zh-CN" altLang="en-US">
                <a:solidFill>
                  <a:schemeClr val="bg1"/>
                </a:solidFill>
              </a:rPr>
              <a:t>。</a:t>
            </a:r>
            <a:endParaRPr kumimoji="0" lang="zh-CN" altLang="en-US">
              <a:solidFill>
                <a:schemeClr val="bg1"/>
              </a:solidFill>
            </a:endParaRPr>
          </a:p>
          <a:p>
            <a:pPr marL="0" indent="0" algn="just" eaLnBrk="1" hangingPunct="1">
              <a:lnSpc>
                <a:spcPct val="120000"/>
              </a:lnSpc>
              <a:buFontTx/>
              <a:buNone/>
              <a:defRPr/>
            </a:pPr>
            <a:r>
              <a:rPr kumimoji="0" lang="zh-CN" altLang="en-US">
                <a:solidFill>
                  <a:srgbClr val="000000"/>
                </a:solidFill>
              </a:rPr>
              <a:t>    引入系统函数（又称系统转移函数）：</a:t>
            </a:r>
            <a:endParaRPr kumimoji="0" lang="zh-CN" altLang="en-US">
              <a:solidFill>
                <a:srgbClr val="000000"/>
              </a:solidFill>
            </a:endParaRPr>
          </a:p>
        </p:txBody>
      </p:sp>
      <p:graphicFrame>
        <p:nvGraphicFramePr>
          <p:cNvPr id="83970" name="Object 2"/>
          <p:cNvGraphicFramePr>
            <a:graphicFrameLocks noGrp="1" noChangeAspect="1"/>
          </p:cNvGraphicFramePr>
          <p:nvPr>
            <p:ph sz="half" idx="2"/>
          </p:nvPr>
        </p:nvGraphicFramePr>
        <p:xfrm>
          <a:off x="2843213" y="4508500"/>
          <a:ext cx="3416300" cy="1762125"/>
        </p:xfrm>
        <a:graphic>
          <a:graphicData uri="http://schemas.openxmlformats.org/presentationml/2006/ole">
            <mc:AlternateContent xmlns:mc="http://schemas.openxmlformats.org/markup-compatibility/2006">
              <mc:Choice xmlns:v="urn:schemas-microsoft-com:vml" Requires="v">
                <p:oleObj spid="_x0000_s2" name="公式" r:id="rId1" imgW="812165" imgH="419100" progId="Equation.3">
                  <p:embed/>
                </p:oleObj>
              </mc:Choice>
              <mc:Fallback>
                <p:oleObj name="公式" r:id="rId1" imgW="812165" imgH="419100" progId="Equation.3">
                  <p:embed/>
                  <p:pic>
                    <p:nvPicPr>
                      <p:cNvPr id="0" name="Object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43213" y="4508500"/>
                        <a:ext cx="3416300" cy="1762125"/>
                      </a:xfrm>
                      <a:prstGeom prst="rect">
                        <a:avLst/>
                      </a:prstGeom>
                      <a:solidFill>
                        <a:schemeClr val="folHlink"/>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419842" name="Rectangle 2"/>
          <p:cNvSpPr>
            <a:spLocks noChangeArrowheads="1"/>
          </p:cNvSpPr>
          <p:nvPr/>
        </p:nvSpPr>
        <p:spPr bwMode="auto">
          <a:xfrm>
            <a:off x="620713" y="74613"/>
            <a:ext cx="6523037" cy="693737"/>
          </a:xfrm>
          <a:prstGeom prst="rect">
            <a:avLst/>
          </a:prstGeom>
          <a:solidFill>
            <a:schemeClr val="bg1"/>
          </a:solidFill>
          <a:ln>
            <a:noFill/>
          </a:ln>
          <a:effectLst>
            <a:outerShdw blurRad="63500" dist="38099" dir="2700000" algn="ctr" rotWithShape="0">
              <a:srgbClr val="000000">
                <a:alpha val="74998"/>
              </a:srgbClr>
            </a:outerShdw>
          </a:effectLst>
        </p:spPr>
        <p:txBody>
          <a:bodyPr anchor="ctr"/>
          <a:lstStyle/>
          <a:p>
            <a:pPr algn="ctr" eaLnBrk="1" hangingPunct="1">
              <a:defRPr/>
            </a:pPr>
            <a:r>
              <a:rPr lang="en-US" altLang="zh-CN" sz="2800">
                <a:effectLst>
                  <a:outerShdw blurRad="38100" dist="38100" dir="2700000" algn="tl">
                    <a:srgbClr val="000000"/>
                  </a:outerShdw>
                </a:effectLst>
                <a:ea typeface="黑体" panose="02010609060101010101" charset="-122"/>
              </a:rPr>
              <a:t>§5.7 </a:t>
            </a:r>
            <a:r>
              <a:rPr lang="zh-CN" altLang="en-US" sz="2800">
                <a:effectLst>
                  <a:outerShdw blurRad="38100" dist="38100" dir="2700000" algn="tl">
                    <a:srgbClr val="000000"/>
                  </a:outerShdw>
                </a:effectLst>
                <a:ea typeface="黑体" panose="02010609060101010101" charset="-122"/>
              </a:rPr>
              <a:t>线性系统的拉普拉斯变换分析方法</a:t>
            </a:r>
            <a:endParaRPr lang="zh-CN" altLang="en-US" sz="2800">
              <a:effectLst>
                <a:outerShdw blurRad="38100" dist="38100" dir="2700000" algn="tl">
                  <a:srgbClr val="000000"/>
                </a:outerShdw>
              </a:effectLst>
              <a:ea typeface="黑体" panose="02010609060101010101" charset="-122"/>
            </a:endParaRPr>
          </a:p>
        </p:txBody>
      </p:sp>
      <p:sp>
        <p:nvSpPr>
          <p:cNvPr id="3" name="墨迹 1"/>
          <p:cNvSpPr/>
          <p:nvPr/>
        </p:nvSpPr>
        <p:spPr bwMode="auto">
          <a:xfrm>
            <a:off x="957600" y="2526120"/>
            <a:ext cx="8084160" cy="2853000"/>
          </a:xfrm>
        </p:spPr>
      </p:sp>
    </p:spTree>
  </p:cSld>
  <p:clrMapOvr>
    <a:masterClrMapping/>
  </p:clrMapOvr>
  <mc:AlternateContent xmlns:mc="http://schemas.openxmlformats.org/markup-compatibility/2006">
    <mc:Choice xmlns:p14="http://schemas.microsoft.com/office/powerpoint/2010/main" Requires="p14">
      <p:transition spd="slow" p14:dur="2000" advTm="163466"/>
    </mc:Choice>
    <mc:Fallback>
      <p:transition spd="slow" advTm="163466"/>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5" presetClass="entr" presetSubtype="0" fill="hold" grpId="0" nodeType="withEffect">
                                  <p:stCondLst>
                                    <p:cond delay="0"/>
                                  </p:stCondLst>
                                  <p:childTnLst>
                                    <p:set>
                                      <p:cBhvr>
                                        <p:cTn id="6" dur="1" fill="hold">
                                          <p:stCondLst>
                                            <p:cond delay="0"/>
                                          </p:stCondLst>
                                        </p:cTn>
                                        <p:tgtEl>
                                          <p:spTgt spid="452611">
                                            <p:bg/>
                                          </p:spTgt>
                                        </p:tgtEl>
                                        <p:attrNameLst>
                                          <p:attrName>style.visibility</p:attrName>
                                        </p:attrNameLst>
                                      </p:cBhvr>
                                      <p:to>
                                        <p:strVal val="visible"/>
                                      </p:to>
                                    </p:set>
                                    <p:anim calcmode="lin" valueType="num">
                                      <p:cBhvr>
                                        <p:cTn id="7" dur="1000" fill="hold"/>
                                        <p:tgtEl>
                                          <p:spTgt spid="452611">
                                            <p:bg/>
                                          </p:spTgt>
                                        </p:tgtEl>
                                        <p:attrNameLst>
                                          <p:attrName>ppt_w</p:attrName>
                                        </p:attrNameLst>
                                      </p:cBhvr>
                                      <p:tavLst>
                                        <p:tav tm="0">
                                          <p:val>
                                            <p:strVal val="#ppt_w*0.70"/>
                                          </p:val>
                                        </p:tav>
                                        <p:tav tm="100000">
                                          <p:val>
                                            <p:strVal val="#ppt_w"/>
                                          </p:val>
                                        </p:tav>
                                      </p:tavLst>
                                    </p:anim>
                                    <p:anim calcmode="lin" valueType="num">
                                      <p:cBhvr>
                                        <p:cTn id="8" dur="1000" fill="hold"/>
                                        <p:tgtEl>
                                          <p:spTgt spid="452611">
                                            <p:bg/>
                                          </p:spTgt>
                                        </p:tgtEl>
                                        <p:attrNameLst>
                                          <p:attrName>ppt_h</p:attrName>
                                        </p:attrNameLst>
                                      </p:cBhvr>
                                      <p:tavLst>
                                        <p:tav tm="0">
                                          <p:val>
                                            <p:strVal val="#ppt_h"/>
                                          </p:val>
                                        </p:tav>
                                        <p:tav tm="100000">
                                          <p:val>
                                            <p:strVal val="#ppt_h"/>
                                          </p:val>
                                        </p:tav>
                                      </p:tavLst>
                                    </p:anim>
                                    <p:animEffect transition="in" filter="fade">
                                      <p:cBhvr>
                                        <p:cTn id="9" dur="1000"/>
                                        <p:tgtEl>
                                          <p:spTgt spid="452611">
                                            <p:bg/>
                                          </p:spTgt>
                                        </p:tgtEl>
                                      </p:cBhvr>
                                    </p:animEffect>
                                  </p:childTnLst>
                                </p:cTn>
                              </p:par>
                              <p:par>
                                <p:cTn id="10" presetID="55" presetClass="entr" presetSubtype="0" fill="hold" grpId="0" nodeType="withEffect">
                                  <p:stCondLst>
                                    <p:cond delay="0"/>
                                  </p:stCondLst>
                                  <p:childTnLst>
                                    <p:set>
                                      <p:cBhvr>
                                        <p:cTn id="11" dur="1" fill="hold">
                                          <p:stCondLst>
                                            <p:cond delay="0"/>
                                          </p:stCondLst>
                                        </p:cTn>
                                        <p:tgtEl>
                                          <p:spTgt spid="452611">
                                            <p:txEl>
                                              <p:pRg st="0" end="0"/>
                                            </p:txEl>
                                          </p:spTgt>
                                        </p:tgtEl>
                                        <p:attrNameLst>
                                          <p:attrName>style.visibility</p:attrName>
                                        </p:attrNameLst>
                                      </p:cBhvr>
                                      <p:to>
                                        <p:strVal val="visible"/>
                                      </p:to>
                                    </p:set>
                                    <p:anim calcmode="lin" valueType="num">
                                      <p:cBhvr>
                                        <p:cTn id="12" dur="1000" fill="hold"/>
                                        <p:tgtEl>
                                          <p:spTgt spid="452611">
                                            <p:txEl>
                                              <p:pRg st="0" end="0"/>
                                            </p:txEl>
                                          </p:spTgt>
                                        </p:tgtEl>
                                        <p:attrNameLst>
                                          <p:attrName>ppt_w</p:attrName>
                                        </p:attrNameLst>
                                      </p:cBhvr>
                                      <p:tavLst>
                                        <p:tav tm="0">
                                          <p:val>
                                            <p:strVal val="#ppt_w*0.70"/>
                                          </p:val>
                                        </p:tav>
                                        <p:tav tm="100000">
                                          <p:val>
                                            <p:strVal val="#ppt_w"/>
                                          </p:val>
                                        </p:tav>
                                      </p:tavLst>
                                    </p:anim>
                                    <p:anim calcmode="lin" valueType="num">
                                      <p:cBhvr>
                                        <p:cTn id="13" dur="1000" fill="hold"/>
                                        <p:tgtEl>
                                          <p:spTgt spid="452611">
                                            <p:txEl>
                                              <p:pRg st="0" end="0"/>
                                            </p:txEl>
                                          </p:spTgt>
                                        </p:tgtEl>
                                        <p:attrNameLst>
                                          <p:attrName>ppt_h</p:attrName>
                                        </p:attrNameLst>
                                      </p:cBhvr>
                                      <p:tavLst>
                                        <p:tav tm="0">
                                          <p:val>
                                            <p:strVal val="#ppt_h"/>
                                          </p:val>
                                        </p:tav>
                                        <p:tav tm="100000">
                                          <p:val>
                                            <p:strVal val="#ppt_h"/>
                                          </p:val>
                                        </p:tav>
                                      </p:tavLst>
                                    </p:anim>
                                    <p:animEffect transition="in" filter="fade">
                                      <p:cBhvr>
                                        <p:cTn id="14" dur="1000"/>
                                        <p:tgtEl>
                                          <p:spTgt spid="452611">
                                            <p:txEl>
                                              <p:pRg st="0" end="0"/>
                                            </p:txEl>
                                          </p:spTgt>
                                        </p:tgtEl>
                                      </p:cBhvr>
                                    </p:animEffect>
                                  </p:childTnLst>
                                </p:cTn>
                              </p:par>
                              <p:par>
                                <p:cTn id="15" presetID="55" presetClass="entr" presetSubtype="0" fill="hold" grpId="0" nodeType="withEffect">
                                  <p:stCondLst>
                                    <p:cond delay="0"/>
                                  </p:stCondLst>
                                  <p:childTnLst>
                                    <p:set>
                                      <p:cBhvr>
                                        <p:cTn id="16" dur="1" fill="hold">
                                          <p:stCondLst>
                                            <p:cond delay="0"/>
                                          </p:stCondLst>
                                        </p:cTn>
                                        <p:tgtEl>
                                          <p:spTgt spid="452611">
                                            <p:txEl>
                                              <p:pRg st="1" end="1"/>
                                            </p:txEl>
                                          </p:spTgt>
                                        </p:tgtEl>
                                        <p:attrNameLst>
                                          <p:attrName>style.visibility</p:attrName>
                                        </p:attrNameLst>
                                      </p:cBhvr>
                                      <p:to>
                                        <p:strVal val="visible"/>
                                      </p:to>
                                    </p:set>
                                    <p:anim calcmode="lin" valueType="num">
                                      <p:cBhvr>
                                        <p:cTn id="17" dur="1000" fill="hold"/>
                                        <p:tgtEl>
                                          <p:spTgt spid="452611">
                                            <p:txEl>
                                              <p:pRg st="1" end="1"/>
                                            </p:txEl>
                                          </p:spTgt>
                                        </p:tgtEl>
                                        <p:attrNameLst>
                                          <p:attrName>ppt_w</p:attrName>
                                        </p:attrNameLst>
                                      </p:cBhvr>
                                      <p:tavLst>
                                        <p:tav tm="0">
                                          <p:val>
                                            <p:strVal val="#ppt_w*0.70"/>
                                          </p:val>
                                        </p:tav>
                                        <p:tav tm="100000">
                                          <p:val>
                                            <p:strVal val="#ppt_w"/>
                                          </p:val>
                                        </p:tav>
                                      </p:tavLst>
                                    </p:anim>
                                    <p:anim calcmode="lin" valueType="num">
                                      <p:cBhvr>
                                        <p:cTn id="18" dur="1000" fill="hold"/>
                                        <p:tgtEl>
                                          <p:spTgt spid="452611">
                                            <p:txEl>
                                              <p:pRg st="1" end="1"/>
                                            </p:txEl>
                                          </p:spTgt>
                                        </p:tgtEl>
                                        <p:attrNameLst>
                                          <p:attrName>ppt_h</p:attrName>
                                        </p:attrNameLst>
                                      </p:cBhvr>
                                      <p:tavLst>
                                        <p:tav tm="0">
                                          <p:val>
                                            <p:strVal val="#ppt_h"/>
                                          </p:val>
                                        </p:tav>
                                        <p:tav tm="100000">
                                          <p:val>
                                            <p:strVal val="#ppt_h"/>
                                          </p:val>
                                        </p:tav>
                                      </p:tavLst>
                                    </p:anim>
                                    <p:animEffect transition="in" filter="fade">
                                      <p:cBhvr>
                                        <p:cTn id="19" dur="1000"/>
                                        <p:tgtEl>
                                          <p:spTgt spid="452611">
                                            <p:txEl>
                                              <p:pRg st="1" end="1"/>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55" presetClass="entr" presetSubtype="0" fill="hold" grpId="0" nodeType="clickEffect">
                                  <p:stCondLst>
                                    <p:cond delay="0"/>
                                  </p:stCondLst>
                                  <p:childTnLst>
                                    <p:set>
                                      <p:cBhvr>
                                        <p:cTn id="23" dur="1" fill="hold">
                                          <p:stCondLst>
                                            <p:cond delay="0"/>
                                          </p:stCondLst>
                                        </p:cTn>
                                        <p:tgtEl>
                                          <p:spTgt spid="452611">
                                            <p:txEl>
                                              <p:pRg st="2" end="2"/>
                                            </p:txEl>
                                          </p:spTgt>
                                        </p:tgtEl>
                                        <p:attrNameLst>
                                          <p:attrName>style.visibility</p:attrName>
                                        </p:attrNameLst>
                                      </p:cBhvr>
                                      <p:to>
                                        <p:strVal val="visible"/>
                                      </p:to>
                                    </p:set>
                                    <p:anim calcmode="lin" valueType="num">
                                      <p:cBhvr>
                                        <p:cTn id="24" dur="1000" fill="hold"/>
                                        <p:tgtEl>
                                          <p:spTgt spid="452611">
                                            <p:txEl>
                                              <p:pRg st="2" end="2"/>
                                            </p:txEl>
                                          </p:spTgt>
                                        </p:tgtEl>
                                        <p:attrNameLst>
                                          <p:attrName>ppt_w</p:attrName>
                                        </p:attrNameLst>
                                      </p:cBhvr>
                                      <p:tavLst>
                                        <p:tav tm="0">
                                          <p:val>
                                            <p:strVal val="#ppt_w*0.70"/>
                                          </p:val>
                                        </p:tav>
                                        <p:tav tm="100000">
                                          <p:val>
                                            <p:strVal val="#ppt_w"/>
                                          </p:val>
                                        </p:tav>
                                      </p:tavLst>
                                    </p:anim>
                                    <p:anim calcmode="lin" valueType="num">
                                      <p:cBhvr>
                                        <p:cTn id="25" dur="1000" fill="hold"/>
                                        <p:tgtEl>
                                          <p:spTgt spid="452611">
                                            <p:txEl>
                                              <p:pRg st="2" end="2"/>
                                            </p:txEl>
                                          </p:spTgt>
                                        </p:tgtEl>
                                        <p:attrNameLst>
                                          <p:attrName>ppt_h</p:attrName>
                                        </p:attrNameLst>
                                      </p:cBhvr>
                                      <p:tavLst>
                                        <p:tav tm="0">
                                          <p:val>
                                            <p:strVal val="#ppt_h"/>
                                          </p:val>
                                        </p:tav>
                                        <p:tav tm="100000">
                                          <p:val>
                                            <p:strVal val="#ppt_h"/>
                                          </p:val>
                                        </p:tav>
                                      </p:tavLst>
                                    </p:anim>
                                    <p:animEffect transition="in" filter="fade">
                                      <p:cBhvr>
                                        <p:cTn id="26" dur="1000"/>
                                        <p:tgtEl>
                                          <p:spTgt spid="452611">
                                            <p:txEl>
                                              <p:pRg st="2" end="2"/>
                                            </p:txEl>
                                          </p:spTgt>
                                        </p:tgtEl>
                                      </p:cBhvr>
                                    </p:animEffect>
                                  </p:childTnLst>
                                </p:cTn>
                              </p:par>
                              <p:par>
                                <p:cTn id="27" presetID="55" presetClass="entr" presetSubtype="0" fill="hold" grpId="0" nodeType="withEffect">
                                  <p:stCondLst>
                                    <p:cond delay="0"/>
                                  </p:stCondLst>
                                  <p:childTnLst>
                                    <p:set>
                                      <p:cBhvr>
                                        <p:cTn id="28" dur="1" fill="hold">
                                          <p:stCondLst>
                                            <p:cond delay="0"/>
                                          </p:stCondLst>
                                        </p:cTn>
                                        <p:tgtEl>
                                          <p:spTgt spid="452611">
                                            <p:txEl>
                                              <p:pRg st="3" end="3"/>
                                            </p:txEl>
                                          </p:spTgt>
                                        </p:tgtEl>
                                        <p:attrNameLst>
                                          <p:attrName>style.visibility</p:attrName>
                                        </p:attrNameLst>
                                      </p:cBhvr>
                                      <p:to>
                                        <p:strVal val="visible"/>
                                      </p:to>
                                    </p:set>
                                    <p:anim calcmode="lin" valueType="num">
                                      <p:cBhvr>
                                        <p:cTn id="29" dur="1000" fill="hold"/>
                                        <p:tgtEl>
                                          <p:spTgt spid="452611">
                                            <p:txEl>
                                              <p:pRg st="3" end="3"/>
                                            </p:txEl>
                                          </p:spTgt>
                                        </p:tgtEl>
                                        <p:attrNameLst>
                                          <p:attrName>ppt_w</p:attrName>
                                        </p:attrNameLst>
                                      </p:cBhvr>
                                      <p:tavLst>
                                        <p:tav tm="0">
                                          <p:val>
                                            <p:strVal val="#ppt_w*0.70"/>
                                          </p:val>
                                        </p:tav>
                                        <p:tav tm="100000">
                                          <p:val>
                                            <p:strVal val="#ppt_w"/>
                                          </p:val>
                                        </p:tav>
                                      </p:tavLst>
                                    </p:anim>
                                    <p:anim calcmode="lin" valueType="num">
                                      <p:cBhvr>
                                        <p:cTn id="30" dur="1000" fill="hold"/>
                                        <p:tgtEl>
                                          <p:spTgt spid="452611">
                                            <p:txEl>
                                              <p:pRg st="3" end="3"/>
                                            </p:txEl>
                                          </p:spTgt>
                                        </p:tgtEl>
                                        <p:attrNameLst>
                                          <p:attrName>ppt_h</p:attrName>
                                        </p:attrNameLst>
                                      </p:cBhvr>
                                      <p:tavLst>
                                        <p:tav tm="0">
                                          <p:val>
                                            <p:strVal val="#ppt_h"/>
                                          </p:val>
                                        </p:tav>
                                        <p:tav tm="100000">
                                          <p:val>
                                            <p:strVal val="#ppt_h"/>
                                          </p:val>
                                        </p:tav>
                                      </p:tavLst>
                                    </p:anim>
                                    <p:animEffect transition="in" filter="fade">
                                      <p:cBhvr>
                                        <p:cTn id="31" dur="1000"/>
                                        <p:tgtEl>
                                          <p:spTgt spid="452611">
                                            <p:txEl>
                                              <p:pRg st="3" end="3"/>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55" presetClass="entr" presetSubtype="0" fill="hold" nodeType="clickEffect">
                                  <p:stCondLst>
                                    <p:cond delay="0"/>
                                  </p:stCondLst>
                                  <p:childTnLst>
                                    <p:set>
                                      <p:cBhvr>
                                        <p:cTn id="35" dur="1" fill="hold">
                                          <p:stCondLst>
                                            <p:cond delay="0"/>
                                          </p:stCondLst>
                                        </p:cTn>
                                        <p:tgtEl>
                                          <p:spTgt spid="83970"/>
                                        </p:tgtEl>
                                        <p:attrNameLst>
                                          <p:attrName>style.visibility</p:attrName>
                                        </p:attrNameLst>
                                      </p:cBhvr>
                                      <p:to>
                                        <p:strVal val="visible"/>
                                      </p:to>
                                    </p:set>
                                    <p:anim calcmode="lin" valueType="num">
                                      <p:cBhvr>
                                        <p:cTn id="36" dur="1000" fill="hold"/>
                                        <p:tgtEl>
                                          <p:spTgt spid="83970"/>
                                        </p:tgtEl>
                                        <p:attrNameLst>
                                          <p:attrName>ppt_w</p:attrName>
                                        </p:attrNameLst>
                                      </p:cBhvr>
                                      <p:tavLst>
                                        <p:tav tm="0">
                                          <p:val>
                                            <p:strVal val="#ppt_w*0.70"/>
                                          </p:val>
                                        </p:tav>
                                        <p:tav tm="100000">
                                          <p:val>
                                            <p:strVal val="#ppt_w"/>
                                          </p:val>
                                        </p:tav>
                                      </p:tavLst>
                                    </p:anim>
                                    <p:anim calcmode="lin" valueType="num">
                                      <p:cBhvr>
                                        <p:cTn id="37" dur="1000" fill="hold"/>
                                        <p:tgtEl>
                                          <p:spTgt spid="83970"/>
                                        </p:tgtEl>
                                        <p:attrNameLst>
                                          <p:attrName>ppt_h</p:attrName>
                                        </p:attrNameLst>
                                      </p:cBhvr>
                                      <p:tavLst>
                                        <p:tav tm="0">
                                          <p:val>
                                            <p:strVal val="#ppt_h"/>
                                          </p:val>
                                        </p:tav>
                                        <p:tav tm="100000">
                                          <p:val>
                                            <p:strVal val="#ppt_h"/>
                                          </p:val>
                                        </p:tav>
                                      </p:tavLst>
                                    </p:anim>
                                    <p:animEffect transition="in" filter="fade">
                                      <p:cBhvr>
                                        <p:cTn id="38" dur="1000"/>
                                        <p:tgtEl>
                                          <p:spTgt spid="8397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2611" grpId="0" animBg="1" uiExpand="1" build="p"/>
    </p:bld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4"/>
          <p:cNvSpPr>
            <a:spLocks noGrp="1" noChangeArrowheads="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a:spcBef>
                <a:spcPct val="0"/>
              </a:spcBef>
              <a:buFontTx/>
              <a:buNone/>
            </a:pPr>
            <a:fld id="{4CDFCE33-B75E-4ABE-AF67-A9DD181D0326}" type="datetime1">
              <a:rPr kumimoji="0" lang="zh-CN" altLang="en-US" sz="1200" smtClean="0">
                <a:solidFill>
                  <a:srgbClr val="000000"/>
                </a:solidFill>
                <a:ea typeface="宋体" panose="02010600030101010101" pitchFamily="2" charset="-122"/>
              </a:rPr>
            </a:fld>
            <a:endParaRPr kumimoji="0" lang="en-US" altLang="zh-CN" sz="1200">
              <a:solidFill>
                <a:srgbClr val="000000"/>
              </a:solidFill>
              <a:ea typeface="宋体" panose="02010600030101010101" pitchFamily="2" charset="-122"/>
            </a:endParaRPr>
          </a:p>
        </p:txBody>
      </p:sp>
      <p:graphicFrame>
        <p:nvGraphicFramePr>
          <p:cNvPr id="106499" name="Object 2"/>
          <p:cNvGraphicFramePr>
            <a:graphicFrameLocks noGrp="1" noChangeAspect="1"/>
          </p:cNvGraphicFramePr>
          <p:nvPr>
            <p:ph sz="half" idx="2"/>
          </p:nvPr>
        </p:nvGraphicFramePr>
        <p:xfrm>
          <a:off x="2843530" y="1517015"/>
          <a:ext cx="2988310" cy="1053465"/>
        </p:xfrm>
        <a:graphic>
          <a:graphicData uri="http://schemas.openxmlformats.org/presentationml/2006/ole">
            <mc:AlternateContent xmlns:mc="http://schemas.openxmlformats.org/markup-compatibility/2006">
              <mc:Choice xmlns:v="urn:schemas-microsoft-com:vml" Requires="v">
                <p:oleObj spid="_x0000_s2" name="公式" r:id="rId1" imgW="1244600" imgH="393700" progId="Equation.3">
                  <p:embed/>
                </p:oleObj>
              </mc:Choice>
              <mc:Fallback>
                <p:oleObj name="公式" r:id="rId1" imgW="1244600" imgH="393700" progId="Equation.3">
                  <p:embed/>
                  <p:pic>
                    <p:nvPicPr>
                      <p:cNvPr id="0" name="Object 2"/>
                      <p:cNvPicPr>
                        <a:picLocks noChangeAspect="1" noChangeArrowheads="1"/>
                      </p:cNvPicPr>
                      <p:nvPr/>
                    </p:nvPicPr>
                    <p:blipFill>
                      <a:blip r:embed="rId2"/>
                      <a:srcRect/>
                      <a:stretch>
                        <a:fillRect/>
                      </a:stretch>
                    </p:blipFill>
                    <p:spPr bwMode="auto">
                      <a:xfrm>
                        <a:off x="2843530" y="1517015"/>
                        <a:ext cx="2988310" cy="10534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 name="墨迹 1"/>
          <p:cNvSpPr/>
          <p:nvPr/>
        </p:nvSpPr>
        <p:spPr bwMode="auto">
          <a:xfrm>
            <a:off x="1260115" y="908435"/>
            <a:ext cx="5632560" cy="3361680"/>
          </a:xfrm>
        </p:spPr>
      </p:sp>
      <p:sp>
        <p:nvSpPr>
          <p:cNvPr id="6" name="文本框 5"/>
          <p:cNvSpPr txBox="1"/>
          <p:nvPr/>
        </p:nvSpPr>
        <p:spPr>
          <a:xfrm>
            <a:off x="467995" y="318135"/>
            <a:ext cx="8911590" cy="1198880"/>
          </a:xfrm>
          <a:prstGeom prst="rect">
            <a:avLst/>
          </a:prstGeom>
          <a:noFill/>
        </p:spPr>
        <p:txBody>
          <a:bodyPr wrap="square" rtlCol="0">
            <a:spAutoFit/>
          </a:bodyPr>
          <a:p>
            <a:r>
              <a:rPr lang="zh-CN" altLang="en-US" sz="2400">
                <a:gradFill>
                  <a:gsLst>
                    <a:gs pos="50410">
                      <a:srgbClr val="1F1F1F"/>
                    </a:gs>
                    <a:gs pos="0">
                      <a:srgbClr val="020202"/>
                    </a:gs>
                    <a:gs pos="100000">
                      <a:srgbClr val="424242"/>
                    </a:gs>
                  </a:gsLst>
                  <a:lin ang="5400000" scaled="1"/>
                </a:gradFill>
              </a:rPr>
              <a:t>例题</a:t>
            </a:r>
            <a:r>
              <a:rPr lang="en-US" altLang="zh-CN" sz="2400">
                <a:gradFill>
                  <a:gsLst>
                    <a:gs pos="50410">
                      <a:srgbClr val="1F1F1F"/>
                    </a:gs>
                    <a:gs pos="0">
                      <a:srgbClr val="020202"/>
                    </a:gs>
                    <a:gs pos="100000">
                      <a:srgbClr val="424242"/>
                    </a:gs>
                  </a:gsLst>
                  <a:lin ang="5400000" scaled="1"/>
                </a:gradFill>
              </a:rPr>
              <a:t>5-14</a:t>
            </a:r>
            <a:r>
              <a:rPr lang="zh-CN" altLang="en-US" sz="2400">
                <a:gradFill>
                  <a:gsLst>
                    <a:gs pos="50410">
                      <a:srgbClr val="1F1F1F"/>
                    </a:gs>
                    <a:gs pos="0">
                      <a:srgbClr val="020202"/>
                    </a:gs>
                    <a:gs pos="100000">
                      <a:srgbClr val="424242"/>
                    </a:gs>
                  </a:gsLst>
                  <a:lin ang="5400000" scaled="1"/>
                </a:gradFill>
              </a:rPr>
              <a:t>：已知输入</a:t>
            </a:r>
            <a:r>
              <a:rPr lang="en-US" altLang="zh-CN" sz="2400">
                <a:gradFill>
                  <a:gsLst>
                    <a:gs pos="50410">
                      <a:srgbClr val="1F1F1F"/>
                    </a:gs>
                    <a:gs pos="0">
                      <a:srgbClr val="020202"/>
                    </a:gs>
                    <a:gs pos="100000">
                      <a:srgbClr val="424242"/>
                    </a:gs>
                  </a:gsLst>
                  <a:lin ang="5400000" scaled="1"/>
                </a:gradFill>
              </a:rPr>
              <a:t>                 </a:t>
            </a:r>
            <a:r>
              <a:rPr lang="zh-CN" altLang="en-US" sz="2400">
                <a:gradFill>
                  <a:gsLst>
                    <a:gs pos="50410">
                      <a:srgbClr val="1F1F1F"/>
                    </a:gs>
                    <a:gs pos="0">
                      <a:srgbClr val="020202"/>
                    </a:gs>
                    <a:gs pos="100000">
                      <a:srgbClr val="424242"/>
                    </a:gs>
                  </a:gsLst>
                  <a:lin ang="5400000" scaled="1"/>
                </a:gradFill>
              </a:rPr>
              <a:t>初始条件</a:t>
            </a:r>
            <a:r>
              <a:rPr lang="zh-CN" altLang="en-US" sz="2400">
                <a:gradFill>
                  <a:gsLst>
                    <a:gs pos="50410">
                      <a:srgbClr val="1F1F1F"/>
                    </a:gs>
                    <a:gs pos="0">
                      <a:srgbClr val="020202"/>
                    </a:gs>
                    <a:gs pos="100000">
                      <a:srgbClr val="424242"/>
                    </a:gs>
                  </a:gsLst>
                  <a:lin ang="5400000" scaled="1"/>
                </a:gradFill>
              </a:rPr>
              <a:t>为</a:t>
            </a:r>
            <a:endParaRPr lang="zh-CN" altLang="en-US" sz="2400">
              <a:gradFill>
                <a:gsLst>
                  <a:gs pos="50410">
                    <a:srgbClr val="1F1F1F"/>
                  </a:gs>
                  <a:gs pos="0">
                    <a:srgbClr val="020202"/>
                  </a:gs>
                  <a:gs pos="100000">
                    <a:srgbClr val="424242"/>
                  </a:gs>
                </a:gsLst>
                <a:lin ang="5400000" scaled="1"/>
              </a:gradFill>
            </a:endParaRPr>
          </a:p>
          <a:p>
            <a:r>
              <a:rPr lang="en-US" altLang="zh-CN" sz="2400">
                <a:gradFill>
                  <a:gsLst>
                    <a:gs pos="50410">
                      <a:srgbClr val="1F1F1F"/>
                    </a:gs>
                    <a:gs pos="0">
                      <a:srgbClr val="020202"/>
                    </a:gs>
                    <a:gs pos="100000">
                      <a:srgbClr val="424242"/>
                    </a:gs>
                  </a:gsLst>
                  <a:lin ang="5400000" scaled="1"/>
                </a:gradFill>
              </a:rPr>
              <a:t>                   </a:t>
            </a:r>
            <a:endParaRPr lang="en-US" altLang="zh-CN" sz="2400">
              <a:gradFill>
                <a:gsLst>
                  <a:gs pos="50410">
                    <a:srgbClr val="1F1F1F"/>
                  </a:gs>
                  <a:gs pos="0">
                    <a:srgbClr val="020202"/>
                  </a:gs>
                  <a:gs pos="100000">
                    <a:srgbClr val="424242"/>
                  </a:gs>
                </a:gsLst>
                <a:lin ang="5400000" scaled="1"/>
              </a:gradFill>
            </a:endParaRPr>
          </a:p>
          <a:p>
            <a:r>
              <a:rPr lang="en-US" altLang="zh-CN" sz="2400">
                <a:gradFill>
                  <a:gsLst>
                    <a:gs pos="50410">
                      <a:srgbClr val="1F1F1F"/>
                    </a:gs>
                    <a:gs pos="0">
                      <a:srgbClr val="020202"/>
                    </a:gs>
                    <a:gs pos="100000">
                      <a:srgbClr val="424242"/>
                    </a:gs>
                  </a:gsLst>
                  <a:lin ang="5400000" scaled="1"/>
                </a:gradFill>
              </a:rPr>
              <a:t>                 </a:t>
            </a:r>
            <a:r>
              <a:rPr lang="zh-CN" altLang="en-US" sz="2400">
                <a:gradFill>
                  <a:gsLst>
                    <a:gs pos="50410">
                      <a:srgbClr val="1F1F1F"/>
                    </a:gs>
                    <a:gs pos="0">
                      <a:srgbClr val="020202"/>
                    </a:gs>
                    <a:gs pos="100000">
                      <a:srgbClr val="424242"/>
                    </a:gs>
                  </a:gsLst>
                  <a:lin ang="5400000" scaled="1"/>
                </a:gradFill>
              </a:rPr>
              <a:t>系统响应对激励信号的转移</a:t>
            </a:r>
            <a:r>
              <a:rPr lang="zh-CN" altLang="en-US" sz="2400">
                <a:gradFill>
                  <a:gsLst>
                    <a:gs pos="50410">
                      <a:srgbClr val="1F1F1F"/>
                    </a:gs>
                    <a:gs pos="0">
                      <a:srgbClr val="020202"/>
                    </a:gs>
                    <a:gs pos="100000">
                      <a:srgbClr val="424242"/>
                    </a:gs>
                  </a:gsLst>
                  <a:lin ang="5400000" scaled="1"/>
                </a:gradFill>
              </a:rPr>
              <a:t>函数：</a:t>
            </a:r>
            <a:endParaRPr lang="zh-CN" altLang="en-US" sz="2400">
              <a:gradFill>
                <a:gsLst>
                  <a:gs pos="50410">
                    <a:srgbClr val="1F1F1F"/>
                  </a:gs>
                  <a:gs pos="0">
                    <a:srgbClr val="020202"/>
                  </a:gs>
                  <a:gs pos="100000">
                    <a:srgbClr val="424242"/>
                  </a:gs>
                </a:gsLst>
                <a:lin ang="5400000" scaled="1"/>
              </a:gradFill>
            </a:endParaRPr>
          </a:p>
        </p:txBody>
      </p:sp>
      <p:graphicFrame>
        <p:nvGraphicFramePr>
          <p:cNvPr id="7" name="对象 6"/>
          <p:cNvGraphicFramePr/>
          <p:nvPr/>
        </p:nvGraphicFramePr>
        <p:xfrm>
          <a:off x="3344545" y="318770"/>
          <a:ext cx="1322705" cy="474345"/>
        </p:xfrm>
        <a:graphic>
          <a:graphicData uri="http://schemas.openxmlformats.org/presentationml/2006/ole">
            <mc:AlternateContent xmlns:mc="http://schemas.openxmlformats.org/markup-compatibility/2006">
              <mc:Choice xmlns:v="urn:schemas-microsoft-com:vml" Requires="v">
                <p:oleObj spid="_x0000_s8" name="" r:id="rId3" imgW="876300" imgH="228600" progId="Equation.KSEE3">
                  <p:embed/>
                </p:oleObj>
              </mc:Choice>
              <mc:Fallback>
                <p:oleObj name="" r:id="rId3" imgW="876300" imgH="228600" progId="Equation.KSEE3">
                  <p:embed/>
                  <p:pic>
                    <p:nvPicPr>
                      <p:cNvPr id="0" name="图片 7"/>
                      <p:cNvPicPr/>
                      <p:nvPr/>
                    </p:nvPicPr>
                    <p:blipFill>
                      <a:blip r:embed="rId4"/>
                      <a:stretch>
                        <a:fillRect/>
                      </a:stretch>
                    </p:blipFill>
                    <p:spPr>
                      <a:xfrm>
                        <a:off x="3344545" y="318770"/>
                        <a:ext cx="1322705" cy="474345"/>
                      </a:xfrm>
                      <a:prstGeom prst="rect">
                        <a:avLst/>
                      </a:prstGeom>
                    </p:spPr>
                  </p:pic>
                </p:oleObj>
              </mc:Fallback>
            </mc:AlternateContent>
          </a:graphicData>
        </a:graphic>
      </p:graphicFrame>
      <p:graphicFrame>
        <p:nvGraphicFramePr>
          <p:cNvPr id="9" name="对象 8"/>
          <p:cNvGraphicFramePr/>
          <p:nvPr/>
        </p:nvGraphicFramePr>
        <p:xfrm>
          <a:off x="6588125" y="332740"/>
          <a:ext cx="2368550" cy="460375"/>
        </p:xfrm>
        <a:graphic>
          <a:graphicData uri="http://schemas.openxmlformats.org/presentationml/2006/ole">
            <mc:AlternateContent xmlns:mc="http://schemas.openxmlformats.org/markup-compatibility/2006">
              <mc:Choice xmlns:v="urn:schemas-microsoft-com:vml" Requires="v">
                <p:oleObj spid="_x0000_s10" name="" r:id="rId5" imgW="1666240" imgH="320675" progId="Equation.KSEE3">
                  <p:embed/>
                </p:oleObj>
              </mc:Choice>
              <mc:Fallback>
                <p:oleObj name="" r:id="rId5" imgW="1666240" imgH="320675" progId="Equation.KSEE3">
                  <p:embed/>
                  <p:pic>
                    <p:nvPicPr>
                      <p:cNvPr id="0" name="图片 9"/>
                      <p:cNvPicPr/>
                      <p:nvPr/>
                    </p:nvPicPr>
                    <p:blipFill>
                      <a:blip r:embed="rId6"/>
                      <a:stretch>
                        <a:fillRect/>
                      </a:stretch>
                    </p:blipFill>
                    <p:spPr>
                      <a:xfrm>
                        <a:off x="6588125" y="332740"/>
                        <a:ext cx="2368550" cy="460375"/>
                      </a:xfrm>
                      <a:prstGeom prst="rect">
                        <a:avLst/>
                      </a:prstGeom>
                    </p:spPr>
                  </p:pic>
                </p:oleObj>
              </mc:Fallback>
            </mc:AlternateContent>
          </a:graphicData>
        </a:graphic>
      </p:graphicFrame>
      <p:graphicFrame>
        <p:nvGraphicFramePr>
          <p:cNvPr id="107523" name="Object 2"/>
          <p:cNvGraphicFramePr>
            <a:graphicFrameLocks noGrp="1" noChangeAspect="1"/>
          </p:cNvGraphicFramePr>
          <p:nvPr/>
        </p:nvGraphicFramePr>
        <p:xfrm>
          <a:off x="539115" y="3628073"/>
          <a:ext cx="2665413" cy="585787"/>
        </p:xfrm>
        <a:graphic>
          <a:graphicData uri="http://schemas.openxmlformats.org/presentationml/2006/ole">
            <mc:AlternateContent xmlns:mc="http://schemas.openxmlformats.org/markup-compatibility/2006">
              <mc:Choice xmlns:v="urn:schemas-microsoft-com:vml" Requires="v">
                <p:oleObj spid="_x0000_s15" name="公式" r:id="rId7" imgW="1040765" imgH="228600" progId="Equation.3">
                  <p:embed/>
                </p:oleObj>
              </mc:Choice>
              <mc:Fallback>
                <p:oleObj name="公式" r:id="rId7" imgW="1040765" imgH="228600" progId="Equation.3">
                  <p:embed/>
                  <p:pic>
                    <p:nvPicPr>
                      <p:cNvPr id="0" name="Object 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39115" y="3628073"/>
                        <a:ext cx="2665413" cy="585787"/>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86024" name="Object 4"/>
          <p:cNvGraphicFramePr>
            <a:graphicFrameLocks noChangeAspect="1"/>
          </p:cNvGraphicFramePr>
          <p:nvPr/>
        </p:nvGraphicFramePr>
        <p:xfrm>
          <a:off x="1475899" y="4385787"/>
          <a:ext cx="5967095" cy="1677035"/>
        </p:xfrm>
        <a:graphic>
          <a:graphicData uri="http://schemas.openxmlformats.org/presentationml/2006/ole">
            <mc:AlternateContent xmlns:mc="http://schemas.openxmlformats.org/markup-compatibility/2006">
              <mc:Choice xmlns:v="urn:schemas-microsoft-com:vml" Requires="v">
                <p:oleObj spid="_x0000_s16" name="公式" r:id="rId9" imgW="2260600" imgH="634365" progId="Equation.3">
                  <p:embed/>
                </p:oleObj>
              </mc:Choice>
              <mc:Fallback>
                <p:oleObj name="公式" r:id="rId9" imgW="2260600" imgH="634365" progId="Equation.3">
                  <p:embed/>
                  <p:pic>
                    <p:nvPicPr>
                      <p:cNvPr id="0" name="Object 4"/>
                      <p:cNvPicPr>
                        <a:picLocks noChangeAspect="1" noChangeArrowheads="1"/>
                      </p:cNvPicPr>
                      <p:nvPr/>
                    </p:nvPicPr>
                    <p:blipFill>
                      <a:blip r:embed="rId10"/>
                      <a:srcRect/>
                      <a:stretch>
                        <a:fillRect/>
                      </a:stretch>
                    </p:blipFill>
                    <p:spPr bwMode="auto">
                      <a:xfrm>
                        <a:off x="1475899" y="4385787"/>
                        <a:ext cx="5967095" cy="1677035"/>
                      </a:xfrm>
                      <a:prstGeom prst="rect">
                        <a:avLst/>
                      </a:prstGeom>
                      <a:solidFill>
                        <a:schemeClr val="tx1"/>
                      </a:solidFill>
                      <a:ln w="9525">
                        <a:solidFill>
                          <a:srgbClr val="C0C0C0"/>
                        </a:solidFill>
                        <a:miter lim="800000"/>
                        <a:headEnd/>
                        <a:tailEnd/>
                      </a:ln>
                      <a:effectLst>
                        <a:outerShdw dist="35921" dir="2700000" algn="ctr" rotWithShape="0">
                          <a:srgbClr val="808080">
                            <a:alpha val="74997"/>
                          </a:srgbClr>
                        </a:outerShdw>
                      </a:effectLst>
                    </p:spPr>
                  </p:pic>
                </p:oleObj>
              </mc:Fallback>
            </mc:AlternateContent>
          </a:graphicData>
        </a:graphic>
      </p:graphicFrame>
      <p:sp>
        <p:nvSpPr>
          <p:cNvPr id="17" name="文本框 16"/>
          <p:cNvSpPr txBox="1"/>
          <p:nvPr/>
        </p:nvSpPr>
        <p:spPr>
          <a:xfrm>
            <a:off x="1906905" y="2492375"/>
            <a:ext cx="7049770" cy="1183640"/>
          </a:xfrm>
          <a:prstGeom prst="rect">
            <a:avLst/>
          </a:prstGeom>
          <a:noFill/>
        </p:spPr>
        <p:txBody>
          <a:bodyPr wrap="square" rtlCol="0">
            <a:noAutofit/>
          </a:bodyPr>
          <a:p>
            <a:r>
              <a:rPr lang="zh-CN" altLang="en-US" sz="2400">
                <a:gradFill>
                  <a:gsLst>
                    <a:gs pos="50410">
                      <a:srgbClr val="1F1F1F"/>
                    </a:gs>
                    <a:gs pos="0">
                      <a:srgbClr val="020202"/>
                    </a:gs>
                    <a:gs pos="100000">
                      <a:srgbClr val="424242"/>
                    </a:gs>
                  </a:gsLst>
                  <a:lin ang="5400000" scaled="1"/>
                </a:gradFill>
              </a:rPr>
              <a:t>求系统的响应</a:t>
            </a:r>
            <a:r>
              <a:rPr lang="en-US" altLang="zh-CN" sz="2400" i="1">
                <a:gradFill>
                  <a:gsLst>
                    <a:gs pos="50410">
                      <a:srgbClr val="1F1F1F"/>
                    </a:gs>
                    <a:gs pos="0">
                      <a:srgbClr val="020202"/>
                    </a:gs>
                    <a:gs pos="100000">
                      <a:srgbClr val="424242"/>
                    </a:gs>
                  </a:gsLst>
                  <a:lin ang="5400000" scaled="1"/>
                </a:gradFill>
              </a:rPr>
              <a:t>r(t) </a:t>
            </a:r>
            <a:r>
              <a:rPr lang="en-US" altLang="zh-CN" sz="2400">
                <a:gradFill>
                  <a:gsLst>
                    <a:gs pos="50410">
                      <a:srgbClr val="1F1F1F"/>
                    </a:gs>
                    <a:gs pos="0">
                      <a:srgbClr val="020202"/>
                    </a:gs>
                    <a:gs pos="100000">
                      <a:srgbClr val="424242"/>
                    </a:gs>
                  </a:gsLst>
                  <a:lin ang="5400000" scaled="1"/>
                </a:gradFill>
              </a:rPr>
              <a:t>  </a:t>
            </a:r>
            <a:r>
              <a:rPr lang="zh-CN" altLang="en-US" sz="2400">
                <a:gradFill>
                  <a:gsLst>
                    <a:gs pos="50410">
                      <a:srgbClr val="1F1F1F"/>
                    </a:gs>
                    <a:gs pos="0">
                      <a:srgbClr val="020202"/>
                    </a:gs>
                    <a:gs pos="100000">
                      <a:srgbClr val="424242"/>
                    </a:gs>
                  </a:gsLst>
                  <a:lin ang="5400000" scaled="1"/>
                </a:gradFill>
              </a:rPr>
              <a:t>，并标出受迫分量和自然分量、</a:t>
            </a:r>
            <a:endParaRPr lang="zh-CN" altLang="en-US" sz="2400">
              <a:gradFill>
                <a:gsLst>
                  <a:gs pos="50410">
                    <a:srgbClr val="1F1F1F"/>
                  </a:gs>
                  <a:gs pos="0">
                    <a:srgbClr val="020202"/>
                  </a:gs>
                  <a:gs pos="100000">
                    <a:srgbClr val="424242"/>
                  </a:gs>
                </a:gsLst>
                <a:lin ang="5400000" scaled="1"/>
              </a:gradFill>
            </a:endParaRPr>
          </a:p>
          <a:p>
            <a:endParaRPr lang="zh-CN" altLang="en-US" sz="2400">
              <a:gradFill>
                <a:gsLst>
                  <a:gs pos="50410">
                    <a:srgbClr val="1F1F1F"/>
                  </a:gs>
                  <a:gs pos="0">
                    <a:srgbClr val="020202"/>
                  </a:gs>
                  <a:gs pos="100000">
                    <a:srgbClr val="424242"/>
                  </a:gs>
                </a:gsLst>
                <a:lin ang="5400000" scaled="1"/>
              </a:gradFill>
            </a:endParaRPr>
          </a:p>
          <a:p>
            <a:r>
              <a:rPr lang="zh-CN" altLang="en-US" sz="2400">
                <a:gradFill>
                  <a:gsLst>
                    <a:gs pos="50410">
                      <a:srgbClr val="1F1F1F"/>
                    </a:gs>
                    <a:gs pos="0">
                      <a:srgbClr val="020202"/>
                    </a:gs>
                    <a:gs pos="100000">
                      <a:srgbClr val="424242"/>
                    </a:gs>
                  </a:gsLst>
                  <a:lin ang="5400000" scaled="1"/>
                </a:gradFill>
              </a:rPr>
              <a:t>瞬态分量和稳态分量</a:t>
            </a:r>
            <a:r>
              <a:rPr lang="en-US" altLang="zh-CN" sz="2400">
                <a:gradFill>
                  <a:gsLst>
                    <a:gs pos="50410">
                      <a:srgbClr val="1F1F1F"/>
                    </a:gs>
                    <a:gs pos="0">
                      <a:srgbClr val="020202"/>
                    </a:gs>
                    <a:gs pos="100000">
                      <a:srgbClr val="424242"/>
                    </a:gs>
                  </a:gsLst>
                  <a:lin ang="5400000" scaled="1"/>
                </a:gradFill>
              </a:rPr>
              <a:t>                </a:t>
            </a:r>
            <a:endParaRPr lang="en-US" altLang="zh-CN" sz="2400">
              <a:gradFill>
                <a:gsLst>
                  <a:gs pos="50410">
                    <a:srgbClr val="1F1F1F"/>
                  </a:gs>
                  <a:gs pos="0">
                    <a:srgbClr val="020202"/>
                  </a:gs>
                  <a:gs pos="100000">
                    <a:srgbClr val="424242"/>
                  </a:gs>
                </a:gsLst>
                <a:lin ang="5400000" scaled="1"/>
              </a:gradFill>
            </a:endParaRPr>
          </a:p>
          <a:p>
            <a:r>
              <a:rPr lang="en-US" altLang="zh-CN" sz="2400">
                <a:gradFill>
                  <a:gsLst>
                    <a:gs pos="50410">
                      <a:srgbClr val="1F1F1F"/>
                    </a:gs>
                    <a:gs pos="0">
                      <a:srgbClr val="020202"/>
                    </a:gs>
                    <a:gs pos="100000">
                      <a:srgbClr val="424242"/>
                    </a:gs>
                  </a:gsLst>
                  <a:lin ang="5400000" scaled="1"/>
                </a:gradFill>
              </a:rPr>
              <a:t>                 </a:t>
            </a:r>
            <a:endParaRPr lang="zh-CN" altLang="en-US" sz="2400">
              <a:gradFill>
                <a:gsLst>
                  <a:gs pos="50410">
                    <a:srgbClr val="1F1F1F"/>
                  </a:gs>
                  <a:gs pos="0">
                    <a:srgbClr val="020202"/>
                  </a:gs>
                  <a:gs pos="100000">
                    <a:srgbClr val="424242"/>
                  </a:gs>
                </a:gsLst>
                <a:lin ang="5400000" scaled="1"/>
              </a:gradFill>
            </a:endParaRPr>
          </a:p>
        </p:txBody>
      </p:sp>
    </p:spTree>
  </p:cSld>
  <p:clrMapOvr>
    <a:masterClrMapping/>
  </p:clrMapOvr>
  <mc:AlternateContent xmlns:mc="http://schemas.openxmlformats.org/markup-compatibility/2006">
    <mc:Choice xmlns:p14="http://schemas.microsoft.com/office/powerpoint/2010/main" Requires="p14">
      <p:transition spd="slow" p14:dur="2000" advTm="59120"/>
    </mc:Choice>
    <mc:Fallback>
      <p:transition spd="slow" advTm="5912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5" presetClass="entr" presetSubtype="0" fill="hold" nodeType="afterEffect">
                                  <p:stCondLst>
                                    <p:cond delay="0"/>
                                  </p:stCondLst>
                                  <p:childTnLst>
                                    <p:set>
                                      <p:cBhvr>
                                        <p:cTn id="6" dur="1" fill="hold">
                                          <p:stCondLst>
                                            <p:cond delay="0"/>
                                          </p:stCondLst>
                                        </p:cTn>
                                        <p:tgtEl>
                                          <p:spTgt spid="86024"/>
                                        </p:tgtEl>
                                        <p:attrNameLst>
                                          <p:attrName>style.visibility</p:attrName>
                                        </p:attrNameLst>
                                      </p:cBhvr>
                                      <p:to>
                                        <p:strVal val="visible"/>
                                      </p:to>
                                    </p:set>
                                    <p:anim calcmode="lin" valueType="num">
                                      <p:cBhvr>
                                        <p:cTn id="7" dur="1000" fill="hold"/>
                                        <p:tgtEl>
                                          <p:spTgt spid="86024"/>
                                        </p:tgtEl>
                                        <p:attrNameLst>
                                          <p:attrName>ppt_w</p:attrName>
                                        </p:attrNameLst>
                                      </p:cBhvr>
                                      <p:tavLst>
                                        <p:tav tm="0">
                                          <p:val>
                                            <p:strVal val="#ppt_w*0.70"/>
                                          </p:val>
                                        </p:tav>
                                        <p:tav tm="100000">
                                          <p:val>
                                            <p:strVal val="#ppt_w"/>
                                          </p:val>
                                        </p:tav>
                                      </p:tavLst>
                                    </p:anim>
                                    <p:anim calcmode="lin" valueType="num">
                                      <p:cBhvr>
                                        <p:cTn id="8" dur="1000" fill="hold"/>
                                        <p:tgtEl>
                                          <p:spTgt spid="86024"/>
                                        </p:tgtEl>
                                        <p:attrNameLst>
                                          <p:attrName>ppt_h</p:attrName>
                                        </p:attrNameLst>
                                      </p:cBhvr>
                                      <p:tavLst>
                                        <p:tav tm="0">
                                          <p:val>
                                            <p:strVal val="#ppt_h"/>
                                          </p:val>
                                        </p:tav>
                                        <p:tav tm="100000">
                                          <p:val>
                                            <p:strVal val="#ppt_h"/>
                                          </p:val>
                                        </p:tav>
                                      </p:tavLst>
                                    </p:anim>
                                    <p:animEffect transition="in" filter="fade">
                                      <p:cBhvr>
                                        <p:cTn id="9" dur="1000"/>
                                        <p:tgtEl>
                                          <p:spTgt spid="860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4"/>
          <p:cNvSpPr>
            <a:spLocks noGrp="1" noChangeArrowheads="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a:spcBef>
                <a:spcPct val="0"/>
              </a:spcBef>
              <a:buFontTx/>
              <a:buNone/>
            </a:pPr>
            <a:fld id="{C01D94E1-62AA-443C-AC18-277F59506DA6}" type="datetime1">
              <a:rPr kumimoji="0" lang="zh-CN" altLang="en-US" sz="1200" smtClean="0">
                <a:solidFill>
                  <a:srgbClr val="000000"/>
                </a:solidFill>
                <a:ea typeface="宋体" panose="02010600030101010101" pitchFamily="2" charset="-122"/>
              </a:rPr>
            </a:fld>
            <a:endParaRPr kumimoji="0" lang="en-US" altLang="zh-CN" sz="1200">
              <a:solidFill>
                <a:srgbClr val="000000"/>
              </a:solidFill>
              <a:ea typeface="宋体" panose="02010600030101010101" pitchFamily="2" charset="-122"/>
            </a:endParaRPr>
          </a:p>
        </p:txBody>
      </p:sp>
      <p:grpSp>
        <p:nvGrpSpPr>
          <p:cNvPr id="11" name="组合 10"/>
          <p:cNvGrpSpPr/>
          <p:nvPr/>
        </p:nvGrpSpPr>
        <p:grpSpPr>
          <a:xfrm>
            <a:off x="3317121" y="2355850"/>
            <a:ext cx="2095619" cy="747078"/>
            <a:chOff x="4894" y="3913"/>
            <a:chExt cx="3742" cy="1176"/>
          </a:xfrm>
        </p:grpSpPr>
        <p:sp>
          <p:nvSpPr>
            <p:cNvPr id="107524" name="AutoShape 5"/>
            <p:cNvSpPr/>
            <p:nvPr/>
          </p:nvSpPr>
          <p:spPr bwMode="auto">
            <a:xfrm rot="-5400000">
              <a:off x="6651" y="2156"/>
              <a:ext cx="228" cy="3742"/>
            </a:xfrm>
            <a:prstGeom prst="leftBrace">
              <a:avLst>
                <a:gd name="adj1" fmla="val 137087"/>
                <a:gd name="adj2" fmla="val 50000"/>
              </a:avLst>
            </a:prstGeom>
            <a:noFill/>
            <a:ln w="9525">
              <a:solidFill>
                <a:schemeClr val="bg1"/>
              </a:solidFill>
              <a:round/>
            </a:ln>
            <a:extLst>
              <a:ext uri="{909E8E84-426E-40DD-AFC4-6F175D3DCCD1}">
                <a14:hiddenFill xmlns:a14="http://schemas.microsoft.com/office/drawing/2010/main">
                  <a:solidFill>
                    <a:srgbClr val="FFFFFF"/>
                  </a:solidFill>
                </a14:hiddenFill>
              </a:ext>
            </a:extLst>
          </p:spPr>
          <p:txBody>
            <a:bodyPr vert="eaVert" wrap="none" anchor="ct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spcBef>
                  <a:spcPct val="0"/>
                </a:spcBef>
                <a:buFontTx/>
                <a:buNone/>
              </a:pPr>
              <a:endParaRPr kumimoji="0" lang="zh-CN" altLang="en-US" sz="1800">
                <a:solidFill>
                  <a:srgbClr val="000000"/>
                </a:solidFill>
                <a:ea typeface="宋体" panose="02010600030101010101" pitchFamily="2" charset="-122"/>
              </a:endParaRPr>
            </a:p>
          </p:txBody>
        </p:sp>
        <p:sp>
          <p:nvSpPr>
            <p:cNvPr id="107525" name="Text Box 6"/>
            <p:cNvSpPr txBox="1">
              <a:spLocks noChangeArrowheads="1"/>
            </p:cNvSpPr>
            <p:nvPr/>
          </p:nvSpPr>
          <p:spPr bwMode="auto">
            <a:xfrm>
              <a:off x="5078" y="4267"/>
              <a:ext cx="3111" cy="8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spcBef>
                  <a:spcPct val="50000"/>
                </a:spcBef>
                <a:buFontTx/>
                <a:buNone/>
              </a:pPr>
              <a:r>
                <a:rPr kumimoji="0" lang="zh-CN" altLang="en-US" sz="2800">
                  <a:solidFill>
                    <a:srgbClr val="FF0000"/>
                  </a:solidFill>
                </a:rPr>
                <a:t>自然分量</a:t>
              </a:r>
              <a:endParaRPr kumimoji="0" lang="zh-CN" altLang="en-US" sz="2800">
                <a:solidFill>
                  <a:srgbClr val="FF0000"/>
                </a:solidFill>
              </a:endParaRPr>
            </a:p>
          </p:txBody>
        </p:sp>
      </p:grpSp>
      <p:graphicFrame>
        <p:nvGraphicFramePr>
          <p:cNvPr id="86023" name="Object 3"/>
          <p:cNvGraphicFramePr>
            <a:graphicFrameLocks noChangeAspect="1"/>
          </p:cNvGraphicFramePr>
          <p:nvPr/>
        </p:nvGraphicFramePr>
        <p:xfrm>
          <a:off x="1333500" y="333058"/>
          <a:ext cx="1624013" cy="620712"/>
        </p:xfrm>
        <a:graphic>
          <a:graphicData uri="http://schemas.openxmlformats.org/presentationml/2006/ole">
            <mc:AlternateContent xmlns:mc="http://schemas.openxmlformats.org/markup-compatibility/2006">
              <mc:Choice xmlns:v="urn:schemas-microsoft-com:vml" Requires="v">
                <p:oleObj spid="_x0000_s3" name="公式" r:id="rId1" imgW="596900" imgH="228600" progId="Equation.3">
                  <p:embed/>
                </p:oleObj>
              </mc:Choice>
              <mc:Fallback>
                <p:oleObj name="公式" r:id="rId1" imgW="596900" imgH="228600" progId="Equation.3">
                  <p:embed/>
                  <p:pic>
                    <p:nvPicPr>
                      <p:cNvPr id="0" name="Object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33500" y="333058"/>
                        <a:ext cx="1624013" cy="620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86025" name="Object 5"/>
          <p:cNvGraphicFramePr>
            <a:graphicFrameLocks noChangeAspect="1"/>
          </p:cNvGraphicFramePr>
          <p:nvPr/>
        </p:nvGraphicFramePr>
        <p:xfrm>
          <a:off x="1867535" y="1065530"/>
          <a:ext cx="4474845" cy="1278255"/>
        </p:xfrm>
        <a:graphic>
          <a:graphicData uri="http://schemas.openxmlformats.org/presentationml/2006/ole">
            <mc:AlternateContent xmlns:mc="http://schemas.openxmlformats.org/markup-compatibility/2006">
              <mc:Choice xmlns:v="urn:schemas-microsoft-com:vml" Requires="v">
                <p:oleObj spid="_x0000_s5" name="公式" r:id="rId3" imgW="1524000" imgH="482600" progId="Equation.3">
                  <p:embed/>
                </p:oleObj>
              </mc:Choice>
              <mc:Fallback>
                <p:oleObj name="公式" r:id="rId3" imgW="1524000" imgH="482600" progId="Equation.3">
                  <p:embed/>
                  <p:pic>
                    <p:nvPicPr>
                      <p:cNvPr id="0"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67535" y="1065530"/>
                        <a:ext cx="4474845" cy="12782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86026" name="Object 6"/>
          <p:cNvGraphicFramePr>
            <a:graphicFrameLocks noChangeAspect="1"/>
          </p:cNvGraphicFramePr>
          <p:nvPr/>
        </p:nvGraphicFramePr>
        <p:xfrm>
          <a:off x="3205163" y="260033"/>
          <a:ext cx="2244725" cy="620712"/>
        </p:xfrm>
        <a:graphic>
          <a:graphicData uri="http://schemas.openxmlformats.org/presentationml/2006/ole">
            <mc:AlternateContent xmlns:mc="http://schemas.openxmlformats.org/markup-compatibility/2006">
              <mc:Choice xmlns:v="urn:schemas-microsoft-com:vml" Requires="v">
                <p:oleObj spid="_x0000_s6" name="公式" r:id="rId5" imgW="825500" imgH="228600" progId="Equation.3">
                  <p:embed/>
                </p:oleObj>
              </mc:Choice>
              <mc:Fallback>
                <p:oleObj name="公式" r:id="rId5" imgW="825500" imgH="228600" progId="Equation.3">
                  <p:embed/>
                  <p:pic>
                    <p:nvPicPr>
                      <p:cNvPr id="0"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205163" y="260033"/>
                        <a:ext cx="2244725" cy="620712"/>
                      </a:xfrm>
                      <a:prstGeom prst="rect">
                        <a:avLst/>
                      </a:prstGeom>
                      <a:solidFill>
                        <a:schemeClr val="tx1"/>
                      </a:solidFill>
                      <a:ln w="19050">
                        <a:solidFill>
                          <a:schemeClr val="bg1"/>
                        </a:solidFill>
                        <a:miter lim="800000"/>
                        <a:headEnd/>
                        <a:tailEnd/>
                      </a:ln>
                      <a:effectLst>
                        <a:outerShdw dist="35921" dir="2700000" algn="ctr" rotWithShape="0">
                          <a:srgbClr val="808080">
                            <a:alpha val="74997"/>
                          </a:srgbClr>
                        </a:outerShdw>
                      </a:effectLst>
                    </p:spPr>
                  </p:pic>
                </p:oleObj>
              </mc:Fallback>
            </mc:AlternateContent>
          </a:graphicData>
        </a:graphic>
      </p:graphicFrame>
      <p:graphicFrame>
        <p:nvGraphicFramePr>
          <p:cNvPr id="108553" name="Object 10"/>
          <p:cNvGraphicFramePr>
            <a:graphicFrameLocks noChangeAspect="1"/>
          </p:cNvGraphicFramePr>
          <p:nvPr/>
        </p:nvGraphicFramePr>
        <p:xfrm>
          <a:off x="954881" y="3283268"/>
          <a:ext cx="1761490" cy="589915"/>
        </p:xfrm>
        <a:graphic>
          <a:graphicData uri="http://schemas.openxmlformats.org/presentationml/2006/ole">
            <mc:AlternateContent xmlns:mc="http://schemas.openxmlformats.org/markup-compatibility/2006">
              <mc:Choice xmlns:v="urn:schemas-microsoft-com:vml" Requires="v">
                <p:oleObj spid="_x0000_s8" name="公式" r:id="rId7" imgW="685800" imgH="228600" progId="Equation.3">
                  <p:embed/>
                </p:oleObj>
              </mc:Choice>
              <mc:Fallback>
                <p:oleObj name="公式" r:id="rId7" imgW="685800" imgH="228600" progId="Equation.3">
                  <p:embed/>
                  <p:pic>
                    <p:nvPicPr>
                      <p:cNvPr id="0" name="Object 10"/>
                      <p:cNvPicPr>
                        <a:picLocks noChangeAspect="1" noChangeArrowheads="1"/>
                      </p:cNvPicPr>
                      <p:nvPr/>
                    </p:nvPicPr>
                    <p:blipFill>
                      <a:blip r:embed="rId8">
                        <a:duotone>
                          <a:schemeClr val="accent3">
                            <a:shade val="45000"/>
                            <a:satMod val="135000"/>
                          </a:schemeClr>
                          <a:prstClr val="white"/>
                        </a:duotone>
                      </a:blip>
                      <a:srcRect/>
                      <a:stretch>
                        <a:fillRect/>
                      </a:stretch>
                    </p:blipFill>
                    <p:spPr bwMode="auto">
                      <a:xfrm>
                        <a:off x="954881" y="3283268"/>
                        <a:ext cx="1761490" cy="5899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aphicFrame>
        <p:nvGraphicFramePr>
          <p:cNvPr id="108554" name="Object 11"/>
          <p:cNvGraphicFramePr>
            <a:graphicFrameLocks noChangeAspect="1"/>
          </p:cNvGraphicFramePr>
          <p:nvPr/>
        </p:nvGraphicFramePr>
        <p:xfrm>
          <a:off x="3060065" y="3212148"/>
          <a:ext cx="2638425" cy="558800"/>
        </p:xfrm>
        <a:graphic>
          <a:graphicData uri="http://schemas.openxmlformats.org/presentationml/2006/ole">
            <mc:AlternateContent xmlns:mc="http://schemas.openxmlformats.org/markup-compatibility/2006">
              <mc:Choice xmlns:v="urn:schemas-microsoft-com:vml" Requires="v">
                <p:oleObj spid="_x0000_s9" name="公式" r:id="rId9" imgW="1079500" imgH="228600" progId="Equation.3">
                  <p:embed/>
                </p:oleObj>
              </mc:Choice>
              <mc:Fallback>
                <p:oleObj name="公式" r:id="rId9" imgW="1079500" imgH="228600" progId="Equation.3">
                  <p:embed/>
                  <p:pic>
                    <p:nvPicPr>
                      <p:cNvPr id="0" name="Object 11"/>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060065" y="3212148"/>
                        <a:ext cx="2638425" cy="558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aphicFrame>
        <p:nvGraphicFramePr>
          <p:cNvPr id="87054" name="Object 14"/>
          <p:cNvGraphicFramePr>
            <a:graphicFrameLocks noChangeAspect="1"/>
          </p:cNvGraphicFramePr>
          <p:nvPr/>
        </p:nvGraphicFramePr>
        <p:xfrm>
          <a:off x="2267903" y="3932555"/>
          <a:ext cx="2808287" cy="957263"/>
        </p:xfrm>
        <a:graphic>
          <a:graphicData uri="http://schemas.openxmlformats.org/presentationml/2006/ole">
            <mc:AlternateContent xmlns:mc="http://schemas.openxmlformats.org/markup-compatibility/2006">
              <mc:Choice xmlns:v="urn:schemas-microsoft-com:vml" Requires="v">
                <p:oleObj spid="_x0000_s10" name="公式" r:id="rId11" imgW="1155700" imgH="393700" progId="Equation.3">
                  <p:embed/>
                </p:oleObj>
              </mc:Choice>
              <mc:Fallback>
                <p:oleObj name="公式" r:id="rId11" imgW="1155700" imgH="393700" progId="Equation.3">
                  <p:embed/>
                  <p:pic>
                    <p:nvPicPr>
                      <p:cNvPr id="0" name="Object 14"/>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267903" y="3932555"/>
                        <a:ext cx="2808287" cy="9572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aphicFrame>
        <p:nvGraphicFramePr>
          <p:cNvPr id="87055" name="Object 15"/>
          <p:cNvGraphicFramePr>
            <a:graphicFrameLocks noChangeAspect="1"/>
          </p:cNvGraphicFramePr>
          <p:nvPr/>
        </p:nvGraphicFramePr>
        <p:xfrm>
          <a:off x="5724208" y="3068955"/>
          <a:ext cx="776287" cy="962025"/>
        </p:xfrm>
        <a:graphic>
          <a:graphicData uri="http://schemas.openxmlformats.org/presentationml/2006/ole">
            <mc:AlternateContent xmlns:mc="http://schemas.openxmlformats.org/markup-compatibility/2006">
              <mc:Choice xmlns:v="urn:schemas-microsoft-com:vml" Requires="v">
                <p:oleObj spid="_x0000_s12" name="公式" r:id="rId13" imgW="317500" imgH="393065" progId="Equation.3">
                  <p:embed/>
                </p:oleObj>
              </mc:Choice>
              <mc:Fallback>
                <p:oleObj name="公式" r:id="rId13" imgW="317500" imgH="393065" progId="Equation.3">
                  <p:embed/>
                  <p:pic>
                    <p:nvPicPr>
                      <p:cNvPr id="0" name="Object 15"/>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5724208" y="3068955"/>
                        <a:ext cx="776287" cy="962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mc:AlternateContent xmlns:mc="http://schemas.openxmlformats.org/markup-compatibility/2006">
        <mc:Choice xmlns:a14="http://schemas.microsoft.com/office/drawing/2010/main" Requires="a14">
          <p:sp>
            <p:nvSpPr>
              <p:cNvPr id="87052" name="Object 12"/>
              <p:cNvSpPr txBox="1"/>
              <p:nvPr/>
            </p:nvSpPr>
            <p:spPr bwMode="auto">
              <a:xfrm>
                <a:off x="755968" y="5156518"/>
                <a:ext cx="1368648" cy="549275"/>
              </a:xfrm>
              <a:prstGeom prst="rect">
                <a:avLst/>
              </a:prstGeom>
              <a:noFill/>
              <a:ln>
                <a:noFill/>
              </a:ln>
              <a:effectLst/>
            </p:spPr>
            <p:txBody>
              <a:bodyPr>
                <a:noAutofit/>
              </a:bodyPr>
              <a:lstStyle/>
              <a:p>
                <a14:m>
                  <m:oMathPara xmlns:m="http://schemas.openxmlformats.org/officeDocument/2006/math">
                    <m:oMathParaPr>
                      <m:jc m:val="left"/>
                    </m:oMathParaPr>
                    <m:oMath xmlns:m="http://schemas.openxmlformats.org/officeDocument/2006/math">
                      <m:sSub>
                        <m:sSubPr>
                          <m:ctrlPr>
                            <a:rPr lang="zh-CN" altLang="en-US" sz="2400" i="1" smtClean="0">
                              <a:solidFill>
                                <a:srgbClr val="000000"/>
                              </a:solidFill>
                              <a:latin typeface="Cambria Math" panose="02040503050406030204" pitchFamily="18" charset="0"/>
                            </a:rPr>
                          </m:ctrlPr>
                        </m:sSubPr>
                        <m:e>
                          <m:r>
                            <a:rPr lang="zh-CN" altLang="en-US" sz="2400" i="1">
                              <a:solidFill>
                                <a:srgbClr val="000000"/>
                              </a:solidFill>
                              <a:latin typeface="Cambria Math" panose="02040503050406030204" pitchFamily="18" charset="0"/>
                            </a:rPr>
                            <m:t>𝑅</m:t>
                          </m:r>
                        </m:e>
                        <m:sub>
                          <m:r>
                            <a:rPr lang="zh-CN" altLang="en-US" sz="2400" i="1">
                              <a:solidFill>
                                <a:srgbClr val="000000"/>
                              </a:solidFill>
                              <a:latin typeface="Cambria Math" panose="02040503050406030204" pitchFamily="18" charset="0"/>
                            </a:rPr>
                            <m:t>𝑧𝑠</m:t>
                          </m:r>
                        </m:sub>
                      </m:sSub>
                      <m:r>
                        <a:rPr lang="zh-CN" altLang="en-US" sz="2400" i="1">
                          <a:solidFill>
                            <a:srgbClr val="000000"/>
                          </a:solidFill>
                          <a:latin typeface="Cambria Math" panose="02040503050406030204" pitchFamily="18" charset="0"/>
                        </a:rPr>
                        <m:t>(</m:t>
                      </m:r>
                      <m:r>
                        <a:rPr lang="en-US" altLang="zh-CN" sz="2400" b="1" i="1" smtClean="0">
                          <a:solidFill>
                            <a:srgbClr val="000000"/>
                          </a:solidFill>
                          <a:latin typeface="Cambria Math" panose="02040503050406030204" pitchFamily="18" charset="0"/>
                        </a:rPr>
                        <m:t>𝒔</m:t>
                      </m:r>
                      <m:r>
                        <a:rPr lang="zh-CN" altLang="en-US" sz="2400" i="1">
                          <a:solidFill>
                            <a:srgbClr val="000000"/>
                          </a:solidFill>
                          <a:latin typeface="Cambria Math" panose="02040503050406030204" pitchFamily="18" charset="0"/>
                        </a:rPr>
                        <m:t>)=</m:t>
                      </m:r>
                    </m:oMath>
                  </m:oMathPara>
                </a14:m>
                <a:endParaRPr lang="zh-CN" altLang="en-US" sz="2400" dirty="0"/>
              </a:p>
            </p:txBody>
          </p:sp>
        </mc:Choice>
        <mc:Fallback>
          <p:sp>
            <p:nvSpPr>
              <p:cNvPr id="87052" name="Object 12"/>
              <p:cNvSpPr txBox="1">
                <a:spLocks noRot="1" noChangeAspect="1" noMove="1" noResize="1" noEditPoints="1" noAdjustHandles="1" noChangeArrowheads="1" noChangeShapeType="1" noTextEdit="1"/>
              </p:cNvSpPr>
              <p:nvPr/>
            </p:nvSpPr>
            <p:spPr bwMode="auto">
              <a:xfrm>
                <a:off x="755968" y="5156518"/>
                <a:ext cx="1368648" cy="549275"/>
              </a:xfrm>
              <a:prstGeom prst="rect">
                <a:avLst/>
              </a:prstGeom>
              <a:blipFill rotWithShape="1">
                <a:blip r:embed="rId15"/>
                <a:stretch>
                  <a:fillRect l="-23" t="-58" r="40" b="58"/>
                </a:stretch>
              </a:blipFill>
              <a:ln>
                <a:noFill/>
              </a:ln>
              <a:effectLst/>
            </p:spPr>
            <p:txBody>
              <a:bodyPr/>
              <a:lstStyle/>
              <a:p>
                <a:r>
                  <a:rPr lang="zh-CN" altLang="en-US">
                    <a:noFill/>
                  </a:rPr>
                  <a:t> </a:t>
                </a:r>
              </a:p>
            </p:txBody>
          </p:sp>
        </mc:Fallback>
      </mc:AlternateContent>
      <p:graphicFrame>
        <p:nvGraphicFramePr>
          <p:cNvPr id="87053" name="Object 13"/>
          <p:cNvGraphicFramePr>
            <a:graphicFrameLocks noChangeAspect="1"/>
          </p:cNvGraphicFramePr>
          <p:nvPr/>
        </p:nvGraphicFramePr>
        <p:xfrm>
          <a:off x="6156643" y="5012055"/>
          <a:ext cx="2916237" cy="876300"/>
        </p:xfrm>
        <a:graphic>
          <a:graphicData uri="http://schemas.openxmlformats.org/presentationml/2006/ole">
            <mc:AlternateContent xmlns:mc="http://schemas.openxmlformats.org/markup-compatibility/2006">
              <mc:Choice xmlns:v="urn:schemas-microsoft-com:vml" Requires="v">
                <p:oleObj spid="_x0000_s13" name="公式" r:id="rId16" imgW="1307465" imgH="393700" progId="Equation.3">
                  <p:embed/>
                </p:oleObj>
              </mc:Choice>
              <mc:Fallback>
                <p:oleObj name="公式" r:id="rId16" imgW="1307465" imgH="393700" progId="Equation.3">
                  <p:embed/>
                  <p:pic>
                    <p:nvPicPr>
                      <p:cNvPr id="0" name="Object 13"/>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6156643" y="5012055"/>
                        <a:ext cx="2916237" cy="876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aphicFrame>
        <p:nvGraphicFramePr>
          <p:cNvPr id="87056" name="Object 16"/>
          <p:cNvGraphicFramePr>
            <a:graphicFrameLocks noChangeAspect="1"/>
          </p:cNvGraphicFramePr>
          <p:nvPr/>
        </p:nvGraphicFramePr>
        <p:xfrm>
          <a:off x="2052955" y="5012055"/>
          <a:ext cx="4032250" cy="874713"/>
        </p:xfrm>
        <a:graphic>
          <a:graphicData uri="http://schemas.openxmlformats.org/presentationml/2006/ole">
            <mc:AlternateContent xmlns:mc="http://schemas.openxmlformats.org/markup-compatibility/2006">
              <mc:Choice xmlns:v="urn:schemas-microsoft-com:vml" Requires="v">
                <p:oleObj spid="_x0000_s14" name="公式" r:id="rId18" imgW="1930400" imgH="419100" progId="Equation.3">
                  <p:embed/>
                </p:oleObj>
              </mc:Choice>
              <mc:Fallback>
                <p:oleObj name="公式" r:id="rId18" imgW="1930400" imgH="419100" progId="Equation.3">
                  <p:embed/>
                  <p:pic>
                    <p:nvPicPr>
                      <p:cNvPr id="0" name="Object 16"/>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2052955" y="5012055"/>
                        <a:ext cx="4032250" cy="874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spTree>
    <p:custDataLst>
      <p:tags r:id="rId20"/>
    </p:custDataLst>
  </p:cSld>
  <p:clrMapOvr>
    <a:masterClrMapping/>
  </p:clrMapOvr>
  <mc:AlternateContent xmlns:mc="http://schemas.openxmlformats.org/markup-compatibility/2006">
    <mc:Choice xmlns:p14="http://schemas.microsoft.com/office/powerpoint/2010/main" Requires="p14">
      <p:transition spd="slow" p14:dur="2000" advTm="3156"/>
    </mc:Choice>
    <mc:Fallback>
      <p:transition spd="slow" advTm="3156"/>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5" presetClass="entr" presetSubtype="0" fill="hold" nodeType="afterEffect">
                                  <p:stCondLst>
                                    <p:cond delay="0"/>
                                  </p:stCondLst>
                                  <p:childTnLst>
                                    <p:set>
                                      <p:cBhvr>
                                        <p:cTn id="6" dur="1" fill="hold">
                                          <p:stCondLst>
                                            <p:cond delay="0"/>
                                          </p:stCondLst>
                                        </p:cTn>
                                        <p:tgtEl>
                                          <p:spTgt spid="86023"/>
                                        </p:tgtEl>
                                        <p:attrNameLst>
                                          <p:attrName>style.visibility</p:attrName>
                                        </p:attrNameLst>
                                      </p:cBhvr>
                                      <p:to>
                                        <p:strVal val="visible"/>
                                      </p:to>
                                    </p:set>
                                    <p:anim calcmode="lin" valueType="num">
                                      <p:cBhvr>
                                        <p:cTn id="7" dur="1000" fill="hold"/>
                                        <p:tgtEl>
                                          <p:spTgt spid="86023"/>
                                        </p:tgtEl>
                                        <p:attrNameLst>
                                          <p:attrName>ppt_w</p:attrName>
                                        </p:attrNameLst>
                                      </p:cBhvr>
                                      <p:tavLst>
                                        <p:tav tm="0">
                                          <p:val>
                                            <p:strVal val="#ppt_w*0.70"/>
                                          </p:val>
                                        </p:tav>
                                        <p:tav tm="100000">
                                          <p:val>
                                            <p:strVal val="#ppt_w"/>
                                          </p:val>
                                        </p:tav>
                                      </p:tavLst>
                                    </p:anim>
                                    <p:anim calcmode="lin" valueType="num">
                                      <p:cBhvr>
                                        <p:cTn id="8" dur="1000" fill="hold"/>
                                        <p:tgtEl>
                                          <p:spTgt spid="86023"/>
                                        </p:tgtEl>
                                        <p:attrNameLst>
                                          <p:attrName>ppt_h</p:attrName>
                                        </p:attrNameLst>
                                      </p:cBhvr>
                                      <p:tavLst>
                                        <p:tav tm="0">
                                          <p:val>
                                            <p:strVal val="#ppt_h"/>
                                          </p:val>
                                        </p:tav>
                                        <p:tav tm="100000">
                                          <p:val>
                                            <p:strVal val="#ppt_h"/>
                                          </p:val>
                                        </p:tav>
                                      </p:tavLst>
                                    </p:anim>
                                    <p:animEffect transition="in" filter="fade">
                                      <p:cBhvr>
                                        <p:cTn id="9" dur="1000"/>
                                        <p:tgtEl>
                                          <p:spTgt spid="86023"/>
                                        </p:tgtEl>
                                      </p:cBhvr>
                                    </p:animEffect>
                                  </p:childTnLst>
                                </p:cTn>
                              </p:par>
                            </p:childTnLst>
                          </p:cTn>
                        </p:par>
                      </p:childTnLst>
                    </p:cTn>
                  </p:par>
                  <p:par>
                    <p:cTn id="10" fill="hold">
                      <p:stCondLst>
                        <p:cond delay="indefinite"/>
                      </p:stCondLst>
                      <p:childTnLst>
                        <p:par>
                          <p:cTn id="11" fill="hold">
                            <p:stCondLst>
                              <p:cond delay="0"/>
                            </p:stCondLst>
                            <p:childTnLst>
                              <p:par>
                                <p:cTn id="12" presetID="55" presetClass="entr" presetSubtype="0" fill="hold" nodeType="clickEffect">
                                  <p:stCondLst>
                                    <p:cond delay="0"/>
                                  </p:stCondLst>
                                  <p:childTnLst>
                                    <p:set>
                                      <p:cBhvr>
                                        <p:cTn id="13" dur="1" fill="hold">
                                          <p:stCondLst>
                                            <p:cond delay="0"/>
                                          </p:stCondLst>
                                        </p:cTn>
                                        <p:tgtEl>
                                          <p:spTgt spid="86026"/>
                                        </p:tgtEl>
                                        <p:attrNameLst>
                                          <p:attrName>style.visibility</p:attrName>
                                        </p:attrNameLst>
                                      </p:cBhvr>
                                      <p:to>
                                        <p:strVal val="visible"/>
                                      </p:to>
                                    </p:set>
                                    <p:anim calcmode="lin" valueType="num">
                                      <p:cBhvr>
                                        <p:cTn id="14" dur="1000" fill="hold"/>
                                        <p:tgtEl>
                                          <p:spTgt spid="86026"/>
                                        </p:tgtEl>
                                        <p:attrNameLst>
                                          <p:attrName>ppt_w</p:attrName>
                                        </p:attrNameLst>
                                      </p:cBhvr>
                                      <p:tavLst>
                                        <p:tav tm="0">
                                          <p:val>
                                            <p:strVal val="#ppt_w*0.70"/>
                                          </p:val>
                                        </p:tav>
                                        <p:tav tm="100000">
                                          <p:val>
                                            <p:strVal val="#ppt_w"/>
                                          </p:val>
                                        </p:tav>
                                      </p:tavLst>
                                    </p:anim>
                                    <p:anim calcmode="lin" valueType="num">
                                      <p:cBhvr>
                                        <p:cTn id="15" dur="1000" fill="hold"/>
                                        <p:tgtEl>
                                          <p:spTgt spid="86026"/>
                                        </p:tgtEl>
                                        <p:attrNameLst>
                                          <p:attrName>ppt_h</p:attrName>
                                        </p:attrNameLst>
                                      </p:cBhvr>
                                      <p:tavLst>
                                        <p:tav tm="0">
                                          <p:val>
                                            <p:strVal val="#ppt_h"/>
                                          </p:val>
                                        </p:tav>
                                        <p:tav tm="100000">
                                          <p:val>
                                            <p:strVal val="#ppt_h"/>
                                          </p:val>
                                        </p:tav>
                                      </p:tavLst>
                                    </p:anim>
                                    <p:animEffect transition="in" filter="fade">
                                      <p:cBhvr>
                                        <p:cTn id="16" dur="1000"/>
                                        <p:tgtEl>
                                          <p:spTgt spid="86026"/>
                                        </p:tgtEl>
                                      </p:cBhvr>
                                    </p:animEffect>
                                  </p:childTnLst>
                                </p:cTn>
                              </p:par>
                            </p:childTnLst>
                          </p:cTn>
                        </p:par>
                        <p:par>
                          <p:cTn id="17" fill="hold">
                            <p:stCondLst>
                              <p:cond delay="1000"/>
                            </p:stCondLst>
                            <p:childTnLst>
                              <p:par>
                                <p:cTn id="18" presetID="55" presetClass="entr" presetSubtype="0" fill="hold" nodeType="afterEffect">
                                  <p:stCondLst>
                                    <p:cond delay="0"/>
                                  </p:stCondLst>
                                  <p:childTnLst>
                                    <p:set>
                                      <p:cBhvr>
                                        <p:cTn id="19" dur="1" fill="hold">
                                          <p:stCondLst>
                                            <p:cond delay="0"/>
                                          </p:stCondLst>
                                        </p:cTn>
                                        <p:tgtEl>
                                          <p:spTgt spid="86025"/>
                                        </p:tgtEl>
                                        <p:attrNameLst>
                                          <p:attrName>style.visibility</p:attrName>
                                        </p:attrNameLst>
                                      </p:cBhvr>
                                      <p:to>
                                        <p:strVal val="visible"/>
                                      </p:to>
                                    </p:set>
                                    <p:anim calcmode="lin" valueType="num">
                                      <p:cBhvr>
                                        <p:cTn id="20" dur="1000" fill="hold"/>
                                        <p:tgtEl>
                                          <p:spTgt spid="86025"/>
                                        </p:tgtEl>
                                        <p:attrNameLst>
                                          <p:attrName>ppt_w</p:attrName>
                                        </p:attrNameLst>
                                      </p:cBhvr>
                                      <p:tavLst>
                                        <p:tav tm="0">
                                          <p:val>
                                            <p:strVal val="#ppt_w*0.70"/>
                                          </p:val>
                                        </p:tav>
                                        <p:tav tm="100000">
                                          <p:val>
                                            <p:strVal val="#ppt_w"/>
                                          </p:val>
                                        </p:tav>
                                      </p:tavLst>
                                    </p:anim>
                                    <p:anim calcmode="lin" valueType="num">
                                      <p:cBhvr>
                                        <p:cTn id="21" dur="1000" fill="hold"/>
                                        <p:tgtEl>
                                          <p:spTgt spid="86025"/>
                                        </p:tgtEl>
                                        <p:attrNameLst>
                                          <p:attrName>ppt_h</p:attrName>
                                        </p:attrNameLst>
                                      </p:cBhvr>
                                      <p:tavLst>
                                        <p:tav tm="0">
                                          <p:val>
                                            <p:strVal val="#ppt_h"/>
                                          </p:val>
                                        </p:tav>
                                        <p:tav tm="100000">
                                          <p:val>
                                            <p:strVal val="#ppt_h"/>
                                          </p:val>
                                        </p:tav>
                                      </p:tavLst>
                                    </p:anim>
                                    <p:animEffect transition="in" filter="fade">
                                      <p:cBhvr>
                                        <p:cTn id="22" dur="1000"/>
                                        <p:tgtEl>
                                          <p:spTgt spid="86025"/>
                                        </p:tgtEl>
                                      </p:cBhvr>
                                    </p:animEffec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08553"/>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08554"/>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55" presetClass="entr" presetSubtype="0" fill="hold" nodeType="clickEffect">
                                  <p:stCondLst>
                                    <p:cond delay="0"/>
                                  </p:stCondLst>
                                  <p:childTnLst>
                                    <p:set>
                                      <p:cBhvr>
                                        <p:cTn id="38" dur="1" fill="hold">
                                          <p:stCondLst>
                                            <p:cond delay="0"/>
                                          </p:stCondLst>
                                        </p:cTn>
                                        <p:tgtEl>
                                          <p:spTgt spid="87055"/>
                                        </p:tgtEl>
                                        <p:attrNameLst>
                                          <p:attrName>style.visibility</p:attrName>
                                        </p:attrNameLst>
                                      </p:cBhvr>
                                      <p:to>
                                        <p:strVal val="visible"/>
                                      </p:to>
                                    </p:set>
                                    <p:anim calcmode="lin" valueType="num">
                                      <p:cBhvr>
                                        <p:cTn id="39" dur="1000" fill="hold"/>
                                        <p:tgtEl>
                                          <p:spTgt spid="87055"/>
                                        </p:tgtEl>
                                        <p:attrNameLst>
                                          <p:attrName>ppt_w</p:attrName>
                                        </p:attrNameLst>
                                      </p:cBhvr>
                                      <p:tavLst>
                                        <p:tav tm="0">
                                          <p:val>
                                            <p:strVal val="#ppt_w*0.70"/>
                                          </p:val>
                                        </p:tav>
                                        <p:tav tm="100000">
                                          <p:val>
                                            <p:strVal val="#ppt_w"/>
                                          </p:val>
                                        </p:tav>
                                      </p:tavLst>
                                    </p:anim>
                                    <p:anim calcmode="lin" valueType="num">
                                      <p:cBhvr>
                                        <p:cTn id="40" dur="1000" fill="hold"/>
                                        <p:tgtEl>
                                          <p:spTgt spid="87055"/>
                                        </p:tgtEl>
                                        <p:attrNameLst>
                                          <p:attrName>ppt_h</p:attrName>
                                        </p:attrNameLst>
                                      </p:cBhvr>
                                      <p:tavLst>
                                        <p:tav tm="0">
                                          <p:val>
                                            <p:strVal val="#ppt_h"/>
                                          </p:val>
                                        </p:tav>
                                        <p:tav tm="100000">
                                          <p:val>
                                            <p:strVal val="#ppt_h"/>
                                          </p:val>
                                        </p:tav>
                                      </p:tavLst>
                                    </p:anim>
                                    <p:animEffect transition="in" filter="fade">
                                      <p:cBhvr>
                                        <p:cTn id="41" dur="1000"/>
                                        <p:tgtEl>
                                          <p:spTgt spid="87055"/>
                                        </p:tgtEl>
                                      </p:cBhvr>
                                    </p:animEffect>
                                  </p:childTnLst>
                                </p:cTn>
                              </p:par>
                            </p:childTnLst>
                          </p:cTn>
                        </p:par>
                        <p:par>
                          <p:cTn id="42" fill="hold">
                            <p:stCondLst>
                              <p:cond delay="1000"/>
                            </p:stCondLst>
                            <p:childTnLst>
                              <p:par>
                                <p:cTn id="43" presetID="55" presetClass="entr" presetSubtype="0" fill="hold" nodeType="afterEffect">
                                  <p:stCondLst>
                                    <p:cond delay="0"/>
                                  </p:stCondLst>
                                  <p:childTnLst>
                                    <p:set>
                                      <p:cBhvr>
                                        <p:cTn id="44" dur="1" fill="hold">
                                          <p:stCondLst>
                                            <p:cond delay="0"/>
                                          </p:stCondLst>
                                        </p:cTn>
                                        <p:tgtEl>
                                          <p:spTgt spid="87054"/>
                                        </p:tgtEl>
                                        <p:attrNameLst>
                                          <p:attrName>style.visibility</p:attrName>
                                        </p:attrNameLst>
                                      </p:cBhvr>
                                      <p:to>
                                        <p:strVal val="visible"/>
                                      </p:to>
                                    </p:set>
                                    <p:anim calcmode="lin" valueType="num">
                                      <p:cBhvr>
                                        <p:cTn id="45" dur="1000" fill="hold"/>
                                        <p:tgtEl>
                                          <p:spTgt spid="87054"/>
                                        </p:tgtEl>
                                        <p:attrNameLst>
                                          <p:attrName>ppt_w</p:attrName>
                                        </p:attrNameLst>
                                      </p:cBhvr>
                                      <p:tavLst>
                                        <p:tav tm="0">
                                          <p:val>
                                            <p:strVal val="#ppt_w*0.70"/>
                                          </p:val>
                                        </p:tav>
                                        <p:tav tm="100000">
                                          <p:val>
                                            <p:strVal val="#ppt_w"/>
                                          </p:val>
                                        </p:tav>
                                      </p:tavLst>
                                    </p:anim>
                                    <p:anim calcmode="lin" valueType="num">
                                      <p:cBhvr>
                                        <p:cTn id="46" dur="1000" fill="hold"/>
                                        <p:tgtEl>
                                          <p:spTgt spid="87054"/>
                                        </p:tgtEl>
                                        <p:attrNameLst>
                                          <p:attrName>ppt_h</p:attrName>
                                        </p:attrNameLst>
                                      </p:cBhvr>
                                      <p:tavLst>
                                        <p:tav tm="0">
                                          <p:val>
                                            <p:strVal val="#ppt_h"/>
                                          </p:val>
                                        </p:tav>
                                        <p:tav tm="100000">
                                          <p:val>
                                            <p:strVal val="#ppt_h"/>
                                          </p:val>
                                        </p:tav>
                                      </p:tavLst>
                                    </p:anim>
                                    <p:animEffect transition="in" filter="fade">
                                      <p:cBhvr>
                                        <p:cTn id="47" dur="1000"/>
                                        <p:tgtEl>
                                          <p:spTgt spid="87054"/>
                                        </p:tgtEl>
                                      </p:cBhvr>
                                    </p:animEffect>
                                  </p:childTnLst>
                                </p:cTn>
                              </p:par>
                            </p:childTnLst>
                          </p:cTn>
                        </p:par>
                      </p:childTnLst>
                    </p:cTn>
                  </p:par>
                  <p:par>
                    <p:cTn id="48" fill="hold">
                      <p:stCondLst>
                        <p:cond delay="indefinite"/>
                      </p:stCondLst>
                      <p:childTnLst>
                        <p:par>
                          <p:cTn id="49" fill="hold">
                            <p:stCondLst>
                              <p:cond delay="0"/>
                            </p:stCondLst>
                            <p:childTnLst>
                              <p:par>
                                <p:cTn id="50" presetID="55" presetClass="entr" presetSubtype="0" fill="hold" nodeType="clickEffect">
                                  <p:stCondLst>
                                    <p:cond delay="0"/>
                                  </p:stCondLst>
                                  <p:childTnLst>
                                    <p:set>
                                      <p:cBhvr>
                                        <p:cTn id="51" dur="1" fill="hold">
                                          <p:stCondLst>
                                            <p:cond delay="0"/>
                                          </p:stCondLst>
                                        </p:cTn>
                                        <p:tgtEl>
                                          <p:spTgt spid="87052">
                                            <p:txEl>
                                              <p:pRg st="0" end="0"/>
                                            </p:txEl>
                                          </p:spTgt>
                                        </p:tgtEl>
                                        <p:attrNameLst>
                                          <p:attrName>style.visibility</p:attrName>
                                        </p:attrNameLst>
                                      </p:cBhvr>
                                      <p:to>
                                        <p:strVal val="visible"/>
                                      </p:to>
                                    </p:set>
                                    <p:anim calcmode="lin" valueType="num">
                                      <p:cBhvr>
                                        <p:cTn id="52" dur="1000" fill="hold"/>
                                        <p:tgtEl>
                                          <p:spTgt spid="87052">
                                            <p:txEl>
                                              <p:pRg st="0" end="0"/>
                                            </p:txEl>
                                          </p:spTgt>
                                        </p:tgtEl>
                                        <p:attrNameLst>
                                          <p:attrName>ppt_w</p:attrName>
                                        </p:attrNameLst>
                                      </p:cBhvr>
                                      <p:tavLst>
                                        <p:tav tm="0">
                                          <p:val>
                                            <p:strVal val="#ppt_w*0.70"/>
                                          </p:val>
                                        </p:tav>
                                        <p:tav tm="100000">
                                          <p:val>
                                            <p:strVal val="#ppt_w"/>
                                          </p:val>
                                        </p:tav>
                                      </p:tavLst>
                                    </p:anim>
                                    <p:anim calcmode="lin" valueType="num">
                                      <p:cBhvr>
                                        <p:cTn id="53" dur="1000" fill="hold"/>
                                        <p:tgtEl>
                                          <p:spTgt spid="87052">
                                            <p:txEl>
                                              <p:pRg st="0" end="0"/>
                                            </p:txEl>
                                          </p:spTgt>
                                        </p:tgtEl>
                                        <p:attrNameLst>
                                          <p:attrName>ppt_h</p:attrName>
                                        </p:attrNameLst>
                                      </p:cBhvr>
                                      <p:tavLst>
                                        <p:tav tm="0">
                                          <p:val>
                                            <p:strVal val="#ppt_h"/>
                                          </p:val>
                                        </p:tav>
                                        <p:tav tm="100000">
                                          <p:val>
                                            <p:strVal val="#ppt_h"/>
                                          </p:val>
                                        </p:tav>
                                      </p:tavLst>
                                    </p:anim>
                                    <p:animEffect transition="in" filter="fade">
                                      <p:cBhvr>
                                        <p:cTn id="54" dur="1000"/>
                                        <p:tgtEl>
                                          <p:spTgt spid="87052">
                                            <p:txEl>
                                              <p:pRg st="0" end="0"/>
                                            </p:txEl>
                                          </p:spTgt>
                                        </p:tgtEl>
                                      </p:cBhvr>
                                    </p:animEffect>
                                  </p:childTnLst>
                                </p:cTn>
                              </p:par>
                            </p:childTnLst>
                          </p:cTn>
                        </p:par>
                      </p:childTnLst>
                    </p:cTn>
                  </p:par>
                  <p:par>
                    <p:cTn id="55" fill="hold">
                      <p:stCondLst>
                        <p:cond delay="indefinite"/>
                      </p:stCondLst>
                      <p:childTnLst>
                        <p:par>
                          <p:cTn id="56" fill="hold">
                            <p:stCondLst>
                              <p:cond delay="0"/>
                            </p:stCondLst>
                            <p:childTnLst>
                              <p:par>
                                <p:cTn id="57" presetID="55" presetClass="entr" presetSubtype="0" fill="hold" nodeType="clickEffect">
                                  <p:stCondLst>
                                    <p:cond delay="0"/>
                                  </p:stCondLst>
                                  <p:childTnLst>
                                    <p:set>
                                      <p:cBhvr>
                                        <p:cTn id="58" dur="1" fill="hold">
                                          <p:stCondLst>
                                            <p:cond delay="0"/>
                                          </p:stCondLst>
                                        </p:cTn>
                                        <p:tgtEl>
                                          <p:spTgt spid="87056"/>
                                        </p:tgtEl>
                                        <p:attrNameLst>
                                          <p:attrName>style.visibility</p:attrName>
                                        </p:attrNameLst>
                                      </p:cBhvr>
                                      <p:to>
                                        <p:strVal val="visible"/>
                                      </p:to>
                                    </p:set>
                                    <p:anim calcmode="lin" valueType="num">
                                      <p:cBhvr>
                                        <p:cTn id="59" dur="1000" fill="hold"/>
                                        <p:tgtEl>
                                          <p:spTgt spid="87056"/>
                                        </p:tgtEl>
                                        <p:attrNameLst>
                                          <p:attrName>ppt_w</p:attrName>
                                        </p:attrNameLst>
                                      </p:cBhvr>
                                      <p:tavLst>
                                        <p:tav tm="0">
                                          <p:val>
                                            <p:strVal val="#ppt_w*0.70"/>
                                          </p:val>
                                        </p:tav>
                                        <p:tav tm="100000">
                                          <p:val>
                                            <p:strVal val="#ppt_w"/>
                                          </p:val>
                                        </p:tav>
                                      </p:tavLst>
                                    </p:anim>
                                    <p:anim calcmode="lin" valueType="num">
                                      <p:cBhvr>
                                        <p:cTn id="60" dur="1000" fill="hold"/>
                                        <p:tgtEl>
                                          <p:spTgt spid="87056"/>
                                        </p:tgtEl>
                                        <p:attrNameLst>
                                          <p:attrName>ppt_h</p:attrName>
                                        </p:attrNameLst>
                                      </p:cBhvr>
                                      <p:tavLst>
                                        <p:tav tm="0">
                                          <p:val>
                                            <p:strVal val="#ppt_h"/>
                                          </p:val>
                                        </p:tav>
                                        <p:tav tm="100000">
                                          <p:val>
                                            <p:strVal val="#ppt_h"/>
                                          </p:val>
                                        </p:tav>
                                      </p:tavLst>
                                    </p:anim>
                                    <p:animEffect transition="in" filter="fade">
                                      <p:cBhvr>
                                        <p:cTn id="61" dur="1000"/>
                                        <p:tgtEl>
                                          <p:spTgt spid="87056"/>
                                        </p:tgtEl>
                                      </p:cBhvr>
                                    </p:animEffect>
                                  </p:childTnLst>
                                </p:cTn>
                              </p:par>
                            </p:childTnLst>
                          </p:cTn>
                        </p:par>
                        <p:par>
                          <p:cTn id="62" fill="hold">
                            <p:stCondLst>
                              <p:cond delay="1000"/>
                            </p:stCondLst>
                            <p:childTnLst>
                              <p:par>
                                <p:cTn id="63" presetID="55" presetClass="entr" presetSubtype="0" fill="hold" nodeType="afterEffect">
                                  <p:stCondLst>
                                    <p:cond delay="0"/>
                                  </p:stCondLst>
                                  <p:childTnLst>
                                    <p:set>
                                      <p:cBhvr>
                                        <p:cTn id="64" dur="1" fill="hold">
                                          <p:stCondLst>
                                            <p:cond delay="0"/>
                                          </p:stCondLst>
                                        </p:cTn>
                                        <p:tgtEl>
                                          <p:spTgt spid="87053"/>
                                        </p:tgtEl>
                                        <p:attrNameLst>
                                          <p:attrName>style.visibility</p:attrName>
                                        </p:attrNameLst>
                                      </p:cBhvr>
                                      <p:to>
                                        <p:strVal val="visible"/>
                                      </p:to>
                                    </p:set>
                                    <p:anim calcmode="lin" valueType="num">
                                      <p:cBhvr>
                                        <p:cTn id="65" dur="1000" fill="hold"/>
                                        <p:tgtEl>
                                          <p:spTgt spid="87053"/>
                                        </p:tgtEl>
                                        <p:attrNameLst>
                                          <p:attrName>ppt_w</p:attrName>
                                        </p:attrNameLst>
                                      </p:cBhvr>
                                      <p:tavLst>
                                        <p:tav tm="0">
                                          <p:val>
                                            <p:strVal val="#ppt_w*0.70"/>
                                          </p:val>
                                        </p:tav>
                                        <p:tav tm="100000">
                                          <p:val>
                                            <p:strVal val="#ppt_w"/>
                                          </p:val>
                                        </p:tav>
                                      </p:tavLst>
                                    </p:anim>
                                    <p:anim calcmode="lin" valueType="num">
                                      <p:cBhvr>
                                        <p:cTn id="66" dur="1000" fill="hold"/>
                                        <p:tgtEl>
                                          <p:spTgt spid="87053"/>
                                        </p:tgtEl>
                                        <p:attrNameLst>
                                          <p:attrName>ppt_h</p:attrName>
                                        </p:attrNameLst>
                                      </p:cBhvr>
                                      <p:tavLst>
                                        <p:tav tm="0">
                                          <p:val>
                                            <p:strVal val="#ppt_h"/>
                                          </p:val>
                                        </p:tav>
                                        <p:tav tm="100000">
                                          <p:val>
                                            <p:strVal val="#ppt_h"/>
                                          </p:val>
                                        </p:tav>
                                      </p:tavLst>
                                    </p:anim>
                                    <p:animEffect transition="in" filter="fade">
                                      <p:cBhvr>
                                        <p:cTn id="67" dur="1000"/>
                                        <p:tgtEl>
                                          <p:spTgt spid="870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7042" name="Object 2"/>
          <p:cNvGraphicFramePr>
            <a:graphicFrameLocks noGrp="1" noChangeAspect="1"/>
          </p:cNvGraphicFramePr>
          <p:nvPr>
            <p:ph sz="half" idx="2"/>
          </p:nvPr>
        </p:nvGraphicFramePr>
        <p:xfrm>
          <a:off x="899795" y="775653"/>
          <a:ext cx="1793875" cy="674687"/>
        </p:xfrm>
        <a:graphic>
          <a:graphicData uri="http://schemas.openxmlformats.org/presentationml/2006/ole">
            <mc:AlternateContent xmlns:mc="http://schemas.openxmlformats.org/markup-compatibility/2006">
              <mc:Choice xmlns:v="urn:schemas-microsoft-com:vml" Requires="v">
                <p:oleObj spid="_x0000_s2" name="公式" r:id="rId1" imgW="609600" imgH="228600" progId="Equation.3">
                  <p:embed/>
                </p:oleObj>
              </mc:Choice>
              <mc:Fallback>
                <p:oleObj name="公式" r:id="rId1" imgW="609600" imgH="228600" progId="Equation.3">
                  <p:embed/>
                  <p:pic>
                    <p:nvPicPr>
                      <p:cNvPr id="0" name="Object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99795" y="775653"/>
                        <a:ext cx="1793875" cy="674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87043" name="Object 3"/>
          <p:cNvGraphicFramePr>
            <a:graphicFrameLocks noChangeAspect="1"/>
          </p:cNvGraphicFramePr>
          <p:nvPr/>
        </p:nvGraphicFramePr>
        <p:xfrm>
          <a:off x="1187882" y="3284577"/>
          <a:ext cx="6193358" cy="1123244"/>
        </p:xfrm>
        <a:graphic>
          <a:graphicData uri="http://schemas.openxmlformats.org/presentationml/2006/ole">
            <mc:AlternateContent xmlns:mc="http://schemas.openxmlformats.org/markup-compatibility/2006">
              <mc:Choice xmlns:v="urn:schemas-microsoft-com:vml" Requires="v">
                <p:oleObj spid="_x0000_s3" name="公式" r:id="rId3" imgW="2006600" imgH="457200" progId="Equation.3">
                  <p:embed/>
                </p:oleObj>
              </mc:Choice>
              <mc:Fallback>
                <p:oleObj name="公式" r:id="rId3" imgW="2006600" imgH="457200" progId="Equation.3">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87882" y="3284577"/>
                        <a:ext cx="6193358" cy="1123244"/>
                      </a:xfrm>
                      <a:prstGeom prst="rect">
                        <a:avLst/>
                      </a:prstGeom>
                      <a:solidFill>
                        <a:schemeClr val="folHlink"/>
                      </a:solidFill>
                      <a:ln>
                        <a:noFill/>
                      </a:ln>
                    </p:spPr>
                  </p:pic>
                </p:oleObj>
              </mc:Fallback>
            </mc:AlternateContent>
          </a:graphicData>
        </a:graphic>
      </p:graphicFrame>
      <p:graphicFrame>
        <p:nvGraphicFramePr>
          <p:cNvPr id="87057" name="Object 11"/>
          <p:cNvGraphicFramePr>
            <a:graphicFrameLocks noChangeAspect="1"/>
          </p:cNvGraphicFramePr>
          <p:nvPr/>
        </p:nvGraphicFramePr>
        <p:xfrm>
          <a:off x="2700020" y="836613"/>
          <a:ext cx="4714875" cy="615950"/>
        </p:xfrm>
        <a:graphic>
          <a:graphicData uri="http://schemas.openxmlformats.org/presentationml/2006/ole">
            <mc:AlternateContent xmlns:mc="http://schemas.openxmlformats.org/markup-compatibility/2006">
              <mc:Choice xmlns:v="urn:schemas-microsoft-com:vml" Requires="v">
                <p:oleObj spid="_x0000_s10" name="公式" r:id="rId5" imgW="1752600" imgH="228600" progId="Equation.3">
                  <p:embed/>
                </p:oleObj>
              </mc:Choice>
              <mc:Fallback>
                <p:oleObj name="公式" r:id="rId5" imgW="1752600" imgH="228600" progId="Equation.3">
                  <p:embed/>
                  <p:pic>
                    <p:nvPicPr>
                      <p:cNvPr id="0" name="Object 1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700020" y="836613"/>
                        <a:ext cx="4714875" cy="615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87058" name="Object 12"/>
          <p:cNvGraphicFramePr>
            <a:graphicFrameLocks noChangeAspect="1"/>
          </p:cNvGraphicFramePr>
          <p:nvPr/>
        </p:nvGraphicFramePr>
        <p:xfrm>
          <a:off x="1115695" y="2349181"/>
          <a:ext cx="4140200" cy="596900"/>
        </p:xfrm>
        <a:graphic>
          <a:graphicData uri="http://schemas.openxmlformats.org/presentationml/2006/ole">
            <mc:AlternateContent xmlns:mc="http://schemas.openxmlformats.org/markup-compatibility/2006">
              <mc:Choice xmlns:v="urn:schemas-microsoft-com:vml" Requires="v">
                <p:oleObj spid="_x0000_s11" name="公式" r:id="rId7" imgW="1511300" imgH="241300" progId="Equation.3">
                  <p:embed/>
                </p:oleObj>
              </mc:Choice>
              <mc:Fallback>
                <p:oleObj name="公式" r:id="rId7" imgW="1511300" imgH="241300" progId="Equation.3">
                  <p:embed/>
                  <p:pic>
                    <p:nvPicPr>
                      <p:cNvPr id="0" name="Object 1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115695" y="2349181"/>
                        <a:ext cx="4140200" cy="596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16" name="组合 15"/>
          <p:cNvGrpSpPr/>
          <p:nvPr/>
        </p:nvGrpSpPr>
        <p:grpSpPr>
          <a:xfrm>
            <a:off x="2699385" y="1436370"/>
            <a:ext cx="1467485" cy="675005"/>
            <a:chOff x="4251" y="2262"/>
            <a:chExt cx="2311" cy="1063"/>
          </a:xfrm>
        </p:grpSpPr>
        <p:sp>
          <p:nvSpPr>
            <p:cNvPr id="108548" name="AutoShape 4"/>
            <p:cNvSpPr/>
            <p:nvPr/>
          </p:nvSpPr>
          <p:spPr bwMode="auto">
            <a:xfrm rot="-5400000">
              <a:off x="4987" y="1639"/>
              <a:ext cx="455" cy="1700"/>
            </a:xfrm>
            <a:prstGeom prst="leftBrace">
              <a:avLst>
                <a:gd name="adj1" fmla="val 35149"/>
                <a:gd name="adj2" fmla="val 53528"/>
              </a:avLst>
            </a:prstGeom>
            <a:noFill/>
            <a:ln w="9525">
              <a:solidFill>
                <a:schemeClr val="bg1"/>
              </a:solidFill>
              <a:round/>
            </a:ln>
            <a:extLst>
              <a:ext uri="{909E8E84-426E-40DD-AFC4-6F175D3DCCD1}">
                <a14:hiddenFill xmlns:a14="http://schemas.microsoft.com/office/drawing/2010/main">
                  <a:solidFill>
                    <a:srgbClr val="FFFFFF"/>
                  </a:solidFill>
                </a14:hiddenFill>
              </a:ext>
            </a:extLst>
          </p:spPr>
          <p:txBody>
            <a:bodyPr vert="eaVert" wrap="none" anchor="ct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spcBef>
                  <a:spcPct val="0"/>
                </a:spcBef>
                <a:buFontTx/>
                <a:buNone/>
              </a:pPr>
              <a:endParaRPr kumimoji="0" lang="zh-CN" altLang="en-US" sz="1800">
                <a:ea typeface="宋体" panose="02010600030101010101" pitchFamily="2" charset="-122"/>
              </a:endParaRPr>
            </a:p>
          </p:txBody>
        </p:sp>
        <p:sp>
          <p:nvSpPr>
            <p:cNvPr id="12" name="Text Box 5"/>
            <p:cNvSpPr txBox="1">
              <a:spLocks noChangeArrowheads="1"/>
            </p:cNvSpPr>
            <p:nvPr/>
          </p:nvSpPr>
          <p:spPr bwMode="auto">
            <a:xfrm>
              <a:off x="4251" y="2600"/>
              <a:ext cx="2311" cy="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spcBef>
                  <a:spcPct val="50000"/>
                </a:spcBef>
                <a:buFontTx/>
                <a:buNone/>
              </a:pPr>
              <a:r>
                <a:rPr kumimoji="0" lang="zh-CN" altLang="en-US" sz="2400">
                  <a:solidFill>
                    <a:schemeClr val="bg1"/>
                  </a:solidFill>
                </a:rPr>
                <a:t>受迫分量</a:t>
              </a:r>
              <a:endParaRPr kumimoji="0" lang="zh-CN" altLang="en-US" sz="2400">
                <a:solidFill>
                  <a:schemeClr val="bg1"/>
                </a:solidFill>
              </a:endParaRPr>
            </a:p>
          </p:txBody>
        </p:sp>
      </p:grpSp>
      <p:grpSp>
        <p:nvGrpSpPr>
          <p:cNvPr id="17" name="组合 16"/>
          <p:cNvGrpSpPr/>
          <p:nvPr/>
        </p:nvGrpSpPr>
        <p:grpSpPr>
          <a:xfrm>
            <a:off x="4572000" y="1508125"/>
            <a:ext cx="2447290" cy="674370"/>
            <a:chOff x="7200" y="2375"/>
            <a:chExt cx="3854" cy="1062"/>
          </a:xfrm>
        </p:grpSpPr>
        <p:sp>
          <p:nvSpPr>
            <p:cNvPr id="457735" name="Text Box 7"/>
            <p:cNvSpPr txBox="1">
              <a:spLocks noChangeArrowheads="1"/>
            </p:cNvSpPr>
            <p:nvPr/>
          </p:nvSpPr>
          <p:spPr bwMode="auto">
            <a:xfrm>
              <a:off x="8108" y="2717"/>
              <a:ext cx="2610" cy="7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spcBef>
                  <a:spcPct val="50000"/>
                </a:spcBef>
                <a:buFontTx/>
                <a:buNone/>
              </a:pPr>
              <a:r>
                <a:rPr kumimoji="0" lang="zh-CN" altLang="en-US" sz="2400">
                  <a:solidFill>
                    <a:schemeClr val="bg1"/>
                  </a:solidFill>
                </a:rPr>
                <a:t>自然分量</a:t>
              </a:r>
              <a:endParaRPr kumimoji="0" lang="zh-CN" altLang="en-US" sz="2400">
                <a:solidFill>
                  <a:schemeClr val="bg1"/>
                </a:solidFill>
              </a:endParaRPr>
            </a:p>
          </p:txBody>
        </p:sp>
        <p:sp>
          <p:nvSpPr>
            <p:cNvPr id="108563" name="AutoShape 6"/>
            <p:cNvSpPr/>
            <p:nvPr/>
          </p:nvSpPr>
          <p:spPr bwMode="auto">
            <a:xfrm rot="-5400000">
              <a:off x="8900" y="675"/>
              <a:ext cx="455" cy="3855"/>
            </a:xfrm>
            <a:prstGeom prst="leftBrace">
              <a:avLst>
                <a:gd name="adj1" fmla="val 70604"/>
                <a:gd name="adj2" fmla="val 50000"/>
              </a:avLst>
            </a:prstGeom>
            <a:noFill/>
            <a:ln w="9525">
              <a:solidFill>
                <a:schemeClr val="bg1"/>
              </a:solidFill>
              <a:round/>
            </a:ln>
            <a:extLst>
              <a:ext uri="{909E8E84-426E-40DD-AFC4-6F175D3DCCD1}">
                <a14:hiddenFill xmlns:a14="http://schemas.microsoft.com/office/drawing/2010/main">
                  <a:solidFill>
                    <a:srgbClr val="FFFFFF"/>
                  </a:solidFill>
                </a14:hiddenFill>
              </a:ext>
            </a:extLst>
          </p:spPr>
          <p:txBody>
            <a:bodyPr vert="eaVert" wrap="none" anchor="ct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spcBef>
                  <a:spcPct val="0"/>
                </a:spcBef>
                <a:buFontTx/>
                <a:buNone/>
              </a:pPr>
              <a:endParaRPr kumimoji="0" lang="zh-CN" altLang="en-US" sz="1800">
                <a:ea typeface="宋体" panose="02010600030101010101" pitchFamily="2" charset="-122"/>
              </a:endParaRPr>
            </a:p>
          </p:txBody>
        </p:sp>
      </p:grpSp>
      <p:grpSp>
        <p:nvGrpSpPr>
          <p:cNvPr id="14" name="组合 13"/>
          <p:cNvGrpSpPr/>
          <p:nvPr/>
        </p:nvGrpSpPr>
        <p:grpSpPr>
          <a:xfrm>
            <a:off x="3708400" y="4436745"/>
            <a:ext cx="3025388" cy="821055"/>
            <a:chOff x="5847" y="6871"/>
            <a:chExt cx="4483" cy="1293"/>
          </a:xfrm>
        </p:grpSpPr>
        <p:sp>
          <p:nvSpPr>
            <p:cNvPr id="108565" name="AutoShape 6"/>
            <p:cNvSpPr/>
            <p:nvPr/>
          </p:nvSpPr>
          <p:spPr bwMode="auto">
            <a:xfrm rot="16200000">
              <a:off x="7547" y="5171"/>
              <a:ext cx="455" cy="3855"/>
            </a:xfrm>
            <a:prstGeom prst="leftBrace">
              <a:avLst>
                <a:gd name="adj1" fmla="val 70604"/>
                <a:gd name="adj2" fmla="val 50000"/>
              </a:avLst>
            </a:prstGeom>
            <a:solidFill>
              <a:schemeClr val="tx1"/>
            </a:solidFill>
            <a:ln w="9525">
              <a:solidFill>
                <a:schemeClr val="bg1"/>
              </a:solidFill>
              <a:round/>
            </a:ln>
          </p:spPr>
          <p:txBody>
            <a:bodyPr vert="eaVert" wrap="none" anchor="ct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spcBef>
                  <a:spcPct val="0"/>
                </a:spcBef>
                <a:buFontTx/>
                <a:buNone/>
              </a:pPr>
              <a:endParaRPr kumimoji="0" lang="zh-CN" altLang="en-US" sz="1800">
                <a:ea typeface="宋体" panose="02010600030101010101" pitchFamily="2" charset="-122"/>
              </a:endParaRPr>
            </a:p>
          </p:txBody>
        </p:sp>
        <p:sp>
          <p:nvSpPr>
            <p:cNvPr id="13" name="Text Box 7"/>
            <p:cNvSpPr txBox="1">
              <a:spLocks noChangeArrowheads="1"/>
            </p:cNvSpPr>
            <p:nvPr/>
          </p:nvSpPr>
          <p:spPr bwMode="auto">
            <a:xfrm>
              <a:off x="6700" y="7439"/>
              <a:ext cx="3630" cy="725"/>
            </a:xfrm>
            <a:prstGeom prst="rect">
              <a:avLst/>
            </a:prstGeom>
            <a:solidFill>
              <a:schemeClr val="tx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spcBef>
                  <a:spcPct val="50000"/>
                </a:spcBef>
                <a:buFontTx/>
                <a:buNone/>
              </a:pPr>
              <a:r>
                <a:rPr kumimoji="0" lang="zh-CN" altLang="en-US" sz="2400" dirty="0">
                  <a:solidFill>
                    <a:schemeClr val="bg1"/>
                  </a:solidFill>
                </a:rPr>
                <a:t>自然分量</a:t>
              </a:r>
              <a:endParaRPr kumimoji="0" lang="zh-CN" altLang="en-US" sz="2400" dirty="0">
                <a:solidFill>
                  <a:schemeClr val="bg1"/>
                </a:solidFill>
              </a:endParaRPr>
            </a:p>
          </p:txBody>
        </p:sp>
      </p:grpSp>
      <p:grpSp>
        <p:nvGrpSpPr>
          <p:cNvPr id="15" name="组合 14"/>
          <p:cNvGrpSpPr/>
          <p:nvPr/>
        </p:nvGrpSpPr>
        <p:grpSpPr>
          <a:xfrm>
            <a:off x="1475740" y="4434840"/>
            <a:ext cx="1657350" cy="746125"/>
            <a:chOff x="2324" y="6871"/>
            <a:chExt cx="2610" cy="1175"/>
          </a:xfrm>
        </p:grpSpPr>
        <p:sp>
          <p:nvSpPr>
            <p:cNvPr id="457733" name="Text Box 5"/>
            <p:cNvSpPr txBox="1">
              <a:spLocks noChangeArrowheads="1"/>
            </p:cNvSpPr>
            <p:nvPr/>
          </p:nvSpPr>
          <p:spPr bwMode="auto">
            <a:xfrm>
              <a:off x="2324" y="7326"/>
              <a:ext cx="2610" cy="720"/>
            </a:xfrm>
            <a:prstGeom prst="rect">
              <a:avLst/>
            </a:prstGeom>
            <a:solidFill>
              <a:schemeClr val="tx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spcBef>
                  <a:spcPct val="50000"/>
                </a:spcBef>
                <a:buFontTx/>
                <a:buNone/>
              </a:pPr>
              <a:r>
                <a:rPr kumimoji="0" lang="zh-CN" altLang="en-US" sz="2400">
                  <a:solidFill>
                    <a:schemeClr val="bg1"/>
                  </a:solidFill>
                </a:rPr>
                <a:t>受迫分量</a:t>
              </a:r>
              <a:endParaRPr kumimoji="0" lang="zh-CN" altLang="en-US" sz="2400">
                <a:solidFill>
                  <a:schemeClr val="bg1"/>
                </a:solidFill>
              </a:endParaRPr>
            </a:p>
          </p:txBody>
        </p:sp>
        <p:sp>
          <p:nvSpPr>
            <p:cNvPr id="108567" name="AutoShape 4"/>
            <p:cNvSpPr/>
            <p:nvPr/>
          </p:nvSpPr>
          <p:spPr bwMode="auto">
            <a:xfrm rot="16200000">
              <a:off x="3208" y="6085"/>
              <a:ext cx="455" cy="2026"/>
            </a:xfrm>
            <a:prstGeom prst="leftBrace">
              <a:avLst>
                <a:gd name="adj1" fmla="val 31136"/>
                <a:gd name="adj2" fmla="val 50000"/>
              </a:avLst>
            </a:prstGeom>
            <a:noFill/>
            <a:ln w="9525">
              <a:solidFill>
                <a:schemeClr val="bg1"/>
              </a:solidFill>
              <a:round/>
            </a:ln>
            <a:extLst>
              <a:ext uri="{909E8E84-426E-40DD-AFC4-6F175D3DCCD1}">
                <a14:hiddenFill xmlns:a14="http://schemas.microsoft.com/office/drawing/2010/main">
                  <a:solidFill>
                    <a:srgbClr val="FFFFFF"/>
                  </a:solidFill>
                </a14:hiddenFill>
              </a:ext>
            </a:extLst>
          </p:spPr>
          <p:txBody>
            <a:bodyPr vert="eaVert" wrap="none" anchor="ct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spcBef>
                  <a:spcPct val="0"/>
                </a:spcBef>
                <a:buFontTx/>
                <a:buNone/>
              </a:pPr>
              <a:endParaRPr kumimoji="0" lang="zh-CN" altLang="en-US" sz="1800">
                <a:ea typeface="宋体" panose="02010600030101010101" pitchFamily="2" charset="-122"/>
              </a:endParaRPr>
            </a:p>
          </p:txBody>
        </p:sp>
      </p:grpSp>
      <p:grpSp>
        <p:nvGrpSpPr>
          <p:cNvPr id="22" name="组合 21"/>
          <p:cNvGrpSpPr/>
          <p:nvPr/>
        </p:nvGrpSpPr>
        <p:grpSpPr>
          <a:xfrm>
            <a:off x="2195830" y="5300980"/>
            <a:ext cx="2601578" cy="1238885"/>
            <a:chOff x="3458" y="8348"/>
            <a:chExt cx="4097" cy="1951"/>
          </a:xfrm>
        </p:grpSpPr>
        <p:sp>
          <p:nvSpPr>
            <p:cNvPr id="20" name="AutoShape 6"/>
            <p:cNvSpPr/>
            <p:nvPr/>
          </p:nvSpPr>
          <p:spPr bwMode="auto">
            <a:xfrm rot="16200000">
              <a:off x="5279" y="6527"/>
              <a:ext cx="455" cy="4097"/>
            </a:xfrm>
            <a:prstGeom prst="leftBrace">
              <a:avLst>
                <a:gd name="adj1" fmla="val 70604"/>
                <a:gd name="adj2" fmla="val 50000"/>
              </a:avLst>
            </a:prstGeom>
            <a:solidFill>
              <a:schemeClr val="tx1"/>
            </a:solidFill>
            <a:ln w="9525">
              <a:solidFill>
                <a:schemeClr val="bg1"/>
              </a:solidFill>
              <a:round/>
            </a:ln>
          </p:spPr>
          <p:txBody>
            <a:bodyPr vert="eaVert" wrap="none" anchor="ct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spcBef>
                  <a:spcPct val="0"/>
                </a:spcBef>
                <a:buFontTx/>
                <a:buNone/>
              </a:pPr>
              <a:endParaRPr kumimoji="0" lang="zh-CN" altLang="en-US" sz="1800">
                <a:ea typeface="宋体" panose="02010600030101010101" pitchFamily="2" charset="-122"/>
              </a:endParaRPr>
            </a:p>
          </p:txBody>
        </p:sp>
        <p:sp>
          <p:nvSpPr>
            <p:cNvPr id="21" name="Text Box 7"/>
            <p:cNvSpPr txBox="1">
              <a:spLocks noChangeArrowheads="1"/>
            </p:cNvSpPr>
            <p:nvPr/>
          </p:nvSpPr>
          <p:spPr bwMode="auto">
            <a:xfrm>
              <a:off x="3696" y="8992"/>
              <a:ext cx="3858" cy="1307"/>
            </a:xfrm>
            <a:prstGeom prst="rect">
              <a:avLst/>
            </a:prstGeom>
            <a:solidFill>
              <a:schemeClr val="tx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algn="ctr" eaLnBrk="1" hangingPunct="1">
                <a:spcBef>
                  <a:spcPct val="50000"/>
                </a:spcBef>
                <a:buFontTx/>
                <a:buNone/>
              </a:pPr>
              <a:r>
                <a:rPr kumimoji="0" lang="zh-CN" altLang="en-US" sz="2400" dirty="0">
                  <a:solidFill>
                    <a:schemeClr val="bg1"/>
                  </a:solidFill>
                </a:rPr>
                <a:t>只有瞬态分量，没有稳态</a:t>
              </a:r>
              <a:r>
                <a:rPr kumimoji="0" lang="zh-CN" altLang="en-US" sz="2400" dirty="0">
                  <a:solidFill>
                    <a:schemeClr val="bg1"/>
                  </a:solidFill>
                </a:rPr>
                <a:t>分量</a:t>
              </a:r>
              <a:endParaRPr kumimoji="0" lang="zh-CN" altLang="en-US" sz="2400" dirty="0">
                <a:solidFill>
                  <a:schemeClr val="bg1"/>
                </a:solidFill>
              </a:endParaRPr>
            </a:p>
          </p:txBody>
        </p:sp>
      </p:grpSp>
    </p:spTree>
    <p:custDataLst>
      <p:tags r:id="rId9"/>
    </p:custDataLst>
  </p:cSld>
  <p:clrMapOvr>
    <a:masterClrMapping/>
  </p:clrMapOvr>
  <mc:AlternateContent xmlns:mc="http://schemas.openxmlformats.org/markup-compatibility/2006">
    <mc:Choice xmlns:p14="http://schemas.microsoft.com/office/powerpoint/2010/main" Requires="p14">
      <p:transition spd="slow" p14:dur="2000" advTm="26273"/>
    </mc:Choice>
    <mc:Fallback>
      <p:transition spd="slow" advTm="26273"/>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5" presetClass="entr" presetSubtype="0" fill="hold" nodeType="afterEffect">
                                  <p:stCondLst>
                                    <p:cond delay="0"/>
                                  </p:stCondLst>
                                  <p:childTnLst>
                                    <p:set>
                                      <p:cBhvr>
                                        <p:cTn id="6" dur="1" fill="hold">
                                          <p:stCondLst>
                                            <p:cond delay="0"/>
                                          </p:stCondLst>
                                        </p:cTn>
                                        <p:tgtEl>
                                          <p:spTgt spid="87042"/>
                                        </p:tgtEl>
                                        <p:attrNameLst>
                                          <p:attrName>style.visibility</p:attrName>
                                        </p:attrNameLst>
                                      </p:cBhvr>
                                      <p:to>
                                        <p:strVal val="visible"/>
                                      </p:to>
                                    </p:set>
                                    <p:anim calcmode="lin" valueType="num">
                                      <p:cBhvr>
                                        <p:cTn id="7" dur="1000" fill="hold"/>
                                        <p:tgtEl>
                                          <p:spTgt spid="87042"/>
                                        </p:tgtEl>
                                        <p:attrNameLst>
                                          <p:attrName>ppt_w</p:attrName>
                                        </p:attrNameLst>
                                      </p:cBhvr>
                                      <p:tavLst>
                                        <p:tav tm="0">
                                          <p:val>
                                            <p:strVal val="#ppt_w*0.70"/>
                                          </p:val>
                                        </p:tav>
                                        <p:tav tm="100000">
                                          <p:val>
                                            <p:strVal val="#ppt_w"/>
                                          </p:val>
                                        </p:tav>
                                      </p:tavLst>
                                    </p:anim>
                                    <p:anim calcmode="lin" valueType="num">
                                      <p:cBhvr>
                                        <p:cTn id="8" dur="1000" fill="hold"/>
                                        <p:tgtEl>
                                          <p:spTgt spid="87042"/>
                                        </p:tgtEl>
                                        <p:attrNameLst>
                                          <p:attrName>ppt_h</p:attrName>
                                        </p:attrNameLst>
                                      </p:cBhvr>
                                      <p:tavLst>
                                        <p:tav tm="0">
                                          <p:val>
                                            <p:strVal val="#ppt_h"/>
                                          </p:val>
                                        </p:tav>
                                        <p:tav tm="100000">
                                          <p:val>
                                            <p:strVal val="#ppt_h"/>
                                          </p:val>
                                        </p:tav>
                                      </p:tavLst>
                                    </p:anim>
                                    <p:animEffect transition="in" filter="fade">
                                      <p:cBhvr>
                                        <p:cTn id="9" dur="1000"/>
                                        <p:tgtEl>
                                          <p:spTgt spid="87042"/>
                                        </p:tgtEl>
                                      </p:cBhvr>
                                    </p:animEffect>
                                  </p:childTnLst>
                                </p:cTn>
                              </p:par>
                            </p:childTnLst>
                          </p:cTn>
                        </p:par>
                      </p:childTnLst>
                    </p:cTn>
                  </p:par>
                  <p:par>
                    <p:cTn id="10" fill="hold">
                      <p:stCondLst>
                        <p:cond delay="indefinite"/>
                      </p:stCondLst>
                      <p:childTnLst>
                        <p:par>
                          <p:cTn id="11" fill="hold">
                            <p:stCondLst>
                              <p:cond delay="0"/>
                            </p:stCondLst>
                            <p:childTnLst>
                              <p:par>
                                <p:cTn id="12" presetID="55" presetClass="entr" presetSubtype="0" fill="hold" nodeType="clickEffect">
                                  <p:stCondLst>
                                    <p:cond delay="0"/>
                                  </p:stCondLst>
                                  <p:childTnLst>
                                    <p:set>
                                      <p:cBhvr>
                                        <p:cTn id="13" dur="1" fill="hold">
                                          <p:stCondLst>
                                            <p:cond delay="0"/>
                                          </p:stCondLst>
                                        </p:cTn>
                                        <p:tgtEl>
                                          <p:spTgt spid="87057"/>
                                        </p:tgtEl>
                                        <p:attrNameLst>
                                          <p:attrName>style.visibility</p:attrName>
                                        </p:attrNameLst>
                                      </p:cBhvr>
                                      <p:to>
                                        <p:strVal val="visible"/>
                                      </p:to>
                                    </p:set>
                                    <p:anim calcmode="lin" valueType="num">
                                      <p:cBhvr>
                                        <p:cTn id="14" dur="1000" fill="hold"/>
                                        <p:tgtEl>
                                          <p:spTgt spid="87057"/>
                                        </p:tgtEl>
                                        <p:attrNameLst>
                                          <p:attrName>ppt_w</p:attrName>
                                        </p:attrNameLst>
                                      </p:cBhvr>
                                      <p:tavLst>
                                        <p:tav tm="0">
                                          <p:val>
                                            <p:strVal val="#ppt_w*0.70"/>
                                          </p:val>
                                        </p:tav>
                                        <p:tav tm="100000">
                                          <p:val>
                                            <p:strVal val="#ppt_w"/>
                                          </p:val>
                                        </p:tav>
                                      </p:tavLst>
                                    </p:anim>
                                    <p:anim calcmode="lin" valueType="num">
                                      <p:cBhvr>
                                        <p:cTn id="15" dur="1000" fill="hold"/>
                                        <p:tgtEl>
                                          <p:spTgt spid="87057"/>
                                        </p:tgtEl>
                                        <p:attrNameLst>
                                          <p:attrName>ppt_h</p:attrName>
                                        </p:attrNameLst>
                                      </p:cBhvr>
                                      <p:tavLst>
                                        <p:tav tm="0">
                                          <p:val>
                                            <p:strVal val="#ppt_h"/>
                                          </p:val>
                                        </p:tav>
                                        <p:tav tm="100000">
                                          <p:val>
                                            <p:strVal val="#ppt_h"/>
                                          </p:val>
                                        </p:tav>
                                      </p:tavLst>
                                    </p:anim>
                                    <p:animEffect transition="in" filter="fade">
                                      <p:cBhvr>
                                        <p:cTn id="16" dur="1000"/>
                                        <p:tgtEl>
                                          <p:spTgt spid="87057"/>
                                        </p:tgtEl>
                                      </p:cBhvr>
                                    </p:animEffec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6"/>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7"/>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55" presetClass="entr" presetSubtype="0" fill="hold" nodeType="clickEffect">
                                  <p:stCondLst>
                                    <p:cond delay="0"/>
                                  </p:stCondLst>
                                  <p:childTnLst>
                                    <p:set>
                                      <p:cBhvr>
                                        <p:cTn id="28" dur="1" fill="hold">
                                          <p:stCondLst>
                                            <p:cond delay="0"/>
                                          </p:stCondLst>
                                        </p:cTn>
                                        <p:tgtEl>
                                          <p:spTgt spid="87058"/>
                                        </p:tgtEl>
                                        <p:attrNameLst>
                                          <p:attrName>style.visibility</p:attrName>
                                        </p:attrNameLst>
                                      </p:cBhvr>
                                      <p:to>
                                        <p:strVal val="visible"/>
                                      </p:to>
                                    </p:set>
                                    <p:anim calcmode="lin" valueType="num">
                                      <p:cBhvr>
                                        <p:cTn id="29" dur="1000" fill="hold"/>
                                        <p:tgtEl>
                                          <p:spTgt spid="87058"/>
                                        </p:tgtEl>
                                        <p:attrNameLst>
                                          <p:attrName>ppt_w</p:attrName>
                                        </p:attrNameLst>
                                      </p:cBhvr>
                                      <p:tavLst>
                                        <p:tav tm="0">
                                          <p:val>
                                            <p:strVal val="#ppt_w*0.70"/>
                                          </p:val>
                                        </p:tav>
                                        <p:tav tm="100000">
                                          <p:val>
                                            <p:strVal val="#ppt_w"/>
                                          </p:val>
                                        </p:tav>
                                      </p:tavLst>
                                    </p:anim>
                                    <p:anim calcmode="lin" valueType="num">
                                      <p:cBhvr>
                                        <p:cTn id="30" dur="1000" fill="hold"/>
                                        <p:tgtEl>
                                          <p:spTgt spid="87058"/>
                                        </p:tgtEl>
                                        <p:attrNameLst>
                                          <p:attrName>ppt_h</p:attrName>
                                        </p:attrNameLst>
                                      </p:cBhvr>
                                      <p:tavLst>
                                        <p:tav tm="0">
                                          <p:val>
                                            <p:strVal val="#ppt_h"/>
                                          </p:val>
                                        </p:tav>
                                        <p:tav tm="100000">
                                          <p:val>
                                            <p:strVal val="#ppt_h"/>
                                          </p:val>
                                        </p:tav>
                                      </p:tavLst>
                                    </p:anim>
                                    <p:animEffect transition="in" filter="fade">
                                      <p:cBhvr>
                                        <p:cTn id="31" dur="1000"/>
                                        <p:tgtEl>
                                          <p:spTgt spid="87058"/>
                                        </p:tgtEl>
                                      </p:cBhvr>
                                    </p:animEffect>
                                  </p:childTnLst>
                                </p:cTn>
                              </p:par>
                            </p:childTnLst>
                          </p:cTn>
                        </p:par>
                      </p:childTnLst>
                    </p:cTn>
                  </p:par>
                  <p:par>
                    <p:cTn id="32" fill="hold">
                      <p:stCondLst>
                        <p:cond delay="indefinite"/>
                      </p:stCondLst>
                      <p:childTnLst>
                        <p:par>
                          <p:cTn id="33" fill="hold">
                            <p:stCondLst>
                              <p:cond delay="0"/>
                            </p:stCondLst>
                            <p:childTnLst>
                              <p:par>
                                <p:cTn id="34" presetID="55" presetClass="entr" presetSubtype="0" fill="hold" nodeType="clickEffect">
                                  <p:stCondLst>
                                    <p:cond delay="0"/>
                                  </p:stCondLst>
                                  <p:childTnLst>
                                    <p:set>
                                      <p:cBhvr>
                                        <p:cTn id="35" dur="1" fill="hold">
                                          <p:stCondLst>
                                            <p:cond delay="0"/>
                                          </p:stCondLst>
                                        </p:cTn>
                                        <p:tgtEl>
                                          <p:spTgt spid="87043"/>
                                        </p:tgtEl>
                                        <p:attrNameLst>
                                          <p:attrName>style.visibility</p:attrName>
                                        </p:attrNameLst>
                                      </p:cBhvr>
                                      <p:to>
                                        <p:strVal val="visible"/>
                                      </p:to>
                                    </p:set>
                                    <p:anim calcmode="lin" valueType="num">
                                      <p:cBhvr>
                                        <p:cTn id="36" dur="1000" fill="hold"/>
                                        <p:tgtEl>
                                          <p:spTgt spid="87043"/>
                                        </p:tgtEl>
                                        <p:attrNameLst>
                                          <p:attrName>ppt_w</p:attrName>
                                        </p:attrNameLst>
                                      </p:cBhvr>
                                      <p:tavLst>
                                        <p:tav tm="0">
                                          <p:val>
                                            <p:strVal val="#ppt_w*0.70"/>
                                          </p:val>
                                        </p:tav>
                                        <p:tav tm="100000">
                                          <p:val>
                                            <p:strVal val="#ppt_w"/>
                                          </p:val>
                                        </p:tav>
                                      </p:tavLst>
                                    </p:anim>
                                    <p:anim calcmode="lin" valueType="num">
                                      <p:cBhvr>
                                        <p:cTn id="37" dur="1000" fill="hold"/>
                                        <p:tgtEl>
                                          <p:spTgt spid="87043"/>
                                        </p:tgtEl>
                                        <p:attrNameLst>
                                          <p:attrName>ppt_h</p:attrName>
                                        </p:attrNameLst>
                                      </p:cBhvr>
                                      <p:tavLst>
                                        <p:tav tm="0">
                                          <p:val>
                                            <p:strVal val="#ppt_h"/>
                                          </p:val>
                                        </p:tav>
                                        <p:tav tm="100000">
                                          <p:val>
                                            <p:strVal val="#ppt_h"/>
                                          </p:val>
                                        </p:tav>
                                      </p:tavLst>
                                    </p:anim>
                                    <p:animEffect transition="in" filter="fade">
                                      <p:cBhvr>
                                        <p:cTn id="38" dur="1000"/>
                                        <p:tgtEl>
                                          <p:spTgt spid="87043"/>
                                        </p:tgtEl>
                                      </p:cBhvr>
                                    </p:animEffect>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15"/>
                                        </p:tgtEl>
                                        <p:attrNameLst>
                                          <p:attrName>style.visibility</p:attrName>
                                        </p:attrNameLst>
                                      </p:cBhvr>
                                      <p:to>
                                        <p:strVal val="visible"/>
                                      </p:to>
                                    </p:set>
                                    <p:anim calcmode="lin" valueType="num">
                                      <p:cBhvr additive="base">
                                        <p:cTn id="43" dur="500" fill="hold"/>
                                        <p:tgtEl>
                                          <p:spTgt spid="15"/>
                                        </p:tgtEl>
                                        <p:attrNameLst>
                                          <p:attrName>ppt_x</p:attrName>
                                        </p:attrNameLst>
                                      </p:cBhvr>
                                      <p:tavLst>
                                        <p:tav tm="0">
                                          <p:val>
                                            <p:strVal val="#ppt_x"/>
                                          </p:val>
                                        </p:tav>
                                        <p:tav tm="100000">
                                          <p:val>
                                            <p:strVal val="#ppt_x"/>
                                          </p:val>
                                        </p:tav>
                                      </p:tavLst>
                                    </p:anim>
                                    <p:anim calcmode="lin" valueType="num">
                                      <p:cBhvr additive="base">
                                        <p:cTn id="44"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nodeType="clickEffect">
                                  <p:stCondLst>
                                    <p:cond delay="0"/>
                                  </p:stCondLst>
                                  <p:childTnLst>
                                    <p:set>
                                      <p:cBhvr>
                                        <p:cTn id="48" dur="1" fill="hold">
                                          <p:stCondLst>
                                            <p:cond delay="0"/>
                                          </p:stCondLst>
                                        </p:cTn>
                                        <p:tgtEl>
                                          <p:spTgt spid="14"/>
                                        </p:tgtEl>
                                        <p:attrNameLst>
                                          <p:attrName>style.visibility</p:attrName>
                                        </p:attrNameLst>
                                      </p:cBhvr>
                                      <p:to>
                                        <p:strVal val="visible"/>
                                      </p:to>
                                    </p:set>
                                    <p:anim calcmode="lin" valueType="num">
                                      <p:cBhvr additive="base">
                                        <p:cTn id="49" dur="500" fill="hold"/>
                                        <p:tgtEl>
                                          <p:spTgt spid="14"/>
                                        </p:tgtEl>
                                        <p:attrNameLst>
                                          <p:attrName>ppt_x</p:attrName>
                                        </p:attrNameLst>
                                      </p:cBhvr>
                                      <p:tavLst>
                                        <p:tav tm="0">
                                          <p:val>
                                            <p:strVal val="#ppt_x"/>
                                          </p:val>
                                        </p:tav>
                                        <p:tav tm="100000">
                                          <p:val>
                                            <p:strVal val="#ppt_x"/>
                                          </p:val>
                                        </p:tav>
                                      </p:tavLst>
                                    </p:anim>
                                    <p:anim calcmode="lin" valueType="num">
                                      <p:cBhvr additive="base">
                                        <p:cTn id="50"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Rectangle 4"/>
          <p:cNvSpPr>
            <a:spLocks noGrp="1" noChangeArrowheads="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a:spcBef>
                <a:spcPct val="0"/>
              </a:spcBef>
              <a:buFontTx/>
              <a:buNone/>
            </a:pPr>
            <a:fld id="{679BB6A7-0CAD-4451-878C-4C62C8E67846}" type="datetime1">
              <a:rPr kumimoji="0" lang="zh-CN" altLang="en-US" sz="1200" smtClean="0">
                <a:solidFill>
                  <a:srgbClr val="000000"/>
                </a:solidFill>
                <a:ea typeface="宋体" panose="02010600030101010101" pitchFamily="2" charset="-122"/>
              </a:rPr>
            </a:fld>
            <a:endParaRPr kumimoji="0" lang="en-US" altLang="zh-CN" sz="1200">
              <a:solidFill>
                <a:srgbClr val="000000"/>
              </a:solidFill>
              <a:ea typeface="宋体" panose="02010600030101010101" pitchFamily="2" charset="-122"/>
            </a:endParaRPr>
          </a:p>
        </p:txBody>
      </p:sp>
      <p:sp>
        <p:nvSpPr>
          <p:cNvPr id="459779" name="Rectangle 3"/>
          <p:cNvSpPr>
            <a:spLocks noGrp="1" noChangeArrowheads="1"/>
          </p:cNvSpPr>
          <p:nvPr>
            <p:ph type="body" sz="half" idx="1"/>
          </p:nvPr>
        </p:nvSpPr>
        <p:spPr>
          <a:xfrm>
            <a:off x="684213" y="549275"/>
            <a:ext cx="8208962" cy="2736850"/>
          </a:xfrm>
        </p:spPr>
        <p:txBody>
          <a:bodyPr/>
          <a:lstStyle/>
          <a:p>
            <a:pPr marL="0" indent="0" eaLnBrk="1" hangingPunct="1">
              <a:lnSpc>
                <a:spcPct val="120000"/>
              </a:lnSpc>
              <a:buFontTx/>
              <a:buNone/>
              <a:defRPr/>
            </a:pPr>
            <a:r>
              <a:rPr kumimoji="0" lang="zh-CN" altLang="en-US">
                <a:solidFill>
                  <a:srgbClr val="000000"/>
                </a:solidFill>
                <a:latin typeface="Times New Roman" panose="02020603050405020304" pitchFamily="18" charset="0"/>
              </a:rPr>
              <a:t>例</a:t>
            </a:r>
            <a:r>
              <a:rPr kumimoji="0" lang="en-US" altLang="zh-CN">
                <a:solidFill>
                  <a:srgbClr val="000000"/>
                </a:solidFill>
                <a:latin typeface="Times New Roman" panose="02020603050405020304" pitchFamily="18" charset="0"/>
              </a:rPr>
              <a:t>5-15    </a:t>
            </a:r>
            <a:r>
              <a:rPr kumimoji="0" lang="zh-CN" altLang="en-US">
                <a:solidFill>
                  <a:srgbClr val="000000"/>
                </a:solidFill>
                <a:latin typeface="Times New Roman" panose="02020603050405020304" pitchFamily="18" charset="0"/>
              </a:rPr>
              <a:t>图</a:t>
            </a:r>
            <a:r>
              <a:rPr kumimoji="0" lang="en-US" altLang="zh-CN">
                <a:solidFill>
                  <a:srgbClr val="000000"/>
                </a:solidFill>
                <a:latin typeface="Times New Roman" panose="02020603050405020304" pitchFamily="18" charset="0"/>
              </a:rPr>
              <a:t>5-18</a:t>
            </a:r>
            <a:r>
              <a:rPr kumimoji="0" lang="zh-CN" altLang="en-US">
                <a:solidFill>
                  <a:srgbClr val="000000"/>
                </a:solidFill>
                <a:latin typeface="Times New Roman" panose="02020603050405020304" pitchFamily="18" charset="0"/>
              </a:rPr>
              <a:t>中，已知</a:t>
            </a:r>
            <a:r>
              <a:rPr kumimoji="0" lang="en-US" altLang="zh-CN">
                <a:solidFill>
                  <a:srgbClr val="000000"/>
                </a:solidFill>
                <a:latin typeface="Times New Roman" panose="02020603050405020304" pitchFamily="18" charset="0"/>
                <a:cs typeface="Times New Roman" panose="02020603050405020304" pitchFamily="18" charset="0"/>
              </a:rPr>
              <a:t>C</a:t>
            </a:r>
            <a:r>
              <a:rPr kumimoji="0" lang="en-US" altLang="zh-CN" baseline="-25000">
                <a:solidFill>
                  <a:srgbClr val="000000"/>
                </a:solidFill>
                <a:latin typeface="Times New Roman" panose="02020603050405020304" pitchFamily="18" charset="0"/>
                <a:cs typeface="Times New Roman" panose="02020603050405020304" pitchFamily="18" charset="0"/>
              </a:rPr>
              <a:t>1</a:t>
            </a:r>
            <a:r>
              <a:rPr kumimoji="0" lang="en-US" altLang="zh-CN">
                <a:solidFill>
                  <a:srgbClr val="000000"/>
                </a:solidFill>
                <a:latin typeface="Times New Roman" panose="02020603050405020304" pitchFamily="18" charset="0"/>
                <a:cs typeface="Times New Roman" panose="02020603050405020304" pitchFamily="18" charset="0"/>
              </a:rPr>
              <a:t>=1F</a:t>
            </a:r>
            <a:r>
              <a:rPr kumimoji="0" lang="zh-CN" altLang="en-US">
                <a:solidFill>
                  <a:srgbClr val="000000"/>
                </a:solidFill>
                <a:latin typeface="Times New Roman" panose="02020603050405020304" pitchFamily="18" charset="0"/>
                <a:cs typeface="Times New Roman" panose="02020603050405020304" pitchFamily="18" charset="0"/>
              </a:rPr>
              <a:t>， </a:t>
            </a:r>
            <a:r>
              <a:rPr kumimoji="0" lang="en-US" altLang="zh-CN">
                <a:solidFill>
                  <a:srgbClr val="000000"/>
                </a:solidFill>
                <a:latin typeface="Times New Roman" panose="02020603050405020304" pitchFamily="18" charset="0"/>
                <a:cs typeface="Times New Roman" panose="02020603050405020304" pitchFamily="18" charset="0"/>
              </a:rPr>
              <a:t>C</a:t>
            </a:r>
            <a:r>
              <a:rPr kumimoji="0" lang="en-US" altLang="zh-CN" baseline="-25000">
                <a:solidFill>
                  <a:srgbClr val="000000"/>
                </a:solidFill>
                <a:latin typeface="Times New Roman" panose="02020603050405020304" pitchFamily="18" charset="0"/>
                <a:cs typeface="Times New Roman" panose="02020603050405020304" pitchFamily="18" charset="0"/>
              </a:rPr>
              <a:t>2</a:t>
            </a:r>
            <a:r>
              <a:rPr kumimoji="0" lang="en-US" altLang="zh-CN">
                <a:solidFill>
                  <a:srgbClr val="000000"/>
                </a:solidFill>
                <a:latin typeface="Times New Roman" panose="02020603050405020304" pitchFamily="18" charset="0"/>
                <a:cs typeface="Times New Roman" panose="02020603050405020304" pitchFamily="18" charset="0"/>
              </a:rPr>
              <a:t>=2F</a:t>
            </a:r>
            <a:r>
              <a:rPr kumimoji="0" lang="zh-CN" altLang="en-US">
                <a:solidFill>
                  <a:srgbClr val="000000"/>
                </a:solidFill>
                <a:latin typeface="Times New Roman" panose="02020603050405020304" pitchFamily="18" charset="0"/>
                <a:cs typeface="Times New Roman" panose="02020603050405020304" pitchFamily="18" charset="0"/>
              </a:rPr>
              <a:t>， </a:t>
            </a:r>
            <a:r>
              <a:rPr kumimoji="0" lang="en-US" altLang="zh-CN">
                <a:solidFill>
                  <a:srgbClr val="000000"/>
                </a:solidFill>
                <a:latin typeface="Times New Roman" panose="02020603050405020304" pitchFamily="18" charset="0"/>
                <a:cs typeface="Times New Roman" panose="02020603050405020304" pitchFamily="18" charset="0"/>
              </a:rPr>
              <a:t>R=3</a:t>
            </a:r>
            <a:r>
              <a:rPr kumimoji="0" lang="el-GR" altLang="zh-CN">
                <a:solidFill>
                  <a:srgbClr val="000000"/>
                </a:solidFill>
                <a:latin typeface="Times New Roman" panose="02020603050405020304" pitchFamily="18" charset="0"/>
                <a:cs typeface="Times New Roman" panose="02020603050405020304" pitchFamily="18" charset="0"/>
              </a:rPr>
              <a:t>Ω</a:t>
            </a:r>
            <a:r>
              <a:rPr kumimoji="0" lang="zh-CN" altLang="en-US">
                <a:solidFill>
                  <a:srgbClr val="000000"/>
                </a:solidFill>
                <a:latin typeface="Times New Roman" panose="02020603050405020304" pitchFamily="18" charset="0"/>
                <a:cs typeface="Times New Roman" panose="02020603050405020304" pitchFamily="18" charset="0"/>
              </a:rPr>
              <a:t>，初始条件</a:t>
            </a:r>
            <a:r>
              <a:rPr kumimoji="0" lang="en-US" altLang="zh-CN">
                <a:solidFill>
                  <a:srgbClr val="000000"/>
                </a:solidFill>
                <a:latin typeface="Times New Roman" panose="02020603050405020304" pitchFamily="18" charset="0"/>
                <a:cs typeface="Times New Roman" panose="02020603050405020304" pitchFamily="18" charset="0"/>
              </a:rPr>
              <a:t>u</a:t>
            </a:r>
            <a:r>
              <a:rPr kumimoji="0" lang="en-US" altLang="zh-CN" baseline="-25000">
                <a:solidFill>
                  <a:srgbClr val="000000"/>
                </a:solidFill>
                <a:latin typeface="Times New Roman" panose="02020603050405020304" pitchFamily="18" charset="0"/>
                <a:cs typeface="Times New Roman" panose="02020603050405020304" pitchFamily="18" charset="0"/>
              </a:rPr>
              <a:t>C1</a:t>
            </a:r>
            <a:r>
              <a:rPr kumimoji="0" lang="en-US" altLang="zh-CN">
                <a:solidFill>
                  <a:srgbClr val="000000"/>
                </a:solidFill>
                <a:latin typeface="Times New Roman" panose="02020603050405020304" pitchFamily="18" charset="0"/>
                <a:cs typeface="Times New Roman" panose="02020603050405020304" pitchFamily="18" charset="0"/>
              </a:rPr>
              <a:t>(0)=EV</a:t>
            </a:r>
            <a:r>
              <a:rPr kumimoji="0" lang="zh-CN" altLang="en-US">
                <a:solidFill>
                  <a:srgbClr val="000000"/>
                </a:solidFill>
                <a:latin typeface="Times New Roman" panose="02020603050405020304" pitchFamily="18" charset="0"/>
                <a:cs typeface="Times New Roman" panose="02020603050405020304" pitchFamily="18" charset="0"/>
              </a:rPr>
              <a:t>，方向如图。设开关在</a:t>
            </a:r>
            <a:r>
              <a:rPr kumimoji="0" lang="en-US" altLang="zh-CN">
                <a:solidFill>
                  <a:srgbClr val="000000"/>
                </a:solidFill>
                <a:latin typeface="Times New Roman" panose="02020603050405020304" pitchFamily="18" charset="0"/>
                <a:cs typeface="Times New Roman" panose="02020603050405020304" pitchFamily="18" charset="0"/>
              </a:rPr>
              <a:t>t=0</a:t>
            </a:r>
            <a:r>
              <a:rPr kumimoji="0" lang="zh-CN" altLang="en-US">
                <a:solidFill>
                  <a:srgbClr val="000000"/>
                </a:solidFill>
                <a:latin typeface="Times New Roman" panose="02020603050405020304" pitchFamily="18" charset="0"/>
                <a:cs typeface="Times New Roman" panose="02020603050405020304" pitchFamily="18" charset="0"/>
              </a:rPr>
              <a:t>时闭合，试求通过电容</a:t>
            </a:r>
            <a:r>
              <a:rPr kumimoji="0" lang="en-US" altLang="zh-CN">
                <a:solidFill>
                  <a:srgbClr val="000000"/>
                </a:solidFill>
                <a:latin typeface="Times New Roman" panose="02020603050405020304" pitchFamily="18" charset="0"/>
                <a:cs typeface="Times New Roman" panose="02020603050405020304" pitchFamily="18" charset="0"/>
              </a:rPr>
              <a:t>C</a:t>
            </a:r>
            <a:r>
              <a:rPr kumimoji="0" lang="en-US" altLang="zh-CN" baseline="-25000">
                <a:solidFill>
                  <a:srgbClr val="000000"/>
                </a:solidFill>
                <a:latin typeface="Times New Roman" panose="02020603050405020304" pitchFamily="18" charset="0"/>
                <a:cs typeface="Times New Roman" panose="02020603050405020304" pitchFamily="18" charset="0"/>
              </a:rPr>
              <a:t>1</a:t>
            </a:r>
            <a:r>
              <a:rPr kumimoji="0" lang="zh-CN" altLang="en-US">
                <a:solidFill>
                  <a:srgbClr val="000000"/>
                </a:solidFill>
                <a:latin typeface="Times New Roman" panose="02020603050405020304" pitchFamily="18" charset="0"/>
                <a:cs typeface="Times New Roman" panose="02020603050405020304" pitchFamily="18" charset="0"/>
              </a:rPr>
              <a:t>的响应电流</a:t>
            </a:r>
            <a:r>
              <a:rPr kumimoji="0" lang="en-US" altLang="zh-CN">
                <a:solidFill>
                  <a:srgbClr val="000000"/>
                </a:solidFill>
                <a:latin typeface="Times New Roman" panose="02020603050405020304" pitchFamily="18" charset="0"/>
                <a:cs typeface="Times New Roman" panose="02020603050405020304" pitchFamily="18" charset="0"/>
              </a:rPr>
              <a:t>i</a:t>
            </a:r>
            <a:r>
              <a:rPr kumimoji="0" lang="en-US" altLang="zh-CN" baseline="-25000">
                <a:solidFill>
                  <a:srgbClr val="000000"/>
                </a:solidFill>
                <a:latin typeface="Times New Roman" panose="02020603050405020304" pitchFamily="18" charset="0"/>
                <a:cs typeface="Times New Roman" panose="02020603050405020304" pitchFamily="18" charset="0"/>
              </a:rPr>
              <a:t>C1</a:t>
            </a:r>
            <a:r>
              <a:rPr kumimoji="0" lang="en-US" altLang="zh-CN">
                <a:solidFill>
                  <a:srgbClr val="000000"/>
                </a:solidFill>
                <a:latin typeface="Times New Roman" panose="02020603050405020304" pitchFamily="18" charset="0"/>
                <a:cs typeface="Times New Roman" panose="02020603050405020304" pitchFamily="18" charset="0"/>
              </a:rPr>
              <a:t>(t)</a:t>
            </a:r>
            <a:r>
              <a:rPr kumimoji="0" lang="zh-CN" altLang="en-US">
                <a:solidFill>
                  <a:srgbClr val="000000"/>
                </a:solidFill>
                <a:latin typeface="Times New Roman" panose="02020603050405020304" pitchFamily="18" charset="0"/>
                <a:cs typeface="Times New Roman" panose="02020603050405020304" pitchFamily="18" charset="0"/>
              </a:rPr>
              <a:t>。</a:t>
            </a:r>
            <a:endParaRPr kumimoji="0" lang="zh-CN" altLang="en-US">
              <a:solidFill>
                <a:srgbClr val="000000"/>
              </a:solidFill>
              <a:latin typeface="Times New Roman" panose="02020603050405020304" pitchFamily="18" charset="0"/>
              <a:cs typeface="Times New Roman" panose="02020603050405020304" pitchFamily="18" charset="0"/>
            </a:endParaRPr>
          </a:p>
        </p:txBody>
      </p:sp>
      <p:graphicFrame>
        <p:nvGraphicFramePr>
          <p:cNvPr id="109572" name="Object 2"/>
          <p:cNvGraphicFramePr>
            <a:graphicFrameLocks noGrp="1" noChangeAspect="1"/>
          </p:cNvGraphicFramePr>
          <p:nvPr>
            <p:ph sz="half" idx="2"/>
          </p:nvPr>
        </p:nvGraphicFramePr>
        <p:xfrm>
          <a:off x="2339975" y="3213100"/>
          <a:ext cx="6110288" cy="2768600"/>
        </p:xfrm>
        <a:graphic>
          <a:graphicData uri="http://schemas.openxmlformats.org/presentationml/2006/ole">
            <mc:AlternateContent xmlns:mc="http://schemas.openxmlformats.org/markup-compatibility/2006">
              <mc:Choice xmlns:v="urn:schemas-microsoft-com:vml" Requires="v">
                <p:oleObj spid="_x0000_s2" name="Visio" r:id="rId1" imgW="3614420" imgH="1678305" progId="Visio.Drawing.11">
                  <p:embed/>
                </p:oleObj>
              </mc:Choice>
              <mc:Fallback>
                <p:oleObj name="Visio" r:id="rId1" imgW="3614420" imgH="1678305" progId="Visio.Drawing.11">
                  <p:embed/>
                  <p:pic>
                    <p:nvPicPr>
                      <p:cNvPr id="0" name="Object 2"/>
                      <p:cNvPicPr>
                        <a:picLocks noChangeAspect="1" noChangeArrowheads="1"/>
                      </p:cNvPicPr>
                      <p:nvPr/>
                    </p:nvPicPr>
                    <p:blipFill>
                      <a:blip r:embed="rId2">
                        <a:extLst>
                          <a:ext uri="{28A0092B-C50C-407E-A947-70E740481C1C}">
                            <a14:useLocalDpi xmlns:a14="http://schemas.microsoft.com/office/drawing/2010/main" val="0"/>
                          </a:ext>
                        </a:extLst>
                      </a:blip>
                      <a:srcRect l="22885" t="13013" r="10207" b="9642"/>
                      <a:stretch>
                        <a:fillRect/>
                      </a:stretch>
                    </p:blipFill>
                    <p:spPr bwMode="auto">
                      <a:xfrm>
                        <a:off x="2339975" y="3213100"/>
                        <a:ext cx="6110288" cy="2768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109573" name="Text Box 5"/>
          <p:cNvSpPr txBox="1">
            <a:spLocks noChangeArrowheads="1"/>
          </p:cNvSpPr>
          <p:nvPr/>
        </p:nvSpPr>
        <p:spPr bwMode="auto">
          <a:xfrm>
            <a:off x="3132138" y="5949950"/>
            <a:ext cx="3062287"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spcBef>
                <a:spcPct val="0"/>
              </a:spcBef>
              <a:buFontTx/>
              <a:buNone/>
            </a:pPr>
            <a:r>
              <a:rPr lang="zh-CN" altLang="en-US" sz="1800">
                <a:solidFill>
                  <a:schemeClr val="bg1"/>
                </a:solidFill>
                <a:ea typeface="宋体" panose="02010600030101010101" pitchFamily="2" charset="-122"/>
              </a:rPr>
              <a:t>图</a:t>
            </a:r>
            <a:r>
              <a:rPr lang="en-US" altLang="zh-CN" sz="1800">
                <a:solidFill>
                  <a:schemeClr val="bg1"/>
                </a:solidFill>
                <a:latin typeface="Tahoma" panose="020B0604030504040204" pitchFamily="34" charset="0"/>
                <a:ea typeface="宋体" panose="02010600030101010101" pitchFamily="2" charset="-122"/>
              </a:rPr>
              <a:t>5-18 </a:t>
            </a:r>
            <a:r>
              <a:rPr lang="zh-CN" altLang="en-US" sz="1800">
                <a:solidFill>
                  <a:schemeClr val="bg1"/>
                </a:solidFill>
                <a:ea typeface="宋体" panose="02010600030101010101" pitchFamily="2" charset="-122"/>
              </a:rPr>
              <a:t>（</a:t>
            </a:r>
            <a:r>
              <a:rPr lang="en-US" altLang="zh-CN" sz="1800">
                <a:solidFill>
                  <a:schemeClr val="bg1"/>
                </a:solidFill>
                <a:latin typeface="Tahoma" panose="020B0604030504040204" pitchFamily="34" charset="0"/>
                <a:ea typeface="宋体" panose="02010600030101010101" pitchFamily="2" charset="-122"/>
              </a:rPr>
              <a:t>a</a:t>
            </a:r>
            <a:r>
              <a:rPr lang="zh-CN" altLang="en-US" sz="1800">
                <a:solidFill>
                  <a:schemeClr val="bg1"/>
                </a:solidFill>
                <a:ea typeface="宋体" panose="02010600030101010101" pitchFamily="2" charset="-122"/>
              </a:rPr>
              <a:t>）时域电路模型</a:t>
            </a:r>
            <a:r>
              <a:rPr lang="zh-CN" altLang="en-US" sz="1800">
                <a:solidFill>
                  <a:schemeClr val="bg1"/>
                </a:solidFill>
                <a:latin typeface="Tahoma" panose="020B0604030504040204" pitchFamily="34" charset="0"/>
                <a:ea typeface="宋体" panose="02010600030101010101" pitchFamily="2" charset="-122"/>
              </a:rPr>
              <a:t> </a:t>
            </a:r>
            <a:endParaRPr lang="zh-CN" altLang="en-US" sz="1800">
              <a:solidFill>
                <a:schemeClr val="bg1"/>
              </a:solidFill>
              <a:latin typeface="Tahoma" panose="020B0604030504040204" pitchFamily="34" charset="0"/>
              <a:ea typeface="宋体"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slow" p14:dur="2000" advTm="15929"/>
    </mc:Choice>
    <mc:Fallback>
      <p:transition spd="slow" advTm="15929"/>
    </mc:Fallback>
  </mc:AlternateContent>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Rectangle 4"/>
          <p:cNvSpPr>
            <a:spLocks noGrp="1" noChangeArrowheads="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a:spcBef>
                <a:spcPct val="0"/>
              </a:spcBef>
              <a:buFontTx/>
              <a:buNone/>
            </a:pPr>
            <a:fld id="{F521F2A6-FCC3-426B-AD81-BCB51E8BBBF0}" type="datetime1">
              <a:rPr kumimoji="0" lang="zh-CN" altLang="en-US" sz="1200" smtClean="0">
                <a:solidFill>
                  <a:srgbClr val="000000"/>
                </a:solidFill>
                <a:ea typeface="宋体" panose="02010600030101010101" pitchFamily="2" charset="-122"/>
              </a:rPr>
            </a:fld>
            <a:endParaRPr kumimoji="0" lang="en-US" altLang="zh-CN" sz="1200">
              <a:solidFill>
                <a:srgbClr val="000000"/>
              </a:solidFill>
              <a:ea typeface="宋体" panose="02010600030101010101" pitchFamily="2" charset="-122"/>
            </a:endParaRPr>
          </a:p>
        </p:txBody>
      </p:sp>
      <p:sp>
        <p:nvSpPr>
          <p:cNvPr id="89106" name="Rectangle 18"/>
          <p:cNvSpPr>
            <a:spLocks noChangeArrowheads="1"/>
          </p:cNvSpPr>
          <p:nvPr/>
        </p:nvSpPr>
        <p:spPr bwMode="auto">
          <a:xfrm>
            <a:off x="1376045" y="4004628"/>
            <a:ext cx="271463"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spcBef>
                <a:spcPct val="0"/>
              </a:spcBef>
              <a:buFontTx/>
              <a:buNone/>
            </a:pPr>
            <a:r>
              <a:rPr kumimoji="0" lang="en-US" altLang="zh-CN" sz="3500" b="0" i="1">
                <a:solidFill>
                  <a:srgbClr val="000000"/>
                </a:solidFill>
                <a:latin typeface="Times New Roman" panose="02020603050405020304" pitchFamily="18" charset="0"/>
                <a:ea typeface="宋体" panose="02010600030101010101" pitchFamily="2" charset="-122"/>
              </a:rPr>
              <a:t>E</a:t>
            </a:r>
            <a:endParaRPr kumimoji="0" lang="en-US" altLang="zh-CN" sz="1800">
              <a:ea typeface="宋体" panose="02010600030101010101" pitchFamily="2" charset="-122"/>
            </a:endParaRPr>
          </a:p>
        </p:txBody>
      </p:sp>
      <p:grpSp>
        <p:nvGrpSpPr>
          <p:cNvPr id="110596" name="Group 58"/>
          <p:cNvGrpSpPr/>
          <p:nvPr/>
        </p:nvGrpSpPr>
        <p:grpSpPr bwMode="auto">
          <a:xfrm>
            <a:off x="1438275" y="2411413"/>
            <a:ext cx="5294313" cy="3897312"/>
            <a:chOff x="908" y="1865"/>
            <a:chExt cx="3335" cy="2455"/>
          </a:xfrm>
        </p:grpSpPr>
        <p:sp>
          <p:nvSpPr>
            <p:cNvPr id="110643" name="Text Box 3"/>
            <p:cNvSpPr txBox="1">
              <a:spLocks noChangeArrowheads="1"/>
            </p:cNvSpPr>
            <p:nvPr/>
          </p:nvSpPr>
          <p:spPr bwMode="auto">
            <a:xfrm>
              <a:off x="1837" y="4089"/>
              <a:ext cx="1869"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spcBef>
                  <a:spcPct val="0"/>
                </a:spcBef>
                <a:buFontTx/>
                <a:buNone/>
              </a:pPr>
              <a:r>
                <a:rPr lang="zh-CN" altLang="en-US" sz="1800">
                  <a:solidFill>
                    <a:srgbClr val="000000"/>
                  </a:solidFill>
                  <a:ea typeface="宋体" panose="02010600030101010101" pitchFamily="2" charset="-122"/>
                </a:rPr>
                <a:t>图</a:t>
              </a:r>
              <a:r>
                <a:rPr lang="en-US" altLang="zh-CN" sz="1800">
                  <a:solidFill>
                    <a:srgbClr val="000000"/>
                  </a:solidFill>
                  <a:latin typeface="Tahoma" panose="020B0604030504040204" pitchFamily="34" charset="0"/>
                  <a:ea typeface="宋体" panose="02010600030101010101" pitchFamily="2" charset="-122"/>
                </a:rPr>
                <a:t>5-18  </a:t>
              </a:r>
              <a:r>
                <a:rPr lang="zh-CN" altLang="en-US" sz="1800">
                  <a:solidFill>
                    <a:srgbClr val="000000"/>
                  </a:solidFill>
                  <a:ea typeface="宋体" panose="02010600030101010101" pitchFamily="2" charset="-122"/>
                </a:rPr>
                <a:t>（</a:t>
              </a:r>
              <a:r>
                <a:rPr lang="en-US" altLang="zh-CN" sz="1800">
                  <a:solidFill>
                    <a:srgbClr val="000000"/>
                  </a:solidFill>
                  <a:latin typeface="Tahoma" panose="020B0604030504040204" pitchFamily="34" charset="0"/>
                  <a:ea typeface="宋体" panose="02010600030101010101" pitchFamily="2" charset="-122"/>
                </a:rPr>
                <a:t>b</a:t>
              </a:r>
              <a:r>
                <a:rPr lang="zh-CN" altLang="en-US" sz="1800">
                  <a:solidFill>
                    <a:srgbClr val="000000"/>
                  </a:solidFill>
                  <a:ea typeface="宋体" panose="02010600030101010101" pitchFamily="2" charset="-122"/>
                </a:rPr>
                <a:t>）</a:t>
              </a:r>
              <a:r>
                <a:rPr lang="en-US" altLang="zh-CN" sz="1800">
                  <a:solidFill>
                    <a:srgbClr val="000000"/>
                  </a:solidFill>
                  <a:ea typeface="宋体" panose="02010600030101010101" pitchFamily="2" charset="-122"/>
                </a:rPr>
                <a:t>s</a:t>
              </a:r>
              <a:r>
                <a:rPr lang="zh-CN" altLang="en-US" sz="1800">
                  <a:solidFill>
                    <a:srgbClr val="000000"/>
                  </a:solidFill>
                  <a:ea typeface="宋体" panose="02010600030101010101" pitchFamily="2" charset="-122"/>
                </a:rPr>
                <a:t>域电路模型</a:t>
              </a:r>
              <a:endParaRPr lang="en-US" altLang="zh-CN" sz="1800">
                <a:solidFill>
                  <a:srgbClr val="000000"/>
                </a:solidFill>
                <a:ea typeface="宋体" panose="02010600030101010101" pitchFamily="2" charset="-122"/>
              </a:endParaRPr>
            </a:p>
          </p:txBody>
        </p:sp>
        <p:sp>
          <p:nvSpPr>
            <p:cNvPr id="110644" name="Rectangle 10"/>
            <p:cNvSpPr>
              <a:spLocks noChangeArrowheads="1"/>
            </p:cNvSpPr>
            <p:nvPr/>
          </p:nvSpPr>
          <p:spPr bwMode="auto">
            <a:xfrm>
              <a:off x="4107" y="3222"/>
              <a:ext cx="136" cy="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spcBef>
                  <a:spcPct val="0"/>
                </a:spcBef>
                <a:buFontTx/>
                <a:buNone/>
              </a:pPr>
              <a:r>
                <a:rPr kumimoji="0" lang="en-US" altLang="zh-CN" sz="3400" b="0">
                  <a:solidFill>
                    <a:srgbClr val="000000"/>
                  </a:solidFill>
                  <a:latin typeface="Times New Roman" panose="02020603050405020304" pitchFamily="18" charset="0"/>
                  <a:ea typeface="宋体" panose="02010600030101010101" pitchFamily="2" charset="-122"/>
                </a:rPr>
                <a:t>3</a:t>
              </a:r>
              <a:endParaRPr kumimoji="0" lang="en-US" altLang="zh-CN" sz="1800">
                <a:ea typeface="宋体" panose="02010600030101010101" pitchFamily="2" charset="-122"/>
              </a:endParaRPr>
            </a:p>
          </p:txBody>
        </p:sp>
        <p:sp>
          <p:nvSpPr>
            <p:cNvPr id="110645" name="Line 11"/>
            <p:cNvSpPr>
              <a:spLocks noChangeShapeType="1"/>
            </p:cNvSpPr>
            <p:nvPr/>
          </p:nvSpPr>
          <p:spPr bwMode="auto">
            <a:xfrm flipV="1">
              <a:off x="3891" y="2535"/>
              <a:ext cx="1" cy="657"/>
            </a:xfrm>
            <a:prstGeom prst="line">
              <a:avLst/>
            </a:prstGeom>
            <a:noFill/>
            <a:ln w="26988" cap="rnd">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10646" name="Line 12"/>
            <p:cNvSpPr>
              <a:spLocks noChangeShapeType="1"/>
            </p:cNvSpPr>
            <p:nvPr/>
          </p:nvSpPr>
          <p:spPr bwMode="auto">
            <a:xfrm>
              <a:off x="3891" y="3175"/>
              <a:ext cx="1" cy="365"/>
            </a:xfrm>
            <a:prstGeom prst="line">
              <a:avLst/>
            </a:prstGeom>
            <a:noFill/>
            <a:ln w="26988" cap="rnd">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10647" name="Line 13"/>
            <p:cNvSpPr>
              <a:spLocks noChangeShapeType="1"/>
            </p:cNvSpPr>
            <p:nvPr/>
          </p:nvSpPr>
          <p:spPr bwMode="auto">
            <a:xfrm>
              <a:off x="2846" y="2535"/>
              <a:ext cx="633" cy="1"/>
            </a:xfrm>
            <a:prstGeom prst="line">
              <a:avLst/>
            </a:prstGeom>
            <a:noFill/>
            <a:ln w="26988" cap="rnd">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10648" name="Line 14"/>
            <p:cNvSpPr>
              <a:spLocks noChangeShapeType="1"/>
            </p:cNvSpPr>
            <p:nvPr/>
          </p:nvSpPr>
          <p:spPr bwMode="auto">
            <a:xfrm flipH="1">
              <a:off x="1462" y="2535"/>
              <a:ext cx="721" cy="1"/>
            </a:xfrm>
            <a:prstGeom prst="line">
              <a:avLst/>
            </a:prstGeom>
            <a:noFill/>
            <a:ln w="26988" cap="rnd">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10649" name="Line 15"/>
            <p:cNvSpPr>
              <a:spLocks noChangeShapeType="1"/>
            </p:cNvSpPr>
            <p:nvPr/>
          </p:nvSpPr>
          <p:spPr bwMode="auto">
            <a:xfrm flipH="1">
              <a:off x="1462" y="4052"/>
              <a:ext cx="2429" cy="1"/>
            </a:xfrm>
            <a:prstGeom prst="line">
              <a:avLst/>
            </a:prstGeom>
            <a:noFill/>
            <a:ln w="26988" cap="rnd">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10650" name="Line 16"/>
            <p:cNvSpPr>
              <a:spLocks noChangeShapeType="1"/>
            </p:cNvSpPr>
            <p:nvPr/>
          </p:nvSpPr>
          <p:spPr bwMode="auto">
            <a:xfrm>
              <a:off x="908" y="3280"/>
              <a:ext cx="222" cy="1"/>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10651" name="Rectangle 17"/>
            <p:cNvSpPr>
              <a:spLocks noChangeArrowheads="1"/>
            </p:cNvSpPr>
            <p:nvPr/>
          </p:nvSpPr>
          <p:spPr bwMode="auto">
            <a:xfrm>
              <a:off x="967" y="3319"/>
              <a:ext cx="109" cy="3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spcBef>
                  <a:spcPct val="0"/>
                </a:spcBef>
                <a:buFontTx/>
                <a:buNone/>
              </a:pPr>
              <a:r>
                <a:rPr kumimoji="0" lang="en-US" altLang="zh-CN" sz="3500" b="0" i="1">
                  <a:solidFill>
                    <a:srgbClr val="000000"/>
                  </a:solidFill>
                  <a:latin typeface="Times New Roman" panose="02020603050405020304" pitchFamily="18" charset="0"/>
                  <a:ea typeface="宋体" panose="02010600030101010101" pitchFamily="2" charset="-122"/>
                </a:rPr>
                <a:t>s</a:t>
              </a:r>
              <a:endParaRPr kumimoji="0" lang="en-US" altLang="zh-CN" sz="1800">
                <a:ea typeface="宋体" panose="02010600030101010101" pitchFamily="2" charset="-122"/>
              </a:endParaRPr>
            </a:p>
          </p:txBody>
        </p:sp>
        <p:grpSp>
          <p:nvGrpSpPr>
            <p:cNvPr id="110652" name="Group 24"/>
            <p:cNvGrpSpPr/>
            <p:nvPr/>
          </p:nvGrpSpPr>
          <p:grpSpPr bwMode="auto">
            <a:xfrm>
              <a:off x="2961" y="2893"/>
              <a:ext cx="293" cy="726"/>
              <a:chOff x="2961" y="2893"/>
              <a:chExt cx="293" cy="726"/>
            </a:xfrm>
          </p:grpSpPr>
          <p:sp>
            <p:nvSpPr>
              <p:cNvPr id="110685" name="Line 20"/>
              <p:cNvSpPr>
                <a:spLocks noChangeShapeType="1"/>
              </p:cNvSpPr>
              <p:nvPr/>
            </p:nvSpPr>
            <p:spPr bwMode="auto">
              <a:xfrm>
                <a:off x="2961" y="3244"/>
                <a:ext cx="293" cy="1"/>
              </a:xfrm>
              <a:prstGeom prst="line">
                <a:avLst/>
              </a:prstGeom>
              <a:noFill/>
              <a:ln w="17463">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10686" name="Rectangle 21"/>
              <p:cNvSpPr>
                <a:spLocks noChangeArrowheads="1"/>
              </p:cNvSpPr>
              <p:nvPr/>
            </p:nvSpPr>
            <p:spPr bwMode="auto">
              <a:xfrm>
                <a:off x="3127" y="3283"/>
                <a:ext cx="109" cy="3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spcBef>
                    <a:spcPct val="0"/>
                  </a:spcBef>
                  <a:buFontTx/>
                  <a:buNone/>
                </a:pPr>
                <a:r>
                  <a:rPr kumimoji="0" lang="en-US" altLang="zh-CN" sz="3500" b="0" i="1">
                    <a:solidFill>
                      <a:srgbClr val="000000"/>
                    </a:solidFill>
                    <a:latin typeface="Times New Roman" panose="02020603050405020304" pitchFamily="18" charset="0"/>
                    <a:ea typeface="宋体" panose="02010600030101010101" pitchFamily="2" charset="-122"/>
                  </a:rPr>
                  <a:t>s</a:t>
                </a:r>
                <a:endParaRPr kumimoji="0" lang="en-US" altLang="zh-CN" sz="1800">
                  <a:ea typeface="宋体" panose="02010600030101010101" pitchFamily="2" charset="-122"/>
                </a:endParaRPr>
              </a:p>
            </p:txBody>
          </p:sp>
          <p:sp>
            <p:nvSpPr>
              <p:cNvPr id="110687" name="Rectangle 22"/>
              <p:cNvSpPr>
                <a:spLocks noChangeArrowheads="1"/>
              </p:cNvSpPr>
              <p:nvPr/>
            </p:nvSpPr>
            <p:spPr bwMode="auto">
              <a:xfrm>
                <a:off x="2980" y="3283"/>
                <a:ext cx="140" cy="3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spcBef>
                    <a:spcPct val="0"/>
                  </a:spcBef>
                  <a:buFontTx/>
                  <a:buNone/>
                </a:pPr>
                <a:r>
                  <a:rPr kumimoji="0" lang="en-US" altLang="zh-CN" sz="3500" b="0">
                    <a:solidFill>
                      <a:srgbClr val="000000"/>
                    </a:solidFill>
                    <a:latin typeface="Times New Roman" panose="02020603050405020304" pitchFamily="18" charset="0"/>
                    <a:ea typeface="宋体" panose="02010600030101010101" pitchFamily="2" charset="-122"/>
                  </a:rPr>
                  <a:t>2</a:t>
                </a:r>
                <a:endParaRPr kumimoji="0" lang="en-US" altLang="zh-CN" sz="1800">
                  <a:ea typeface="宋体" panose="02010600030101010101" pitchFamily="2" charset="-122"/>
                </a:endParaRPr>
              </a:p>
            </p:txBody>
          </p:sp>
          <p:sp>
            <p:nvSpPr>
              <p:cNvPr id="110688" name="Rectangle 23"/>
              <p:cNvSpPr>
                <a:spLocks noChangeArrowheads="1"/>
              </p:cNvSpPr>
              <p:nvPr/>
            </p:nvSpPr>
            <p:spPr bwMode="auto">
              <a:xfrm>
                <a:off x="3038" y="2893"/>
                <a:ext cx="140" cy="3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spcBef>
                    <a:spcPct val="0"/>
                  </a:spcBef>
                  <a:buFontTx/>
                  <a:buNone/>
                </a:pPr>
                <a:r>
                  <a:rPr kumimoji="0" lang="en-US" altLang="zh-CN" sz="3500" b="0">
                    <a:solidFill>
                      <a:srgbClr val="000000"/>
                    </a:solidFill>
                    <a:latin typeface="Times New Roman" panose="02020603050405020304" pitchFamily="18" charset="0"/>
                    <a:ea typeface="宋体" panose="02010600030101010101" pitchFamily="2" charset="-122"/>
                  </a:rPr>
                  <a:t>1</a:t>
                </a:r>
                <a:endParaRPr kumimoji="0" lang="en-US" altLang="zh-CN" sz="1800">
                  <a:ea typeface="宋体" panose="02010600030101010101" pitchFamily="2" charset="-122"/>
                </a:endParaRPr>
              </a:p>
            </p:txBody>
          </p:sp>
        </p:grpSp>
        <p:grpSp>
          <p:nvGrpSpPr>
            <p:cNvPr id="110653" name="Group 28"/>
            <p:cNvGrpSpPr/>
            <p:nvPr/>
          </p:nvGrpSpPr>
          <p:grpSpPr bwMode="auto">
            <a:xfrm>
              <a:off x="2191" y="1865"/>
              <a:ext cx="109" cy="486"/>
              <a:chOff x="2191" y="1865"/>
              <a:chExt cx="109" cy="486"/>
            </a:xfrm>
          </p:grpSpPr>
          <p:sp>
            <p:nvSpPr>
              <p:cNvPr id="110682" name="Line 25"/>
              <p:cNvSpPr>
                <a:spLocks noChangeShapeType="1"/>
              </p:cNvSpPr>
              <p:nvPr/>
            </p:nvSpPr>
            <p:spPr bwMode="auto">
              <a:xfrm>
                <a:off x="2191" y="2103"/>
                <a:ext cx="109" cy="1"/>
              </a:xfrm>
              <a:prstGeom prst="line">
                <a:avLst/>
              </a:prstGeom>
              <a:noFill/>
              <a:ln w="17463">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10683" name="Rectangle 26"/>
              <p:cNvSpPr>
                <a:spLocks noChangeArrowheads="1"/>
              </p:cNvSpPr>
              <p:nvPr/>
            </p:nvSpPr>
            <p:spPr bwMode="auto">
              <a:xfrm>
                <a:off x="2213" y="2130"/>
                <a:ext cx="72"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spcBef>
                    <a:spcPct val="0"/>
                  </a:spcBef>
                  <a:buFontTx/>
                  <a:buNone/>
                </a:pPr>
                <a:r>
                  <a:rPr kumimoji="0" lang="en-US" altLang="zh-CN" sz="2300" b="0" i="1">
                    <a:solidFill>
                      <a:srgbClr val="000000"/>
                    </a:solidFill>
                    <a:latin typeface="Times New Roman" panose="02020603050405020304" pitchFamily="18" charset="0"/>
                    <a:ea typeface="宋体" panose="02010600030101010101" pitchFamily="2" charset="-122"/>
                  </a:rPr>
                  <a:t>s</a:t>
                </a:r>
                <a:endParaRPr kumimoji="0" lang="en-US" altLang="zh-CN" sz="1800">
                  <a:ea typeface="宋体" panose="02010600030101010101" pitchFamily="2" charset="-122"/>
                </a:endParaRPr>
              </a:p>
            </p:txBody>
          </p:sp>
          <p:sp>
            <p:nvSpPr>
              <p:cNvPr id="110684" name="Rectangle 27"/>
              <p:cNvSpPr>
                <a:spLocks noChangeArrowheads="1"/>
              </p:cNvSpPr>
              <p:nvPr/>
            </p:nvSpPr>
            <p:spPr bwMode="auto">
              <a:xfrm>
                <a:off x="2202" y="1865"/>
                <a:ext cx="92"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spcBef>
                    <a:spcPct val="0"/>
                  </a:spcBef>
                  <a:buFontTx/>
                  <a:buNone/>
                </a:pPr>
                <a:r>
                  <a:rPr kumimoji="0" lang="en-US" altLang="zh-CN" sz="2300" b="0">
                    <a:solidFill>
                      <a:srgbClr val="000000"/>
                    </a:solidFill>
                    <a:latin typeface="Times New Roman" panose="02020603050405020304" pitchFamily="18" charset="0"/>
                    <a:ea typeface="宋体" panose="02010600030101010101" pitchFamily="2" charset="-122"/>
                  </a:rPr>
                  <a:t>1</a:t>
                </a:r>
                <a:endParaRPr kumimoji="0" lang="en-US" altLang="zh-CN" sz="1800">
                  <a:ea typeface="宋体" panose="02010600030101010101" pitchFamily="2" charset="-122"/>
                </a:endParaRPr>
              </a:p>
            </p:txBody>
          </p:sp>
        </p:grpSp>
        <p:sp>
          <p:nvSpPr>
            <p:cNvPr id="110654" name="Line 29"/>
            <p:cNvSpPr>
              <a:spLocks noChangeShapeType="1"/>
            </p:cNvSpPr>
            <p:nvPr/>
          </p:nvSpPr>
          <p:spPr bwMode="auto">
            <a:xfrm>
              <a:off x="3453" y="2535"/>
              <a:ext cx="438" cy="1"/>
            </a:xfrm>
            <a:prstGeom prst="line">
              <a:avLst/>
            </a:prstGeom>
            <a:noFill/>
            <a:ln w="26988" cap="rnd">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10655" name="Line 30"/>
            <p:cNvSpPr>
              <a:spLocks noChangeShapeType="1"/>
            </p:cNvSpPr>
            <p:nvPr/>
          </p:nvSpPr>
          <p:spPr bwMode="auto">
            <a:xfrm flipV="1">
              <a:off x="2812" y="2535"/>
              <a:ext cx="1" cy="673"/>
            </a:xfrm>
            <a:prstGeom prst="line">
              <a:avLst/>
            </a:prstGeom>
            <a:noFill/>
            <a:ln w="26988" cap="rnd">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10656" name="Freeform 31"/>
            <p:cNvSpPr/>
            <p:nvPr/>
          </p:nvSpPr>
          <p:spPr bwMode="auto">
            <a:xfrm>
              <a:off x="2766" y="2489"/>
              <a:ext cx="91" cy="90"/>
            </a:xfrm>
            <a:custGeom>
              <a:avLst/>
              <a:gdLst>
                <a:gd name="T0" fmla="*/ 371 w 81"/>
                <a:gd name="T1" fmla="*/ 600 h 81"/>
                <a:gd name="T2" fmla="*/ 0 w 81"/>
                <a:gd name="T3" fmla="*/ 308 h 81"/>
                <a:gd name="T4" fmla="*/ 371 w 81"/>
                <a:gd name="T5" fmla="*/ 0 h 81"/>
                <a:gd name="T6" fmla="*/ 371 w 81"/>
                <a:gd name="T7" fmla="*/ 0 h 81"/>
                <a:gd name="T8" fmla="*/ 738 w 81"/>
                <a:gd name="T9" fmla="*/ 308 h 81"/>
                <a:gd name="T10" fmla="*/ 371 w 81"/>
                <a:gd name="T11" fmla="*/ 600 h 81"/>
                <a:gd name="T12" fmla="*/ 0 60000 65536"/>
                <a:gd name="T13" fmla="*/ 0 60000 65536"/>
                <a:gd name="T14" fmla="*/ 0 60000 65536"/>
                <a:gd name="T15" fmla="*/ 0 60000 65536"/>
                <a:gd name="T16" fmla="*/ 0 60000 65536"/>
                <a:gd name="T17" fmla="*/ 0 60000 65536"/>
                <a:gd name="T18" fmla="*/ 0 w 81"/>
                <a:gd name="T19" fmla="*/ 0 h 81"/>
                <a:gd name="T20" fmla="*/ 81 w 81"/>
                <a:gd name="T21" fmla="*/ 81 h 81"/>
              </a:gdLst>
              <a:ahLst/>
              <a:cxnLst>
                <a:cxn ang="T12">
                  <a:pos x="T0" y="T1"/>
                </a:cxn>
                <a:cxn ang="T13">
                  <a:pos x="T2" y="T3"/>
                </a:cxn>
                <a:cxn ang="T14">
                  <a:pos x="T4" y="T5"/>
                </a:cxn>
                <a:cxn ang="T15">
                  <a:pos x="T6" y="T7"/>
                </a:cxn>
                <a:cxn ang="T16">
                  <a:pos x="T8" y="T9"/>
                </a:cxn>
                <a:cxn ang="T17">
                  <a:pos x="T10" y="T11"/>
                </a:cxn>
              </a:cxnLst>
              <a:rect l="T18" t="T19" r="T20" b="T21"/>
              <a:pathLst>
                <a:path w="81" h="81">
                  <a:moveTo>
                    <a:pt x="41" y="81"/>
                  </a:moveTo>
                  <a:cubicBezTo>
                    <a:pt x="18" y="81"/>
                    <a:pt x="0" y="63"/>
                    <a:pt x="0" y="41"/>
                  </a:cubicBezTo>
                  <a:cubicBezTo>
                    <a:pt x="0" y="18"/>
                    <a:pt x="18" y="0"/>
                    <a:pt x="41" y="0"/>
                  </a:cubicBezTo>
                  <a:cubicBezTo>
                    <a:pt x="41" y="0"/>
                    <a:pt x="41" y="0"/>
                    <a:pt x="41" y="0"/>
                  </a:cubicBezTo>
                  <a:cubicBezTo>
                    <a:pt x="63" y="0"/>
                    <a:pt x="81" y="18"/>
                    <a:pt x="81" y="41"/>
                  </a:cubicBezTo>
                  <a:cubicBezTo>
                    <a:pt x="81" y="63"/>
                    <a:pt x="63" y="81"/>
                    <a:pt x="41" y="81"/>
                  </a:cubicBezTo>
                </a:path>
              </a:pathLst>
            </a:custGeom>
            <a:solidFill>
              <a:srgbClr val="000000"/>
            </a:solidFill>
            <a:ln w="0">
              <a:solidFill>
                <a:srgbClr val="000000"/>
              </a:solidFill>
              <a:round/>
            </a:ln>
          </p:spPr>
          <p:txBody>
            <a:bodyPr/>
            <a:lstStyle/>
            <a:p>
              <a:endParaRPr lang="zh-CN" altLang="en-US"/>
            </a:p>
          </p:txBody>
        </p:sp>
        <p:sp>
          <p:nvSpPr>
            <p:cNvPr id="110657" name="Line 32"/>
            <p:cNvSpPr>
              <a:spLocks noChangeShapeType="1"/>
            </p:cNvSpPr>
            <p:nvPr/>
          </p:nvSpPr>
          <p:spPr bwMode="auto">
            <a:xfrm>
              <a:off x="2277" y="2365"/>
              <a:ext cx="1" cy="270"/>
            </a:xfrm>
            <a:prstGeom prst="line">
              <a:avLst/>
            </a:prstGeom>
            <a:noFill/>
            <a:ln w="46038" cap="rnd">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10658" name="Line 33"/>
            <p:cNvSpPr>
              <a:spLocks noChangeShapeType="1"/>
            </p:cNvSpPr>
            <p:nvPr/>
          </p:nvSpPr>
          <p:spPr bwMode="auto">
            <a:xfrm>
              <a:off x="2183" y="2365"/>
              <a:ext cx="1" cy="270"/>
            </a:xfrm>
            <a:prstGeom prst="line">
              <a:avLst/>
            </a:prstGeom>
            <a:noFill/>
            <a:ln w="46038" cap="rnd">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10659" name="Rectangle 34"/>
            <p:cNvSpPr>
              <a:spLocks noChangeArrowheads="1"/>
            </p:cNvSpPr>
            <p:nvPr/>
          </p:nvSpPr>
          <p:spPr bwMode="auto">
            <a:xfrm>
              <a:off x="3834" y="3208"/>
              <a:ext cx="135" cy="33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spcBef>
                  <a:spcPct val="0"/>
                </a:spcBef>
                <a:buFontTx/>
                <a:buNone/>
              </a:pPr>
              <a:endParaRPr kumimoji="0" lang="zh-CN" altLang="en-US" sz="1800">
                <a:ea typeface="宋体" panose="02010600030101010101" pitchFamily="2" charset="-122"/>
              </a:endParaRPr>
            </a:p>
          </p:txBody>
        </p:sp>
        <p:sp>
          <p:nvSpPr>
            <p:cNvPr id="110660" name="Rectangle 35"/>
            <p:cNvSpPr>
              <a:spLocks noChangeArrowheads="1"/>
            </p:cNvSpPr>
            <p:nvPr/>
          </p:nvSpPr>
          <p:spPr bwMode="auto">
            <a:xfrm>
              <a:off x="3834" y="3208"/>
              <a:ext cx="135" cy="338"/>
            </a:xfrm>
            <a:prstGeom prst="rect">
              <a:avLst/>
            </a:prstGeom>
            <a:noFill/>
            <a:ln w="46038" cap="rnd">
              <a:solidFill>
                <a:srgbClr val="000000"/>
              </a:solidFill>
              <a:rou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spcBef>
                  <a:spcPct val="0"/>
                </a:spcBef>
                <a:buFontTx/>
                <a:buNone/>
              </a:pPr>
              <a:endParaRPr kumimoji="0" lang="zh-CN" altLang="en-US" sz="1800">
                <a:ea typeface="宋体" panose="02010600030101010101" pitchFamily="2" charset="-122"/>
              </a:endParaRPr>
            </a:p>
          </p:txBody>
        </p:sp>
        <p:sp>
          <p:nvSpPr>
            <p:cNvPr id="110661" name="Oval 36"/>
            <p:cNvSpPr>
              <a:spLocks noChangeArrowheads="1"/>
            </p:cNvSpPr>
            <p:nvPr/>
          </p:nvSpPr>
          <p:spPr bwMode="auto">
            <a:xfrm>
              <a:off x="1276" y="3088"/>
              <a:ext cx="359" cy="377"/>
            </a:xfrm>
            <a:prstGeom prst="ellipse">
              <a:avLst/>
            </a:prstGeom>
            <a:solidFill>
              <a:srgbClr val="FFFFFF"/>
            </a:solidFill>
            <a:ln w="0">
              <a:solidFill>
                <a:srgbClr val="000000"/>
              </a:solidFill>
              <a:round/>
            </a:ln>
          </p:spPr>
          <p:txBody>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spcBef>
                  <a:spcPct val="0"/>
                </a:spcBef>
                <a:buFontTx/>
                <a:buNone/>
              </a:pPr>
              <a:endParaRPr kumimoji="0" lang="zh-CN" altLang="en-US" sz="1800">
                <a:ea typeface="宋体" panose="02010600030101010101" pitchFamily="2" charset="-122"/>
              </a:endParaRPr>
            </a:p>
          </p:txBody>
        </p:sp>
        <p:sp>
          <p:nvSpPr>
            <p:cNvPr id="110662" name="Oval 37"/>
            <p:cNvSpPr>
              <a:spLocks noChangeArrowheads="1"/>
            </p:cNvSpPr>
            <p:nvPr/>
          </p:nvSpPr>
          <p:spPr bwMode="auto">
            <a:xfrm>
              <a:off x="1276" y="3088"/>
              <a:ext cx="359" cy="377"/>
            </a:xfrm>
            <a:prstGeom prst="ellipse">
              <a:avLst/>
            </a:prstGeom>
            <a:noFill/>
            <a:ln w="46038" cap="rnd">
              <a:solidFill>
                <a:srgbClr val="000000"/>
              </a:solidFill>
              <a:rou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spcBef>
                  <a:spcPct val="0"/>
                </a:spcBef>
                <a:buFontTx/>
                <a:buNone/>
              </a:pPr>
              <a:endParaRPr kumimoji="0" lang="zh-CN" altLang="en-US" sz="1800">
                <a:ea typeface="宋体" panose="02010600030101010101" pitchFamily="2" charset="-122"/>
              </a:endParaRPr>
            </a:p>
          </p:txBody>
        </p:sp>
        <p:sp>
          <p:nvSpPr>
            <p:cNvPr id="110663" name="Line 38"/>
            <p:cNvSpPr>
              <a:spLocks noChangeShapeType="1"/>
            </p:cNvSpPr>
            <p:nvPr/>
          </p:nvSpPr>
          <p:spPr bwMode="auto">
            <a:xfrm>
              <a:off x="1456" y="2535"/>
              <a:ext cx="1" cy="1517"/>
            </a:xfrm>
            <a:prstGeom prst="line">
              <a:avLst/>
            </a:prstGeom>
            <a:noFill/>
            <a:ln w="26988" cap="rnd">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10664" name="Line 39"/>
            <p:cNvSpPr>
              <a:spLocks noChangeShapeType="1"/>
            </p:cNvSpPr>
            <p:nvPr/>
          </p:nvSpPr>
          <p:spPr bwMode="auto">
            <a:xfrm>
              <a:off x="1254" y="3007"/>
              <a:ext cx="135" cy="1"/>
            </a:xfrm>
            <a:prstGeom prst="line">
              <a:avLst/>
            </a:prstGeom>
            <a:noFill/>
            <a:ln w="26988" cap="rnd">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10665" name="Line 40"/>
            <p:cNvSpPr>
              <a:spLocks noChangeShapeType="1"/>
            </p:cNvSpPr>
            <p:nvPr/>
          </p:nvSpPr>
          <p:spPr bwMode="auto">
            <a:xfrm>
              <a:off x="1321" y="2939"/>
              <a:ext cx="1" cy="134"/>
            </a:xfrm>
            <a:prstGeom prst="line">
              <a:avLst/>
            </a:prstGeom>
            <a:noFill/>
            <a:ln w="26988" cap="rnd">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10666" name="Line 41"/>
            <p:cNvSpPr>
              <a:spLocks noChangeShapeType="1"/>
            </p:cNvSpPr>
            <p:nvPr/>
          </p:nvSpPr>
          <p:spPr bwMode="auto">
            <a:xfrm flipH="1">
              <a:off x="1254" y="3546"/>
              <a:ext cx="135" cy="1"/>
            </a:xfrm>
            <a:prstGeom prst="line">
              <a:avLst/>
            </a:prstGeom>
            <a:noFill/>
            <a:ln w="26988" cap="rnd">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10667" name="Line 42"/>
            <p:cNvSpPr>
              <a:spLocks noChangeShapeType="1"/>
            </p:cNvSpPr>
            <p:nvPr/>
          </p:nvSpPr>
          <p:spPr bwMode="auto">
            <a:xfrm flipV="1">
              <a:off x="2812" y="3310"/>
              <a:ext cx="1" cy="742"/>
            </a:xfrm>
            <a:prstGeom prst="line">
              <a:avLst/>
            </a:prstGeom>
            <a:noFill/>
            <a:ln w="26988" cap="rnd">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10668" name="Freeform 43"/>
            <p:cNvSpPr/>
            <p:nvPr/>
          </p:nvSpPr>
          <p:spPr bwMode="auto">
            <a:xfrm>
              <a:off x="2766" y="4007"/>
              <a:ext cx="91" cy="90"/>
            </a:xfrm>
            <a:custGeom>
              <a:avLst/>
              <a:gdLst>
                <a:gd name="T0" fmla="*/ 371 w 81"/>
                <a:gd name="T1" fmla="*/ 0 h 81"/>
                <a:gd name="T2" fmla="*/ 738 w 81"/>
                <a:gd name="T3" fmla="*/ 288 h 81"/>
                <a:gd name="T4" fmla="*/ 371 w 81"/>
                <a:gd name="T5" fmla="*/ 600 h 81"/>
                <a:gd name="T6" fmla="*/ 371 w 81"/>
                <a:gd name="T7" fmla="*/ 600 h 81"/>
                <a:gd name="T8" fmla="*/ 0 w 81"/>
                <a:gd name="T9" fmla="*/ 288 h 81"/>
                <a:gd name="T10" fmla="*/ 371 w 81"/>
                <a:gd name="T11" fmla="*/ 0 h 81"/>
                <a:gd name="T12" fmla="*/ 0 60000 65536"/>
                <a:gd name="T13" fmla="*/ 0 60000 65536"/>
                <a:gd name="T14" fmla="*/ 0 60000 65536"/>
                <a:gd name="T15" fmla="*/ 0 60000 65536"/>
                <a:gd name="T16" fmla="*/ 0 60000 65536"/>
                <a:gd name="T17" fmla="*/ 0 60000 65536"/>
                <a:gd name="T18" fmla="*/ 0 w 81"/>
                <a:gd name="T19" fmla="*/ 0 h 81"/>
                <a:gd name="T20" fmla="*/ 81 w 81"/>
                <a:gd name="T21" fmla="*/ 81 h 81"/>
              </a:gdLst>
              <a:ahLst/>
              <a:cxnLst>
                <a:cxn ang="T12">
                  <a:pos x="T0" y="T1"/>
                </a:cxn>
                <a:cxn ang="T13">
                  <a:pos x="T2" y="T3"/>
                </a:cxn>
                <a:cxn ang="T14">
                  <a:pos x="T4" y="T5"/>
                </a:cxn>
                <a:cxn ang="T15">
                  <a:pos x="T6" y="T7"/>
                </a:cxn>
                <a:cxn ang="T16">
                  <a:pos x="T8" y="T9"/>
                </a:cxn>
                <a:cxn ang="T17">
                  <a:pos x="T10" y="T11"/>
                </a:cxn>
              </a:cxnLst>
              <a:rect l="T18" t="T19" r="T20" b="T21"/>
              <a:pathLst>
                <a:path w="81" h="81">
                  <a:moveTo>
                    <a:pt x="41" y="0"/>
                  </a:moveTo>
                  <a:cubicBezTo>
                    <a:pt x="63" y="0"/>
                    <a:pt x="81" y="18"/>
                    <a:pt x="81" y="40"/>
                  </a:cubicBezTo>
                  <a:cubicBezTo>
                    <a:pt x="81" y="63"/>
                    <a:pt x="63" y="81"/>
                    <a:pt x="41" y="81"/>
                  </a:cubicBezTo>
                  <a:cubicBezTo>
                    <a:pt x="41" y="81"/>
                    <a:pt x="41" y="81"/>
                    <a:pt x="41" y="81"/>
                  </a:cubicBezTo>
                  <a:cubicBezTo>
                    <a:pt x="18" y="81"/>
                    <a:pt x="0" y="63"/>
                    <a:pt x="0" y="40"/>
                  </a:cubicBezTo>
                  <a:cubicBezTo>
                    <a:pt x="0" y="18"/>
                    <a:pt x="18" y="0"/>
                    <a:pt x="41" y="0"/>
                  </a:cubicBezTo>
                </a:path>
              </a:pathLst>
            </a:custGeom>
            <a:solidFill>
              <a:srgbClr val="000000"/>
            </a:solidFill>
            <a:ln w="0">
              <a:solidFill>
                <a:srgbClr val="000000"/>
              </a:solidFill>
              <a:round/>
            </a:ln>
          </p:spPr>
          <p:txBody>
            <a:bodyPr/>
            <a:lstStyle/>
            <a:p>
              <a:endParaRPr lang="zh-CN" altLang="en-US"/>
            </a:p>
          </p:txBody>
        </p:sp>
        <p:sp>
          <p:nvSpPr>
            <p:cNvPr id="110669" name="Line 44"/>
            <p:cNvSpPr>
              <a:spLocks noChangeShapeType="1"/>
            </p:cNvSpPr>
            <p:nvPr/>
          </p:nvSpPr>
          <p:spPr bwMode="auto">
            <a:xfrm>
              <a:off x="1530" y="2533"/>
              <a:ext cx="62" cy="1"/>
            </a:xfrm>
            <a:prstGeom prst="line">
              <a:avLst/>
            </a:prstGeom>
            <a:noFill/>
            <a:ln w="9525" cap="rnd">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10670" name="Freeform 45"/>
            <p:cNvSpPr/>
            <p:nvPr/>
          </p:nvSpPr>
          <p:spPr bwMode="auto">
            <a:xfrm>
              <a:off x="1567" y="2484"/>
              <a:ext cx="98" cy="97"/>
            </a:xfrm>
            <a:custGeom>
              <a:avLst/>
              <a:gdLst>
                <a:gd name="T0" fmla="*/ 677 w 88"/>
                <a:gd name="T1" fmla="*/ 350 h 87"/>
                <a:gd name="T2" fmla="*/ 0 w 88"/>
                <a:gd name="T3" fmla="*/ 683 h 87"/>
                <a:gd name="T4" fmla="*/ 0 w 88"/>
                <a:gd name="T5" fmla="*/ 0 h 87"/>
                <a:gd name="T6" fmla="*/ 677 w 88"/>
                <a:gd name="T7" fmla="*/ 350 h 87"/>
                <a:gd name="T8" fmla="*/ 0 60000 65536"/>
                <a:gd name="T9" fmla="*/ 0 60000 65536"/>
                <a:gd name="T10" fmla="*/ 0 60000 65536"/>
                <a:gd name="T11" fmla="*/ 0 60000 65536"/>
                <a:gd name="T12" fmla="*/ 0 w 88"/>
                <a:gd name="T13" fmla="*/ 0 h 87"/>
                <a:gd name="T14" fmla="*/ 88 w 88"/>
                <a:gd name="T15" fmla="*/ 87 h 87"/>
              </a:gdLst>
              <a:ahLst/>
              <a:cxnLst>
                <a:cxn ang="T8">
                  <a:pos x="T0" y="T1"/>
                </a:cxn>
                <a:cxn ang="T9">
                  <a:pos x="T2" y="T3"/>
                </a:cxn>
                <a:cxn ang="T10">
                  <a:pos x="T4" y="T5"/>
                </a:cxn>
                <a:cxn ang="T11">
                  <a:pos x="T6" y="T7"/>
                </a:cxn>
              </a:cxnLst>
              <a:rect l="T12" t="T13" r="T14" b="T15"/>
              <a:pathLst>
                <a:path w="88" h="87">
                  <a:moveTo>
                    <a:pt x="88" y="44"/>
                  </a:moveTo>
                  <a:lnTo>
                    <a:pt x="0" y="87"/>
                  </a:lnTo>
                  <a:cubicBezTo>
                    <a:pt x="14" y="60"/>
                    <a:pt x="14" y="27"/>
                    <a:pt x="0" y="0"/>
                  </a:cubicBezTo>
                  <a:lnTo>
                    <a:pt x="88" y="44"/>
                  </a:lnTo>
                  <a:close/>
                </a:path>
              </a:pathLst>
            </a:custGeom>
            <a:solidFill>
              <a:srgbClr val="000000"/>
            </a:solidFill>
            <a:ln w="0">
              <a:solidFill>
                <a:srgbClr val="000000"/>
              </a:solidFill>
              <a:round/>
            </a:ln>
          </p:spPr>
          <p:txBody>
            <a:bodyPr/>
            <a:lstStyle/>
            <a:p>
              <a:endParaRPr lang="zh-CN" altLang="en-US"/>
            </a:p>
          </p:txBody>
        </p:sp>
        <p:grpSp>
          <p:nvGrpSpPr>
            <p:cNvPr id="110671" name="Group 52"/>
            <p:cNvGrpSpPr/>
            <p:nvPr/>
          </p:nvGrpSpPr>
          <p:grpSpPr bwMode="auto">
            <a:xfrm>
              <a:off x="1448" y="2068"/>
              <a:ext cx="644" cy="381"/>
              <a:chOff x="1448" y="2068"/>
              <a:chExt cx="644" cy="381"/>
            </a:xfrm>
          </p:grpSpPr>
          <p:sp>
            <p:nvSpPr>
              <p:cNvPr id="110676" name="Rectangle 46"/>
              <p:cNvSpPr>
                <a:spLocks noChangeArrowheads="1"/>
              </p:cNvSpPr>
              <p:nvPr/>
            </p:nvSpPr>
            <p:spPr bwMode="auto">
              <a:xfrm>
                <a:off x="2001" y="2068"/>
                <a:ext cx="91" cy="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spcBef>
                    <a:spcPct val="0"/>
                  </a:spcBef>
                  <a:buFontTx/>
                  <a:buNone/>
                </a:pPr>
                <a:r>
                  <a:rPr kumimoji="0" lang="en-US" altLang="zh-CN" sz="3400" b="0">
                    <a:solidFill>
                      <a:srgbClr val="000000"/>
                    </a:solidFill>
                    <a:latin typeface="Times New Roman" panose="02020603050405020304" pitchFamily="18" charset="0"/>
                    <a:ea typeface="宋体" panose="02010600030101010101" pitchFamily="2" charset="-122"/>
                  </a:rPr>
                  <a:t>)</a:t>
                </a:r>
                <a:endParaRPr kumimoji="0" lang="en-US" altLang="zh-CN" sz="1800">
                  <a:ea typeface="宋体" panose="02010600030101010101" pitchFamily="2" charset="-122"/>
                </a:endParaRPr>
              </a:p>
            </p:txBody>
          </p:sp>
          <p:sp>
            <p:nvSpPr>
              <p:cNvPr id="110677" name="Rectangle 47"/>
              <p:cNvSpPr>
                <a:spLocks noChangeArrowheads="1"/>
              </p:cNvSpPr>
              <p:nvPr/>
            </p:nvSpPr>
            <p:spPr bwMode="auto">
              <a:xfrm>
                <a:off x="1782" y="2068"/>
                <a:ext cx="91" cy="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spcBef>
                    <a:spcPct val="0"/>
                  </a:spcBef>
                  <a:buFontTx/>
                  <a:buNone/>
                </a:pPr>
                <a:r>
                  <a:rPr kumimoji="0" lang="en-US" altLang="zh-CN" sz="3400" b="0">
                    <a:solidFill>
                      <a:srgbClr val="000000"/>
                    </a:solidFill>
                    <a:latin typeface="Times New Roman" panose="02020603050405020304" pitchFamily="18" charset="0"/>
                    <a:ea typeface="宋体" panose="02010600030101010101" pitchFamily="2" charset="-122"/>
                  </a:rPr>
                  <a:t>(</a:t>
                </a:r>
                <a:endParaRPr kumimoji="0" lang="en-US" altLang="zh-CN" sz="1800">
                  <a:ea typeface="宋体" panose="02010600030101010101" pitchFamily="2" charset="-122"/>
                </a:endParaRPr>
              </a:p>
            </p:txBody>
          </p:sp>
          <p:sp>
            <p:nvSpPr>
              <p:cNvPr id="110678" name="Rectangle 48"/>
              <p:cNvSpPr>
                <a:spLocks noChangeArrowheads="1"/>
              </p:cNvSpPr>
              <p:nvPr/>
            </p:nvSpPr>
            <p:spPr bwMode="auto">
              <a:xfrm>
                <a:off x="1653" y="2315"/>
                <a:ext cx="56"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spcBef>
                    <a:spcPct val="0"/>
                  </a:spcBef>
                  <a:buFontTx/>
                  <a:buNone/>
                </a:pPr>
                <a:r>
                  <a:rPr kumimoji="0" lang="en-US" altLang="zh-CN" sz="1400" b="0">
                    <a:solidFill>
                      <a:srgbClr val="000000"/>
                    </a:solidFill>
                    <a:latin typeface="Times New Roman" panose="02020603050405020304" pitchFamily="18" charset="0"/>
                    <a:ea typeface="宋体" panose="02010600030101010101" pitchFamily="2" charset="-122"/>
                  </a:rPr>
                  <a:t>1</a:t>
                </a:r>
                <a:endParaRPr kumimoji="0" lang="en-US" altLang="zh-CN" sz="1800">
                  <a:ea typeface="宋体" panose="02010600030101010101" pitchFamily="2" charset="-122"/>
                </a:endParaRPr>
              </a:p>
            </p:txBody>
          </p:sp>
          <p:sp>
            <p:nvSpPr>
              <p:cNvPr id="110679" name="Rectangle 49"/>
              <p:cNvSpPr>
                <a:spLocks noChangeArrowheads="1"/>
              </p:cNvSpPr>
              <p:nvPr/>
            </p:nvSpPr>
            <p:spPr bwMode="auto">
              <a:xfrm>
                <a:off x="1885" y="2068"/>
                <a:ext cx="106" cy="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spcBef>
                    <a:spcPct val="0"/>
                  </a:spcBef>
                  <a:buFontTx/>
                  <a:buNone/>
                </a:pPr>
                <a:r>
                  <a:rPr kumimoji="0" lang="en-US" altLang="zh-CN" sz="3400" b="0" i="1">
                    <a:solidFill>
                      <a:srgbClr val="000000"/>
                    </a:solidFill>
                    <a:latin typeface="Times New Roman" panose="02020603050405020304" pitchFamily="18" charset="0"/>
                    <a:ea typeface="宋体" panose="02010600030101010101" pitchFamily="2" charset="-122"/>
                  </a:rPr>
                  <a:t>s</a:t>
                </a:r>
                <a:endParaRPr kumimoji="0" lang="en-US" altLang="zh-CN" sz="1800">
                  <a:ea typeface="宋体" panose="02010600030101010101" pitchFamily="2" charset="-122"/>
                </a:endParaRPr>
              </a:p>
            </p:txBody>
          </p:sp>
          <p:sp>
            <p:nvSpPr>
              <p:cNvPr id="110680" name="Rectangle 50"/>
              <p:cNvSpPr>
                <a:spLocks noChangeArrowheads="1"/>
              </p:cNvSpPr>
              <p:nvPr/>
            </p:nvSpPr>
            <p:spPr bwMode="auto">
              <a:xfrm>
                <a:off x="1448" y="2068"/>
                <a:ext cx="91" cy="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spcBef>
                    <a:spcPct val="0"/>
                  </a:spcBef>
                  <a:buFontTx/>
                  <a:buNone/>
                </a:pPr>
                <a:r>
                  <a:rPr kumimoji="0" lang="en-US" altLang="zh-CN" sz="3400" b="0" i="1">
                    <a:solidFill>
                      <a:srgbClr val="000000"/>
                    </a:solidFill>
                    <a:latin typeface="Times New Roman" panose="02020603050405020304" pitchFamily="18" charset="0"/>
                    <a:ea typeface="宋体" panose="02010600030101010101" pitchFamily="2" charset="-122"/>
                  </a:rPr>
                  <a:t>I</a:t>
                </a:r>
                <a:endParaRPr kumimoji="0" lang="en-US" altLang="zh-CN" sz="1800">
                  <a:ea typeface="宋体" panose="02010600030101010101" pitchFamily="2" charset="-122"/>
                </a:endParaRPr>
              </a:p>
            </p:txBody>
          </p:sp>
          <p:sp>
            <p:nvSpPr>
              <p:cNvPr id="110681" name="Rectangle 51"/>
              <p:cNvSpPr>
                <a:spLocks noChangeArrowheads="1"/>
              </p:cNvSpPr>
              <p:nvPr/>
            </p:nvSpPr>
            <p:spPr bwMode="auto">
              <a:xfrm>
                <a:off x="1554" y="2236"/>
                <a:ext cx="107"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spcBef>
                    <a:spcPct val="0"/>
                  </a:spcBef>
                  <a:buFontTx/>
                  <a:buNone/>
                </a:pPr>
                <a:r>
                  <a:rPr kumimoji="0" lang="en-US" altLang="zh-CN" sz="2000" b="0" i="1">
                    <a:solidFill>
                      <a:srgbClr val="000000"/>
                    </a:solidFill>
                    <a:latin typeface="Times New Roman" panose="02020603050405020304" pitchFamily="18" charset="0"/>
                    <a:ea typeface="宋体" panose="02010600030101010101" pitchFamily="2" charset="-122"/>
                  </a:rPr>
                  <a:t>C</a:t>
                </a:r>
                <a:endParaRPr kumimoji="0" lang="en-US" altLang="zh-CN" sz="1800">
                  <a:ea typeface="宋体" panose="02010600030101010101" pitchFamily="2" charset="-122"/>
                </a:endParaRPr>
              </a:p>
            </p:txBody>
          </p:sp>
        </p:grpSp>
        <p:sp>
          <p:nvSpPr>
            <p:cNvPr id="110672" name="Line 53"/>
            <p:cNvSpPr>
              <a:spLocks noChangeShapeType="1"/>
            </p:cNvSpPr>
            <p:nvPr/>
          </p:nvSpPr>
          <p:spPr bwMode="auto">
            <a:xfrm flipV="1">
              <a:off x="3891" y="3546"/>
              <a:ext cx="1" cy="506"/>
            </a:xfrm>
            <a:prstGeom prst="line">
              <a:avLst/>
            </a:prstGeom>
            <a:noFill/>
            <a:ln w="26988" cap="rnd">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10673" name="Line 54"/>
            <p:cNvSpPr>
              <a:spLocks noChangeShapeType="1"/>
            </p:cNvSpPr>
            <p:nvPr/>
          </p:nvSpPr>
          <p:spPr bwMode="auto">
            <a:xfrm>
              <a:off x="2300" y="2535"/>
              <a:ext cx="647" cy="1"/>
            </a:xfrm>
            <a:prstGeom prst="line">
              <a:avLst/>
            </a:prstGeom>
            <a:noFill/>
            <a:ln w="26988" cap="rnd">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10674" name="Line 55"/>
            <p:cNvSpPr>
              <a:spLocks noChangeShapeType="1"/>
            </p:cNvSpPr>
            <p:nvPr/>
          </p:nvSpPr>
          <p:spPr bwMode="auto">
            <a:xfrm flipH="1">
              <a:off x="2687" y="3290"/>
              <a:ext cx="270" cy="1"/>
            </a:xfrm>
            <a:prstGeom prst="line">
              <a:avLst/>
            </a:prstGeom>
            <a:noFill/>
            <a:ln w="46038" cap="rnd">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10675" name="Line 56"/>
            <p:cNvSpPr>
              <a:spLocks noChangeShapeType="1"/>
            </p:cNvSpPr>
            <p:nvPr/>
          </p:nvSpPr>
          <p:spPr bwMode="auto">
            <a:xfrm flipH="1">
              <a:off x="2687" y="3195"/>
              <a:ext cx="270" cy="1"/>
            </a:xfrm>
            <a:prstGeom prst="line">
              <a:avLst/>
            </a:prstGeom>
            <a:noFill/>
            <a:ln w="46038" cap="rnd">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grpSp>
      <p:sp>
        <p:nvSpPr>
          <p:cNvPr id="89145" name="Rectangle 57"/>
          <p:cNvSpPr>
            <a:spLocks noChangeArrowheads="1"/>
          </p:cNvSpPr>
          <p:nvPr/>
        </p:nvSpPr>
        <p:spPr bwMode="auto">
          <a:xfrm>
            <a:off x="1139825" y="4198938"/>
            <a:ext cx="784225" cy="366712"/>
          </a:xfrm>
          <a:prstGeom prst="rect">
            <a:avLst/>
          </a:prstGeom>
          <a:noFill/>
          <a:ln>
            <a:noFill/>
          </a:ln>
          <a:effectLst/>
        </p:spPr>
        <p:txBody>
          <a:bodyPr wrap="none">
            <a:spAutoFit/>
          </a:bodyPr>
          <a:lstStyle/>
          <a:p>
            <a:pPr eaLnBrk="1" hangingPunct="1">
              <a:defRPr/>
            </a:pPr>
            <a:r>
              <a:rPr lang="en-US" altLang="zh-CN" b="0" dirty="0">
                <a:solidFill>
                  <a:srgbClr val="000000"/>
                </a:solidFill>
                <a:effectLst>
                  <a:outerShdw blurRad="38100" dist="38100" dir="2700000" algn="tl">
                    <a:srgbClr val="C0C0C0"/>
                  </a:outerShdw>
                </a:effectLst>
              </a:rPr>
              <a:t>u</a:t>
            </a:r>
            <a:r>
              <a:rPr lang="en-US" altLang="zh-CN" b="0" baseline="-25000" dirty="0">
                <a:solidFill>
                  <a:srgbClr val="000000"/>
                </a:solidFill>
                <a:effectLst>
                  <a:outerShdw blurRad="38100" dist="38100" dir="2700000" algn="tl">
                    <a:srgbClr val="C0C0C0"/>
                  </a:outerShdw>
                </a:effectLst>
              </a:rPr>
              <a:t>C1</a:t>
            </a:r>
            <a:r>
              <a:rPr lang="en-US" altLang="zh-CN" b="0" dirty="0">
                <a:solidFill>
                  <a:srgbClr val="000000"/>
                </a:solidFill>
                <a:effectLst>
                  <a:outerShdw blurRad="38100" dist="38100" dir="2700000" algn="tl">
                    <a:srgbClr val="C0C0C0"/>
                  </a:outerShdw>
                </a:effectLst>
              </a:rPr>
              <a:t>(0)</a:t>
            </a:r>
            <a:endParaRPr lang="zh-CN" altLang="en-US" b="0" dirty="0">
              <a:solidFill>
                <a:srgbClr val="000000"/>
              </a:solidFill>
              <a:effectLst>
                <a:outerShdw blurRad="38100" dist="38100" dir="2700000" algn="tl">
                  <a:srgbClr val="C0C0C0"/>
                </a:outerShdw>
              </a:effectLst>
            </a:endParaRPr>
          </a:p>
        </p:txBody>
      </p:sp>
      <p:sp>
        <p:nvSpPr>
          <p:cNvPr id="89147" name="Rectangle 59"/>
          <p:cNvSpPr>
            <a:spLocks noChangeArrowheads="1"/>
          </p:cNvSpPr>
          <p:nvPr/>
        </p:nvSpPr>
        <p:spPr bwMode="auto">
          <a:xfrm>
            <a:off x="5795963" y="620713"/>
            <a:ext cx="2967479" cy="767390"/>
          </a:xfrm>
          <a:prstGeom prst="rect">
            <a:avLst/>
          </a:prstGeom>
          <a:noFill/>
          <a:ln w="28575">
            <a:solidFill>
              <a:srgbClr val="FF0000"/>
            </a:solidFill>
            <a:miter lim="800000"/>
          </a:ln>
          <a:effectLst/>
        </p:spPr>
        <p:txBody>
          <a:bodyPr wrap="none">
            <a:spAutoFit/>
          </a:bodyPr>
          <a:lstStyle/>
          <a:p>
            <a:pPr eaLnBrk="1" hangingPunct="1">
              <a:lnSpc>
                <a:spcPct val="115000"/>
              </a:lnSpc>
              <a:defRPr/>
            </a:pPr>
            <a:r>
              <a:rPr lang="en-US" altLang="zh-CN" sz="2000" b="0" dirty="0">
                <a:solidFill>
                  <a:srgbClr val="000000"/>
                </a:solidFill>
                <a:effectLst>
                  <a:outerShdw blurRad="38100" dist="38100" dir="2700000" algn="tl">
                    <a:srgbClr val="C0C0C0"/>
                  </a:outerShdw>
                </a:effectLst>
              </a:rPr>
              <a:t>C</a:t>
            </a:r>
            <a:r>
              <a:rPr lang="en-US" altLang="zh-CN" sz="2000" b="0" baseline="-25000" dirty="0">
                <a:solidFill>
                  <a:srgbClr val="000000"/>
                </a:solidFill>
                <a:effectLst>
                  <a:outerShdw blurRad="38100" dist="38100" dir="2700000" algn="tl">
                    <a:srgbClr val="C0C0C0"/>
                  </a:outerShdw>
                </a:effectLst>
              </a:rPr>
              <a:t>1</a:t>
            </a:r>
            <a:r>
              <a:rPr lang="en-US" altLang="zh-CN" sz="2000" b="0" dirty="0">
                <a:solidFill>
                  <a:srgbClr val="000000"/>
                </a:solidFill>
                <a:effectLst>
                  <a:outerShdw blurRad="38100" dist="38100" dir="2700000" algn="tl">
                    <a:srgbClr val="C0C0C0"/>
                  </a:outerShdw>
                </a:effectLst>
              </a:rPr>
              <a:t>=1F</a:t>
            </a:r>
            <a:r>
              <a:rPr lang="zh-CN" altLang="en-US" sz="2000" b="0" dirty="0">
                <a:solidFill>
                  <a:srgbClr val="000000"/>
                </a:solidFill>
                <a:effectLst>
                  <a:outerShdw blurRad="38100" dist="38100" dir="2700000" algn="tl">
                    <a:srgbClr val="C0C0C0"/>
                  </a:outerShdw>
                </a:effectLst>
              </a:rPr>
              <a:t>， </a:t>
            </a:r>
            <a:r>
              <a:rPr lang="en-US" altLang="zh-CN" sz="2000" b="0" dirty="0">
                <a:solidFill>
                  <a:srgbClr val="000000"/>
                </a:solidFill>
                <a:effectLst>
                  <a:outerShdw blurRad="38100" dist="38100" dir="2700000" algn="tl">
                    <a:srgbClr val="C0C0C0"/>
                  </a:outerShdw>
                </a:effectLst>
              </a:rPr>
              <a:t>C</a:t>
            </a:r>
            <a:r>
              <a:rPr lang="en-US" altLang="zh-CN" sz="2000" b="0" baseline="-25000" dirty="0">
                <a:solidFill>
                  <a:srgbClr val="000000"/>
                </a:solidFill>
                <a:effectLst>
                  <a:outerShdw blurRad="38100" dist="38100" dir="2700000" algn="tl">
                    <a:srgbClr val="C0C0C0"/>
                  </a:outerShdw>
                </a:effectLst>
              </a:rPr>
              <a:t>2</a:t>
            </a:r>
            <a:r>
              <a:rPr lang="en-US" altLang="zh-CN" sz="2000" b="0" dirty="0">
                <a:solidFill>
                  <a:srgbClr val="000000"/>
                </a:solidFill>
                <a:effectLst>
                  <a:outerShdw blurRad="38100" dist="38100" dir="2700000" algn="tl">
                    <a:srgbClr val="C0C0C0"/>
                  </a:outerShdw>
                </a:effectLst>
              </a:rPr>
              <a:t>=2F</a:t>
            </a:r>
            <a:r>
              <a:rPr lang="zh-CN" altLang="en-US" sz="2000" b="0" dirty="0">
                <a:solidFill>
                  <a:srgbClr val="000000"/>
                </a:solidFill>
                <a:effectLst>
                  <a:outerShdw blurRad="38100" dist="38100" dir="2700000" algn="tl">
                    <a:srgbClr val="C0C0C0"/>
                  </a:outerShdw>
                </a:effectLst>
              </a:rPr>
              <a:t>， </a:t>
            </a:r>
            <a:r>
              <a:rPr lang="en-US" altLang="zh-CN" sz="2000" b="0" dirty="0">
                <a:solidFill>
                  <a:srgbClr val="000000"/>
                </a:solidFill>
                <a:effectLst>
                  <a:outerShdw blurRad="38100" dist="38100" dir="2700000" algn="tl">
                    <a:srgbClr val="C0C0C0"/>
                  </a:outerShdw>
                </a:effectLst>
              </a:rPr>
              <a:t>R=3</a:t>
            </a:r>
            <a:r>
              <a:rPr lang="el-GR" altLang="zh-CN" sz="2000" b="0" dirty="0">
                <a:solidFill>
                  <a:srgbClr val="000000"/>
                </a:solidFill>
                <a:effectLst>
                  <a:outerShdw blurRad="38100" dist="38100" dir="2700000" algn="tl">
                    <a:srgbClr val="C0C0C0"/>
                  </a:outerShdw>
                </a:effectLst>
              </a:rPr>
              <a:t>Ω</a:t>
            </a:r>
            <a:endParaRPr lang="en-US" altLang="zh-CN" sz="2000" b="0" dirty="0">
              <a:solidFill>
                <a:srgbClr val="000000"/>
              </a:solidFill>
              <a:effectLst>
                <a:outerShdw blurRad="38100" dist="38100" dir="2700000" algn="tl">
                  <a:srgbClr val="C0C0C0"/>
                </a:outerShdw>
              </a:effectLst>
            </a:endParaRPr>
          </a:p>
          <a:p>
            <a:pPr eaLnBrk="1" hangingPunct="1">
              <a:lnSpc>
                <a:spcPct val="115000"/>
              </a:lnSpc>
              <a:defRPr/>
            </a:pPr>
            <a:r>
              <a:rPr lang="zh-CN" altLang="en-US" sz="2000" b="0" dirty="0">
                <a:solidFill>
                  <a:srgbClr val="000000"/>
                </a:solidFill>
                <a:effectLst>
                  <a:outerShdw blurRad="38100" dist="38100" dir="2700000" algn="tl">
                    <a:srgbClr val="C0C0C0"/>
                  </a:outerShdw>
                </a:effectLst>
              </a:rPr>
              <a:t>初始条件</a:t>
            </a:r>
            <a:r>
              <a:rPr lang="en-US" altLang="zh-CN" sz="2000" b="0" dirty="0">
                <a:solidFill>
                  <a:srgbClr val="000000"/>
                </a:solidFill>
                <a:effectLst>
                  <a:outerShdw blurRad="38100" dist="38100" dir="2700000" algn="tl">
                    <a:srgbClr val="C0C0C0"/>
                  </a:outerShdw>
                </a:effectLst>
              </a:rPr>
              <a:t>u</a:t>
            </a:r>
            <a:r>
              <a:rPr lang="en-US" altLang="zh-CN" sz="2000" b="0" baseline="-25000" dirty="0">
                <a:solidFill>
                  <a:srgbClr val="000000"/>
                </a:solidFill>
                <a:effectLst>
                  <a:outerShdw blurRad="38100" dist="38100" dir="2700000" algn="tl">
                    <a:srgbClr val="C0C0C0"/>
                  </a:outerShdw>
                </a:effectLst>
              </a:rPr>
              <a:t>C1</a:t>
            </a:r>
            <a:r>
              <a:rPr lang="en-US" altLang="zh-CN" sz="2000" b="0" dirty="0">
                <a:solidFill>
                  <a:srgbClr val="000000"/>
                </a:solidFill>
                <a:effectLst>
                  <a:outerShdw blurRad="38100" dist="38100" dir="2700000" algn="tl">
                    <a:srgbClr val="C0C0C0"/>
                  </a:outerShdw>
                </a:effectLst>
              </a:rPr>
              <a:t>(0)=EV</a:t>
            </a:r>
            <a:endParaRPr lang="zh-CN" altLang="en-US" sz="2000" b="0" dirty="0">
              <a:solidFill>
                <a:srgbClr val="000000"/>
              </a:solidFill>
              <a:effectLst>
                <a:outerShdw blurRad="38100" dist="38100" dir="2700000" algn="tl">
                  <a:srgbClr val="C0C0C0"/>
                </a:outerShdw>
              </a:effectLst>
            </a:endParaRPr>
          </a:p>
        </p:txBody>
      </p:sp>
      <p:grpSp>
        <p:nvGrpSpPr>
          <p:cNvPr id="110599" name="Group 61"/>
          <p:cNvGrpSpPr>
            <a:grpSpLocks noChangeAspect="1"/>
          </p:cNvGrpSpPr>
          <p:nvPr/>
        </p:nvGrpSpPr>
        <p:grpSpPr bwMode="auto">
          <a:xfrm>
            <a:off x="539750" y="0"/>
            <a:ext cx="5184775" cy="2533650"/>
            <a:chOff x="340" y="0"/>
            <a:chExt cx="3266" cy="1596"/>
          </a:xfrm>
        </p:grpSpPr>
        <p:sp>
          <p:nvSpPr>
            <p:cNvPr id="110600" name="AutoShape 60"/>
            <p:cNvSpPr>
              <a:spLocks noChangeAspect="1" noChangeArrowheads="1" noTextEdit="1"/>
            </p:cNvSpPr>
            <p:nvPr/>
          </p:nvSpPr>
          <p:spPr bwMode="auto">
            <a:xfrm>
              <a:off x="340" y="0"/>
              <a:ext cx="3266" cy="15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10601" name="Line 62"/>
            <p:cNvSpPr>
              <a:spLocks noChangeShapeType="1"/>
            </p:cNvSpPr>
            <p:nvPr/>
          </p:nvSpPr>
          <p:spPr bwMode="auto">
            <a:xfrm flipV="1">
              <a:off x="3305" y="418"/>
              <a:ext cx="0" cy="395"/>
            </a:xfrm>
            <a:prstGeom prst="line">
              <a:avLst/>
            </a:prstGeom>
            <a:noFill/>
            <a:ln w="22225" cap="rnd">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10602" name="Line 63"/>
            <p:cNvSpPr>
              <a:spLocks noChangeShapeType="1"/>
            </p:cNvSpPr>
            <p:nvPr/>
          </p:nvSpPr>
          <p:spPr bwMode="auto">
            <a:xfrm>
              <a:off x="3305" y="1115"/>
              <a:ext cx="0" cy="407"/>
            </a:xfrm>
            <a:prstGeom prst="line">
              <a:avLst/>
            </a:prstGeom>
            <a:noFill/>
            <a:ln w="22225" cap="rnd">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10603" name="Line 64"/>
            <p:cNvSpPr>
              <a:spLocks noChangeShapeType="1"/>
            </p:cNvSpPr>
            <p:nvPr/>
          </p:nvSpPr>
          <p:spPr bwMode="auto">
            <a:xfrm>
              <a:off x="1524" y="412"/>
              <a:ext cx="1373" cy="0"/>
            </a:xfrm>
            <a:prstGeom prst="line">
              <a:avLst/>
            </a:prstGeom>
            <a:noFill/>
            <a:ln w="22225" cap="rnd">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10604" name="Line 65"/>
            <p:cNvSpPr>
              <a:spLocks noChangeShapeType="1"/>
            </p:cNvSpPr>
            <p:nvPr/>
          </p:nvSpPr>
          <p:spPr bwMode="auto">
            <a:xfrm flipH="1">
              <a:off x="489" y="412"/>
              <a:ext cx="410" cy="0"/>
            </a:xfrm>
            <a:prstGeom prst="line">
              <a:avLst/>
            </a:prstGeom>
            <a:noFill/>
            <a:ln w="22225" cap="rnd">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10605" name="Line 66"/>
            <p:cNvSpPr>
              <a:spLocks noChangeShapeType="1"/>
            </p:cNvSpPr>
            <p:nvPr/>
          </p:nvSpPr>
          <p:spPr bwMode="auto">
            <a:xfrm flipH="1">
              <a:off x="489" y="1528"/>
              <a:ext cx="2816" cy="0"/>
            </a:xfrm>
            <a:prstGeom prst="line">
              <a:avLst/>
            </a:prstGeom>
            <a:noFill/>
            <a:ln w="22225" cap="rnd">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grpSp>
          <p:nvGrpSpPr>
            <p:cNvPr id="110606" name="Group 69"/>
            <p:cNvGrpSpPr/>
            <p:nvPr/>
          </p:nvGrpSpPr>
          <p:grpSpPr bwMode="auto">
            <a:xfrm>
              <a:off x="2209" y="830"/>
              <a:ext cx="276" cy="306"/>
              <a:chOff x="2209" y="830"/>
              <a:chExt cx="276" cy="306"/>
            </a:xfrm>
          </p:grpSpPr>
          <p:sp>
            <p:nvSpPr>
              <p:cNvPr id="110641" name="Rectangle 67"/>
              <p:cNvSpPr>
                <a:spLocks noChangeArrowheads="1"/>
              </p:cNvSpPr>
              <p:nvPr/>
            </p:nvSpPr>
            <p:spPr bwMode="auto">
              <a:xfrm>
                <a:off x="2361" y="959"/>
                <a:ext cx="124" cy="1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spcBef>
                    <a:spcPct val="0"/>
                  </a:spcBef>
                  <a:buFontTx/>
                  <a:buNone/>
                </a:pPr>
                <a:r>
                  <a:rPr kumimoji="0" lang="en-US" altLang="zh-CN" sz="1500" b="0">
                    <a:solidFill>
                      <a:srgbClr val="000000"/>
                    </a:solidFill>
                    <a:latin typeface="Times New Roman" panose="02020603050405020304" pitchFamily="18" charset="0"/>
                    <a:ea typeface="宋体" panose="02010600030101010101" pitchFamily="2" charset="-122"/>
                  </a:rPr>
                  <a:t>2</a:t>
                </a:r>
                <a:endParaRPr kumimoji="0" lang="en-US" altLang="zh-CN" sz="1800">
                  <a:ea typeface="宋体" panose="02010600030101010101" pitchFamily="2" charset="-122"/>
                </a:endParaRPr>
              </a:p>
            </p:txBody>
          </p:sp>
          <p:sp>
            <p:nvSpPr>
              <p:cNvPr id="110642" name="Rectangle 68"/>
              <p:cNvSpPr>
                <a:spLocks noChangeArrowheads="1"/>
              </p:cNvSpPr>
              <p:nvPr/>
            </p:nvSpPr>
            <p:spPr bwMode="auto">
              <a:xfrm>
                <a:off x="2209" y="830"/>
                <a:ext cx="239" cy="2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spcBef>
                    <a:spcPct val="0"/>
                  </a:spcBef>
                  <a:buFontTx/>
                  <a:buNone/>
                </a:pPr>
                <a:r>
                  <a:rPr kumimoji="0" lang="en-US" altLang="zh-CN" sz="2600" b="0" i="1">
                    <a:solidFill>
                      <a:srgbClr val="000000"/>
                    </a:solidFill>
                    <a:latin typeface="Times New Roman" panose="02020603050405020304" pitchFamily="18" charset="0"/>
                    <a:ea typeface="宋体" panose="02010600030101010101" pitchFamily="2" charset="-122"/>
                  </a:rPr>
                  <a:t>C</a:t>
                </a:r>
                <a:endParaRPr kumimoji="0" lang="en-US" altLang="zh-CN" sz="1800">
                  <a:ea typeface="宋体" panose="02010600030101010101" pitchFamily="2" charset="-122"/>
                </a:endParaRPr>
              </a:p>
            </p:txBody>
          </p:sp>
        </p:grpSp>
        <p:grpSp>
          <p:nvGrpSpPr>
            <p:cNvPr id="110607" name="Group 72"/>
            <p:cNvGrpSpPr/>
            <p:nvPr/>
          </p:nvGrpSpPr>
          <p:grpSpPr bwMode="auto">
            <a:xfrm>
              <a:off x="1072" y="18"/>
              <a:ext cx="257" cy="295"/>
              <a:chOff x="1072" y="18"/>
              <a:chExt cx="257" cy="295"/>
            </a:xfrm>
          </p:grpSpPr>
          <p:sp>
            <p:nvSpPr>
              <p:cNvPr id="110639" name="Rectangle 70"/>
              <p:cNvSpPr>
                <a:spLocks noChangeArrowheads="1"/>
              </p:cNvSpPr>
              <p:nvPr/>
            </p:nvSpPr>
            <p:spPr bwMode="auto">
              <a:xfrm>
                <a:off x="1212" y="148"/>
                <a:ext cx="117" cy="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spcBef>
                    <a:spcPct val="0"/>
                  </a:spcBef>
                  <a:buFontTx/>
                  <a:buNone/>
                </a:pPr>
                <a:r>
                  <a:rPr kumimoji="0" lang="en-US" altLang="zh-CN" sz="1500" b="0">
                    <a:solidFill>
                      <a:srgbClr val="000000"/>
                    </a:solidFill>
                    <a:latin typeface="Times New Roman" panose="02020603050405020304" pitchFamily="18" charset="0"/>
                    <a:ea typeface="宋体" panose="02010600030101010101" pitchFamily="2" charset="-122"/>
                  </a:rPr>
                  <a:t>1</a:t>
                </a:r>
                <a:endParaRPr kumimoji="0" lang="en-US" altLang="zh-CN" sz="1800">
                  <a:ea typeface="宋体" panose="02010600030101010101" pitchFamily="2" charset="-122"/>
                </a:endParaRPr>
              </a:p>
            </p:txBody>
          </p:sp>
          <p:sp>
            <p:nvSpPr>
              <p:cNvPr id="110640" name="Rectangle 71"/>
              <p:cNvSpPr>
                <a:spLocks noChangeArrowheads="1"/>
              </p:cNvSpPr>
              <p:nvPr/>
            </p:nvSpPr>
            <p:spPr bwMode="auto">
              <a:xfrm>
                <a:off x="1072" y="18"/>
                <a:ext cx="242" cy="2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spcBef>
                    <a:spcPct val="0"/>
                  </a:spcBef>
                  <a:buFontTx/>
                  <a:buNone/>
                </a:pPr>
                <a:r>
                  <a:rPr kumimoji="0" lang="en-US" altLang="zh-CN" sz="2600" b="0" i="1">
                    <a:solidFill>
                      <a:srgbClr val="000000"/>
                    </a:solidFill>
                    <a:latin typeface="Times New Roman" panose="02020603050405020304" pitchFamily="18" charset="0"/>
                    <a:ea typeface="宋体" panose="02010600030101010101" pitchFamily="2" charset="-122"/>
                  </a:rPr>
                  <a:t>C</a:t>
                </a:r>
                <a:endParaRPr kumimoji="0" lang="en-US" altLang="zh-CN" sz="1800">
                  <a:ea typeface="宋体" panose="02010600030101010101" pitchFamily="2" charset="-122"/>
                </a:endParaRPr>
              </a:p>
            </p:txBody>
          </p:sp>
        </p:grpSp>
        <p:sp>
          <p:nvSpPr>
            <p:cNvPr id="110608" name="Line 73"/>
            <p:cNvSpPr>
              <a:spLocks noChangeShapeType="1"/>
            </p:cNvSpPr>
            <p:nvPr/>
          </p:nvSpPr>
          <p:spPr bwMode="auto">
            <a:xfrm>
              <a:off x="2897" y="412"/>
              <a:ext cx="408" cy="0"/>
            </a:xfrm>
            <a:prstGeom prst="line">
              <a:avLst/>
            </a:prstGeom>
            <a:noFill/>
            <a:ln w="22225" cap="rnd">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10609" name="Line 74"/>
            <p:cNvSpPr>
              <a:spLocks noChangeShapeType="1"/>
            </p:cNvSpPr>
            <p:nvPr/>
          </p:nvSpPr>
          <p:spPr bwMode="auto">
            <a:xfrm flipV="1">
              <a:off x="2115" y="412"/>
              <a:ext cx="0" cy="559"/>
            </a:xfrm>
            <a:prstGeom prst="line">
              <a:avLst/>
            </a:prstGeom>
            <a:noFill/>
            <a:ln w="22225" cap="rnd">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10610" name="Freeform 75"/>
            <p:cNvSpPr/>
            <p:nvPr/>
          </p:nvSpPr>
          <p:spPr bwMode="auto">
            <a:xfrm>
              <a:off x="2079" y="378"/>
              <a:ext cx="73" cy="67"/>
            </a:xfrm>
            <a:custGeom>
              <a:avLst/>
              <a:gdLst>
                <a:gd name="T0" fmla="*/ 5 w 81"/>
                <a:gd name="T1" fmla="*/ 3 h 80"/>
                <a:gd name="T2" fmla="*/ 0 w 81"/>
                <a:gd name="T3" fmla="*/ 3 h 80"/>
                <a:gd name="T4" fmla="*/ 5 w 81"/>
                <a:gd name="T5" fmla="*/ 0 h 80"/>
                <a:gd name="T6" fmla="*/ 5 w 81"/>
                <a:gd name="T7" fmla="*/ 0 h 80"/>
                <a:gd name="T8" fmla="*/ 12 w 81"/>
                <a:gd name="T9" fmla="*/ 3 h 80"/>
                <a:gd name="T10" fmla="*/ 5 w 81"/>
                <a:gd name="T11" fmla="*/ 3 h 80"/>
                <a:gd name="T12" fmla="*/ 0 60000 65536"/>
                <a:gd name="T13" fmla="*/ 0 60000 65536"/>
                <a:gd name="T14" fmla="*/ 0 60000 65536"/>
                <a:gd name="T15" fmla="*/ 0 60000 65536"/>
                <a:gd name="T16" fmla="*/ 0 60000 65536"/>
                <a:gd name="T17" fmla="*/ 0 60000 65536"/>
                <a:gd name="T18" fmla="*/ 0 w 81"/>
                <a:gd name="T19" fmla="*/ 0 h 80"/>
                <a:gd name="T20" fmla="*/ 81 w 81"/>
                <a:gd name="T21" fmla="*/ 80 h 80"/>
              </a:gdLst>
              <a:ahLst/>
              <a:cxnLst>
                <a:cxn ang="T12">
                  <a:pos x="T0" y="T1"/>
                </a:cxn>
                <a:cxn ang="T13">
                  <a:pos x="T2" y="T3"/>
                </a:cxn>
                <a:cxn ang="T14">
                  <a:pos x="T4" y="T5"/>
                </a:cxn>
                <a:cxn ang="T15">
                  <a:pos x="T6" y="T7"/>
                </a:cxn>
                <a:cxn ang="T16">
                  <a:pos x="T8" y="T9"/>
                </a:cxn>
                <a:cxn ang="T17">
                  <a:pos x="T10" y="T11"/>
                </a:cxn>
              </a:cxnLst>
              <a:rect l="T18" t="T19" r="T20" b="T21"/>
              <a:pathLst>
                <a:path w="81" h="80">
                  <a:moveTo>
                    <a:pt x="40" y="80"/>
                  </a:moveTo>
                  <a:cubicBezTo>
                    <a:pt x="18" y="80"/>
                    <a:pt x="0" y="62"/>
                    <a:pt x="0" y="40"/>
                  </a:cubicBezTo>
                  <a:cubicBezTo>
                    <a:pt x="0" y="18"/>
                    <a:pt x="18" y="0"/>
                    <a:pt x="40" y="0"/>
                  </a:cubicBezTo>
                  <a:cubicBezTo>
                    <a:pt x="40" y="0"/>
                    <a:pt x="40" y="0"/>
                    <a:pt x="40" y="0"/>
                  </a:cubicBezTo>
                  <a:cubicBezTo>
                    <a:pt x="63" y="0"/>
                    <a:pt x="81" y="18"/>
                    <a:pt x="81" y="40"/>
                  </a:cubicBezTo>
                  <a:cubicBezTo>
                    <a:pt x="81" y="62"/>
                    <a:pt x="63" y="80"/>
                    <a:pt x="40" y="80"/>
                  </a:cubicBezTo>
                </a:path>
              </a:pathLst>
            </a:custGeom>
            <a:solidFill>
              <a:srgbClr val="000000"/>
            </a:solidFill>
            <a:ln w="0">
              <a:solidFill>
                <a:srgbClr val="000000"/>
              </a:solidFill>
              <a:round/>
            </a:ln>
          </p:spPr>
          <p:txBody>
            <a:bodyPr/>
            <a:lstStyle/>
            <a:p>
              <a:endParaRPr lang="zh-CN" altLang="en-US"/>
            </a:p>
          </p:txBody>
        </p:sp>
        <p:sp>
          <p:nvSpPr>
            <p:cNvPr id="110611" name="Line 76"/>
            <p:cNvSpPr>
              <a:spLocks noChangeShapeType="1"/>
            </p:cNvSpPr>
            <p:nvPr/>
          </p:nvSpPr>
          <p:spPr bwMode="auto">
            <a:xfrm>
              <a:off x="1009" y="271"/>
              <a:ext cx="0" cy="249"/>
            </a:xfrm>
            <a:prstGeom prst="line">
              <a:avLst/>
            </a:prstGeom>
            <a:noFill/>
            <a:ln w="38100" cap="rnd">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10612" name="Line 77"/>
            <p:cNvSpPr>
              <a:spLocks noChangeShapeType="1"/>
            </p:cNvSpPr>
            <p:nvPr/>
          </p:nvSpPr>
          <p:spPr bwMode="auto">
            <a:xfrm>
              <a:off x="913" y="271"/>
              <a:ext cx="0" cy="249"/>
            </a:xfrm>
            <a:prstGeom prst="line">
              <a:avLst/>
            </a:prstGeom>
            <a:noFill/>
            <a:ln w="38100" cap="rnd">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10613" name="Rectangle 78"/>
            <p:cNvSpPr>
              <a:spLocks noChangeArrowheads="1"/>
            </p:cNvSpPr>
            <p:nvPr/>
          </p:nvSpPr>
          <p:spPr bwMode="auto">
            <a:xfrm>
              <a:off x="3218" y="808"/>
              <a:ext cx="136" cy="31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spcBef>
                  <a:spcPct val="0"/>
                </a:spcBef>
                <a:buFontTx/>
                <a:buNone/>
              </a:pPr>
              <a:endParaRPr kumimoji="0" lang="zh-CN" altLang="en-US" sz="1800">
                <a:ea typeface="宋体" panose="02010600030101010101" pitchFamily="2" charset="-122"/>
              </a:endParaRPr>
            </a:p>
          </p:txBody>
        </p:sp>
        <p:sp>
          <p:nvSpPr>
            <p:cNvPr id="110614" name="Rectangle 79"/>
            <p:cNvSpPr>
              <a:spLocks noChangeArrowheads="1"/>
            </p:cNvSpPr>
            <p:nvPr/>
          </p:nvSpPr>
          <p:spPr bwMode="auto">
            <a:xfrm>
              <a:off x="3218" y="808"/>
              <a:ext cx="136" cy="310"/>
            </a:xfrm>
            <a:prstGeom prst="rect">
              <a:avLst/>
            </a:prstGeom>
            <a:noFill/>
            <a:ln w="38100" cap="rnd">
              <a:solidFill>
                <a:srgbClr val="000000"/>
              </a:solidFill>
              <a:rou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spcBef>
                  <a:spcPct val="0"/>
                </a:spcBef>
                <a:buFontTx/>
                <a:buNone/>
              </a:pPr>
              <a:endParaRPr kumimoji="0" lang="zh-CN" altLang="en-US" sz="1800">
                <a:ea typeface="宋体" panose="02010600030101010101" pitchFamily="2" charset="-122"/>
              </a:endParaRPr>
            </a:p>
          </p:txBody>
        </p:sp>
        <p:sp>
          <p:nvSpPr>
            <p:cNvPr id="110615" name="Line 80"/>
            <p:cNvSpPr>
              <a:spLocks noChangeShapeType="1"/>
            </p:cNvSpPr>
            <p:nvPr/>
          </p:nvSpPr>
          <p:spPr bwMode="auto">
            <a:xfrm>
              <a:off x="458" y="408"/>
              <a:ext cx="0" cy="1116"/>
            </a:xfrm>
            <a:prstGeom prst="line">
              <a:avLst/>
            </a:prstGeom>
            <a:noFill/>
            <a:ln w="22225" cap="rnd">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10616" name="Line 81"/>
            <p:cNvSpPr>
              <a:spLocks noChangeShapeType="1"/>
            </p:cNvSpPr>
            <p:nvPr/>
          </p:nvSpPr>
          <p:spPr bwMode="auto">
            <a:xfrm flipV="1">
              <a:off x="2115" y="1119"/>
              <a:ext cx="0" cy="403"/>
            </a:xfrm>
            <a:prstGeom prst="line">
              <a:avLst/>
            </a:prstGeom>
            <a:noFill/>
            <a:ln w="22225" cap="rnd">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10617" name="Freeform 82"/>
            <p:cNvSpPr/>
            <p:nvPr/>
          </p:nvSpPr>
          <p:spPr bwMode="auto">
            <a:xfrm>
              <a:off x="2079" y="1488"/>
              <a:ext cx="73" cy="67"/>
            </a:xfrm>
            <a:custGeom>
              <a:avLst/>
              <a:gdLst>
                <a:gd name="T0" fmla="*/ 5 w 81"/>
                <a:gd name="T1" fmla="*/ 0 h 81"/>
                <a:gd name="T2" fmla="*/ 12 w 81"/>
                <a:gd name="T3" fmla="*/ 2 h 81"/>
                <a:gd name="T4" fmla="*/ 5 w 81"/>
                <a:gd name="T5" fmla="*/ 2 h 81"/>
                <a:gd name="T6" fmla="*/ 5 w 81"/>
                <a:gd name="T7" fmla="*/ 2 h 81"/>
                <a:gd name="T8" fmla="*/ 0 w 81"/>
                <a:gd name="T9" fmla="*/ 2 h 81"/>
                <a:gd name="T10" fmla="*/ 5 w 81"/>
                <a:gd name="T11" fmla="*/ 0 h 81"/>
                <a:gd name="T12" fmla="*/ 0 60000 65536"/>
                <a:gd name="T13" fmla="*/ 0 60000 65536"/>
                <a:gd name="T14" fmla="*/ 0 60000 65536"/>
                <a:gd name="T15" fmla="*/ 0 60000 65536"/>
                <a:gd name="T16" fmla="*/ 0 60000 65536"/>
                <a:gd name="T17" fmla="*/ 0 60000 65536"/>
                <a:gd name="T18" fmla="*/ 0 w 81"/>
                <a:gd name="T19" fmla="*/ 0 h 81"/>
                <a:gd name="T20" fmla="*/ 81 w 81"/>
                <a:gd name="T21" fmla="*/ 81 h 81"/>
              </a:gdLst>
              <a:ahLst/>
              <a:cxnLst>
                <a:cxn ang="T12">
                  <a:pos x="T0" y="T1"/>
                </a:cxn>
                <a:cxn ang="T13">
                  <a:pos x="T2" y="T3"/>
                </a:cxn>
                <a:cxn ang="T14">
                  <a:pos x="T4" y="T5"/>
                </a:cxn>
                <a:cxn ang="T15">
                  <a:pos x="T6" y="T7"/>
                </a:cxn>
                <a:cxn ang="T16">
                  <a:pos x="T8" y="T9"/>
                </a:cxn>
                <a:cxn ang="T17">
                  <a:pos x="T10" y="T11"/>
                </a:cxn>
              </a:cxnLst>
              <a:rect l="T18" t="T19" r="T20" b="T21"/>
              <a:pathLst>
                <a:path w="81" h="81">
                  <a:moveTo>
                    <a:pt x="40" y="0"/>
                  </a:moveTo>
                  <a:cubicBezTo>
                    <a:pt x="63" y="0"/>
                    <a:pt x="81" y="18"/>
                    <a:pt x="81" y="41"/>
                  </a:cubicBezTo>
                  <a:cubicBezTo>
                    <a:pt x="81" y="63"/>
                    <a:pt x="63" y="81"/>
                    <a:pt x="40" y="81"/>
                  </a:cubicBezTo>
                  <a:cubicBezTo>
                    <a:pt x="40" y="81"/>
                    <a:pt x="40" y="81"/>
                    <a:pt x="40" y="81"/>
                  </a:cubicBezTo>
                  <a:cubicBezTo>
                    <a:pt x="18" y="81"/>
                    <a:pt x="0" y="63"/>
                    <a:pt x="0" y="41"/>
                  </a:cubicBezTo>
                  <a:cubicBezTo>
                    <a:pt x="0" y="18"/>
                    <a:pt x="18" y="0"/>
                    <a:pt x="40" y="0"/>
                  </a:cubicBezTo>
                </a:path>
              </a:pathLst>
            </a:custGeom>
            <a:solidFill>
              <a:srgbClr val="000000"/>
            </a:solidFill>
            <a:ln w="0">
              <a:solidFill>
                <a:srgbClr val="000000"/>
              </a:solidFill>
              <a:round/>
            </a:ln>
          </p:spPr>
          <p:txBody>
            <a:bodyPr/>
            <a:lstStyle/>
            <a:p>
              <a:endParaRPr lang="zh-CN" altLang="en-US"/>
            </a:p>
          </p:txBody>
        </p:sp>
        <p:sp>
          <p:nvSpPr>
            <p:cNvPr id="110618" name="Rectangle 83"/>
            <p:cNvSpPr>
              <a:spLocks noChangeArrowheads="1"/>
            </p:cNvSpPr>
            <p:nvPr/>
          </p:nvSpPr>
          <p:spPr bwMode="auto">
            <a:xfrm>
              <a:off x="3432" y="921"/>
              <a:ext cx="226" cy="2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spcBef>
                  <a:spcPct val="0"/>
                </a:spcBef>
                <a:buFontTx/>
                <a:buNone/>
              </a:pPr>
              <a:r>
                <a:rPr kumimoji="0" lang="en-US" altLang="zh-CN" sz="2500" b="0" i="1">
                  <a:solidFill>
                    <a:srgbClr val="000000"/>
                  </a:solidFill>
                  <a:latin typeface="Times New Roman" panose="02020603050405020304" pitchFamily="18" charset="0"/>
                  <a:ea typeface="宋体" panose="02010600030101010101" pitchFamily="2" charset="-122"/>
                </a:rPr>
                <a:t>R</a:t>
              </a:r>
              <a:endParaRPr kumimoji="0" lang="en-US" altLang="zh-CN" sz="1800">
                <a:ea typeface="宋体" panose="02010600030101010101" pitchFamily="2" charset="-122"/>
              </a:endParaRPr>
            </a:p>
          </p:txBody>
        </p:sp>
        <p:sp>
          <p:nvSpPr>
            <p:cNvPr id="110619" name="Line 84"/>
            <p:cNvSpPr>
              <a:spLocks noChangeShapeType="1"/>
            </p:cNvSpPr>
            <p:nvPr/>
          </p:nvSpPr>
          <p:spPr bwMode="auto">
            <a:xfrm>
              <a:off x="1038" y="522"/>
              <a:ext cx="136" cy="0"/>
            </a:xfrm>
            <a:prstGeom prst="line">
              <a:avLst/>
            </a:prstGeom>
            <a:noFill/>
            <a:ln w="22225" cap="rnd">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10620" name="Line 85"/>
            <p:cNvSpPr>
              <a:spLocks noChangeShapeType="1"/>
            </p:cNvSpPr>
            <p:nvPr/>
          </p:nvSpPr>
          <p:spPr bwMode="auto">
            <a:xfrm>
              <a:off x="1098" y="457"/>
              <a:ext cx="0" cy="123"/>
            </a:xfrm>
            <a:prstGeom prst="line">
              <a:avLst/>
            </a:prstGeom>
            <a:noFill/>
            <a:ln w="22225" cap="rnd">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10621" name="Line 86"/>
            <p:cNvSpPr>
              <a:spLocks noChangeShapeType="1"/>
            </p:cNvSpPr>
            <p:nvPr/>
          </p:nvSpPr>
          <p:spPr bwMode="auto">
            <a:xfrm flipH="1">
              <a:off x="611" y="513"/>
              <a:ext cx="135" cy="0"/>
            </a:xfrm>
            <a:prstGeom prst="line">
              <a:avLst/>
            </a:prstGeom>
            <a:noFill/>
            <a:ln w="22225" cap="rnd">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10622" name="Line 87"/>
            <p:cNvSpPr>
              <a:spLocks noChangeShapeType="1"/>
            </p:cNvSpPr>
            <p:nvPr/>
          </p:nvSpPr>
          <p:spPr bwMode="auto">
            <a:xfrm>
              <a:off x="1058" y="1104"/>
              <a:ext cx="328" cy="0"/>
            </a:xfrm>
            <a:prstGeom prst="line">
              <a:avLst/>
            </a:prstGeom>
            <a:noFill/>
            <a:ln w="7938" cap="rnd">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10623" name="Freeform 88"/>
            <p:cNvSpPr/>
            <p:nvPr/>
          </p:nvSpPr>
          <p:spPr bwMode="auto">
            <a:xfrm>
              <a:off x="1367" y="1068"/>
              <a:ext cx="79" cy="73"/>
            </a:xfrm>
            <a:custGeom>
              <a:avLst/>
              <a:gdLst>
                <a:gd name="T0" fmla="*/ 14 w 87"/>
                <a:gd name="T1" fmla="*/ 3 h 87"/>
                <a:gd name="T2" fmla="*/ 0 w 87"/>
                <a:gd name="T3" fmla="*/ 3 h 87"/>
                <a:gd name="T4" fmla="*/ 0 w 87"/>
                <a:gd name="T5" fmla="*/ 0 h 87"/>
                <a:gd name="T6" fmla="*/ 14 w 87"/>
                <a:gd name="T7" fmla="*/ 3 h 87"/>
                <a:gd name="T8" fmla="*/ 0 60000 65536"/>
                <a:gd name="T9" fmla="*/ 0 60000 65536"/>
                <a:gd name="T10" fmla="*/ 0 60000 65536"/>
                <a:gd name="T11" fmla="*/ 0 60000 65536"/>
                <a:gd name="T12" fmla="*/ 0 w 87"/>
                <a:gd name="T13" fmla="*/ 0 h 87"/>
                <a:gd name="T14" fmla="*/ 87 w 87"/>
                <a:gd name="T15" fmla="*/ 87 h 87"/>
              </a:gdLst>
              <a:ahLst/>
              <a:cxnLst>
                <a:cxn ang="T8">
                  <a:pos x="T0" y="T1"/>
                </a:cxn>
                <a:cxn ang="T9">
                  <a:pos x="T2" y="T3"/>
                </a:cxn>
                <a:cxn ang="T10">
                  <a:pos x="T4" y="T5"/>
                </a:cxn>
                <a:cxn ang="T11">
                  <a:pos x="T6" y="T7"/>
                </a:cxn>
              </a:cxnLst>
              <a:rect l="T12" t="T13" r="T14" b="T15"/>
              <a:pathLst>
                <a:path w="87" h="87">
                  <a:moveTo>
                    <a:pt x="87" y="43"/>
                  </a:moveTo>
                  <a:lnTo>
                    <a:pt x="0" y="87"/>
                  </a:lnTo>
                  <a:cubicBezTo>
                    <a:pt x="14" y="59"/>
                    <a:pt x="14" y="27"/>
                    <a:pt x="0" y="0"/>
                  </a:cubicBezTo>
                  <a:lnTo>
                    <a:pt x="87" y="43"/>
                  </a:lnTo>
                  <a:close/>
                </a:path>
              </a:pathLst>
            </a:custGeom>
            <a:solidFill>
              <a:srgbClr val="000000"/>
            </a:solidFill>
            <a:ln w="0">
              <a:solidFill>
                <a:srgbClr val="000000"/>
              </a:solidFill>
              <a:round/>
            </a:ln>
          </p:spPr>
          <p:txBody>
            <a:bodyPr/>
            <a:lstStyle/>
            <a:p>
              <a:endParaRPr lang="zh-CN" altLang="en-US"/>
            </a:p>
          </p:txBody>
        </p:sp>
        <p:grpSp>
          <p:nvGrpSpPr>
            <p:cNvPr id="110624" name="Group 95"/>
            <p:cNvGrpSpPr/>
            <p:nvPr/>
          </p:nvGrpSpPr>
          <p:grpSpPr bwMode="auto">
            <a:xfrm>
              <a:off x="1087" y="1135"/>
              <a:ext cx="577" cy="306"/>
              <a:chOff x="1087" y="1135"/>
              <a:chExt cx="577" cy="306"/>
            </a:xfrm>
          </p:grpSpPr>
          <p:sp>
            <p:nvSpPr>
              <p:cNvPr id="110633" name="Rectangle 89"/>
              <p:cNvSpPr>
                <a:spLocks noChangeArrowheads="1"/>
              </p:cNvSpPr>
              <p:nvPr/>
            </p:nvSpPr>
            <p:spPr bwMode="auto">
              <a:xfrm>
                <a:off x="1490" y="1135"/>
                <a:ext cx="174" cy="2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spcBef>
                    <a:spcPct val="0"/>
                  </a:spcBef>
                  <a:buFontTx/>
                  <a:buNone/>
                </a:pPr>
                <a:r>
                  <a:rPr kumimoji="0" lang="en-US" altLang="zh-CN" sz="2500" b="0">
                    <a:solidFill>
                      <a:srgbClr val="000000"/>
                    </a:solidFill>
                    <a:latin typeface="Times New Roman" panose="02020603050405020304" pitchFamily="18" charset="0"/>
                    <a:ea typeface="宋体" panose="02010600030101010101" pitchFamily="2" charset="-122"/>
                  </a:rPr>
                  <a:t>)</a:t>
                </a:r>
                <a:endParaRPr kumimoji="0" lang="en-US" altLang="zh-CN" sz="1800">
                  <a:ea typeface="宋体" panose="02010600030101010101" pitchFamily="2" charset="-122"/>
                </a:endParaRPr>
              </a:p>
            </p:txBody>
          </p:sp>
          <p:sp>
            <p:nvSpPr>
              <p:cNvPr id="110634" name="Rectangle 90"/>
              <p:cNvSpPr>
                <a:spLocks noChangeArrowheads="1"/>
              </p:cNvSpPr>
              <p:nvPr/>
            </p:nvSpPr>
            <p:spPr bwMode="auto">
              <a:xfrm>
                <a:off x="1336" y="1135"/>
                <a:ext cx="174" cy="2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spcBef>
                    <a:spcPct val="0"/>
                  </a:spcBef>
                  <a:buFontTx/>
                  <a:buNone/>
                </a:pPr>
                <a:r>
                  <a:rPr kumimoji="0" lang="en-US" altLang="zh-CN" sz="2500" b="0">
                    <a:solidFill>
                      <a:srgbClr val="000000"/>
                    </a:solidFill>
                    <a:latin typeface="Times New Roman" panose="02020603050405020304" pitchFamily="18" charset="0"/>
                    <a:ea typeface="宋体" panose="02010600030101010101" pitchFamily="2" charset="-122"/>
                  </a:rPr>
                  <a:t>(</a:t>
                </a:r>
                <a:endParaRPr kumimoji="0" lang="en-US" altLang="zh-CN" sz="1800">
                  <a:ea typeface="宋体" panose="02010600030101010101" pitchFamily="2" charset="-122"/>
                </a:endParaRPr>
              </a:p>
            </p:txBody>
          </p:sp>
          <p:sp>
            <p:nvSpPr>
              <p:cNvPr id="110635" name="Rectangle 91"/>
              <p:cNvSpPr>
                <a:spLocks noChangeArrowheads="1"/>
              </p:cNvSpPr>
              <p:nvPr/>
            </p:nvSpPr>
            <p:spPr bwMode="auto">
              <a:xfrm>
                <a:off x="1229" y="1320"/>
                <a:ext cx="90" cy="1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spcBef>
                    <a:spcPct val="0"/>
                  </a:spcBef>
                  <a:buFontTx/>
                  <a:buNone/>
                </a:pPr>
                <a:r>
                  <a:rPr kumimoji="0" lang="en-US" altLang="zh-CN" sz="1100" b="0">
                    <a:solidFill>
                      <a:srgbClr val="000000"/>
                    </a:solidFill>
                    <a:latin typeface="Times New Roman" panose="02020603050405020304" pitchFamily="18" charset="0"/>
                    <a:ea typeface="宋体" panose="02010600030101010101" pitchFamily="2" charset="-122"/>
                  </a:rPr>
                  <a:t>1</a:t>
                </a:r>
                <a:endParaRPr kumimoji="0" lang="en-US" altLang="zh-CN" sz="1800">
                  <a:ea typeface="宋体" panose="02010600030101010101" pitchFamily="2" charset="-122"/>
                </a:endParaRPr>
              </a:p>
            </p:txBody>
          </p:sp>
          <p:sp>
            <p:nvSpPr>
              <p:cNvPr id="110636" name="Rectangle 92"/>
              <p:cNvSpPr>
                <a:spLocks noChangeArrowheads="1"/>
              </p:cNvSpPr>
              <p:nvPr/>
            </p:nvSpPr>
            <p:spPr bwMode="auto">
              <a:xfrm>
                <a:off x="1411" y="1136"/>
                <a:ext cx="161" cy="2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spcBef>
                    <a:spcPct val="0"/>
                  </a:spcBef>
                  <a:buFontTx/>
                  <a:buNone/>
                </a:pPr>
                <a:r>
                  <a:rPr kumimoji="0" lang="en-US" altLang="zh-CN" sz="2500" b="0" i="1">
                    <a:solidFill>
                      <a:srgbClr val="000000"/>
                    </a:solidFill>
                    <a:latin typeface="Times New Roman" panose="02020603050405020304" pitchFamily="18" charset="0"/>
                    <a:ea typeface="宋体" panose="02010600030101010101" pitchFamily="2" charset="-122"/>
                  </a:rPr>
                  <a:t>t</a:t>
                </a:r>
                <a:endParaRPr kumimoji="0" lang="en-US" altLang="zh-CN" sz="1800">
                  <a:ea typeface="宋体" panose="02010600030101010101" pitchFamily="2" charset="-122"/>
                </a:endParaRPr>
              </a:p>
            </p:txBody>
          </p:sp>
          <p:sp>
            <p:nvSpPr>
              <p:cNvPr id="110637" name="Rectangle 93"/>
              <p:cNvSpPr>
                <a:spLocks noChangeArrowheads="1"/>
              </p:cNvSpPr>
              <p:nvPr/>
            </p:nvSpPr>
            <p:spPr bwMode="auto">
              <a:xfrm>
                <a:off x="1087" y="1136"/>
                <a:ext cx="161" cy="2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spcBef>
                    <a:spcPct val="0"/>
                  </a:spcBef>
                  <a:buFontTx/>
                  <a:buNone/>
                </a:pPr>
                <a:r>
                  <a:rPr kumimoji="0" lang="en-US" altLang="zh-CN" sz="2500" b="0" i="1">
                    <a:solidFill>
                      <a:srgbClr val="000000"/>
                    </a:solidFill>
                    <a:latin typeface="Times New Roman" panose="02020603050405020304" pitchFamily="18" charset="0"/>
                    <a:ea typeface="宋体" panose="02010600030101010101" pitchFamily="2" charset="-122"/>
                  </a:rPr>
                  <a:t>i</a:t>
                </a:r>
                <a:endParaRPr kumimoji="0" lang="en-US" altLang="zh-CN" sz="1800">
                  <a:ea typeface="宋体" panose="02010600030101010101" pitchFamily="2" charset="-122"/>
                </a:endParaRPr>
              </a:p>
            </p:txBody>
          </p:sp>
          <p:sp>
            <p:nvSpPr>
              <p:cNvPr id="110638" name="Rectangle 94"/>
              <p:cNvSpPr>
                <a:spLocks noChangeArrowheads="1"/>
              </p:cNvSpPr>
              <p:nvPr/>
            </p:nvSpPr>
            <p:spPr bwMode="auto">
              <a:xfrm>
                <a:off x="1146" y="1261"/>
                <a:ext cx="146" cy="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spcBef>
                    <a:spcPct val="0"/>
                  </a:spcBef>
                  <a:buFontTx/>
                  <a:buNone/>
                </a:pPr>
                <a:r>
                  <a:rPr kumimoji="0" lang="en-US" altLang="zh-CN" sz="1500" b="0" i="1">
                    <a:solidFill>
                      <a:srgbClr val="000000"/>
                    </a:solidFill>
                    <a:latin typeface="Times New Roman" panose="02020603050405020304" pitchFamily="18" charset="0"/>
                    <a:ea typeface="宋体" panose="02010600030101010101" pitchFamily="2" charset="-122"/>
                  </a:rPr>
                  <a:t>C</a:t>
                </a:r>
                <a:endParaRPr kumimoji="0" lang="en-US" altLang="zh-CN" sz="1800">
                  <a:ea typeface="宋体" panose="02010600030101010101" pitchFamily="2" charset="-122"/>
                </a:endParaRPr>
              </a:p>
            </p:txBody>
          </p:sp>
        </p:grpSp>
        <p:sp>
          <p:nvSpPr>
            <p:cNvPr id="110625" name="Rectangle 96"/>
            <p:cNvSpPr>
              <a:spLocks noChangeArrowheads="1"/>
            </p:cNvSpPr>
            <p:nvPr/>
          </p:nvSpPr>
          <p:spPr bwMode="auto">
            <a:xfrm>
              <a:off x="823" y="547"/>
              <a:ext cx="229"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spcBef>
                  <a:spcPct val="0"/>
                </a:spcBef>
                <a:buFontTx/>
                <a:buNone/>
              </a:pPr>
              <a:r>
                <a:rPr kumimoji="0" lang="en-US" altLang="zh-CN" sz="2600" b="0" i="1">
                  <a:solidFill>
                    <a:srgbClr val="000000"/>
                  </a:solidFill>
                  <a:latin typeface="Times New Roman" panose="02020603050405020304" pitchFamily="18" charset="0"/>
                  <a:ea typeface="宋体" panose="02010600030101010101" pitchFamily="2" charset="-122"/>
                </a:rPr>
                <a:t>E</a:t>
              </a:r>
              <a:endParaRPr kumimoji="0" lang="en-US" altLang="zh-CN" sz="1800">
                <a:ea typeface="宋体" panose="02010600030101010101" pitchFamily="2" charset="-122"/>
              </a:endParaRPr>
            </a:p>
          </p:txBody>
        </p:sp>
        <p:sp>
          <p:nvSpPr>
            <p:cNvPr id="110626" name="Freeform 97"/>
            <p:cNvSpPr>
              <a:spLocks noEditPoints="1"/>
            </p:cNvSpPr>
            <p:nvPr/>
          </p:nvSpPr>
          <p:spPr bwMode="auto">
            <a:xfrm>
              <a:off x="1231" y="397"/>
              <a:ext cx="310" cy="31"/>
            </a:xfrm>
            <a:custGeom>
              <a:avLst/>
              <a:gdLst>
                <a:gd name="T0" fmla="*/ 52 w 340"/>
                <a:gd name="T1" fmla="*/ 3 h 37"/>
                <a:gd name="T2" fmla="*/ 56 w 340"/>
                <a:gd name="T3" fmla="*/ 3 h 37"/>
                <a:gd name="T4" fmla="*/ 59 w 340"/>
                <a:gd name="T5" fmla="*/ 3 h 37"/>
                <a:gd name="T6" fmla="*/ 59 w 340"/>
                <a:gd name="T7" fmla="*/ 3 h 37"/>
                <a:gd name="T8" fmla="*/ 56 w 340"/>
                <a:gd name="T9" fmla="*/ 0 h 37"/>
                <a:gd name="T10" fmla="*/ 52 w 340"/>
                <a:gd name="T11" fmla="*/ 3 h 37"/>
                <a:gd name="T12" fmla="*/ 52 w 340"/>
                <a:gd name="T13" fmla="*/ 3 h 37"/>
                <a:gd name="T14" fmla="*/ 0 w 340"/>
                <a:gd name="T15" fmla="*/ 3 h 37"/>
                <a:gd name="T16" fmla="*/ 5 w 340"/>
                <a:gd name="T17" fmla="*/ 3 h 37"/>
                <a:gd name="T18" fmla="*/ 6 w 340"/>
                <a:gd name="T19" fmla="*/ 3 h 37"/>
                <a:gd name="T20" fmla="*/ 6 w 340"/>
                <a:gd name="T21" fmla="*/ 3 h 37"/>
                <a:gd name="T22" fmla="*/ 5 w 340"/>
                <a:gd name="T23" fmla="*/ 0 h 37"/>
                <a:gd name="T24" fmla="*/ 0 w 340"/>
                <a:gd name="T25" fmla="*/ 3 h 37"/>
                <a:gd name="T26" fmla="*/ 0 w 340"/>
                <a:gd name="T27" fmla="*/ 3 h 37"/>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340"/>
                <a:gd name="T43" fmla="*/ 0 h 37"/>
                <a:gd name="T44" fmla="*/ 340 w 340"/>
                <a:gd name="T45" fmla="*/ 37 h 37"/>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340" h="37">
                  <a:moveTo>
                    <a:pt x="302" y="19"/>
                  </a:moveTo>
                  <a:cubicBezTo>
                    <a:pt x="302" y="29"/>
                    <a:pt x="310" y="37"/>
                    <a:pt x="321" y="37"/>
                  </a:cubicBezTo>
                  <a:cubicBezTo>
                    <a:pt x="331" y="37"/>
                    <a:pt x="340" y="29"/>
                    <a:pt x="340" y="19"/>
                  </a:cubicBezTo>
                  <a:cubicBezTo>
                    <a:pt x="340" y="19"/>
                    <a:pt x="340" y="19"/>
                    <a:pt x="340" y="19"/>
                  </a:cubicBezTo>
                  <a:cubicBezTo>
                    <a:pt x="340" y="8"/>
                    <a:pt x="331" y="0"/>
                    <a:pt x="321" y="0"/>
                  </a:cubicBezTo>
                  <a:cubicBezTo>
                    <a:pt x="310" y="0"/>
                    <a:pt x="302" y="8"/>
                    <a:pt x="302" y="18"/>
                  </a:cubicBezTo>
                  <a:cubicBezTo>
                    <a:pt x="302" y="19"/>
                    <a:pt x="302" y="19"/>
                    <a:pt x="302" y="19"/>
                  </a:cubicBezTo>
                  <a:close/>
                  <a:moveTo>
                    <a:pt x="0" y="19"/>
                  </a:moveTo>
                  <a:cubicBezTo>
                    <a:pt x="0" y="29"/>
                    <a:pt x="8" y="37"/>
                    <a:pt x="19" y="37"/>
                  </a:cubicBezTo>
                  <a:cubicBezTo>
                    <a:pt x="29" y="37"/>
                    <a:pt x="37" y="29"/>
                    <a:pt x="37" y="19"/>
                  </a:cubicBezTo>
                  <a:cubicBezTo>
                    <a:pt x="37" y="19"/>
                    <a:pt x="37" y="19"/>
                    <a:pt x="37" y="19"/>
                  </a:cubicBezTo>
                  <a:cubicBezTo>
                    <a:pt x="37" y="8"/>
                    <a:pt x="29" y="0"/>
                    <a:pt x="19" y="0"/>
                  </a:cubicBezTo>
                  <a:cubicBezTo>
                    <a:pt x="8" y="0"/>
                    <a:pt x="0" y="8"/>
                    <a:pt x="0" y="18"/>
                  </a:cubicBezTo>
                  <a:cubicBezTo>
                    <a:pt x="0" y="19"/>
                    <a:pt x="0" y="19"/>
                    <a:pt x="0" y="19"/>
                  </a:cubicBezTo>
                  <a:close/>
                </a:path>
              </a:pathLst>
            </a:custGeom>
            <a:solidFill>
              <a:srgbClr val="FFFFFF"/>
            </a:solidFill>
            <a:ln w="0">
              <a:solidFill>
                <a:srgbClr val="000000"/>
              </a:solidFill>
              <a:round/>
            </a:ln>
          </p:spPr>
          <p:txBody>
            <a:bodyPr/>
            <a:lstStyle/>
            <a:p>
              <a:endParaRPr lang="zh-CN" altLang="en-US"/>
            </a:p>
          </p:txBody>
        </p:sp>
        <p:sp>
          <p:nvSpPr>
            <p:cNvPr id="110627" name="Freeform 98"/>
            <p:cNvSpPr>
              <a:spLocks noEditPoints="1"/>
            </p:cNvSpPr>
            <p:nvPr/>
          </p:nvSpPr>
          <p:spPr bwMode="auto">
            <a:xfrm>
              <a:off x="1231" y="397"/>
              <a:ext cx="310" cy="31"/>
            </a:xfrm>
            <a:custGeom>
              <a:avLst/>
              <a:gdLst>
                <a:gd name="T0" fmla="*/ 52 w 340"/>
                <a:gd name="T1" fmla="*/ 3 h 37"/>
                <a:gd name="T2" fmla="*/ 56 w 340"/>
                <a:gd name="T3" fmla="*/ 3 h 37"/>
                <a:gd name="T4" fmla="*/ 59 w 340"/>
                <a:gd name="T5" fmla="*/ 3 h 37"/>
                <a:gd name="T6" fmla="*/ 59 w 340"/>
                <a:gd name="T7" fmla="*/ 3 h 37"/>
                <a:gd name="T8" fmla="*/ 56 w 340"/>
                <a:gd name="T9" fmla="*/ 0 h 37"/>
                <a:gd name="T10" fmla="*/ 52 w 340"/>
                <a:gd name="T11" fmla="*/ 3 h 37"/>
                <a:gd name="T12" fmla="*/ 52 w 340"/>
                <a:gd name="T13" fmla="*/ 3 h 37"/>
                <a:gd name="T14" fmla="*/ 0 w 340"/>
                <a:gd name="T15" fmla="*/ 3 h 37"/>
                <a:gd name="T16" fmla="*/ 5 w 340"/>
                <a:gd name="T17" fmla="*/ 3 h 37"/>
                <a:gd name="T18" fmla="*/ 6 w 340"/>
                <a:gd name="T19" fmla="*/ 3 h 37"/>
                <a:gd name="T20" fmla="*/ 6 w 340"/>
                <a:gd name="T21" fmla="*/ 3 h 37"/>
                <a:gd name="T22" fmla="*/ 5 w 340"/>
                <a:gd name="T23" fmla="*/ 0 h 37"/>
                <a:gd name="T24" fmla="*/ 0 w 340"/>
                <a:gd name="T25" fmla="*/ 3 h 37"/>
                <a:gd name="T26" fmla="*/ 0 w 340"/>
                <a:gd name="T27" fmla="*/ 3 h 37"/>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340"/>
                <a:gd name="T43" fmla="*/ 0 h 37"/>
                <a:gd name="T44" fmla="*/ 340 w 340"/>
                <a:gd name="T45" fmla="*/ 37 h 37"/>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340" h="37">
                  <a:moveTo>
                    <a:pt x="302" y="19"/>
                  </a:moveTo>
                  <a:cubicBezTo>
                    <a:pt x="302" y="29"/>
                    <a:pt x="310" y="37"/>
                    <a:pt x="321" y="37"/>
                  </a:cubicBezTo>
                  <a:cubicBezTo>
                    <a:pt x="331" y="37"/>
                    <a:pt x="340" y="29"/>
                    <a:pt x="340" y="19"/>
                  </a:cubicBezTo>
                  <a:cubicBezTo>
                    <a:pt x="340" y="19"/>
                    <a:pt x="340" y="19"/>
                    <a:pt x="340" y="19"/>
                  </a:cubicBezTo>
                  <a:cubicBezTo>
                    <a:pt x="340" y="8"/>
                    <a:pt x="331" y="0"/>
                    <a:pt x="321" y="0"/>
                  </a:cubicBezTo>
                  <a:cubicBezTo>
                    <a:pt x="310" y="0"/>
                    <a:pt x="302" y="8"/>
                    <a:pt x="302" y="18"/>
                  </a:cubicBezTo>
                  <a:cubicBezTo>
                    <a:pt x="302" y="19"/>
                    <a:pt x="302" y="19"/>
                    <a:pt x="302" y="19"/>
                  </a:cubicBezTo>
                  <a:close/>
                  <a:moveTo>
                    <a:pt x="0" y="19"/>
                  </a:moveTo>
                  <a:cubicBezTo>
                    <a:pt x="0" y="29"/>
                    <a:pt x="8" y="37"/>
                    <a:pt x="19" y="37"/>
                  </a:cubicBezTo>
                  <a:cubicBezTo>
                    <a:pt x="29" y="37"/>
                    <a:pt x="37" y="29"/>
                    <a:pt x="37" y="19"/>
                  </a:cubicBezTo>
                  <a:cubicBezTo>
                    <a:pt x="37" y="19"/>
                    <a:pt x="37" y="19"/>
                    <a:pt x="37" y="19"/>
                  </a:cubicBezTo>
                  <a:cubicBezTo>
                    <a:pt x="37" y="8"/>
                    <a:pt x="29" y="0"/>
                    <a:pt x="19" y="0"/>
                  </a:cubicBezTo>
                  <a:cubicBezTo>
                    <a:pt x="8" y="0"/>
                    <a:pt x="0" y="8"/>
                    <a:pt x="0" y="18"/>
                  </a:cubicBezTo>
                  <a:cubicBezTo>
                    <a:pt x="0" y="19"/>
                    <a:pt x="0" y="19"/>
                    <a:pt x="0" y="19"/>
                  </a:cubicBezTo>
                  <a:close/>
                </a:path>
              </a:pathLst>
            </a:custGeom>
            <a:noFill/>
            <a:ln w="7938" cap="rnd">
              <a:solidFill>
                <a:srgbClr val="000000"/>
              </a:solidFill>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10628" name="Line 99"/>
            <p:cNvSpPr>
              <a:spLocks noChangeShapeType="1"/>
            </p:cNvSpPr>
            <p:nvPr/>
          </p:nvSpPr>
          <p:spPr bwMode="auto">
            <a:xfrm flipV="1">
              <a:off x="1264" y="334"/>
              <a:ext cx="225" cy="72"/>
            </a:xfrm>
            <a:prstGeom prst="line">
              <a:avLst/>
            </a:prstGeom>
            <a:noFill/>
            <a:ln w="7938" cap="rnd">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10629" name="Line 100"/>
            <p:cNvSpPr>
              <a:spLocks noChangeShapeType="1"/>
            </p:cNvSpPr>
            <p:nvPr/>
          </p:nvSpPr>
          <p:spPr bwMode="auto">
            <a:xfrm flipH="1">
              <a:off x="977" y="412"/>
              <a:ext cx="272" cy="0"/>
            </a:xfrm>
            <a:prstGeom prst="line">
              <a:avLst/>
            </a:prstGeom>
            <a:noFill/>
            <a:ln w="22225" cap="rnd">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10630" name="Rectangle 101"/>
            <p:cNvSpPr>
              <a:spLocks noChangeArrowheads="1"/>
            </p:cNvSpPr>
            <p:nvPr/>
          </p:nvSpPr>
          <p:spPr bwMode="auto">
            <a:xfrm>
              <a:off x="1476" y="148"/>
              <a:ext cx="204" cy="2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spcBef>
                  <a:spcPct val="0"/>
                </a:spcBef>
                <a:buFontTx/>
                <a:buNone/>
              </a:pPr>
              <a:r>
                <a:rPr kumimoji="0" lang="en-US" altLang="zh-CN" sz="2600" b="0" i="1">
                  <a:solidFill>
                    <a:srgbClr val="000000"/>
                  </a:solidFill>
                  <a:latin typeface="Times New Roman" panose="02020603050405020304" pitchFamily="18" charset="0"/>
                  <a:ea typeface="宋体" panose="02010600030101010101" pitchFamily="2" charset="-122"/>
                </a:rPr>
                <a:t>S</a:t>
              </a:r>
              <a:endParaRPr kumimoji="0" lang="en-US" altLang="zh-CN" sz="1800">
                <a:ea typeface="宋体" panose="02010600030101010101" pitchFamily="2" charset="-122"/>
              </a:endParaRPr>
            </a:p>
          </p:txBody>
        </p:sp>
        <p:sp>
          <p:nvSpPr>
            <p:cNvPr id="110631" name="Line 102"/>
            <p:cNvSpPr>
              <a:spLocks noChangeShapeType="1"/>
            </p:cNvSpPr>
            <p:nvPr/>
          </p:nvSpPr>
          <p:spPr bwMode="auto">
            <a:xfrm>
              <a:off x="2000" y="978"/>
              <a:ext cx="273" cy="0"/>
            </a:xfrm>
            <a:prstGeom prst="line">
              <a:avLst/>
            </a:prstGeom>
            <a:noFill/>
            <a:ln w="38100" cap="rnd">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10632" name="Line 103"/>
            <p:cNvSpPr>
              <a:spLocks noChangeShapeType="1"/>
            </p:cNvSpPr>
            <p:nvPr/>
          </p:nvSpPr>
          <p:spPr bwMode="auto">
            <a:xfrm>
              <a:off x="2000" y="1065"/>
              <a:ext cx="273" cy="0"/>
            </a:xfrm>
            <a:prstGeom prst="line">
              <a:avLst/>
            </a:prstGeom>
            <a:noFill/>
            <a:ln w="38100" cap="rnd">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grpSp>
    </p:spTree>
    <p:custDataLst>
      <p:tags r:id="rId1"/>
    </p:custDataLst>
  </p:cSld>
  <p:clrMapOvr>
    <a:masterClrMapping/>
  </p:clrMapOvr>
  <mc:AlternateContent xmlns:mc="http://schemas.openxmlformats.org/markup-compatibility/2006">
    <mc:Choice xmlns:p14="http://schemas.microsoft.com/office/powerpoint/2010/main" Requires="p14">
      <p:transition spd="slow" p14:dur="2000" advTm="16215"/>
    </mc:Choice>
    <mc:Fallback>
      <p:transition spd="slow" advTm="16215"/>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xit" presetSubtype="4" fill="hold" grpId="0" nodeType="clickEffect">
                                  <p:stCondLst>
                                    <p:cond delay="0"/>
                                  </p:stCondLst>
                                  <p:childTnLst>
                                    <p:anim calcmode="lin" valueType="num">
                                      <p:cBhvr additive="base">
                                        <p:cTn id="6" dur="500"/>
                                        <p:tgtEl>
                                          <p:spTgt spid="89145"/>
                                        </p:tgtEl>
                                        <p:attrNameLst>
                                          <p:attrName>ppt_x</p:attrName>
                                        </p:attrNameLst>
                                      </p:cBhvr>
                                      <p:tavLst>
                                        <p:tav tm="0">
                                          <p:val>
                                            <p:strVal val="ppt_x"/>
                                          </p:val>
                                        </p:tav>
                                        <p:tav tm="100000">
                                          <p:val>
                                            <p:strVal val="ppt_x"/>
                                          </p:val>
                                        </p:tav>
                                      </p:tavLst>
                                    </p:anim>
                                    <p:anim calcmode="lin" valueType="num">
                                      <p:cBhvr additive="base">
                                        <p:cTn id="7" dur="500"/>
                                        <p:tgtEl>
                                          <p:spTgt spid="89145"/>
                                        </p:tgtEl>
                                        <p:attrNameLst>
                                          <p:attrName>ppt_y</p:attrName>
                                        </p:attrNameLst>
                                      </p:cBhvr>
                                      <p:tavLst>
                                        <p:tav tm="0">
                                          <p:val>
                                            <p:strVal val="ppt_y"/>
                                          </p:val>
                                        </p:tav>
                                        <p:tav tm="100000">
                                          <p:val>
                                            <p:strVal val="1+ppt_h/2"/>
                                          </p:val>
                                        </p:tav>
                                      </p:tavLst>
                                    </p:anim>
                                    <p:set>
                                      <p:cBhvr>
                                        <p:cTn id="8" dur="1" fill="hold">
                                          <p:stCondLst>
                                            <p:cond delay="499"/>
                                          </p:stCondLst>
                                        </p:cTn>
                                        <p:tgtEl>
                                          <p:spTgt spid="89145"/>
                                        </p:tgtEl>
                                        <p:attrNameLst>
                                          <p:attrName>style.visibility</p:attrName>
                                        </p:attrNameLst>
                                      </p:cBhvr>
                                      <p:to>
                                        <p:strVal val="hidden"/>
                                      </p:to>
                                    </p:set>
                                  </p:childTnLst>
                                </p:cTn>
                              </p:par>
                            </p:childTnLst>
                          </p:cTn>
                        </p:par>
                        <p:par>
                          <p:cTn id="9" fill="hold">
                            <p:stCondLst>
                              <p:cond delay="500"/>
                            </p:stCondLst>
                            <p:childTnLst>
                              <p:par>
                                <p:cTn id="10" presetID="2" presetClass="entr" presetSubtype="4" fill="hold" grpId="0" nodeType="afterEffect">
                                  <p:stCondLst>
                                    <p:cond delay="0"/>
                                  </p:stCondLst>
                                  <p:childTnLst>
                                    <p:set>
                                      <p:cBhvr>
                                        <p:cTn id="11" dur="1" fill="hold">
                                          <p:stCondLst>
                                            <p:cond delay="0"/>
                                          </p:stCondLst>
                                        </p:cTn>
                                        <p:tgtEl>
                                          <p:spTgt spid="89106"/>
                                        </p:tgtEl>
                                        <p:attrNameLst>
                                          <p:attrName>style.visibility</p:attrName>
                                        </p:attrNameLst>
                                      </p:cBhvr>
                                      <p:to>
                                        <p:strVal val="visible"/>
                                      </p:to>
                                    </p:set>
                                    <p:anim calcmode="lin" valueType="num">
                                      <p:cBhvr additive="base">
                                        <p:cTn id="12" dur="500" fill="hold"/>
                                        <p:tgtEl>
                                          <p:spTgt spid="89106"/>
                                        </p:tgtEl>
                                        <p:attrNameLst>
                                          <p:attrName>ppt_x</p:attrName>
                                        </p:attrNameLst>
                                      </p:cBhvr>
                                      <p:tavLst>
                                        <p:tav tm="0">
                                          <p:val>
                                            <p:strVal val="#ppt_x"/>
                                          </p:val>
                                        </p:tav>
                                        <p:tav tm="100000">
                                          <p:val>
                                            <p:strVal val="#ppt_x"/>
                                          </p:val>
                                        </p:tav>
                                      </p:tavLst>
                                    </p:anim>
                                    <p:anim calcmode="lin" valueType="num">
                                      <p:cBhvr additive="base">
                                        <p:cTn id="13" dur="500" fill="hold"/>
                                        <p:tgtEl>
                                          <p:spTgt spid="8910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9106" grpId="0"/>
      <p:bldP spid="89145" grpId="0" bldLvl="0" animBg="1"/>
    </p:bld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Rectangle 4"/>
          <p:cNvSpPr>
            <a:spLocks noGrp="1" noChangeArrowheads="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a:spcBef>
                <a:spcPct val="0"/>
              </a:spcBef>
              <a:buFontTx/>
              <a:buNone/>
            </a:pPr>
            <a:fld id="{CE1633FE-B942-4C0E-8056-1A33E52F6376}" type="datetime1">
              <a:rPr kumimoji="0" lang="zh-CN" altLang="en-US" sz="1200" smtClean="0">
                <a:solidFill>
                  <a:srgbClr val="000000"/>
                </a:solidFill>
                <a:ea typeface="宋体" panose="02010600030101010101" pitchFamily="2" charset="-122"/>
              </a:rPr>
            </a:fld>
            <a:endParaRPr kumimoji="0" lang="en-US" altLang="zh-CN" sz="1200">
              <a:solidFill>
                <a:srgbClr val="000000"/>
              </a:solidFill>
              <a:ea typeface="宋体" panose="02010600030101010101" pitchFamily="2" charset="-122"/>
            </a:endParaRPr>
          </a:p>
        </p:txBody>
      </p:sp>
      <p:graphicFrame>
        <p:nvGraphicFramePr>
          <p:cNvPr id="111619" name="Object 2"/>
          <p:cNvGraphicFramePr>
            <a:graphicFrameLocks noGrp="1" noChangeAspect="1"/>
          </p:cNvGraphicFramePr>
          <p:nvPr>
            <p:ph sz="half" idx="2"/>
          </p:nvPr>
        </p:nvGraphicFramePr>
        <p:xfrm>
          <a:off x="539750" y="332740"/>
          <a:ext cx="1655763" cy="512763"/>
        </p:xfrm>
        <a:graphic>
          <a:graphicData uri="http://schemas.openxmlformats.org/presentationml/2006/ole">
            <mc:AlternateContent xmlns:mc="http://schemas.openxmlformats.org/markup-compatibility/2006">
              <mc:Choice xmlns:v="urn:schemas-microsoft-com:vml" Requires="v">
                <p:oleObj spid="_x0000_s2" name="公式" r:id="rId1" imgW="698500" imgH="215900" progId="Equation.3">
                  <p:embed/>
                </p:oleObj>
              </mc:Choice>
              <mc:Fallback>
                <p:oleObj name="公式" r:id="rId1" imgW="698500" imgH="215900" progId="Equation.3">
                  <p:embed/>
                  <p:pic>
                    <p:nvPicPr>
                      <p:cNvPr id="0" name="Object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9750" y="332740"/>
                        <a:ext cx="1655763" cy="512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8" name="组合 7"/>
          <p:cNvGrpSpPr/>
          <p:nvPr/>
        </p:nvGrpSpPr>
        <p:grpSpPr>
          <a:xfrm>
            <a:off x="5574030" y="36830"/>
            <a:ext cx="3391535" cy="2477770"/>
            <a:chOff x="850" y="0"/>
            <a:chExt cx="6571" cy="4098"/>
          </a:xfrm>
        </p:grpSpPr>
        <p:grpSp>
          <p:nvGrpSpPr>
            <p:cNvPr id="7" name="组合 6"/>
            <p:cNvGrpSpPr/>
            <p:nvPr/>
          </p:nvGrpSpPr>
          <p:grpSpPr>
            <a:xfrm>
              <a:off x="850" y="0"/>
              <a:ext cx="6571" cy="4098"/>
              <a:chOff x="850" y="0"/>
              <a:chExt cx="6571" cy="4098"/>
            </a:xfrm>
          </p:grpSpPr>
          <p:grpSp>
            <p:nvGrpSpPr>
              <p:cNvPr id="111620" name="Group 61"/>
              <p:cNvGrpSpPr/>
              <p:nvPr/>
            </p:nvGrpSpPr>
            <p:grpSpPr bwMode="auto">
              <a:xfrm>
                <a:off x="850" y="0"/>
                <a:ext cx="2380" cy="1266"/>
                <a:chOff x="340" y="0"/>
                <a:chExt cx="952" cy="506"/>
              </a:xfrm>
            </p:grpSpPr>
            <p:grpSp>
              <p:nvGrpSpPr>
                <p:cNvPr id="111663" name="Group 21"/>
                <p:cNvGrpSpPr/>
                <p:nvPr/>
              </p:nvGrpSpPr>
              <p:grpSpPr bwMode="auto">
                <a:xfrm>
                  <a:off x="1111" y="0"/>
                  <a:ext cx="181" cy="439"/>
                  <a:chOff x="2191" y="1865"/>
                  <a:chExt cx="140" cy="456"/>
                </a:xfrm>
              </p:grpSpPr>
              <p:sp>
                <p:nvSpPr>
                  <p:cNvPr id="111671" name="Line 22"/>
                  <p:cNvSpPr>
                    <a:spLocks noChangeShapeType="1"/>
                  </p:cNvSpPr>
                  <p:nvPr/>
                </p:nvSpPr>
                <p:spPr bwMode="auto">
                  <a:xfrm>
                    <a:off x="2191" y="2103"/>
                    <a:ext cx="109" cy="1"/>
                  </a:xfrm>
                  <a:prstGeom prst="line">
                    <a:avLst/>
                  </a:prstGeom>
                  <a:noFill/>
                  <a:ln w="17463">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11672" name="Rectangle 23"/>
                  <p:cNvSpPr>
                    <a:spLocks noChangeArrowheads="1"/>
                  </p:cNvSpPr>
                  <p:nvPr/>
                </p:nvSpPr>
                <p:spPr bwMode="auto">
                  <a:xfrm>
                    <a:off x="2213" y="2131"/>
                    <a:ext cx="43" cy="1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spcBef>
                        <a:spcPct val="0"/>
                      </a:spcBef>
                      <a:buFontTx/>
                      <a:buNone/>
                    </a:pPr>
                    <a:r>
                      <a:rPr kumimoji="0" lang="en-US" altLang="zh-CN" sz="1800" b="0" i="1">
                        <a:solidFill>
                          <a:srgbClr val="000000"/>
                        </a:solidFill>
                        <a:latin typeface="Times New Roman" panose="02020603050405020304" pitchFamily="18" charset="0"/>
                        <a:ea typeface="宋体" panose="02010600030101010101" pitchFamily="2" charset="-122"/>
                      </a:rPr>
                      <a:t>s</a:t>
                    </a:r>
                    <a:endParaRPr kumimoji="0" lang="en-US" altLang="zh-CN" sz="1800" b="0" i="1">
                      <a:solidFill>
                        <a:srgbClr val="000000"/>
                      </a:solidFill>
                      <a:latin typeface="Times New Roman" panose="02020603050405020304" pitchFamily="18" charset="0"/>
                      <a:ea typeface="宋体" panose="02010600030101010101" pitchFamily="2" charset="-122"/>
                    </a:endParaRPr>
                  </a:p>
                </p:txBody>
              </p:sp>
              <p:sp>
                <p:nvSpPr>
                  <p:cNvPr id="111673" name="Rectangle 24"/>
                  <p:cNvSpPr>
                    <a:spLocks noChangeArrowheads="1"/>
                  </p:cNvSpPr>
                  <p:nvPr/>
                </p:nvSpPr>
                <p:spPr bwMode="auto">
                  <a:xfrm>
                    <a:off x="2202" y="1865"/>
                    <a:ext cx="129"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spcBef>
                        <a:spcPct val="0"/>
                      </a:spcBef>
                      <a:buFontTx/>
                      <a:buNone/>
                    </a:pPr>
                    <a:r>
                      <a:rPr kumimoji="0" lang="en-US" altLang="zh-CN" sz="1800" b="0">
                        <a:solidFill>
                          <a:srgbClr val="000000"/>
                        </a:solidFill>
                        <a:latin typeface="Times New Roman" panose="02020603050405020304" pitchFamily="18" charset="0"/>
                        <a:ea typeface="宋体" panose="02010600030101010101" pitchFamily="2" charset="-122"/>
                      </a:rPr>
                      <a:t>1</a:t>
                    </a:r>
                    <a:endParaRPr kumimoji="0" lang="en-US" altLang="zh-CN" sz="1800" b="0">
                      <a:solidFill>
                        <a:srgbClr val="000000"/>
                      </a:solidFill>
                      <a:latin typeface="Times New Roman" panose="02020603050405020304" pitchFamily="18" charset="0"/>
                      <a:ea typeface="宋体" panose="02010600030101010101" pitchFamily="2" charset="-122"/>
                    </a:endParaRPr>
                  </a:p>
                </p:txBody>
              </p:sp>
            </p:grpSp>
            <p:grpSp>
              <p:nvGrpSpPr>
                <p:cNvPr id="111664" name="Group 42"/>
                <p:cNvGrpSpPr/>
                <p:nvPr/>
              </p:nvGrpSpPr>
              <p:grpSpPr bwMode="auto">
                <a:xfrm>
                  <a:off x="340" y="196"/>
                  <a:ext cx="771" cy="310"/>
                  <a:chOff x="1448" y="2068"/>
                  <a:chExt cx="878" cy="455"/>
                </a:xfrm>
              </p:grpSpPr>
              <p:sp>
                <p:nvSpPr>
                  <p:cNvPr id="111665" name="Rectangle 43"/>
                  <p:cNvSpPr>
                    <a:spLocks noChangeArrowheads="1"/>
                  </p:cNvSpPr>
                  <p:nvPr/>
                </p:nvSpPr>
                <p:spPr bwMode="auto">
                  <a:xfrm>
                    <a:off x="1879" y="2068"/>
                    <a:ext cx="447"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spcBef>
                        <a:spcPct val="0"/>
                      </a:spcBef>
                      <a:buFontTx/>
                      <a:buNone/>
                    </a:pPr>
                    <a:r>
                      <a:rPr kumimoji="0" lang="en-US" altLang="zh-CN" sz="1800" b="0">
                        <a:solidFill>
                          <a:srgbClr val="000000"/>
                        </a:solidFill>
                        <a:latin typeface="Times New Roman" panose="02020603050405020304" pitchFamily="18" charset="0"/>
                        <a:ea typeface="宋体" panose="02010600030101010101" pitchFamily="2" charset="-122"/>
                      </a:rPr>
                      <a:t>)</a:t>
                    </a:r>
                    <a:endParaRPr kumimoji="0" lang="en-US" altLang="zh-CN" sz="1800" b="0">
                      <a:solidFill>
                        <a:srgbClr val="000000"/>
                      </a:solidFill>
                      <a:latin typeface="Times New Roman" panose="02020603050405020304" pitchFamily="18" charset="0"/>
                      <a:ea typeface="宋体" panose="02010600030101010101" pitchFamily="2" charset="-122"/>
                    </a:endParaRPr>
                  </a:p>
                </p:txBody>
              </p:sp>
              <p:sp>
                <p:nvSpPr>
                  <p:cNvPr id="111666" name="Rectangle 44"/>
                  <p:cNvSpPr>
                    <a:spLocks noChangeArrowheads="1"/>
                  </p:cNvSpPr>
                  <p:nvPr/>
                </p:nvSpPr>
                <p:spPr bwMode="auto">
                  <a:xfrm>
                    <a:off x="1728" y="2068"/>
                    <a:ext cx="55"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spcBef>
                        <a:spcPct val="0"/>
                      </a:spcBef>
                      <a:buFontTx/>
                      <a:buNone/>
                    </a:pPr>
                    <a:r>
                      <a:rPr kumimoji="0" lang="en-US" altLang="zh-CN" sz="1800" b="0">
                        <a:solidFill>
                          <a:srgbClr val="000000"/>
                        </a:solidFill>
                        <a:latin typeface="Times New Roman" panose="02020603050405020304" pitchFamily="18" charset="0"/>
                        <a:ea typeface="宋体" panose="02010600030101010101" pitchFamily="2" charset="-122"/>
                      </a:rPr>
                      <a:t>(</a:t>
                    </a:r>
                    <a:endParaRPr kumimoji="0" lang="en-US" altLang="zh-CN" sz="1800" b="0">
                      <a:solidFill>
                        <a:srgbClr val="000000"/>
                      </a:solidFill>
                      <a:latin typeface="Times New Roman" panose="02020603050405020304" pitchFamily="18" charset="0"/>
                      <a:ea typeface="宋体" panose="02010600030101010101" pitchFamily="2" charset="-122"/>
                    </a:endParaRPr>
                  </a:p>
                </p:txBody>
              </p:sp>
              <p:sp>
                <p:nvSpPr>
                  <p:cNvPr id="111667" name="Rectangle 45"/>
                  <p:cNvSpPr>
                    <a:spLocks noChangeArrowheads="1"/>
                  </p:cNvSpPr>
                  <p:nvPr/>
                </p:nvSpPr>
                <p:spPr bwMode="auto">
                  <a:xfrm>
                    <a:off x="1653" y="2314"/>
                    <a:ext cx="64" cy="2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spcBef>
                        <a:spcPct val="0"/>
                      </a:spcBef>
                      <a:buFontTx/>
                      <a:buNone/>
                    </a:pPr>
                    <a:r>
                      <a:rPr kumimoji="0" lang="en-US" altLang="zh-CN" sz="1400" b="0">
                        <a:solidFill>
                          <a:srgbClr val="000000"/>
                        </a:solidFill>
                        <a:latin typeface="Times New Roman" panose="02020603050405020304" pitchFamily="18" charset="0"/>
                        <a:ea typeface="宋体" panose="02010600030101010101" pitchFamily="2" charset="-122"/>
                      </a:rPr>
                      <a:t>1</a:t>
                    </a:r>
                    <a:endParaRPr kumimoji="0" lang="en-US" altLang="zh-CN" sz="1800">
                      <a:ea typeface="宋体" panose="02010600030101010101" pitchFamily="2" charset="-122"/>
                    </a:endParaRPr>
                  </a:p>
                </p:txBody>
              </p:sp>
              <p:sp>
                <p:nvSpPr>
                  <p:cNvPr id="111668" name="Rectangle 46"/>
                  <p:cNvSpPr>
                    <a:spLocks noChangeArrowheads="1"/>
                  </p:cNvSpPr>
                  <p:nvPr/>
                </p:nvSpPr>
                <p:spPr bwMode="auto">
                  <a:xfrm>
                    <a:off x="1783" y="2068"/>
                    <a:ext cx="64" cy="2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spcBef>
                        <a:spcPct val="0"/>
                      </a:spcBef>
                      <a:buFontTx/>
                      <a:buNone/>
                    </a:pPr>
                    <a:r>
                      <a:rPr kumimoji="0" lang="en-US" altLang="zh-CN" sz="1800" b="0" i="1">
                        <a:solidFill>
                          <a:srgbClr val="000000"/>
                        </a:solidFill>
                        <a:latin typeface="Times New Roman" panose="02020603050405020304" pitchFamily="18" charset="0"/>
                        <a:ea typeface="宋体" panose="02010600030101010101" pitchFamily="2" charset="-122"/>
                      </a:rPr>
                      <a:t>s</a:t>
                    </a:r>
                    <a:endParaRPr kumimoji="0" lang="en-US" altLang="zh-CN" sz="1800" b="0" i="1">
                      <a:solidFill>
                        <a:srgbClr val="000000"/>
                      </a:solidFill>
                      <a:latin typeface="Times New Roman" panose="02020603050405020304" pitchFamily="18" charset="0"/>
                      <a:ea typeface="宋体" panose="02010600030101010101" pitchFamily="2" charset="-122"/>
                    </a:endParaRPr>
                  </a:p>
                </p:txBody>
              </p:sp>
              <p:sp>
                <p:nvSpPr>
                  <p:cNvPr id="111669" name="Rectangle 47"/>
                  <p:cNvSpPr>
                    <a:spLocks noChangeArrowheads="1"/>
                  </p:cNvSpPr>
                  <p:nvPr/>
                </p:nvSpPr>
                <p:spPr bwMode="auto">
                  <a:xfrm>
                    <a:off x="1448" y="2068"/>
                    <a:ext cx="55" cy="2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spcBef>
                        <a:spcPct val="0"/>
                      </a:spcBef>
                      <a:buFontTx/>
                      <a:buNone/>
                    </a:pPr>
                    <a:r>
                      <a:rPr kumimoji="0" lang="en-US" altLang="zh-CN" sz="1800" b="0" i="1">
                        <a:solidFill>
                          <a:srgbClr val="000000"/>
                        </a:solidFill>
                        <a:latin typeface="Times New Roman" panose="02020603050405020304" pitchFamily="18" charset="0"/>
                        <a:ea typeface="宋体" panose="02010600030101010101" pitchFamily="2" charset="-122"/>
                      </a:rPr>
                      <a:t>I</a:t>
                    </a:r>
                    <a:endParaRPr kumimoji="0" lang="en-US" altLang="zh-CN" sz="1800" b="0" i="1">
                      <a:solidFill>
                        <a:srgbClr val="000000"/>
                      </a:solidFill>
                      <a:latin typeface="Times New Roman" panose="02020603050405020304" pitchFamily="18" charset="0"/>
                      <a:ea typeface="宋体" panose="02010600030101010101" pitchFamily="2" charset="-122"/>
                    </a:endParaRPr>
                  </a:p>
                </p:txBody>
              </p:sp>
              <p:sp>
                <p:nvSpPr>
                  <p:cNvPr id="111670" name="Rectangle 48"/>
                  <p:cNvSpPr>
                    <a:spLocks noChangeArrowheads="1"/>
                  </p:cNvSpPr>
                  <p:nvPr/>
                </p:nvSpPr>
                <p:spPr bwMode="auto">
                  <a:xfrm>
                    <a:off x="1502" y="2171"/>
                    <a:ext cx="230"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oAutofit/>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spcBef>
                        <a:spcPct val="0"/>
                      </a:spcBef>
                      <a:buFontTx/>
                      <a:buNone/>
                    </a:pPr>
                    <a:r>
                      <a:rPr kumimoji="0" lang="en-US" altLang="zh-CN" sz="1400" b="0" i="1">
                        <a:solidFill>
                          <a:srgbClr val="000000"/>
                        </a:solidFill>
                        <a:latin typeface="Times New Roman" panose="02020603050405020304" pitchFamily="18" charset="0"/>
                        <a:ea typeface="宋体" panose="02010600030101010101" pitchFamily="2" charset="-122"/>
                      </a:rPr>
                      <a:t>C</a:t>
                    </a:r>
                    <a:endParaRPr kumimoji="0" lang="en-US" altLang="zh-CN" sz="1400" b="0" i="1">
                      <a:solidFill>
                        <a:srgbClr val="000000"/>
                      </a:solidFill>
                      <a:latin typeface="Times New Roman" panose="02020603050405020304" pitchFamily="18" charset="0"/>
                      <a:ea typeface="宋体" panose="02010600030101010101" pitchFamily="2" charset="-122"/>
                    </a:endParaRPr>
                  </a:p>
                </p:txBody>
              </p:sp>
            </p:grpSp>
          </p:grpSp>
          <p:grpSp>
            <p:nvGrpSpPr>
              <p:cNvPr id="111621" name="Group 53"/>
              <p:cNvGrpSpPr/>
              <p:nvPr/>
            </p:nvGrpSpPr>
            <p:grpSpPr bwMode="auto">
              <a:xfrm>
                <a:off x="1138" y="830"/>
                <a:ext cx="6284" cy="3268"/>
                <a:chOff x="431" y="98"/>
                <a:chExt cx="2374" cy="1171"/>
              </a:xfrm>
            </p:grpSpPr>
            <p:sp>
              <p:nvSpPr>
                <p:cNvPr id="111629" name="Rectangle 8"/>
                <p:cNvSpPr>
                  <a:spLocks noChangeArrowheads="1"/>
                </p:cNvSpPr>
                <p:nvPr/>
              </p:nvSpPr>
              <p:spPr bwMode="auto">
                <a:xfrm>
                  <a:off x="2737" y="684"/>
                  <a:ext cx="68" cy="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spcBef>
                      <a:spcPct val="0"/>
                    </a:spcBef>
                    <a:buFontTx/>
                    <a:buNone/>
                  </a:pPr>
                  <a:r>
                    <a:rPr kumimoji="0" lang="en-US" altLang="zh-CN" sz="1800" b="0">
                      <a:solidFill>
                        <a:srgbClr val="000000"/>
                      </a:solidFill>
                      <a:latin typeface="Times New Roman" panose="02020603050405020304" pitchFamily="18" charset="0"/>
                      <a:ea typeface="宋体" panose="02010600030101010101" pitchFamily="2" charset="-122"/>
                    </a:rPr>
                    <a:t>3</a:t>
                  </a:r>
                  <a:endParaRPr kumimoji="0" lang="en-US" altLang="zh-CN" sz="1800" b="0">
                    <a:solidFill>
                      <a:srgbClr val="000000"/>
                    </a:solidFill>
                    <a:latin typeface="Times New Roman" panose="02020603050405020304" pitchFamily="18" charset="0"/>
                    <a:ea typeface="宋体" panose="02010600030101010101" pitchFamily="2" charset="-122"/>
                  </a:endParaRPr>
                </a:p>
              </p:txBody>
            </p:sp>
            <p:sp>
              <p:nvSpPr>
                <p:cNvPr id="111630" name="Line 9"/>
                <p:cNvSpPr>
                  <a:spLocks noChangeShapeType="1"/>
                </p:cNvSpPr>
                <p:nvPr/>
              </p:nvSpPr>
              <p:spPr bwMode="auto">
                <a:xfrm flipV="1">
                  <a:off x="2581" y="214"/>
                  <a:ext cx="1" cy="449"/>
                </a:xfrm>
                <a:prstGeom prst="line">
                  <a:avLst/>
                </a:prstGeom>
                <a:noFill/>
                <a:ln w="26988" cap="rnd">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11631" name="Line 10"/>
                <p:cNvSpPr>
                  <a:spLocks noChangeShapeType="1"/>
                </p:cNvSpPr>
                <p:nvPr/>
              </p:nvSpPr>
              <p:spPr bwMode="auto">
                <a:xfrm>
                  <a:off x="2581" y="651"/>
                  <a:ext cx="1" cy="250"/>
                </a:xfrm>
                <a:prstGeom prst="line">
                  <a:avLst/>
                </a:prstGeom>
                <a:noFill/>
                <a:ln w="26988" cap="rnd">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11632" name="Line 11"/>
                <p:cNvSpPr>
                  <a:spLocks noChangeShapeType="1"/>
                </p:cNvSpPr>
                <p:nvPr/>
              </p:nvSpPr>
              <p:spPr bwMode="auto">
                <a:xfrm>
                  <a:off x="1828" y="214"/>
                  <a:ext cx="456" cy="1"/>
                </a:xfrm>
                <a:prstGeom prst="line">
                  <a:avLst/>
                </a:prstGeom>
                <a:noFill/>
                <a:ln w="26988" cap="rnd">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11633" name="Line 12"/>
                <p:cNvSpPr>
                  <a:spLocks noChangeShapeType="1"/>
                </p:cNvSpPr>
                <p:nvPr/>
              </p:nvSpPr>
              <p:spPr bwMode="auto">
                <a:xfrm flipH="1">
                  <a:off x="830" y="214"/>
                  <a:ext cx="520" cy="1"/>
                </a:xfrm>
                <a:prstGeom prst="line">
                  <a:avLst/>
                </a:prstGeom>
                <a:noFill/>
                <a:ln w="26988" cap="rnd">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11634" name="Line 13"/>
                <p:cNvSpPr>
                  <a:spLocks noChangeShapeType="1"/>
                </p:cNvSpPr>
                <p:nvPr/>
              </p:nvSpPr>
              <p:spPr bwMode="auto">
                <a:xfrm flipH="1">
                  <a:off x="830" y="1251"/>
                  <a:ext cx="1751" cy="0"/>
                </a:xfrm>
                <a:prstGeom prst="line">
                  <a:avLst/>
                </a:prstGeom>
                <a:noFill/>
                <a:ln w="26988" cap="rnd">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11635" name="Line 14"/>
                <p:cNvSpPr>
                  <a:spLocks noChangeShapeType="1"/>
                </p:cNvSpPr>
                <p:nvPr/>
              </p:nvSpPr>
              <p:spPr bwMode="auto">
                <a:xfrm>
                  <a:off x="431" y="723"/>
                  <a:ext cx="160" cy="1"/>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11636" name="Rectangle 15"/>
                <p:cNvSpPr>
                  <a:spLocks noChangeArrowheads="1"/>
                </p:cNvSpPr>
                <p:nvPr/>
              </p:nvSpPr>
              <p:spPr bwMode="auto">
                <a:xfrm>
                  <a:off x="474" y="710"/>
                  <a:ext cx="59"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spcBef>
                      <a:spcPct val="0"/>
                    </a:spcBef>
                    <a:buFontTx/>
                    <a:buNone/>
                  </a:pPr>
                  <a:r>
                    <a:rPr kumimoji="0" lang="en-US" altLang="zh-CN" sz="2000" b="0" i="1">
                      <a:solidFill>
                        <a:srgbClr val="000000"/>
                      </a:solidFill>
                      <a:latin typeface="Times New Roman" panose="02020603050405020304" pitchFamily="18" charset="0"/>
                      <a:ea typeface="宋体" panose="02010600030101010101" pitchFamily="2" charset="-122"/>
                    </a:rPr>
                    <a:t>s</a:t>
                  </a:r>
                  <a:endParaRPr kumimoji="0" lang="en-US" altLang="zh-CN" sz="2000" b="0" i="1">
                    <a:solidFill>
                      <a:srgbClr val="000000"/>
                    </a:solidFill>
                    <a:latin typeface="Times New Roman" panose="02020603050405020304" pitchFamily="18" charset="0"/>
                    <a:ea typeface="宋体" panose="02010600030101010101" pitchFamily="2" charset="-122"/>
                  </a:endParaRPr>
                </a:p>
              </p:txBody>
            </p:sp>
            <p:grpSp>
              <p:nvGrpSpPr>
                <p:cNvPr id="111637" name="Group 16"/>
                <p:cNvGrpSpPr/>
                <p:nvPr/>
              </p:nvGrpSpPr>
              <p:grpSpPr bwMode="auto">
                <a:xfrm>
                  <a:off x="1911" y="540"/>
                  <a:ext cx="211" cy="368"/>
                  <a:chOff x="2961" y="3011"/>
                  <a:chExt cx="293" cy="538"/>
                </a:xfrm>
              </p:grpSpPr>
              <p:sp>
                <p:nvSpPr>
                  <p:cNvPr id="111659" name="Line 17"/>
                  <p:cNvSpPr>
                    <a:spLocks noChangeShapeType="1"/>
                  </p:cNvSpPr>
                  <p:nvPr/>
                </p:nvSpPr>
                <p:spPr bwMode="auto">
                  <a:xfrm>
                    <a:off x="2961" y="3244"/>
                    <a:ext cx="293" cy="1"/>
                  </a:xfrm>
                  <a:prstGeom prst="line">
                    <a:avLst/>
                  </a:prstGeom>
                  <a:noFill/>
                  <a:ln w="17463">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11660" name="Rectangle 18"/>
                  <p:cNvSpPr>
                    <a:spLocks noChangeArrowheads="1"/>
                  </p:cNvSpPr>
                  <p:nvPr/>
                </p:nvSpPr>
                <p:spPr bwMode="auto">
                  <a:xfrm>
                    <a:off x="3069" y="3282"/>
                    <a:ext cx="82" cy="2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spcBef>
                        <a:spcPct val="0"/>
                      </a:spcBef>
                      <a:buFontTx/>
                      <a:buNone/>
                    </a:pPr>
                    <a:r>
                      <a:rPr kumimoji="0" lang="en-US" altLang="zh-CN" sz="2000" b="0" i="1">
                        <a:solidFill>
                          <a:srgbClr val="000000"/>
                        </a:solidFill>
                        <a:latin typeface="Times New Roman" panose="02020603050405020304" pitchFamily="18" charset="0"/>
                        <a:ea typeface="宋体" panose="02010600030101010101" pitchFamily="2" charset="-122"/>
                      </a:rPr>
                      <a:t>s</a:t>
                    </a:r>
                    <a:endParaRPr kumimoji="0" lang="en-US" altLang="zh-CN" sz="2000" b="0" i="1">
                      <a:solidFill>
                        <a:srgbClr val="000000"/>
                      </a:solidFill>
                      <a:latin typeface="Times New Roman" panose="02020603050405020304" pitchFamily="18" charset="0"/>
                      <a:ea typeface="宋体" panose="02010600030101010101" pitchFamily="2" charset="-122"/>
                    </a:endParaRPr>
                  </a:p>
                </p:txBody>
              </p:sp>
              <p:sp>
                <p:nvSpPr>
                  <p:cNvPr id="111661" name="Rectangle 19"/>
                  <p:cNvSpPr>
                    <a:spLocks noChangeArrowheads="1"/>
                  </p:cNvSpPr>
                  <p:nvPr/>
                </p:nvSpPr>
                <p:spPr bwMode="auto">
                  <a:xfrm>
                    <a:off x="2979" y="3289"/>
                    <a:ext cx="95" cy="2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spcBef>
                        <a:spcPct val="0"/>
                      </a:spcBef>
                      <a:buFontTx/>
                      <a:buNone/>
                    </a:pPr>
                    <a:r>
                      <a:rPr kumimoji="0" lang="en-US" altLang="zh-CN" sz="1800" b="0">
                        <a:solidFill>
                          <a:srgbClr val="000000"/>
                        </a:solidFill>
                        <a:latin typeface="Times New Roman" panose="02020603050405020304" pitchFamily="18" charset="0"/>
                        <a:ea typeface="宋体" panose="02010600030101010101" pitchFamily="2" charset="-122"/>
                      </a:rPr>
                      <a:t>2</a:t>
                    </a:r>
                    <a:endParaRPr kumimoji="0" lang="en-US" altLang="zh-CN" sz="1800" b="0">
                      <a:solidFill>
                        <a:srgbClr val="000000"/>
                      </a:solidFill>
                      <a:latin typeface="Times New Roman" panose="02020603050405020304" pitchFamily="18" charset="0"/>
                      <a:ea typeface="宋体" panose="02010600030101010101" pitchFamily="2" charset="-122"/>
                    </a:endParaRPr>
                  </a:p>
                </p:txBody>
              </p:sp>
              <p:sp>
                <p:nvSpPr>
                  <p:cNvPr id="111662" name="Rectangle 20"/>
                  <p:cNvSpPr>
                    <a:spLocks noChangeArrowheads="1"/>
                  </p:cNvSpPr>
                  <p:nvPr/>
                </p:nvSpPr>
                <p:spPr bwMode="auto">
                  <a:xfrm>
                    <a:off x="3037" y="3011"/>
                    <a:ext cx="95" cy="2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spcBef>
                        <a:spcPct val="0"/>
                      </a:spcBef>
                      <a:buFontTx/>
                      <a:buNone/>
                    </a:pPr>
                    <a:r>
                      <a:rPr kumimoji="0" lang="en-US" altLang="zh-CN" sz="1800" b="0">
                        <a:solidFill>
                          <a:srgbClr val="000000"/>
                        </a:solidFill>
                        <a:latin typeface="Times New Roman" panose="02020603050405020304" pitchFamily="18" charset="0"/>
                        <a:ea typeface="宋体" panose="02010600030101010101" pitchFamily="2" charset="-122"/>
                      </a:rPr>
                      <a:t>1</a:t>
                    </a:r>
                    <a:endParaRPr kumimoji="0" lang="en-US" altLang="zh-CN" sz="1800">
                      <a:ea typeface="宋体" panose="02010600030101010101" pitchFamily="2" charset="-122"/>
                    </a:endParaRPr>
                  </a:p>
                </p:txBody>
              </p:sp>
            </p:grpSp>
            <p:sp>
              <p:nvSpPr>
                <p:cNvPr id="111638" name="Line 25"/>
                <p:cNvSpPr>
                  <a:spLocks noChangeShapeType="1"/>
                </p:cNvSpPr>
                <p:nvPr/>
              </p:nvSpPr>
              <p:spPr bwMode="auto">
                <a:xfrm>
                  <a:off x="2265" y="214"/>
                  <a:ext cx="316" cy="1"/>
                </a:xfrm>
                <a:prstGeom prst="line">
                  <a:avLst/>
                </a:prstGeom>
                <a:noFill/>
                <a:ln w="26988" cap="rnd">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11639" name="Line 26"/>
                <p:cNvSpPr>
                  <a:spLocks noChangeShapeType="1"/>
                </p:cNvSpPr>
                <p:nvPr/>
              </p:nvSpPr>
              <p:spPr bwMode="auto">
                <a:xfrm flipV="1">
                  <a:off x="1803" y="214"/>
                  <a:ext cx="1" cy="460"/>
                </a:xfrm>
                <a:prstGeom prst="line">
                  <a:avLst/>
                </a:prstGeom>
                <a:noFill/>
                <a:ln w="26988" cap="rnd">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11640" name="Freeform 27"/>
                <p:cNvSpPr/>
                <p:nvPr/>
              </p:nvSpPr>
              <p:spPr bwMode="auto">
                <a:xfrm>
                  <a:off x="1770" y="182"/>
                  <a:ext cx="66" cy="62"/>
                </a:xfrm>
                <a:custGeom>
                  <a:avLst/>
                  <a:gdLst>
                    <a:gd name="T0" fmla="*/ 2 w 81"/>
                    <a:gd name="T1" fmla="*/ 2 h 81"/>
                    <a:gd name="T2" fmla="*/ 0 w 81"/>
                    <a:gd name="T3" fmla="*/ 2 h 81"/>
                    <a:gd name="T4" fmla="*/ 2 w 81"/>
                    <a:gd name="T5" fmla="*/ 0 h 81"/>
                    <a:gd name="T6" fmla="*/ 2 w 81"/>
                    <a:gd name="T7" fmla="*/ 0 h 81"/>
                    <a:gd name="T8" fmla="*/ 2 w 81"/>
                    <a:gd name="T9" fmla="*/ 2 h 81"/>
                    <a:gd name="T10" fmla="*/ 2 w 81"/>
                    <a:gd name="T11" fmla="*/ 2 h 81"/>
                    <a:gd name="T12" fmla="*/ 0 60000 65536"/>
                    <a:gd name="T13" fmla="*/ 0 60000 65536"/>
                    <a:gd name="T14" fmla="*/ 0 60000 65536"/>
                    <a:gd name="T15" fmla="*/ 0 60000 65536"/>
                    <a:gd name="T16" fmla="*/ 0 60000 65536"/>
                    <a:gd name="T17" fmla="*/ 0 60000 65536"/>
                    <a:gd name="T18" fmla="*/ 0 w 81"/>
                    <a:gd name="T19" fmla="*/ 0 h 81"/>
                    <a:gd name="T20" fmla="*/ 81 w 81"/>
                    <a:gd name="T21" fmla="*/ 81 h 81"/>
                  </a:gdLst>
                  <a:ahLst/>
                  <a:cxnLst>
                    <a:cxn ang="T12">
                      <a:pos x="T0" y="T1"/>
                    </a:cxn>
                    <a:cxn ang="T13">
                      <a:pos x="T2" y="T3"/>
                    </a:cxn>
                    <a:cxn ang="T14">
                      <a:pos x="T4" y="T5"/>
                    </a:cxn>
                    <a:cxn ang="T15">
                      <a:pos x="T6" y="T7"/>
                    </a:cxn>
                    <a:cxn ang="T16">
                      <a:pos x="T8" y="T9"/>
                    </a:cxn>
                    <a:cxn ang="T17">
                      <a:pos x="T10" y="T11"/>
                    </a:cxn>
                  </a:cxnLst>
                  <a:rect l="T18" t="T19" r="T20" b="T21"/>
                  <a:pathLst>
                    <a:path w="81" h="81">
                      <a:moveTo>
                        <a:pt x="41" y="81"/>
                      </a:moveTo>
                      <a:cubicBezTo>
                        <a:pt x="18" y="81"/>
                        <a:pt x="0" y="63"/>
                        <a:pt x="0" y="41"/>
                      </a:cubicBezTo>
                      <a:cubicBezTo>
                        <a:pt x="0" y="18"/>
                        <a:pt x="18" y="0"/>
                        <a:pt x="41" y="0"/>
                      </a:cubicBezTo>
                      <a:cubicBezTo>
                        <a:pt x="41" y="0"/>
                        <a:pt x="41" y="0"/>
                        <a:pt x="41" y="0"/>
                      </a:cubicBezTo>
                      <a:cubicBezTo>
                        <a:pt x="63" y="0"/>
                        <a:pt x="81" y="18"/>
                        <a:pt x="81" y="41"/>
                      </a:cubicBezTo>
                      <a:cubicBezTo>
                        <a:pt x="81" y="63"/>
                        <a:pt x="63" y="81"/>
                        <a:pt x="41" y="81"/>
                      </a:cubicBezTo>
                    </a:path>
                  </a:pathLst>
                </a:custGeom>
                <a:solidFill>
                  <a:srgbClr val="000000"/>
                </a:solidFill>
                <a:ln w="0">
                  <a:solidFill>
                    <a:srgbClr val="000000"/>
                  </a:solidFill>
                  <a:round/>
                </a:ln>
              </p:spPr>
              <p:txBody>
                <a:bodyPr/>
                <a:lstStyle/>
                <a:p>
                  <a:endParaRPr lang="zh-CN" altLang="en-US"/>
                </a:p>
              </p:txBody>
            </p:sp>
            <p:sp>
              <p:nvSpPr>
                <p:cNvPr id="111641" name="Line 28"/>
                <p:cNvSpPr>
                  <a:spLocks noChangeShapeType="1"/>
                </p:cNvSpPr>
                <p:nvPr/>
              </p:nvSpPr>
              <p:spPr bwMode="auto">
                <a:xfrm>
                  <a:off x="1418" y="98"/>
                  <a:ext cx="0" cy="184"/>
                </a:xfrm>
                <a:prstGeom prst="line">
                  <a:avLst/>
                </a:prstGeom>
                <a:noFill/>
                <a:ln w="46038" cap="rnd">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11642" name="Line 29"/>
                <p:cNvSpPr>
                  <a:spLocks noChangeShapeType="1"/>
                </p:cNvSpPr>
                <p:nvPr/>
              </p:nvSpPr>
              <p:spPr bwMode="auto">
                <a:xfrm>
                  <a:off x="1350" y="98"/>
                  <a:ext cx="1" cy="184"/>
                </a:xfrm>
                <a:prstGeom prst="line">
                  <a:avLst/>
                </a:prstGeom>
                <a:noFill/>
                <a:ln w="46038" cap="rnd">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11643" name="Rectangle 30"/>
                <p:cNvSpPr>
                  <a:spLocks noChangeArrowheads="1"/>
                </p:cNvSpPr>
                <p:nvPr/>
              </p:nvSpPr>
              <p:spPr bwMode="auto">
                <a:xfrm>
                  <a:off x="2540" y="674"/>
                  <a:ext cx="97" cy="231"/>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spcBef>
                      <a:spcPct val="0"/>
                    </a:spcBef>
                    <a:buFontTx/>
                    <a:buNone/>
                  </a:pPr>
                  <a:endParaRPr kumimoji="0" lang="zh-CN" altLang="en-US" sz="1800">
                    <a:ea typeface="宋体" panose="02010600030101010101" pitchFamily="2" charset="-122"/>
                  </a:endParaRPr>
                </a:p>
              </p:txBody>
            </p:sp>
            <p:sp>
              <p:nvSpPr>
                <p:cNvPr id="111644" name="Rectangle 31"/>
                <p:cNvSpPr>
                  <a:spLocks noChangeArrowheads="1"/>
                </p:cNvSpPr>
                <p:nvPr/>
              </p:nvSpPr>
              <p:spPr bwMode="auto">
                <a:xfrm>
                  <a:off x="2540" y="674"/>
                  <a:ext cx="97" cy="231"/>
                </a:xfrm>
                <a:prstGeom prst="rect">
                  <a:avLst/>
                </a:prstGeom>
                <a:noFill/>
                <a:ln w="46038" cap="rnd">
                  <a:solidFill>
                    <a:srgbClr val="000000"/>
                  </a:solidFill>
                  <a:rou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spcBef>
                      <a:spcPct val="0"/>
                    </a:spcBef>
                    <a:buFontTx/>
                    <a:buNone/>
                  </a:pPr>
                  <a:endParaRPr kumimoji="0" lang="zh-CN" altLang="en-US" sz="1800">
                    <a:ea typeface="宋体" panose="02010600030101010101" pitchFamily="2" charset="-122"/>
                  </a:endParaRPr>
                </a:p>
              </p:txBody>
            </p:sp>
            <p:sp>
              <p:nvSpPr>
                <p:cNvPr id="111645" name="Oval 32"/>
                <p:cNvSpPr>
                  <a:spLocks noChangeArrowheads="1"/>
                </p:cNvSpPr>
                <p:nvPr/>
              </p:nvSpPr>
              <p:spPr bwMode="auto">
                <a:xfrm>
                  <a:off x="696" y="592"/>
                  <a:ext cx="259" cy="258"/>
                </a:xfrm>
                <a:prstGeom prst="ellipse">
                  <a:avLst/>
                </a:prstGeom>
                <a:solidFill>
                  <a:srgbClr val="FFFFFF"/>
                </a:solidFill>
                <a:ln w="0">
                  <a:solidFill>
                    <a:srgbClr val="000000"/>
                  </a:solidFill>
                  <a:round/>
                </a:ln>
              </p:spPr>
              <p:txBody>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spcBef>
                      <a:spcPct val="0"/>
                    </a:spcBef>
                    <a:buFontTx/>
                    <a:buNone/>
                  </a:pPr>
                  <a:endParaRPr kumimoji="0" lang="zh-CN" altLang="en-US" sz="1800">
                    <a:ea typeface="宋体" panose="02010600030101010101" pitchFamily="2" charset="-122"/>
                  </a:endParaRPr>
                </a:p>
              </p:txBody>
            </p:sp>
            <p:sp>
              <p:nvSpPr>
                <p:cNvPr id="111646" name="Oval 33"/>
                <p:cNvSpPr>
                  <a:spLocks noChangeArrowheads="1"/>
                </p:cNvSpPr>
                <p:nvPr/>
              </p:nvSpPr>
              <p:spPr bwMode="auto">
                <a:xfrm>
                  <a:off x="696" y="592"/>
                  <a:ext cx="259" cy="258"/>
                </a:xfrm>
                <a:prstGeom prst="ellipse">
                  <a:avLst/>
                </a:prstGeom>
                <a:noFill/>
                <a:ln w="46038" cap="rnd">
                  <a:solidFill>
                    <a:srgbClr val="000000"/>
                  </a:solidFill>
                  <a:rou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spcBef>
                      <a:spcPct val="0"/>
                    </a:spcBef>
                    <a:buFontTx/>
                    <a:buNone/>
                  </a:pPr>
                  <a:endParaRPr kumimoji="0" lang="zh-CN" altLang="en-US" sz="1800">
                    <a:ea typeface="宋体" panose="02010600030101010101" pitchFamily="2" charset="-122"/>
                  </a:endParaRPr>
                </a:p>
              </p:txBody>
            </p:sp>
            <p:sp>
              <p:nvSpPr>
                <p:cNvPr id="111647" name="Line 34"/>
                <p:cNvSpPr>
                  <a:spLocks noChangeShapeType="1"/>
                </p:cNvSpPr>
                <p:nvPr/>
              </p:nvSpPr>
              <p:spPr bwMode="auto">
                <a:xfrm>
                  <a:off x="826" y="214"/>
                  <a:ext cx="1" cy="1037"/>
                </a:xfrm>
                <a:prstGeom prst="line">
                  <a:avLst/>
                </a:prstGeom>
                <a:noFill/>
                <a:ln w="26988" cap="rnd">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11648" name="Line 35"/>
                <p:cNvSpPr>
                  <a:spLocks noChangeShapeType="1"/>
                </p:cNvSpPr>
                <p:nvPr/>
              </p:nvSpPr>
              <p:spPr bwMode="auto">
                <a:xfrm>
                  <a:off x="680" y="537"/>
                  <a:ext cx="98" cy="0"/>
                </a:xfrm>
                <a:prstGeom prst="line">
                  <a:avLst/>
                </a:prstGeom>
                <a:noFill/>
                <a:ln w="26988" cap="rnd">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11649" name="Line 36"/>
                <p:cNvSpPr>
                  <a:spLocks noChangeShapeType="1"/>
                </p:cNvSpPr>
                <p:nvPr/>
              </p:nvSpPr>
              <p:spPr bwMode="auto">
                <a:xfrm>
                  <a:off x="729" y="490"/>
                  <a:ext cx="0" cy="92"/>
                </a:xfrm>
                <a:prstGeom prst="line">
                  <a:avLst/>
                </a:prstGeom>
                <a:noFill/>
                <a:ln w="26988" cap="rnd">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11650" name="Line 37"/>
                <p:cNvSpPr>
                  <a:spLocks noChangeShapeType="1"/>
                </p:cNvSpPr>
                <p:nvPr/>
              </p:nvSpPr>
              <p:spPr bwMode="auto">
                <a:xfrm flipH="1">
                  <a:off x="680" y="905"/>
                  <a:ext cx="98" cy="1"/>
                </a:xfrm>
                <a:prstGeom prst="line">
                  <a:avLst/>
                </a:prstGeom>
                <a:noFill/>
                <a:ln w="26988" cap="rnd">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11651" name="Line 38"/>
                <p:cNvSpPr>
                  <a:spLocks noChangeShapeType="1"/>
                </p:cNvSpPr>
                <p:nvPr/>
              </p:nvSpPr>
              <p:spPr bwMode="auto">
                <a:xfrm flipV="1">
                  <a:off x="1803" y="744"/>
                  <a:ext cx="1" cy="507"/>
                </a:xfrm>
                <a:prstGeom prst="line">
                  <a:avLst/>
                </a:prstGeom>
                <a:noFill/>
                <a:ln w="26988" cap="rnd">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11652" name="Freeform 39"/>
                <p:cNvSpPr/>
                <p:nvPr/>
              </p:nvSpPr>
              <p:spPr bwMode="auto">
                <a:xfrm>
                  <a:off x="1791" y="1207"/>
                  <a:ext cx="66" cy="62"/>
                </a:xfrm>
                <a:custGeom>
                  <a:avLst/>
                  <a:gdLst>
                    <a:gd name="T0" fmla="*/ 2 w 81"/>
                    <a:gd name="T1" fmla="*/ 0 h 81"/>
                    <a:gd name="T2" fmla="*/ 2 w 81"/>
                    <a:gd name="T3" fmla="*/ 2 h 81"/>
                    <a:gd name="T4" fmla="*/ 2 w 81"/>
                    <a:gd name="T5" fmla="*/ 2 h 81"/>
                    <a:gd name="T6" fmla="*/ 2 w 81"/>
                    <a:gd name="T7" fmla="*/ 2 h 81"/>
                    <a:gd name="T8" fmla="*/ 0 w 81"/>
                    <a:gd name="T9" fmla="*/ 2 h 81"/>
                    <a:gd name="T10" fmla="*/ 2 w 81"/>
                    <a:gd name="T11" fmla="*/ 0 h 81"/>
                    <a:gd name="T12" fmla="*/ 0 60000 65536"/>
                    <a:gd name="T13" fmla="*/ 0 60000 65536"/>
                    <a:gd name="T14" fmla="*/ 0 60000 65536"/>
                    <a:gd name="T15" fmla="*/ 0 60000 65536"/>
                    <a:gd name="T16" fmla="*/ 0 60000 65536"/>
                    <a:gd name="T17" fmla="*/ 0 60000 65536"/>
                    <a:gd name="T18" fmla="*/ 0 w 81"/>
                    <a:gd name="T19" fmla="*/ 0 h 81"/>
                    <a:gd name="T20" fmla="*/ 81 w 81"/>
                    <a:gd name="T21" fmla="*/ 81 h 81"/>
                  </a:gdLst>
                  <a:ahLst/>
                  <a:cxnLst>
                    <a:cxn ang="T12">
                      <a:pos x="T0" y="T1"/>
                    </a:cxn>
                    <a:cxn ang="T13">
                      <a:pos x="T2" y="T3"/>
                    </a:cxn>
                    <a:cxn ang="T14">
                      <a:pos x="T4" y="T5"/>
                    </a:cxn>
                    <a:cxn ang="T15">
                      <a:pos x="T6" y="T7"/>
                    </a:cxn>
                    <a:cxn ang="T16">
                      <a:pos x="T8" y="T9"/>
                    </a:cxn>
                    <a:cxn ang="T17">
                      <a:pos x="T10" y="T11"/>
                    </a:cxn>
                  </a:cxnLst>
                  <a:rect l="T18" t="T19" r="T20" b="T21"/>
                  <a:pathLst>
                    <a:path w="81" h="81">
                      <a:moveTo>
                        <a:pt x="41" y="0"/>
                      </a:moveTo>
                      <a:cubicBezTo>
                        <a:pt x="63" y="0"/>
                        <a:pt x="81" y="18"/>
                        <a:pt x="81" y="40"/>
                      </a:cubicBezTo>
                      <a:cubicBezTo>
                        <a:pt x="81" y="63"/>
                        <a:pt x="63" y="81"/>
                        <a:pt x="41" y="81"/>
                      </a:cubicBezTo>
                      <a:cubicBezTo>
                        <a:pt x="41" y="81"/>
                        <a:pt x="41" y="81"/>
                        <a:pt x="41" y="81"/>
                      </a:cubicBezTo>
                      <a:cubicBezTo>
                        <a:pt x="18" y="81"/>
                        <a:pt x="0" y="63"/>
                        <a:pt x="0" y="40"/>
                      </a:cubicBezTo>
                      <a:cubicBezTo>
                        <a:pt x="0" y="18"/>
                        <a:pt x="18" y="0"/>
                        <a:pt x="41" y="0"/>
                      </a:cubicBezTo>
                    </a:path>
                  </a:pathLst>
                </a:custGeom>
                <a:solidFill>
                  <a:srgbClr val="000000"/>
                </a:solidFill>
                <a:ln w="0">
                  <a:solidFill>
                    <a:srgbClr val="000000"/>
                  </a:solidFill>
                  <a:round/>
                </a:ln>
              </p:spPr>
              <p:txBody>
                <a:bodyPr/>
                <a:lstStyle/>
                <a:p>
                  <a:endParaRPr lang="zh-CN" altLang="en-US"/>
                </a:p>
              </p:txBody>
            </p:sp>
            <p:sp>
              <p:nvSpPr>
                <p:cNvPr id="111653" name="Line 40"/>
                <p:cNvSpPr>
                  <a:spLocks noChangeShapeType="1"/>
                </p:cNvSpPr>
                <p:nvPr/>
              </p:nvSpPr>
              <p:spPr bwMode="auto">
                <a:xfrm>
                  <a:off x="879" y="213"/>
                  <a:ext cx="45" cy="0"/>
                </a:xfrm>
                <a:prstGeom prst="line">
                  <a:avLst/>
                </a:prstGeom>
                <a:noFill/>
                <a:ln w="9525" cap="rnd">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11654" name="Freeform 41"/>
                <p:cNvSpPr/>
                <p:nvPr/>
              </p:nvSpPr>
              <p:spPr bwMode="auto">
                <a:xfrm>
                  <a:off x="906" y="179"/>
                  <a:ext cx="71" cy="66"/>
                </a:xfrm>
                <a:custGeom>
                  <a:avLst/>
                  <a:gdLst>
                    <a:gd name="T0" fmla="*/ 2 w 88"/>
                    <a:gd name="T1" fmla="*/ 2 h 87"/>
                    <a:gd name="T2" fmla="*/ 0 w 88"/>
                    <a:gd name="T3" fmla="*/ 2 h 87"/>
                    <a:gd name="T4" fmla="*/ 0 w 88"/>
                    <a:gd name="T5" fmla="*/ 0 h 87"/>
                    <a:gd name="T6" fmla="*/ 2 w 88"/>
                    <a:gd name="T7" fmla="*/ 2 h 87"/>
                    <a:gd name="T8" fmla="*/ 0 60000 65536"/>
                    <a:gd name="T9" fmla="*/ 0 60000 65536"/>
                    <a:gd name="T10" fmla="*/ 0 60000 65536"/>
                    <a:gd name="T11" fmla="*/ 0 60000 65536"/>
                    <a:gd name="T12" fmla="*/ 0 w 88"/>
                    <a:gd name="T13" fmla="*/ 0 h 87"/>
                    <a:gd name="T14" fmla="*/ 88 w 88"/>
                    <a:gd name="T15" fmla="*/ 87 h 87"/>
                  </a:gdLst>
                  <a:ahLst/>
                  <a:cxnLst>
                    <a:cxn ang="T8">
                      <a:pos x="T0" y="T1"/>
                    </a:cxn>
                    <a:cxn ang="T9">
                      <a:pos x="T2" y="T3"/>
                    </a:cxn>
                    <a:cxn ang="T10">
                      <a:pos x="T4" y="T5"/>
                    </a:cxn>
                    <a:cxn ang="T11">
                      <a:pos x="T6" y="T7"/>
                    </a:cxn>
                  </a:cxnLst>
                  <a:rect l="T12" t="T13" r="T14" b="T15"/>
                  <a:pathLst>
                    <a:path w="88" h="87">
                      <a:moveTo>
                        <a:pt x="88" y="44"/>
                      </a:moveTo>
                      <a:lnTo>
                        <a:pt x="0" y="87"/>
                      </a:lnTo>
                      <a:cubicBezTo>
                        <a:pt x="14" y="60"/>
                        <a:pt x="14" y="27"/>
                        <a:pt x="0" y="0"/>
                      </a:cubicBezTo>
                      <a:lnTo>
                        <a:pt x="88" y="44"/>
                      </a:lnTo>
                      <a:close/>
                    </a:path>
                  </a:pathLst>
                </a:custGeom>
                <a:solidFill>
                  <a:srgbClr val="000000"/>
                </a:solidFill>
                <a:ln w="0">
                  <a:solidFill>
                    <a:srgbClr val="000000"/>
                  </a:solidFill>
                  <a:round/>
                </a:ln>
              </p:spPr>
              <p:txBody>
                <a:bodyPr/>
                <a:lstStyle/>
                <a:p>
                  <a:endParaRPr lang="zh-CN" altLang="en-US"/>
                </a:p>
              </p:txBody>
            </p:sp>
            <p:sp>
              <p:nvSpPr>
                <p:cNvPr id="111655" name="Line 49"/>
                <p:cNvSpPr>
                  <a:spLocks noChangeShapeType="1"/>
                </p:cNvSpPr>
                <p:nvPr/>
              </p:nvSpPr>
              <p:spPr bwMode="auto">
                <a:xfrm flipV="1">
                  <a:off x="2581" y="905"/>
                  <a:ext cx="1" cy="346"/>
                </a:xfrm>
                <a:prstGeom prst="line">
                  <a:avLst/>
                </a:prstGeom>
                <a:noFill/>
                <a:ln w="26988" cap="rnd">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11656" name="Line 50"/>
                <p:cNvSpPr>
                  <a:spLocks noChangeShapeType="1"/>
                </p:cNvSpPr>
                <p:nvPr/>
              </p:nvSpPr>
              <p:spPr bwMode="auto">
                <a:xfrm>
                  <a:off x="1434" y="214"/>
                  <a:ext cx="467" cy="1"/>
                </a:xfrm>
                <a:prstGeom prst="line">
                  <a:avLst/>
                </a:prstGeom>
                <a:noFill/>
                <a:ln w="26988" cap="rnd">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11657" name="Line 51"/>
                <p:cNvSpPr>
                  <a:spLocks noChangeShapeType="1"/>
                </p:cNvSpPr>
                <p:nvPr/>
              </p:nvSpPr>
              <p:spPr bwMode="auto">
                <a:xfrm flipH="1">
                  <a:off x="1713" y="730"/>
                  <a:ext cx="195" cy="1"/>
                </a:xfrm>
                <a:prstGeom prst="line">
                  <a:avLst/>
                </a:prstGeom>
                <a:noFill/>
                <a:ln w="46038" cap="rnd">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11658" name="Line 52"/>
                <p:cNvSpPr>
                  <a:spLocks noChangeShapeType="1"/>
                </p:cNvSpPr>
                <p:nvPr/>
              </p:nvSpPr>
              <p:spPr bwMode="auto">
                <a:xfrm flipH="1">
                  <a:off x="1713" y="665"/>
                  <a:ext cx="195" cy="1"/>
                </a:xfrm>
                <a:prstGeom prst="line">
                  <a:avLst/>
                </a:prstGeom>
                <a:noFill/>
                <a:ln w="46038" cap="rnd">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grpSp>
        </p:grpSp>
        <p:sp>
          <p:nvSpPr>
            <p:cNvPr id="111622" name="Rectangle 54"/>
            <p:cNvSpPr>
              <a:spLocks noChangeArrowheads="1"/>
            </p:cNvSpPr>
            <p:nvPr/>
          </p:nvSpPr>
          <p:spPr bwMode="auto">
            <a:xfrm>
              <a:off x="1251" y="2106"/>
              <a:ext cx="465" cy="4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oAutofit/>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eaLnBrk="1" hangingPunct="1">
                <a:spcBef>
                  <a:spcPct val="0"/>
                </a:spcBef>
                <a:buFontTx/>
                <a:buNone/>
              </a:pPr>
              <a:r>
                <a:rPr kumimoji="0" lang="en-US" altLang="zh-CN" sz="1800" b="0" i="1">
                  <a:solidFill>
                    <a:srgbClr val="000000"/>
                  </a:solidFill>
                  <a:latin typeface="Times New Roman" panose="02020603050405020304" pitchFamily="18" charset="0"/>
                  <a:ea typeface="宋体" panose="02010600030101010101" pitchFamily="2" charset="-122"/>
                </a:rPr>
                <a:t>E</a:t>
              </a:r>
              <a:endParaRPr kumimoji="0" lang="en-US" altLang="zh-CN" sz="1800" b="0" i="1">
                <a:solidFill>
                  <a:srgbClr val="000000"/>
                </a:solidFill>
                <a:latin typeface="Times New Roman" panose="02020603050405020304" pitchFamily="18" charset="0"/>
                <a:ea typeface="宋体" panose="02010600030101010101" pitchFamily="2" charset="-122"/>
              </a:endParaRPr>
            </a:p>
          </p:txBody>
        </p:sp>
      </p:grpSp>
      <p:graphicFrame>
        <p:nvGraphicFramePr>
          <p:cNvPr id="90167" name="Object 3"/>
          <p:cNvGraphicFramePr>
            <a:graphicFrameLocks noChangeAspect="1"/>
          </p:cNvGraphicFramePr>
          <p:nvPr/>
        </p:nvGraphicFramePr>
        <p:xfrm>
          <a:off x="1763078" y="1628458"/>
          <a:ext cx="1727200" cy="1116012"/>
        </p:xfrm>
        <a:graphic>
          <a:graphicData uri="http://schemas.openxmlformats.org/presentationml/2006/ole">
            <mc:AlternateContent xmlns:mc="http://schemas.openxmlformats.org/markup-compatibility/2006">
              <mc:Choice xmlns:v="urn:schemas-microsoft-com:vml" Requires="v">
                <p:oleObj spid="_x0000_s3" name="公式" r:id="rId3" imgW="609600" imgH="393700" progId="Equation.3">
                  <p:embed/>
                </p:oleObj>
              </mc:Choice>
              <mc:Fallback>
                <p:oleObj name="公式" r:id="rId3" imgW="609600" imgH="393700" progId="Equation.3">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63078" y="1628458"/>
                        <a:ext cx="1727200" cy="1116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mc:AlternateContent xmlns:mc="http://schemas.openxmlformats.org/markup-compatibility/2006">
        <mc:Choice xmlns:a14="http://schemas.microsoft.com/office/drawing/2010/main" Requires="a14">
          <p:sp>
            <p:nvSpPr>
              <p:cNvPr id="90168" name="Object 4"/>
              <p:cNvSpPr txBox="1"/>
              <p:nvPr/>
            </p:nvSpPr>
            <p:spPr bwMode="auto">
              <a:xfrm>
                <a:off x="2181860" y="241300"/>
                <a:ext cx="3125470" cy="1130300"/>
              </a:xfrm>
              <a:prstGeom prst="rect">
                <a:avLst/>
              </a:prstGeom>
              <a:solidFill>
                <a:schemeClr val="tx1"/>
              </a:solidFill>
              <a:ln w="9525">
                <a:solidFill>
                  <a:srgbClr val="C0C0C0"/>
                </a:solidFill>
                <a:miter lim="800000"/>
              </a:ln>
              <a:effectLst>
                <a:outerShdw dist="35921" dir="2700000" algn="ctr" rotWithShape="0">
                  <a:srgbClr val="808080">
                    <a:alpha val="74997"/>
                  </a:srgbClr>
                </a:outerShdw>
              </a:effectLst>
            </p:spPr>
            <p:txBody>
              <a:bodyPr>
                <a:noAutofit/>
              </a:bodyPr>
              <a:lstStyle/>
              <a:p>
                <a14:m>
                  <m:oMathPara xmlns:m="http://schemas.openxmlformats.org/officeDocument/2006/math">
                    <m:oMathParaPr>
                      <m:jc m:val="left"/>
                    </m:oMathParaPr>
                    <m:oMath xmlns:m="http://schemas.openxmlformats.org/officeDocument/2006/math">
                      <m:f>
                        <m:fPr>
                          <m:ctrlPr>
                            <a:rPr lang="zh-CN" altLang="en-US" sz="2000" i="1">
                              <a:solidFill>
                                <a:srgbClr val="000000"/>
                              </a:solidFill>
                              <a:latin typeface="Cambria Math" panose="02040503050406030204" pitchFamily="18" charset="0"/>
                            </a:rPr>
                          </m:ctrlPr>
                        </m:fPr>
                        <m:num>
                          <m:r>
                            <a:rPr lang="zh-CN" altLang="en-US" sz="2000" i="1">
                              <a:solidFill>
                                <a:srgbClr val="000000"/>
                              </a:solidFill>
                              <a:latin typeface="Cambria Math" panose="02040503050406030204" pitchFamily="18" charset="0"/>
                            </a:rPr>
                            <m:t>1</m:t>
                          </m:r>
                        </m:num>
                        <m:den>
                          <m:f>
                            <m:fPr>
                              <m:ctrlPr>
                                <a:rPr lang="zh-CN" altLang="en-US" sz="2000" i="1">
                                  <a:solidFill>
                                    <a:srgbClr val="000000"/>
                                  </a:solidFill>
                                  <a:latin typeface="Cambria Math" panose="02040503050406030204" pitchFamily="18" charset="0"/>
                                </a:rPr>
                              </m:ctrlPr>
                            </m:fPr>
                            <m:num>
                              <m:r>
                                <a:rPr lang="zh-CN" altLang="en-US" sz="2000" i="1">
                                  <a:solidFill>
                                    <a:srgbClr val="000000"/>
                                  </a:solidFill>
                                  <a:latin typeface="Cambria Math" panose="02040503050406030204" pitchFamily="18" charset="0"/>
                                </a:rPr>
                                <m:t>1</m:t>
                              </m:r>
                            </m:num>
                            <m:den>
                              <m:r>
                                <a:rPr lang="zh-CN" altLang="en-US" sz="2000" i="1">
                                  <a:solidFill>
                                    <a:srgbClr val="000000"/>
                                  </a:solidFill>
                                  <a:latin typeface="Cambria Math" panose="02040503050406030204" pitchFamily="18" charset="0"/>
                                </a:rPr>
                                <m:t>𝑠</m:t>
                              </m:r>
                            </m:den>
                          </m:f>
                          <m:r>
                            <a:rPr lang="zh-CN" altLang="en-US" sz="2000" i="1">
                              <a:solidFill>
                                <a:srgbClr val="000000"/>
                              </a:solidFill>
                              <a:latin typeface="Cambria Math" panose="02040503050406030204" pitchFamily="18" charset="0"/>
                            </a:rPr>
                            <m:t>+</m:t>
                          </m:r>
                          <m:f>
                            <m:fPr>
                              <m:ctrlPr>
                                <a:rPr lang="zh-CN" altLang="en-US" sz="2000" i="1">
                                  <a:solidFill>
                                    <a:srgbClr val="000000"/>
                                  </a:solidFill>
                                  <a:latin typeface="Cambria Math" panose="02040503050406030204" pitchFamily="18" charset="0"/>
                                </a:rPr>
                              </m:ctrlPr>
                            </m:fPr>
                            <m:num>
                              <m:r>
                                <a:rPr lang="zh-CN" altLang="en-US" sz="2000" i="1">
                                  <a:solidFill>
                                    <a:srgbClr val="000000"/>
                                  </a:solidFill>
                                  <a:latin typeface="Cambria Math" panose="02040503050406030204" pitchFamily="18" charset="0"/>
                                </a:rPr>
                                <m:t>1</m:t>
                              </m:r>
                            </m:num>
                            <m:den>
                              <m:r>
                                <a:rPr lang="zh-CN" altLang="en-US" sz="2000" i="1">
                                  <a:solidFill>
                                    <a:srgbClr val="000000"/>
                                  </a:solidFill>
                                  <a:latin typeface="Cambria Math" panose="02040503050406030204" pitchFamily="18" charset="0"/>
                                </a:rPr>
                                <m:t>2</m:t>
                              </m:r>
                              <m:r>
                                <a:rPr lang="zh-CN" altLang="en-US" sz="2000" i="1">
                                  <a:solidFill>
                                    <a:srgbClr val="000000"/>
                                  </a:solidFill>
                                  <a:latin typeface="Cambria Math" panose="02040503050406030204" pitchFamily="18" charset="0"/>
                                </a:rPr>
                                <m:t>𝑠</m:t>
                              </m:r>
                              <m:r>
                                <a:rPr lang="zh-CN" altLang="en-US" sz="2000" i="1">
                                  <a:solidFill>
                                    <a:srgbClr val="000000"/>
                                  </a:solidFill>
                                  <a:latin typeface="Cambria Math" panose="02040503050406030204" pitchFamily="18" charset="0"/>
                                </a:rPr>
                                <m:t>+</m:t>
                              </m:r>
                              <m:f>
                                <m:fPr>
                                  <m:ctrlPr>
                                    <a:rPr lang="zh-CN" altLang="en-US" sz="2000" i="1">
                                      <a:solidFill>
                                        <a:srgbClr val="000000"/>
                                      </a:solidFill>
                                      <a:latin typeface="Cambria Math" panose="02040503050406030204" pitchFamily="18" charset="0"/>
                                    </a:rPr>
                                  </m:ctrlPr>
                                </m:fPr>
                                <m:num>
                                  <m:r>
                                    <a:rPr lang="zh-CN" altLang="en-US" sz="2000" i="1">
                                      <a:solidFill>
                                        <a:srgbClr val="000000"/>
                                      </a:solidFill>
                                      <a:latin typeface="Cambria Math" panose="02040503050406030204" pitchFamily="18" charset="0"/>
                                    </a:rPr>
                                    <m:t>1</m:t>
                                  </m:r>
                                </m:num>
                                <m:den>
                                  <m:r>
                                    <a:rPr lang="zh-CN" altLang="en-US" sz="2000" i="1">
                                      <a:solidFill>
                                        <a:srgbClr val="000000"/>
                                      </a:solidFill>
                                      <a:latin typeface="Cambria Math" panose="02040503050406030204" pitchFamily="18" charset="0"/>
                                    </a:rPr>
                                    <m:t>3</m:t>
                                  </m:r>
                                </m:den>
                              </m:f>
                            </m:den>
                          </m:f>
                        </m:den>
                      </m:f>
                      <m:r>
                        <a:rPr lang="zh-CN" altLang="en-US" sz="2000" i="1">
                          <a:solidFill>
                            <a:srgbClr val="000000"/>
                          </a:solidFill>
                          <a:latin typeface="Cambria Math" panose="02040503050406030204" pitchFamily="18" charset="0"/>
                        </a:rPr>
                        <m:t>=</m:t>
                      </m:r>
                      <m:f>
                        <m:fPr>
                          <m:ctrlPr>
                            <a:rPr lang="zh-CN" altLang="en-US" sz="2000" i="1">
                              <a:solidFill>
                                <a:srgbClr val="000000"/>
                              </a:solidFill>
                              <a:latin typeface="Cambria Math" panose="02040503050406030204" pitchFamily="18" charset="0"/>
                            </a:rPr>
                          </m:ctrlPr>
                        </m:fPr>
                        <m:num>
                          <m:r>
                            <m:rPr>
                              <m:sty m:val="p"/>
                            </m:rPr>
                            <a:rPr lang="en-US" altLang="zh-CN" sz="2000" i="1">
                              <a:solidFill>
                                <a:srgbClr val="000000"/>
                              </a:solidFill>
                              <a:latin typeface="Cambria Math" panose="02040503050406030204" pitchFamily="18" charset="0"/>
                            </a:rPr>
                            <m:t>s</m:t>
                          </m:r>
                          <m:r>
                            <a:rPr lang="zh-CN" altLang="en-US" sz="2000" i="1">
                              <a:solidFill>
                                <a:srgbClr val="000000"/>
                              </a:solidFill>
                              <a:latin typeface="Cambria Math" panose="02040503050406030204" pitchFamily="18" charset="0"/>
                            </a:rPr>
                            <m:t>（</m:t>
                          </m:r>
                          <m:r>
                            <a:rPr lang="zh-CN" altLang="en-US" sz="2000" i="1">
                              <a:solidFill>
                                <a:srgbClr val="000000"/>
                              </a:solidFill>
                              <a:latin typeface="Cambria Math" panose="02040503050406030204" pitchFamily="18" charset="0"/>
                            </a:rPr>
                            <m:t>6</m:t>
                          </m:r>
                          <m:r>
                            <a:rPr lang="zh-CN" altLang="en-US" sz="2000" i="1">
                              <a:solidFill>
                                <a:srgbClr val="000000"/>
                              </a:solidFill>
                              <a:latin typeface="Cambria Math" panose="02040503050406030204" pitchFamily="18" charset="0"/>
                            </a:rPr>
                            <m:t>𝑠</m:t>
                          </m:r>
                          <m:r>
                            <a:rPr lang="zh-CN" altLang="en-US" sz="2000" i="1">
                              <a:solidFill>
                                <a:srgbClr val="000000"/>
                              </a:solidFill>
                              <a:latin typeface="Cambria Math" panose="02040503050406030204" pitchFamily="18" charset="0"/>
                            </a:rPr>
                            <m:t>+</m:t>
                          </m:r>
                          <m:r>
                            <a:rPr lang="zh-CN" altLang="en-US" sz="2000" i="1">
                              <a:solidFill>
                                <a:srgbClr val="000000"/>
                              </a:solidFill>
                              <a:latin typeface="Cambria Math" panose="02040503050406030204" pitchFamily="18" charset="0"/>
                            </a:rPr>
                            <m:t>1</m:t>
                          </m:r>
                          <m:r>
                            <a:rPr lang="zh-CN" altLang="en-US" sz="2000" i="1">
                              <a:solidFill>
                                <a:srgbClr val="000000"/>
                              </a:solidFill>
                              <a:latin typeface="Cambria Math" panose="02040503050406030204" pitchFamily="18" charset="0"/>
                            </a:rPr>
                            <m:t>）</m:t>
                          </m:r>
                        </m:num>
                        <m:den>
                          <m:r>
                            <a:rPr lang="zh-CN" altLang="en-US" sz="2000" i="1">
                              <a:solidFill>
                                <a:srgbClr val="000000"/>
                              </a:solidFill>
                              <a:latin typeface="Cambria Math" panose="02040503050406030204" pitchFamily="18" charset="0"/>
                            </a:rPr>
                            <m:t>9</m:t>
                          </m:r>
                          <m:r>
                            <a:rPr lang="zh-CN" altLang="en-US" sz="2000" i="1">
                              <a:solidFill>
                                <a:srgbClr val="000000"/>
                              </a:solidFill>
                              <a:latin typeface="Cambria Math" panose="02040503050406030204" pitchFamily="18" charset="0"/>
                            </a:rPr>
                            <m:t>𝑠</m:t>
                          </m:r>
                          <m:r>
                            <a:rPr lang="zh-CN" altLang="en-US" sz="2000" i="1">
                              <a:solidFill>
                                <a:srgbClr val="000000"/>
                              </a:solidFill>
                              <a:latin typeface="Cambria Math" panose="02040503050406030204" pitchFamily="18" charset="0"/>
                            </a:rPr>
                            <m:t>+</m:t>
                          </m:r>
                          <m:r>
                            <a:rPr lang="zh-CN" altLang="en-US" sz="2000" i="1">
                              <a:solidFill>
                                <a:srgbClr val="000000"/>
                              </a:solidFill>
                              <a:latin typeface="Cambria Math" panose="02040503050406030204" pitchFamily="18" charset="0"/>
                            </a:rPr>
                            <m:t>1</m:t>
                          </m:r>
                        </m:den>
                      </m:f>
                    </m:oMath>
                  </m:oMathPara>
                </a14:m>
                <a:endParaRPr lang="zh-CN" altLang="en-US" sz="2000" i="1" dirty="0">
                  <a:solidFill>
                    <a:srgbClr val="000000"/>
                  </a:solidFill>
                  <a:latin typeface="Cambria Math" panose="02040503050406030204" pitchFamily="18" charset="0"/>
                  <a:cs typeface="Cambria Math" panose="02040503050406030204" pitchFamily="18" charset="0"/>
                </a:endParaRPr>
              </a:p>
            </p:txBody>
          </p:sp>
        </mc:Choice>
        <mc:Fallback>
          <p:sp>
            <p:nvSpPr>
              <p:cNvPr id="90168" name="Object 4"/>
              <p:cNvSpPr txBox="1">
                <a:spLocks noRot="1" noChangeAspect="1" noMove="1" noResize="1" noEditPoints="1" noAdjustHandles="1" noChangeArrowheads="1" noChangeShapeType="1" noTextEdit="1"/>
              </p:cNvSpPr>
              <p:nvPr/>
            </p:nvSpPr>
            <p:spPr bwMode="auto">
              <a:xfrm>
                <a:off x="2181860" y="241300"/>
                <a:ext cx="3125470" cy="1130300"/>
              </a:xfrm>
              <a:prstGeom prst="rect">
                <a:avLst/>
              </a:prstGeom>
              <a:blipFill rotWithShape="1">
                <a:blip r:embed="rId5"/>
                <a:stretch>
                  <a:fillRect l="-163" t="-449" r="-955" b="-4270"/>
                </a:stretch>
              </a:blipFill>
              <a:ln w="9525">
                <a:solidFill>
                  <a:srgbClr val="C0C0C0"/>
                </a:solidFill>
                <a:miter lim="800000"/>
              </a:ln>
              <a:effectLst>
                <a:outerShdw dist="35921" dir="2700000" algn="ctr" rotWithShape="0">
                  <a:srgbClr val="808080">
                    <a:alpha val="74997"/>
                  </a:srgbClr>
                </a:outerShdw>
              </a:effectLst>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90169" name="Object 5"/>
              <p:cNvSpPr txBox="1"/>
              <p:nvPr/>
            </p:nvSpPr>
            <p:spPr bwMode="auto">
              <a:xfrm>
                <a:off x="899810" y="2924524"/>
                <a:ext cx="2085093" cy="708025"/>
              </a:xfrm>
              <a:prstGeom prst="rect">
                <a:avLst/>
              </a:prstGeom>
              <a:noFill/>
              <a:ln>
                <a:noFill/>
              </a:ln>
            </p:spPr>
            <p:txBody>
              <a:bodyPr>
                <a:normAutofit/>
              </a:bodyPr>
              <a:lstStyle/>
              <a:p>
                <a14:m>
                  <m:oMath xmlns:m="http://schemas.openxmlformats.org/officeDocument/2006/math">
                    <m:sSub>
                      <m:sSubPr>
                        <m:ctrlPr>
                          <a:rPr lang="zh-CN" altLang="en-US" sz="3200" i="1" smtClean="0">
                            <a:solidFill>
                              <a:srgbClr val="000000"/>
                            </a:solidFill>
                            <a:latin typeface="Cambria Math" panose="02040503050406030204" pitchFamily="18" charset="0"/>
                          </a:rPr>
                        </m:ctrlPr>
                      </m:sSubPr>
                      <m:e>
                        <m:r>
                          <a:rPr lang="zh-CN" altLang="en-US" sz="3200" i="1">
                            <a:solidFill>
                              <a:srgbClr val="000000"/>
                            </a:solidFill>
                            <a:latin typeface="Cambria Math" panose="02040503050406030204" pitchFamily="18" charset="0"/>
                          </a:rPr>
                          <m:t>𝐼</m:t>
                        </m:r>
                      </m:e>
                      <m:sub>
                        <m:sSub>
                          <m:sSubPr>
                            <m:ctrlPr>
                              <a:rPr lang="zh-CN" altLang="en-US" sz="3200" i="1">
                                <a:solidFill>
                                  <a:srgbClr val="000000"/>
                                </a:solidFill>
                                <a:latin typeface="Cambria Math" panose="02040503050406030204" pitchFamily="18" charset="0"/>
                              </a:rPr>
                            </m:ctrlPr>
                          </m:sSubPr>
                          <m:e>
                            <m:r>
                              <a:rPr lang="zh-CN" altLang="en-US" sz="3200" i="1">
                                <a:solidFill>
                                  <a:srgbClr val="000000"/>
                                </a:solidFill>
                                <a:latin typeface="Cambria Math" panose="02040503050406030204" pitchFamily="18" charset="0"/>
                              </a:rPr>
                              <m:t>𝐶</m:t>
                            </m:r>
                          </m:e>
                          <m:sub>
                            <m:r>
                              <a:rPr lang="zh-CN" altLang="en-US" sz="3200" i="1">
                                <a:solidFill>
                                  <a:srgbClr val="000000"/>
                                </a:solidFill>
                                <a:latin typeface="Cambria Math" panose="02040503050406030204" pitchFamily="18" charset="0"/>
                              </a:rPr>
                              <m:t>1</m:t>
                            </m:r>
                          </m:sub>
                        </m:sSub>
                        <m:r>
                          <a:rPr lang="en-US" altLang="zh-CN" sz="3200" b="1" i="1" smtClean="0">
                            <a:solidFill>
                              <a:srgbClr val="000000"/>
                            </a:solidFill>
                            <a:latin typeface="Cambria Math" panose="02040503050406030204" pitchFamily="18" charset="0"/>
                          </a:rPr>
                          <m:t>  </m:t>
                        </m:r>
                      </m:sub>
                    </m:sSub>
                  </m:oMath>
                </a14:m>
                <a:r>
                  <a:rPr lang="en-US" altLang="zh-CN" sz="3200" b="0" dirty="0">
                    <a:solidFill>
                      <a:srgbClr val="000000"/>
                    </a:solidFill>
                  </a:rPr>
                  <a:t>(s)</a:t>
                </a:r>
                <a14:m>
                  <m:oMath xmlns:m="http://schemas.openxmlformats.org/officeDocument/2006/math">
                    <m:r>
                      <a:rPr lang="zh-CN" altLang="en-US" sz="3200" i="1">
                        <a:solidFill>
                          <a:srgbClr val="000000"/>
                        </a:solidFill>
                        <a:latin typeface="Cambria Math" panose="02040503050406030204" pitchFamily="18" charset="0"/>
                      </a:rPr>
                      <m:t>=</m:t>
                    </m:r>
                  </m:oMath>
                </a14:m>
                <a:r>
                  <a:rPr lang="zh-CN" altLang="en-US" sz="3200" dirty="0"/>
                  <a:t>（</a:t>
                </a:r>
                <a:endParaRPr lang="zh-CN" altLang="en-US" sz="3200" dirty="0">
                  <a:solidFill>
                    <a:schemeClr val="bg2"/>
                  </a:solidFill>
                </a:endParaRPr>
              </a:p>
            </p:txBody>
          </p:sp>
        </mc:Choice>
        <mc:Fallback>
          <p:sp>
            <p:nvSpPr>
              <p:cNvPr id="90169" name="Object 5"/>
              <p:cNvSpPr txBox="1">
                <a:spLocks noRot="1" noChangeAspect="1" noMove="1" noResize="1" noEditPoints="1" noAdjustHandles="1" noChangeArrowheads="1" noChangeShapeType="1" noTextEdit="1"/>
              </p:cNvSpPr>
              <p:nvPr/>
            </p:nvSpPr>
            <p:spPr bwMode="auto">
              <a:xfrm>
                <a:off x="899810" y="2924524"/>
                <a:ext cx="2085093" cy="708025"/>
              </a:xfrm>
              <a:prstGeom prst="rect">
                <a:avLst/>
              </a:prstGeom>
              <a:blipFill rotWithShape="1">
                <a:blip r:embed="rId6"/>
                <a:stretch>
                  <a:fillRect l="-1" t="-49" r="19" b="49"/>
                </a:stretch>
              </a:blipFill>
              <a:ln>
                <a:noFill/>
              </a:ln>
            </p:spPr>
            <p:txBody>
              <a:bodyPr/>
              <a:lstStyle/>
              <a:p>
                <a:r>
                  <a:rPr lang="zh-CN" altLang="en-US">
                    <a:noFill/>
                  </a:rPr>
                  <a:t> </a:t>
                </a:r>
              </a:p>
            </p:txBody>
          </p:sp>
        </mc:Fallback>
      </mc:AlternateContent>
      <p:graphicFrame>
        <p:nvGraphicFramePr>
          <p:cNvPr id="90170" name="Object 6"/>
          <p:cNvGraphicFramePr>
            <a:graphicFrameLocks noChangeAspect="1"/>
          </p:cNvGraphicFramePr>
          <p:nvPr/>
        </p:nvGraphicFramePr>
        <p:xfrm>
          <a:off x="899478" y="4724400"/>
          <a:ext cx="1512887" cy="747713"/>
        </p:xfrm>
        <a:graphic>
          <a:graphicData uri="http://schemas.openxmlformats.org/presentationml/2006/ole">
            <mc:AlternateContent xmlns:mc="http://schemas.openxmlformats.org/markup-compatibility/2006">
              <mc:Choice xmlns:v="urn:schemas-microsoft-com:vml" Requires="v">
                <p:oleObj spid="_x0000_s4" name="公式" r:id="rId7" imgW="469900" imgH="241300" progId="Equation.3">
                  <p:embed/>
                </p:oleObj>
              </mc:Choice>
              <mc:Fallback>
                <p:oleObj name="公式" r:id="rId7" imgW="469900" imgH="241300" progId="Equation.3">
                  <p:embed/>
                  <p:pic>
                    <p:nvPicPr>
                      <p:cNvPr id="0" name="Object 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899478" y="4724400"/>
                        <a:ext cx="1512887" cy="747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90171" name="Object 7"/>
          <p:cNvGraphicFramePr>
            <a:graphicFrameLocks noChangeAspect="1"/>
          </p:cNvGraphicFramePr>
          <p:nvPr/>
        </p:nvGraphicFramePr>
        <p:xfrm>
          <a:off x="2483485" y="2420303"/>
          <a:ext cx="3600450" cy="1676400"/>
        </p:xfrm>
        <a:graphic>
          <a:graphicData uri="http://schemas.openxmlformats.org/presentationml/2006/ole">
            <mc:AlternateContent xmlns:mc="http://schemas.openxmlformats.org/markup-compatibility/2006">
              <mc:Choice xmlns:v="urn:schemas-microsoft-com:vml" Requires="v">
                <p:oleObj spid="_x0000_s5" name="公式" r:id="rId9" imgW="1637665" imgH="761365" progId="Equation.3">
                  <p:embed/>
                </p:oleObj>
              </mc:Choice>
              <mc:Fallback>
                <p:oleObj name="公式" r:id="rId9" imgW="1637665" imgH="761365" progId="Equation.3">
                  <p:embed/>
                  <p:pic>
                    <p:nvPicPr>
                      <p:cNvPr id="0" name="Object 7"/>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483485" y="2420303"/>
                        <a:ext cx="3600450" cy="167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90172" name="Object 8"/>
          <p:cNvGraphicFramePr>
            <a:graphicFrameLocks noChangeAspect="1"/>
          </p:cNvGraphicFramePr>
          <p:nvPr/>
        </p:nvGraphicFramePr>
        <p:xfrm>
          <a:off x="2651443" y="4450715"/>
          <a:ext cx="3816350" cy="1295400"/>
        </p:xfrm>
        <a:graphic>
          <a:graphicData uri="http://schemas.openxmlformats.org/presentationml/2006/ole">
            <mc:AlternateContent xmlns:mc="http://schemas.openxmlformats.org/markup-compatibility/2006">
              <mc:Choice xmlns:v="urn:schemas-microsoft-com:vml" Requires="v">
                <p:oleObj spid="_x0000_s6" name="公式" r:id="rId11" imgW="1422400" imgH="482600" progId="Equation.3">
                  <p:embed/>
                </p:oleObj>
              </mc:Choice>
              <mc:Fallback>
                <p:oleObj name="公式" r:id="rId11" imgW="1422400" imgH="482600" progId="Equation.3">
                  <p:embed/>
                  <p:pic>
                    <p:nvPicPr>
                      <p:cNvPr id="0" name="Object 8"/>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651443" y="4450715"/>
                        <a:ext cx="3816350" cy="1295400"/>
                      </a:xfrm>
                      <a:prstGeom prst="rect">
                        <a:avLst/>
                      </a:prstGeom>
                      <a:solidFill>
                        <a:schemeClr val="tx1"/>
                      </a:solidFill>
                      <a:ln w="19050">
                        <a:solidFill>
                          <a:schemeClr val="bg1"/>
                        </a:solidFill>
                        <a:miter lim="800000"/>
                        <a:headEnd/>
                        <a:tailEnd/>
                      </a:ln>
                      <a:effectLst>
                        <a:outerShdw dist="35921" dir="2700000" algn="ctr" rotWithShape="0">
                          <a:srgbClr val="808080">
                            <a:alpha val="74997"/>
                          </a:srgbClr>
                        </a:outerShdw>
                      </a:effectLst>
                    </p:spPr>
                  </p:pic>
                </p:oleObj>
              </mc:Fallback>
            </mc:AlternateContent>
          </a:graphicData>
        </a:graphic>
      </p:graphicFrame>
    </p:spTree>
    <p:custDataLst>
      <p:tags r:id="rId13"/>
    </p:custDataLst>
  </p:cSld>
  <p:clrMapOvr>
    <a:masterClrMapping/>
  </p:clrMapOvr>
  <mc:AlternateContent xmlns:mc="http://schemas.openxmlformats.org/markup-compatibility/2006">
    <mc:Choice xmlns:p14="http://schemas.microsoft.com/office/powerpoint/2010/main" Requires="p14">
      <p:transition spd="slow" p14:dur="2000" advTm="22124"/>
    </mc:Choice>
    <mc:Fallback>
      <p:transition spd="slow" advTm="22124"/>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5" presetClass="entr" presetSubtype="0" fill="hold" nodeType="afterEffect">
                                  <p:stCondLst>
                                    <p:cond delay="0"/>
                                  </p:stCondLst>
                                  <p:childTnLst>
                                    <p:set>
                                      <p:cBhvr>
                                        <p:cTn id="6" dur="1" fill="hold">
                                          <p:stCondLst>
                                            <p:cond delay="0"/>
                                          </p:stCondLst>
                                        </p:cTn>
                                        <p:tgtEl>
                                          <p:spTgt spid="90167"/>
                                        </p:tgtEl>
                                        <p:attrNameLst>
                                          <p:attrName>style.visibility</p:attrName>
                                        </p:attrNameLst>
                                      </p:cBhvr>
                                      <p:to>
                                        <p:strVal val="visible"/>
                                      </p:to>
                                    </p:set>
                                    <p:anim calcmode="lin" valueType="num">
                                      <p:cBhvr>
                                        <p:cTn id="7" dur="1000" fill="hold"/>
                                        <p:tgtEl>
                                          <p:spTgt spid="90167"/>
                                        </p:tgtEl>
                                        <p:attrNameLst>
                                          <p:attrName>ppt_w</p:attrName>
                                        </p:attrNameLst>
                                      </p:cBhvr>
                                      <p:tavLst>
                                        <p:tav tm="0">
                                          <p:val>
                                            <p:strVal val="#ppt_w*0.70"/>
                                          </p:val>
                                        </p:tav>
                                        <p:tav tm="100000">
                                          <p:val>
                                            <p:strVal val="#ppt_w"/>
                                          </p:val>
                                        </p:tav>
                                      </p:tavLst>
                                    </p:anim>
                                    <p:anim calcmode="lin" valueType="num">
                                      <p:cBhvr>
                                        <p:cTn id="8" dur="1000" fill="hold"/>
                                        <p:tgtEl>
                                          <p:spTgt spid="90167"/>
                                        </p:tgtEl>
                                        <p:attrNameLst>
                                          <p:attrName>ppt_h</p:attrName>
                                        </p:attrNameLst>
                                      </p:cBhvr>
                                      <p:tavLst>
                                        <p:tav tm="0">
                                          <p:val>
                                            <p:strVal val="#ppt_h"/>
                                          </p:val>
                                        </p:tav>
                                        <p:tav tm="100000">
                                          <p:val>
                                            <p:strVal val="#ppt_h"/>
                                          </p:val>
                                        </p:tav>
                                      </p:tavLst>
                                    </p:anim>
                                    <p:animEffect transition="in" filter="fade">
                                      <p:cBhvr>
                                        <p:cTn id="9" dur="1000"/>
                                        <p:tgtEl>
                                          <p:spTgt spid="90167"/>
                                        </p:tgtEl>
                                      </p:cBhvr>
                                    </p:animEffect>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90169"/>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55" presetClass="entr" presetSubtype="0" fill="hold" nodeType="clickEffect">
                                  <p:stCondLst>
                                    <p:cond delay="0"/>
                                  </p:stCondLst>
                                  <p:childTnLst>
                                    <p:set>
                                      <p:cBhvr>
                                        <p:cTn id="17" dur="1" fill="hold">
                                          <p:stCondLst>
                                            <p:cond delay="0"/>
                                          </p:stCondLst>
                                        </p:cTn>
                                        <p:tgtEl>
                                          <p:spTgt spid="90171"/>
                                        </p:tgtEl>
                                        <p:attrNameLst>
                                          <p:attrName>style.visibility</p:attrName>
                                        </p:attrNameLst>
                                      </p:cBhvr>
                                      <p:to>
                                        <p:strVal val="visible"/>
                                      </p:to>
                                    </p:set>
                                    <p:anim calcmode="lin" valueType="num">
                                      <p:cBhvr>
                                        <p:cTn id="18" dur="1000" fill="hold"/>
                                        <p:tgtEl>
                                          <p:spTgt spid="90171"/>
                                        </p:tgtEl>
                                        <p:attrNameLst>
                                          <p:attrName>ppt_w</p:attrName>
                                        </p:attrNameLst>
                                      </p:cBhvr>
                                      <p:tavLst>
                                        <p:tav tm="0">
                                          <p:val>
                                            <p:strVal val="#ppt_w*0.70"/>
                                          </p:val>
                                        </p:tav>
                                        <p:tav tm="100000">
                                          <p:val>
                                            <p:strVal val="#ppt_w"/>
                                          </p:val>
                                        </p:tav>
                                      </p:tavLst>
                                    </p:anim>
                                    <p:anim calcmode="lin" valueType="num">
                                      <p:cBhvr>
                                        <p:cTn id="19" dur="1000" fill="hold"/>
                                        <p:tgtEl>
                                          <p:spTgt spid="90171"/>
                                        </p:tgtEl>
                                        <p:attrNameLst>
                                          <p:attrName>ppt_h</p:attrName>
                                        </p:attrNameLst>
                                      </p:cBhvr>
                                      <p:tavLst>
                                        <p:tav tm="0">
                                          <p:val>
                                            <p:strVal val="#ppt_h"/>
                                          </p:val>
                                        </p:tav>
                                        <p:tav tm="100000">
                                          <p:val>
                                            <p:strVal val="#ppt_h"/>
                                          </p:val>
                                        </p:tav>
                                      </p:tavLst>
                                    </p:anim>
                                    <p:animEffect transition="in" filter="fade">
                                      <p:cBhvr>
                                        <p:cTn id="20" dur="1000"/>
                                        <p:tgtEl>
                                          <p:spTgt spid="90171"/>
                                        </p:tgtEl>
                                      </p:cBhvr>
                                    </p:animEffect>
                                  </p:childTnLst>
                                </p:cTn>
                              </p:par>
                            </p:childTnLst>
                          </p:cTn>
                        </p:par>
                        <p:par>
                          <p:cTn id="21" fill="hold">
                            <p:stCondLst>
                              <p:cond delay="1000"/>
                            </p:stCondLst>
                            <p:childTnLst>
                              <p:par>
                                <p:cTn id="22" presetID="55" presetClass="entr" presetSubtype="0" fill="hold" nodeType="afterEffect">
                                  <p:stCondLst>
                                    <p:cond delay="0"/>
                                  </p:stCondLst>
                                  <p:childTnLst>
                                    <p:set>
                                      <p:cBhvr>
                                        <p:cTn id="23" dur="1" fill="hold">
                                          <p:stCondLst>
                                            <p:cond delay="0"/>
                                          </p:stCondLst>
                                        </p:cTn>
                                        <p:tgtEl>
                                          <p:spTgt spid="90170"/>
                                        </p:tgtEl>
                                        <p:attrNameLst>
                                          <p:attrName>style.visibility</p:attrName>
                                        </p:attrNameLst>
                                      </p:cBhvr>
                                      <p:to>
                                        <p:strVal val="visible"/>
                                      </p:to>
                                    </p:set>
                                    <p:anim calcmode="lin" valueType="num">
                                      <p:cBhvr>
                                        <p:cTn id="24" dur="1000" fill="hold"/>
                                        <p:tgtEl>
                                          <p:spTgt spid="90170"/>
                                        </p:tgtEl>
                                        <p:attrNameLst>
                                          <p:attrName>ppt_w</p:attrName>
                                        </p:attrNameLst>
                                      </p:cBhvr>
                                      <p:tavLst>
                                        <p:tav tm="0">
                                          <p:val>
                                            <p:strVal val="#ppt_w*0.70"/>
                                          </p:val>
                                        </p:tav>
                                        <p:tav tm="100000">
                                          <p:val>
                                            <p:strVal val="#ppt_w"/>
                                          </p:val>
                                        </p:tav>
                                      </p:tavLst>
                                    </p:anim>
                                    <p:anim calcmode="lin" valueType="num">
                                      <p:cBhvr>
                                        <p:cTn id="25" dur="1000" fill="hold"/>
                                        <p:tgtEl>
                                          <p:spTgt spid="90170"/>
                                        </p:tgtEl>
                                        <p:attrNameLst>
                                          <p:attrName>ppt_h</p:attrName>
                                        </p:attrNameLst>
                                      </p:cBhvr>
                                      <p:tavLst>
                                        <p:tav tm="0">
                                          <p:val>
                                            <p:strVal val="#ppt_h"/>
                                          </p:val>
                                        </p:tav>
                                        <p:tav tm="100000">
                                          <p:val>
                                            <p:strVal val="#ppt_h"/>
                                          </p:val>
                                        </p:tav>
                                      </p:tavLst>
                                    </p:anim>
                                    <p:animEffect transition="in" filter="fade">
                                      <p:cBhvr>
                                        <p:cTn id="26" dur="1000"/>
                                        <p:tgtEl>
                                          <p:spTgt spid="90170"/>
                                        </p:tgtEl>
                                      </p:cBhvr>
                                    </p:animEffect>
                                  </p:childTnLst>
                                </p:cTn>
                              </p:par>
                            </p:childTnLst>
                          </p:cTn>
                        </p:par>
                      </p:childTnLst>
                    </p:cTn>
                  </p:par>
                  <p:par>
                    <p:cTn id="27" fill="hold">
                      <p:stCondLst>
                        <p:cond delay="indefinite"/>
                      </p:stCondLst>
                      <p:childTnLst>
                        <p:par>
                          <p:cTn id="28" fill="hold">
                            <p:stCondLst>
                              <p:cond delay="0"/>
                            </p:stCondLst>
                            <p:childTnLst>
                              <p:par>
                                <p:cTn id="29" presetID="55" presetClass="entr" presetSubtype="0" fill="hold" nodeType="clickEffect">
                                  <p:stCondLst>
                                    <p:cond delay="0"/>
                                  </p:stCondLst>
                                  <p:childTnLst>
                                    <p:set>
                                      <p:cBhvr>
                                        <p:cTn id="30" dur="1" fill="hold">
                                          <p:stCondLst>
                                            <p:cond delay="0"/>
                                          </p:stCondLst>
                                        </p:cTn>
                                        <p:tgtEl>
                                          <p:spTgt spid="90172"/>
                                        </p:tgtEl>
                                        <p:attrNameLst>
                                          <p:attrName>style.visibility</p:attrName>
                                        </p:attrNameLst>
                                      </p:cBhvr>
                                      <p:to>
                                        <p:strVal val="visible"/>
                                      </p:to>
                                    </p:set>
                                    <p:anim calcmode="lin" valueType="num">
                                      <p:cBhvr>
                                        <p:cTn id="31" dur="1000" fill="hold"/>
                                        <p:tgtEl>
                                          <p:spTgt spid="90172"/>
                                        </p:tgtEl>
                                        <p:attrNameLst>
                                          <p:attrName>ppt_w</p:attrName>
                                        </p:attrNameLst>
                                      </p:cBhvr>
                                      <p:tavLst>
                                        <p:tav tm="0">
                                          <p:val>
                                            <p:strVal val="#ppt_w*0.70"/>
                                          </p:val>
                                        </p:tav>
                                        <p:tav tm="100000">
                                          <p:val>
                                            <p:strVal val="#ppt_w"/>
                                          </p:val>
                                        </p:tav>
                                      </p:tavLst>
                                    </p:anim>
                                    <p:anim calcmode="lin" valueType="num">
                                      <p:cBhvr>
                                        <p:cTn id="32" dur="1000" fill="hold"/>
                                        <p:tgtEl>
                                          <p:spTgt spid="90172"/>
                                        </p:tgtEl>
                                        <p:attrNameLst>
                                          <p:attrName>ppt_h</p:attrName>
                                        </p:attrNameLst>
                                      </p:cBhvr>
                                      <p:tavLst>
                                        <p:tav tm="0">
                                          <p:val>
                                            <p:strVal val="#ppt_h"/>
                                          </p:val>
                                        </p:tav>
                                        <p:tav tm="100000">
                                          <p:val>
                                            <p:strVal val="#ppt_h"/>
                                          </p:val>
                                        </p:tav>
                                      </p:tavLst>
                                    </p:anim>
                                    <p:animEffect transition="in" filter="fade">
                                      <p:cBhvr>
                                        <p:cTn id="33" dur="1000"/>
                                        <p:tgtEl>
                                          <p:spTgt spid="9017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0169" grpId="0"/>
      <p:bldP spid="90169" grpId="1"/>
    </p:bldLst>
  </p:timing>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1876" name="Rectangle 4"/>
          <p:cNvSpPr>
            <a:spLocks noChangeArrowheads="1"/>
          </p:cNvSpPr>
          <p:nvPr/>
        </p:nvSpPr>
        <p:spPr bwMode="auto">
          <a:xfrm>
            <a:off x="457200" y="0"/>
            <a:ext cx="5832475" cy="647700"/>
          </a:xfrm>
          <a:prstGeom prst="rect">
            <a:avLst/>
          </a:prstGeom>
          <a:solidFill>
            <a:schemeClr val="bg1"/>
          </a:solidFill>
          <a:ln>
            <a:noFill/>
          </a:ln>
          <a:effectLst>
            <a:outerShdw blurRad="63500" dist="38099" dir="2700000" algn="ctr" rotWithShape="0">
              <a:srgbClr val="000000">
                <a:alpha val="74998"/>
              </a:srgbClr>
            </a:outerShdw>
          </a:effectLst>
        </p:spPr>
        <p:txBody>
          <a:bodyPr anchor="ctr"/>
          <a:lstStyle/>
          <a:p>
            <a:pPr eaLnBrk="1" hangingPunct="1"/>
            <a:r>
              <a:rPr lang="en-US" altLang="zh-CN" sz="2800" dirty="0">
                <a:effectLst>
                  <a:outerShdw blurRad="38100" dist="38100" dir="2700000" algn="tl">
                    <a:srgbClr val="000000"/>
                  </a:outerShdw>
                </a:effectLst>
                <a:ea typeface="黑体" panose="02010609060101010101" charset="-122"/>
              </a:rPr>
              <a:t>§5.8  </a:t>
            </a:r>
            <a:r>
              <a:rPr lang="zh-CN" altLang="en-US" sz="2800" dirty="0">
                <a:effectLst>
                  <a:outerShdw blurRad="38100" dist="38100" dir="2700000" algn="tl">
                    <a:srgbClr val="000000"/>
                  </a:outerShdw>
                </a:effectLst>
                <a:ea typeface="黑体" panose="02010609060101010101" charset="-122"/>
              </a:rPr>
              <a:t>连续时间系统的模拟框图</a:t>
            </a:r>
            <a:endParaRPr lang="zh-CN" altLang="en-US" sz="2800" dirty="0">
              <a:effectLst>
                <a:outerShdw blurRad="38100" dist="38100" dir="2700000" algn="tl">
                  <a:srgbClr val="000000"/>
                </a:outerShdw>
              </a:effectLst>
              <a:ea typeface="黑体" panose="02010609060101010101" charset="-122"/>
            </a:endParaRPr>
          </a:p>
        </p:txBody>
      </p:sp>
      <p:sp>
        <p:nvSpPr>
          <p:cNvPr id="6" name="日期占位符 5"/>
          <p:cNvSpPr txBox="1">
            <a:spLocks noGrp="1"/>
          </p:cNvSpPr>
          <p:nvPr>
            <p:ph type="dt" sz="half" idx="2"/>
          </p:nvPr>
        </p:nvSpPr>
        <p:spPr bwMode="auto">
          <a:xfrm>
            <a:off x="0" y="6538913"/>
            <a:ext cx="1139825" cy="319088"/>
          </a:xfrm>
          <a:prstGeom prst="rect">
            <a:avLst/>
          </a:prstGeom>
          <a:noFill/>
          <a:ln w="9525">
            <a:noFill/>
            <a:miter lim="800000"/>
          </a:ln>
          <a:effectLst/>
        </p:spPr>
        <p:txBody>
          <a:bodyPr vert="horz" wrap="square" lIns="91440" tIns="45720" rIns="91440" bIns="45720" numCol="1" anchor="t" anchorCtr="0" compatLnSpc="1"/>
          <a:lstStyle>
            <a:defPPr>
              <a:defRPr lang="en-US"/>
            </a:defPPr>
            <a:lvl1pPr marL="0" lvl="0" indent="0" algn="l" defTabSz="914400" rtl="0" eaLnBrk="0" fontAlgn="base" latinLnBrk="0" hangingPunct="0">
              <a:lnSpc>
                <a:spcPct val="100000"/>
              </a:lnSpc>
              <a:spcBef>
                <a:spcPct val="0"/>
              </a:spcBef>
              <a:spcAft>
                <a:spcPct val="0"/>
              </a:spcAft>
              <a:buClrTx/>
              <a:buFontTx/>
              <a:buNone/>
              <a:defRPr sz="1200" b="1" i="0" u="none" kern="1200" baseline="0">
                <a:solidFill>
                  <a:schemeClr val="tx1"/>
                </a:solidFill>
                <a:latin typeface="+mn-lt"/>
                <a:ea typeface="+mj-ea"/>
                <a:cs typeface="+mn-cs"/>
              </a:defRPr>
            </a:lvl1pPr>
            <a:lvl2pPr marL="457200" lvl="1" indent="0" algn="l" defTabSz="914400" rtl="0" eaLnBrk="0" fontAlgn="base" latinLnBrk="0" hangingPunct="0">
              <a:lnSpc>
                <a:spcPct val="100000"/>
              </a:lnSpc>
              <a:spcBef>
                <a:spcPct val="0"/>
              </a:spcBef>
              <a:spcAft>
                <a:spcPct val="0"/>
              </a:spcAft>
              <a:buNone/>
              <a:defRPr sz="2800" b="1" i="0" u="none" kern="1200" baseline="0">
                <a:solidFill>
                  <a:schemeClr val="tx1"/>
                </a:solidFill>
                <a:latin typeface="黑体" panose="02010609060101010101" charset="-122"/>
                <a:ea typeface="黑体" panose="02010609060101010101" charset="-122"/>
                <a:cs typeface="+mn-cs"/>
              </a:defRPr>
            </a:lvl2pPr>
            <a:lvl3pPr marL="914400" lvl="2" indent="0" algn="l" defTabSz="914400" rtl="0" eaLnBrk="0" fontAlgn="base" latinLnBrk="0" hangingPunct="0">
              <a:lnSpc>
                <a:spcPct val="100000"/>
              </a:lnSpc>
              <a:spcBef>
                <a:spcPct val="0"/>
              </a:spcBef>
              <a:spcAft>
                <a:spcPct val="0"/>
              </a:spcAft>
              <a:buNone/>
              <a:defRPr sz="2800" b="1" i="0" u="none" kern="1200" baseline="0">
                <a:solidFill>
                  <a:schemeClr val="tx1"/>
                </a:solidFill>
                <a:latin typeface="黑体" panose="02010609060101010101" charset="-122"/>
                <a:ea typeface="黑体" panose="02010609060101010101" charset="-122"/>
                <a:cs typeface="+mn-cs"/>
              </a:defRPr>
            </a:lvl3pPr>
            <a:lvl4pPr marL="1371600" lvl="3" indent="0" algn="l" defTabSz="914400" rtl="0" eaLnBrk="0" fontAlgn="base" latinLnBrk="0" hangingPunct="0">
              <a:lnSpc>
                <a:spcPct val="100000"/>
              </a:lnSpc>
              <a:spcBef>
                <a:spcPct val="0"/>
              </a:spcBef>
              <a:spcAft>
                <a:spcPct val="0"/>
              </a:spcAft>
              <a:buNone/>
              <a:defRPr sz="2800" b="1" i="0" u="none" kern="1200" baseline="0">
                <a:solidFill>
                  <a:schemeClr val="tx1"/>
                </a:solidFill>
                <a:latin typeface="黑体" panose="02010609060101010101" charset="-122"/>
                <a:ea typeface="黑体" panose="02010609060101010101" charset="-122"/>
                <a:cs typeface="+mn-cs"/>
              </a:defRPr>
            </a:lvl4pPr>
            <a:lvl5pPr marL="1828800" lvl="4" indent="0" algn="l" defTabSz="914400" rtl="0" eaLnBrk="0" fontAlgn="base" latinLnBrk="0" hangingPunct="0">
              <a:lnSpc>
                <a:spcPct val="100000"/>
              </a:lnSpc>
              <a:spcBef>
                <a:spcPct val="0"/>
              </a:spcBef>
              <a:spcAft>
                <a:spcPct val="0"/>
              </a:spcAft>
              <a:buNone/>
              <a:defRPr sz="2800" b="1" i="0" u="none" kern="1200" baseline="0">
                <a:solidFill>
                  <a:schemeClr val="tx1"/>
                </a:solidFill>
                <a:latin typeface="黑体" panose="02010609060101010101" charset="-122"/>
                <a:ea typeface="黑体" panose="02010609060101010101" charset="-122"/>
                <a:cs typeface="+mn-cs"/>
              </a:defRPr>
            </a:lvl5pPr>
            <a:lvl6pPr marL="2286000" lvl="5" indent="0" algn="l" defTabSz="914400" rtl="0" eaLnBrk="0" fontAlgn="base" latinLnBrk="0" hangingPunct="0">
              <a:lnSpc>
                <a:spcPct val="100000"/>
              </a:lnSpc>
              <a:spcBef>
                <a:spcPct val="0"/>
              </a:spcBef>
              <a:spcAft>
                <a:spcPct val="0"/>
              </a:spcAft>
              <a:buNone/>
              <a:defRPr sz="2800" b="1" i="0" u="none" kern="1200" baseline="0">
                <a:solidFill>
                  <a:schemeClr val="tx1"/>
                </a:solidFill>
                <a:latin typeface="黑体" panose="02010609060101010101" charset="-122"/>
                <a:ea typeface="黑体" panose="02010609060101010101" charset="-122"/>
                <a:cs typeface="+mn-cs"/>
              </a:defRPr>
            </a:lvl6pPr>
            <a:lvl7pPr marL="2743200" lvl="6" indent="0" algn="l" defTabSz="914400" rtl="0" eaLnBrk="0" fontAlgn="base" latinLnBrk="0" hangingPunct="0">
              <a:lnSpc>
                <a:spcPct val="100000"/>
              </a:lnSpc>
              <a:spcBef>
                <a:spcPct val="0"/>
              </a:spcBef>
              <a:spcAft>
                <a:spcPct val="0"/>
              </a:spcAft>
              <a:buNone/>
              <a:defRPr sz="2800" b="1" i="0" u="none" kern="1200" baseline="0">
                <a:solidFill>
                  <a:schemeClr val="tx1"/>
                </a:solidFill>
                <a:latin typeface="黑体" panose="02010609060101010101" charset="-122"/>
                <a:ea typeface="黑体" panose="02010609060101010101" charset="-122"/>
                <a:cs typeface="+mn-cs"/>
              </a:defRPr>
            </a:lvl7pPr>
            <a:lvl8pPr marL="3200400" lvl="7" indent="0" algn="l" defTabSz="914400" rtl="0" eaLnBrk="0" fontAlgn="base" latinLnBrk="0" hangingPunct="0">
              <a:lnSpc>
                <a:spcPct val="100000"/>
              </a:lnSpc>
              <a:spcBef>
                <a:spcPct val="0"/>
              </a:spcBef>
              <a:spcAft>
                <a:spcPct val="0"/>
              </a:spcAft>
              <a:buNone/>
              <a:defRPr sz="2800" b="1" i="0" u="none" kern="1200" baseline="0">
                <a:solidFill>
                  <a:schemeClr val="tx1"/>
                </a:solidFill>
                <a:latin typeface="黑体" panose="02010609060101010101" charset="-122"/>
                <a:ea typeface="黑体" panose="02010609060101010101" charset="-122"/>
                <a:cs typeface="+mn-cs"/>
              </a:defRPr>
            </a:lvl8pPr>
            <a:lvl9pPr marL="3657600" lvl="8" indent="0" algn="l" defTabSz="914400" rtl="0" eaLnBrk="0" fontAlgn="base" latinLnBrk="0" hangingPunct="0">
              <a:lnSpc>
                <a:spcPct val="100000"/>
              </a:lnSpc>
              <a:spcBef>
                <a:spcPct val="0"/>
              </a:spcBef>
              <a:spcAft>
                <a:spcPct val="0"/>
              </a:spcAft>
              <a:buNone/>
              <a:defRPr sz="2800" b="1" i="0" u="none" kern="1200" baseline="0">
                <a:solidFill>
                  <a:schemeClr val="tx1"/>
                </a:solidFill>
                <a:latin typeface="黑体" panose="02010609060101010101" charset="-122"/>
                <a:ea typeface="黑体" panose="02010609060101010101" charset="-122"/>
                <a:cs typeface="+mn-cs"/>
              </a:defRPr>
            </a:lvl9pPr>
          </a:lstStyle>
          <a:p>
            <a:pPr marL="0" marR="0" lvl="0" indent="0" algn="l" defTabSz="914400" rtl="0" eaLnBrk="1" fontAlgn="base" latinLnBrk="0" hangingPunct="1">
              <a:lnSpc>
                <a:spcPct val="100000"/>
              </a:lnSpc>
              <a:spcBef>
                <a:spcPct val="0"/>
              </a:spcBef>
              <a:spcAft>
                <a:spcPct val="0"/>
              </a:spcAft>
              <a:buClrTx/>
              <a:buSzTx/>
              <a:buFontTx/>
              <a:buNone/>
              <a:defRPr/>
            </a:pPr>
            <a:fld id="{8D13605D-0E25-4FFD-9E3A-62B255E7104E}" type="datetime1">
              <a:rPr lang="zh-CN" altLang="en-US" smtClean="0"/>
            </a:fld>
            <a:endParaRPr kumimoji="0" lang="zh-CN" altLang="en-US" sz="1200" b="1" i="0" u="none" strike="noStrike" kern="1200" cap="none" spc="0" normalizeH="0" baseline="0" noProof="0">
              <a:ln>
                <a:noFill/>
              </a:ln>
              <a:solidFill>
                <a:schemeClr val="tx1"/>
              </a:solidFill>
              <a:effectLst/>
              <a:uLnTx/>
              <a:uFillTx/>
              <a:latin typeface="+mn-lt"/>
              <a:ea typeface="+mj-ea"/>
              <a:cs typeface="+mn-cs"/>
            </a:endParaRPr>
          </a:p>
        </p:txBody>
      </p:sp>
      <p:pic>
        <p:nvPicPr>
          <p:cNvPr id="2" name="图片 1"/>
          <p:cNvPicPr>
            <a:picLocks noChangeAspect="1"/>
          </p:cNvPicPr>
          <p:nvPr/>
        </p:nvPicPr>
        <p:blipFill>
          <a:blip r:embed="rId1"/>
          <a:stretch>
            <a:fillRect/>
          </a:stretch>
        </p:blipFill>
        <p:spPr>
          <a:xfrm>
            <a:off x="921494" y="801350"/>
            <a:ext cx="7776864" cy="1681531"/>
          </a:xfrm>
          <a:prstGeom prst="rect">
            <a:avLst/>
          </a:prstGeom>
        </p:spPr>
      </p:pic>
      <p:pic>
        <p:nvPicPr>
          <p:cNvPr id="4" name="图片 3"/>
          <p:cNvPicPr>
            <a:picLocks noChangeAspect="1"/>
          </p:cNvPicPr>
          <p:nvPr/>
        </p:nvPicPr>
        <p:blipFill>
          <a:blip r:embed="rId2"/>
          <a:stretch>
            <a:fillRect/>
          </a:stretch>
        </p:blipFill>
        <p:spPr>
          <a:xfrm>
            <a:off x="1043607" y="2573529"/>
            <a:ext cx="7488832" cy="1654952"/>
          </a:xfrm>
          <a:prstGeom prst="rect">
            <a:avLst/>
          </a:prstGeom>
        </p:spPr>
      </p:pic>
      <p:sp>
        <p:nvSpPr>
          <p:cNvPr id="21" name="文本框 20"/>
          <p:cNvSpPr txBox="1"/>
          <p:nvPr/>
        </p:nvSpPr>
        <p:spPr>
          <a:xfrm>
            <a:off x="827584" y="4215783"/>
            <a:ext cx="8227049" cy="1085425"/>
          </a:xfrm>
          <a:prstGeom prst="rect">
            <a:avLst/>
          </a:prstGeom>
          <a:noFill/>
        </p:spPr>
        <p:txBody>
          <a:bodyPr wrap="square" rtlCol="0">
            <a:spAutoFit/>
          </a:bodyPr>
          <a:lstStyle/>
          <a:p>
            <a:pPr>
              <a:lnSpc>
                <a:spcPct val="150000"/>
              </a:lnSpc>
            </a:pPr>
            <a:r>
              <a:rPr lang="zh-CN" altLang="en-US" sz="2300" b="0" dirty="0">
                <a:solidFill>
                  <a:srgbClr val="000000"/>
                </a:solidFill>
              </a:rPr>
              <a:t>      模拟框仍然是数学意义上的模拟，</a:t>
            </a:r>
            <a:r>
              <a:rPr lang="zh-CN" altLang="en-US" sz="2300" b="0" dirty="0">
                <a:solidFill>
                  <a:srgbClr val="FF0000"/>
                </a:solidFill>
              </a:rPr>
              <a:t>但是必须是物理可实现的。</a:t>
            </a:r>
            <a:endParaRPr lang="zh-CN" altLang="en-US" sz="2300" b="0" dirty="0">
              <a:solidFill>
                <a:srgbClr val="FF0000"/>
              </a:solidFill>
            </a:endParaRPr>
          </a:p>
        </p:txBody>
      </p:sp>
      <p:grpSp>
        <p:nvGrpSpPr>
          <p:cNvPr id="30" name="组合 29"/>
          <p:cNvGrpSpPr/>
          <p:nvPr/>
        </p:nvGrpSpPr>
        <p:grpSpPr>
          <a:xfrm>
            <a:off x="972159" y="5085184"/>
            <a:ext cx="7848592" cy="1901305"/>
            <a:chOff x="972159" y="5085184"/>
            <a:chExt cx="7848592" cy="1901305"/>
          </a:xfrm>
        </p:grpSpPr>
        <p:pic>
          <p:nvPicPr>
            <p:cNvPr id="22" name="图片 21"/>
            <p:cNvPicPr>
              <a:picLocks noChangeAspect="1"/>
            </p:cNvPicPr>
            <p:nvPr/>
          </p:nvPicPr>
          <p:blipFill>
            <a:blip r:embed="rId3"/>
            <a:stretch>
              <a:fillRect/>
            </a:stretch>
          </p:blipFill>
          <p:spPr>
            <a:xfrm>
              <a:off x="972159" y="5232541"/>
              <a:ext cx="7848592" cy="1615313"/>
            </a:xfrm>
            <a:prstGeom prst="rect">
              <a:avLst/>
            </a:prstGeom>
          </p:spPr>
        </p:pic>
        <p:sp>
          <p:nvSpPr>
            <p:cNvPr id="23" name="矩形 22"/>
            <p:cNvSpPr/>
            <p:nvPr/>
          </p:nvSpPr>
          <p:spPr bwMode="auto">
            <a:xfrm>
              <a:off x="3453852" y="5085184"/>
              <a:ext cx="1656184" cy="576064"/>
            </a:xfrm>
            <a:prstGeom prst="rect">
              <a:avLst/>
            </a:prstGeom>
            <a:solidFill>
              <a:srgbClr val="FFFF00">
                <a:alpha val="50000"/>
              </a:srgbClr>
            </a:solidFill>
            <a:ln w="9525" cap="flat" cmpd="sng" algn="ctr">
              <a:solidFill>
                <a:schemeClr val="tx1">
                  <a:alpha val="0"/>
                </a:schemeClr>
              </a:solidFill>
              <a:prstDash val="solid"/>
              <a:miter lim="800000"/>
              <a:headEnd type="none" w="med" len="med"/>
              <a:tailEnd type="none" w="med" len="med"/>
            </a:ln>
            <a:effectLst/>
          </p:spPr>
          <p:txBody>
            <a:bodyPr vert="horz" wrap="non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1" i="0" u="none" strike="noStrike" cap="none" normalizeH="0" baseline="0">
                <a:ln>
                  <a:solidFill>
                    <a:srgbClr val="006600"/>
                  </a:solidFill>
                </a:ln>
                <a:solidFill>
                  <a:srgbClr val="FFFF00"/>
                </a:solidFill>
                <a:effectLst/>
                <a:latin typeface="Arial" panose="020B0604020202020204" pitchFamily="34" charset="0"/>
                <a:ea typeface="宋体" panose="02010600030101010101" pitchFamily="2" charset="-122"/>
              </a:endParaRPr>
            </a:p>
          </p:txBody>
        </p:sp>
        <p:sp>
          <p:nvSpPr>
            <p:cNvPr id="55" name="矩形 54"/>
            <p:cNvSpPr/>
            <p:nvPr/>
          </p:nvSpPr>
          <p:spPr bwMode="auto">
            <a:xfrm>
              <a:off x="8127816" y="5237584"/>
              <a:ext cx="692935" cy="423664"/>
            </a:xfrm>
            <a:prstGeom prst="rect">
              <a:avLst/>
            </a:prstGeom>
            <a:solidFill>
              <a:srgbClr val="FFFF00">
                <a:alpha val="50000"/>
              </a:srgbClr>
            </a:solidFill>
            <a:ln w="9525" cap="flat" cmpd="sng" algn="ctr">
              <a:solidFill>
                <a:schemeClr val="tx1">
                  <a:alpha val="0"/>
                </a:schemeClr>
              </a:solidFill>
              <a:prstDash val="solid"/>
              <a:miter lim="800000"/>
              <a:headEnd type="none" w="med" len="med"/>
              <a:tailEnd type="none" w="med" len="med"/>
            </a:ln>
            <a:effectLst/>
          </p:spPr>
          <p:txBody>
            <a:bodyPr vert="horz" wrap="non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1" i="0" u="none" strike="noStrike" cap="none" normalizeH="0" baseline="0">
                <a:ln>
                  <a:solidFill>
                    <a:srgbClr val="006600"/>
                  </a:solidFill>
                </a:ln>
                <a:solidFill>
                  <a:srgbClr val="FFFF00"/>
                </a:solidFill>
                <a:effectLst/>
                <a:latin typeface="Arial" panose="020B0604020202020204" pitchFamily="34" charset="0"/>
                <a:ea typeface="宋体" panose="02010600030101010101" pitchFamily="2" charset="-122"/>
              </a:endParaRPr>
            </a:p>
          </p:txBody>
        </p:sp>
        <p:sp>
          <p:nvSpPr>
            <p:cNvPr id="56" name="矩形 55"/>
            <p:cNvSpPr/>
            <p:nvPr/>
          </p:nvSpPr>
          <p:spPr bwMode="auto">
            <a:xfrm>
              <a:off x="3453852" y="5811316"/>
              <a:ext cx="1394571" cy="576064"/>
            </a:xfrm>
            <a:prstGeom prst="rect">
              <a:avLst/>
            </a:prstGeom>
            <a:solidFill>
              <a:srgbClr val="00B050">
                <a:alpha val="50000"/>
              </a:srgbClr>
            </a:solidFill>
            <a:ln w="9525" cap="flat" cmpd="sng" algn="ctr">
              <a:solidFill>
                <a:schemeClr val="tx1">
                  <a:alpha val="0"/>
                </a:schemeClr>
              </a:solidFill>
              <a:prstDash val="solid"/>
              <a:miter lim="800000"/>
              <a:headEnd type="none" w="med" len="med"/>
              <a:tailEnd type="none" w="med" len="med"/>
            </a:ln>
            <a:effectLst/>
          </p:spPr>
          <p:txBody>
            <a:bodyPr vert="horz" wrap="non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1" i="0" u="none" strike="noStrike" cap="none" normalizeH="0" baseline="0">
                <a:ln>
                  <a:solidFill>
                    <a:srgbClr val="006600"/>
                  </a:solidFill>
                </a:ln>
                <a:solidFill>
                  <a:srgbClr val="FFFF00"/>
                </a:solidFill>
                <a:effectLst/>
                <a:latin typeface="Arial" panose="020B0604020202020204" pitchFamily="34" charset="0"/>
                <a:ea typeface="宋体" panose="02010600030101010101" pitchFamily="2" charset="-122"/>
              </a:endParaRPr>
            </a:p>
          </p:txBody>
        </p:sp>
        <p:sp>
          <p:nvSpPr>
            <p:cNvPr id="57" name="矩形 56"/>
            <p:cNvSpPr/>
            <p:nvPr/>
          </p:nvSpPr>
          <p:spPr bwMode="auto">
            <a:xfrm>
              <a:off x="993059" y="5805264"/>
              <a:ext cx="1394571" cy="576064"/>
            </a:xfrm>
            <a:prstGeom prst="rect">
              <a:avLst/>
            </a:prstGeom>
            <a:solidFill>
              <a:srgbClr val="FFFF00">
                <a:alpha val="50000"/>
              </a:srgbClr>
            </a:solidFill>
            <a:ln w="9525" cap="flat" cmpd="sng" algn="ctr">
              <a:solidFill>
                <a:schemeClr val="tx1">
                  <a:alpha val="0"/>
                </a:schemeClr>
              </a:solidFill>
              <a:prstDash val="solid"/>
              <a:miter lim="800000"/>
              <a:headEnd type="none" w="med" len="med"/>
              <a:tailEnd type="none" w="med" len="med"/>
            </a:ln>
            <a:effectLst/>
          </p:spPr>
          <p:txBody>
            <a:bodyPr vert="horz" wrap="non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1" i="0" u="none" strike="noStrike" cap="none" normalizeH="0" baseline="0">
                <a:ln>
                  <a:solidFill>
                    <a:srgbClr val="006600"/>
                  </a:solidFill>
                </a:ln>
                <a:solidFill>
                  <a:srgbClr val="FFFF00"/>
                </a:solidFill>
                <a:effectLst/>
                <a:latin typeface="Arial" panose="020B0604020202020204" pitchFamily="34" charset="0"/>
                <a:ea typeface="宋体" panose="02010600030101010101" pitchFamily="2" charset="-122"/>
              </a:endParaRPr>
            </a:p>
          </p:txBody>
        </p:sp>
        <p:sp>
          <p:nvSpPr>
            <p:cNvPr id="58" name="矩形 57"/>
            <p:cNvSpPr/>
            <p:nvPr/>
          </p:nvSpPr>
          <p:spPr bwMode="auto">
            <a:xfrm>
              <a:off x="1328424" y="6410425"/>
              <a:ext cx="1947432" cy="576064"/>
            </a:xfrm>
            <a:prstGeom prst="rect">
              <a:avLst/>
            </a:prstGeom>
            <a:solidFill>
              <a:srgbClr val="00B050">
                <a:alpha val="50000"/>
              </a:srgbClr>
            </a:solidFill>
            <a:ln w="9525" cap="flat" cmpd="sng" algn="ctr">
              <a:solidFill>
                <a:schemeClr val="tx1">
                  <a:alpha val="0"/>
                </a:schemeClr>
              </a:solidFill>
              <a:prstDash val="solid"/>
              <a:miter lim="800000"/>
              <a:headEnd type="none" w="med" len="med"/>
              <a:tailEnd type="none" w="med" len="med"/>
            </a:ln>
            <a:effectLst/>
          </p:spPr>
          <p:txBody>
            <a:bodyPr vert="horz" wrap="non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1" i="0" u="none" strike="noStrike" cap="none" normalizeH="0" baseline="0">
                <a:ln>
                  <a:solidFill>
                    <a:srgbClr val="006600"/>
                  </a:solidFill>
                </a:ln>
                <a:solidFill>
                  <a:srgbClr val="FFFF00"/>
                </a:solidFill>
                <a:effectLst/>
                <a:latin typeface="Arial" panose="020B0604020202020204" pitchFamily="34" charset="0"/>
                <a:ea typeface="宋体" panose="02010600030101010101" pitchFamily="2" charset="-122"/>
              </a:endParaRPr>
            </a:p>
          </p:txBody>
        </p:sp>
      </p:grpSp>
      <p:sp>
        <p:nvSpPr>
          <p:cNvPr id="3" name="墨迹 2"/>
          <p:cNvSpPr/>
          <p:nvPr/>
        </p:nvSpPr>
        <p:spPr bwMode="auto">
          <a:xfrm>
            <a:off x="1110960" y="1242000"/>
            <a:ext cx="7466760" cy="3485520"/>
          </a:xfrm>
        </p:spPr>
      </p:sp>
    </p:spTree>
    <p:custDataLst>
      <p:tags r:id="rId4"/>
    </p:custDataLst>
  </p:cSld>
  <p:clrMapOvr>
    <a:masterClrMapping/>
  </p:clrMapOvr>
  <mc:AlternateContent xmlns:mc="http://schemas.openxmlformats.org/markup-compatibility/2006">
    <mc:Choice xmlns:p14="http://schemas.microsoft.com/office/powerpoint/2010/main" Requires="p14">
      <p:transition spd="slow" p14:dur="2000" advTm="240816"/>
    </mc:Choice>
    <mc:Fallback>
      <p:transition spd="slow" advTm="240816"/>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nodeType="withEffect">
                                  <p:stCondLst>
                                    <p:cond delay="0"/>
                                  </p:stCondLst>
                                  <p:childTnLst>
                                    <p:set>
                                      <p:cBhvr>
                                        <p:cTn id="6" dur="1" fill="hold">
                                          <p:stCondLst>
                                            <p:cond delay="0"/>
                                          </p:stCondLst>
                                        </p:cTn>
                                        <p:tgtEl>
                                          <p:spTgt spid="3"/>
                                        </p:tgtEl>
                                        <p:attrNameLst>
                                          <p:attrName>style.visibility</p:attrName>
                                        </p:attrNameLst>
                                      </p:cBhvr>
                                      <p:to>
                                        <p:strVal val="visible"/>
                                      </p:to>
                                    </p:set>
                                    <p:cmd type="call" cmd="playFrom(0.0)">
                                      <p:cBhvr>
                                        <p:cTn id="7" dur="1" fill="hold"/>
                                        <p:tgtEl>
                                          <p:spTgt spid="3"/>
                                        </p:tgtEl>
                                      </p:cBhvr>
                                    </p:cmd>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1000"/>
                                        <p:tgtEl>
                                          <p:spTgt spid="4"/>
                                        </p:tgtEl>
                                      </p:cBhvr>
                                    </p:animEffect>
                                    <p:anim calcmode="lin" valueType="num">
                                      <p:cBhvr>
                                        <p:cTn id="13" dur="1000" fill="hold"/>
                                        <p:tgtEl>
                                          <p:spTgt spid="4"/>
                                        </p:tgtEl>
                                        <p:attrNameLst>
                                          <p:attrName>ppt_x</p:attrName>
                                        </p:attrNameLst>
                                      </p:cBhvr>
                                      <p:tavLst>
                                        <p:tav tm="0">
                                          <p:val>
                                            <p:strVal val="#ppt_x"/>
                                          </p:val>
                                        </p:tav>
                                        <p:tav tm="100000">
                                          <p:val>
                                            <p:strVal val="#ppt_x"/>
                                          </p:val>
                                        </p:tav>
                                      </p:tavLst>
                                    </p:anim>
                                    <p:anim calcmode="lin" valueType="num">
                                      <p:cBhvr>
                                        <p:cTn id="14"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21"/>
                                        </p:tgtEl>
                                        <p:attrNameLst>
                                          <p:attrName>style.visibility</p:attrName>
                                        </p:attrNameLst>
                                      </p:cBhvr>
                                      <p:to>
                                        <p:strVal val="visible"/>
                                      </p:to>
                                    </p:set>
                                    <p:anim calcmode="lin" valueType="num">
                                      <p:cBhvr additive="base">
                                        <p:cTn id="19" dur="500" fill="hold"/>
                                        <p:tgtEl>
                                          <p:spTgt spid="21"/>
                                        </p:tgtEl>
                                        <p:attrNameLst>
                                          <p:attrName>ppt_x</p:attrName>
                                        </p:attrNameLst>
                                      </p:cBhvr>
                                      <p:tavLst>
                                        <p:tav tm="0">
                                          <p:val>
                                            <p:strVal val="#ppt_x"/>
                                          </p:val>
                                        </p:tav>
                                        <p:tav tm="100000">
                                          <p:val>
                                            <p:strVal val="#ppt_x"/>
                                          </p:val>
                                        </p:tav>
                                      </p:tavLst>
                                    </p:anim>
                                    <p:anim calcmode="lin" valueType="num">
                                      <p:cBhvr additive="base">
                                        <p:cTn id="20" dur="500" fill="hold"/>
                                        <p:tgtEl>
                                          <p:spTgt spid="21"/>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0"/>
                                        </p:tgtEl>
                                        <p:attrNameLst>
                                          <p:attrName>style.visibility</p:attrName>
                                        </p:attrNameLst>
                                      </p:cBhvr>
                                      <p:to>
                                        <p:strVal val="visible"/>
                                      </p:to>
                                    </p:set>
                                    <p:anim calcmode="lin" valueType="num">
                                      <p:cBhvr additive="base">
                                        <p:cTn id="25" dur="500" fill="hold"/>
                                        <p:tgtEl>
                                          <p:spTgt spid="30"/>
                                        </p:tgtEl>
                                        <p:attrNameLst>
                                          <p:attrName>ppt_x</p:attrName>
                                        </p:attrNameLst>
                                      </p:cBhvr>
                                      <p:tavLst>
                                        <p:tav tm="0">
                                          <p:val>
                                            <p:strVal val="#ppt_x"/>
                                          </p:val>
                                        </p:tav>
                                        <p:tav tm="100000">
                                          <p:val>
                                            <p:strVal val="#ppt_x"/>
                                          </p:val>
                                        </p:tav>
                                      </p:tavLst>
                                    </p:anim>
                                    <p:anim calcmode="lin" valueType="num">
                                      <p:cBhvr additive="base">
                                        <p:cTn id="26" dur="500" fill="hold"/>
                                        <p:tgtEl>
                                          <p:spTgt spid="3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Lst>
  </p:timing>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1875" name="Rectangle 3"/>
          <p:cNvSpPr/>
          <p:nvPr/>
        </p:nvSpPr>
        <p:spPr>
          <a:xfrm>
            <a:off x="1163638" y="2225675"/>
            <a:ext cx="7612062" cy="1203325"/>
          </a:xfrm>
          <a:prstGeom prst="rect">
            <a:avLst/>
          </a:prstGeom>
          <a:noFill/>
          <a:ln w="9525">
            <a:noFill/>
          </a:ln>
        </p:spPr>
        <p:txBody>
          <a:bodyPr>
            <a:spAutoFit/>
          </a:bodyPr>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Ø"/>
              <a:defRPr sz="2600">
                <a:solidFill>
                  <a:schemeClr val="tx1"/>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ü"/>
              <a:defRPr sz="2300">
                <a:solidFill>
                  <a:schemeClr val="tx1"/>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l"/>
              <a:defRPr sz="2000">
                <a:solidFill>
                  <a:schemeClr val="tx1"/>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mn-lt"/>
                <a:ea typeface="+mn-ea"/>
              </a:defRPr>
            </a:lvl5pPr>
          </a:lstStyle>
          <a:p>
            <a:pPr marL="0" lvl="0" indent="0" eaLnBrk="1" hangingPunct="1">
              <a:lnSpc>
                <a:spcPct val="130000"/>
              </a:lnSpc>
              <a:buNone/>
            </a:pPr>
            <a:r>
              <a:rPr lang="zh-CN" altLang="en-US" sz="2800" b="1" dirty="0">
                <a:latin typeface="Times New Roman" panose="02020603050405020304" pitchFamily="18" charset="0"/>
                <a:ea typeface="华文中宋" panose="02010600040101010101" charset="-122"/>
              </a:rPr>
              <a:t>    离散系统的模拟与连续系统的模拟具有一定的相似之处。</a:t>
            </a:r>
            <a:r>
              <a:rPr lang="zh-CN" altLang="en-US" sz="2800" b="1" dirty="0">
                <a:latin typeface="华文中宋" panose="02010600040101010101" charset="-122"/>
                <a:ea typeface="华文中宋" panose="02010600040101010101" charset="-122"/>
              </a:rPr>
              <a:t>     </a:t>
            </a:r>
            <a:endParaRPr lang="zh-CN" altLang="en-US" sz="2800" b="1" dirty="0">
              <a:latin typeface="Times New Roman" panose="02020603050405020304" pitchFamily="18" charset="0"/>
              <a:ea typeface="华文中宋" panose="02010600040101010101" charset="-122"/>
            </a:endParaRPr>
          </a:p>
        </p:txBody>
      </p:sp>
      <p:sp>
        <p:nvSpPr>
          <p:cNvPr id="591876" name="Rectangle 4"/>
          <p:cNvSpPr>
            <a:spLocks noChangeArrowheads="1"/>
          </p:cNvSpPr>
          <p:nvPr/>
        </p:nvSpPr>
        <p:spPr bwMode="auto">
          <a:xfrm>
            <a:off x="457200" y="0"/>
            <a:ext cx="5832475" cy="647700"/>
          </a:xfrm>
          <a:prstGeom prst="rect">
            <a:avLst/>
          </a:prstGeom>
          <a:solidFill>
            <a:schemeClr val="bg1"/>
          </a:solidFill>
          <a:ln>
            <a:noFill/>
          </a:ln>
          <a:effectLst>
            <a:outerShdw blurRad="63500" dist="38099" dir="2700000" algn="ctr" rotWithShape="0">
              <a:srgbClr val="000000">
                <a:alpha val="74998"/>
              </a:srgbClr>
            </a:outerShdw>
          </a:effectLst>
        </p:spPr>
        <p:txBody>
          <a:bodyPr anchor="ctr"/>
          <a:lstStyle/>
          <a:p>
            <a:pPr eaLnBrk="1" hangingPunct="1"/>
            <a:r>
              <a:rPr lang="en-US" altLang="zh-CN" sz="2800" dirty="0">
                <a:effectLst>
                  <a:outerShdw blurRad="38100" dist="38100" dir="2700000" algn="tl">
                    <a:srgbClr val="000000"/>
                  </a:outerShdw>
                </a:effectLst>
                <a:ea typeface="黑体" panose="02010609060101010101" charset="-122"/>
              </a:rPr>
              <a:t>§5.8  </a:t>
            </a:r>
            <a:r>
              <a:rPr lang="zh-CN" altLang="en-US" sz="2800" dirty="0">
                <a:effectLst>
                  <a:outerShdw blurRad="38100" dist="38100" dir="2700000" algn="tl">
                    <a:srgbClr val="000000"/>
                  </a:outerShdw>
                </a:effectLst>
                <a:ea typeface="黑体" panose="02010609060101010101" charset="-122"/>
              </a:rPr>
              <a:t>连续时间系统的模拟</a:t>
            </a:r>
            <a:endParaRPr lang="zh-CN" altLang="en-US" sz="2800" dirty="0">
              <a:effectLst>
                <a:outerShdw blurRad="38100" dist="38100" dir="2700000" algn="tl">
                  <a:srgbClr val="000000"/>
                </a:outerShdw>
              </a:effectLst>
              <a:ea typeface="黑体" panose="02010609060101010101" charset="-122"/>
            </a:endParaRPr>
          </a:p>
        </p:txBody>
      </p:sp>
      <p:sp>
        <p:nvSpPr>
          <p:cNvPr id="6" name="日期占位符 5"/>
          <p:cNvSpPr txBox="1">
            <a:spLocks noGrp="1"/>
          </p:cNvSpPr>
          <p:nvPr>
            <p:ph type="dt" sz="half" idx="2"/>
          </p:nvPr>
        </p:nvSpPr>
        <p:spPr bwMode="auto">
          <a:xfrm>
            <a:off x="0" y="6538913"/>
            <a:ext cx="1139825" cy="319088"/>
          </a:xfrm>
          <a:prstGeom prst="rect">
            <a:avLst/>
          </a:prstGeom>
          <a:noFill/>
          <a:ln w="9525">
            <a:noFill/>
            <a:miter lim="800000"/>
          </a:ln>
          <a:effectLst/>
        </p:spPr>
        <p:txBody>
          <a:bodyPr vert="horz" wrap="square" lIns="91440" tIns="45720" rIns="91440" bIns="45720" numCol="1" anchor="t" anchorCtr="0" compatLnSpc="1"/>
          <a:lstStyle>
            <a:defPPr>
              <a:defRPr lang="en-US"/>
            </a:defPPr>
            <a:lvl1pPr marL="0" lvl="0" indent="0" algn="l" defTabSz="914400" rtl="0" eaLnBrk="0" fontAlgn="base" latinLnBrk="0" hangingPunct="0">
              <a:lnSpc>
                <a:spcPct val="100000"/>
              </a:lnSpc>
              <a:spcBef>
                <a:spcPct val="0"/>
              </a:spcBef>
              <a:spcAft>
                <a:spcPct val="0"/>
              </a:spcAft>
              <a:buClrTx/>
              <a:buFontTx/>
              <a:buNone/>
              <a:defRPr sz="1200" b="1" i="0" u="none" kern="1200" baseline="0">
                <a:solidFill>
                  <a:schemeClr val="tx1"/>
                </a:solidFill>
                <a:latin typeface="+mn-lt"/>
                <a:ea typeface="+mj-ea"/>
                <a:cs typeface="+mn-cs"/>
              </a:defRPr>
            </a:lvl1pPr>
            <a:lvl2pPr marL="457200" lvl="1" indent="0" algn="l" defTabSz="914400" rtl="0" eaLnBrk="0" fontAlgn="base" latinLnBrk="0" hangingPunct="0">
              <a:lnSpc>
                <a:spcPct val="100000"/>
              </a:lnSpc>
              <a:spcBef>
                <a:spcPct val="0"/>
              </a:spcBef>
              <a:spcAft>
                <a:spcPct val="0"/>
              </a:spcAft>
              <a:buNone/>
              <a:defRPr sz="2800" b="1" i="0" u="none" kern="1200" baseline="0">
                <a:solidFill>
                  <a:schemeClr val="tx1"/>
                </a:solidFill>
                <a:latin typeface="黑体" panose="02010609060101010101" charset="-122"/>
                <a:ea typeface="黑体" panose="02010609060101010101" charset="-122"/>
                <a:cs typeface="+mn-cs"/>
              </a:defRPr>
            </a:lvl2pPr>
            <a:lvl3pPr marL="914400" lvl="2" indent="0" algn="l" defTabSz="914400" rtl="0" eaLnBrk="0" fontAlgn="base" latinLnBrk="0" hangingPunct="0">
              <a:lnSpc>
                <a:spcPct val="100000"/>
              </a:lnSpc>
              <a:spcBef>
                <a:spcPct val="0"/>
              </a:spcBef>
              <a:spcAft>
                <a:spcPct val="0"/>
              </a:spcAft>
              <a:buNone/>
              <a:defRPr sz="2800" b="1" i="0" u="none" kern="1200" baseline="0">
                <a:solidFill>
                  <a:schemeClr val="tx1"/>
                </a:solidFill>
                <a:latin typeface="黑体" panose="02010609060101010101" charset="-122"/>
                <a:ea typeface="黑体" panose="02010609060101010101" charset="-122"/>
                <a:cs typeface="+mn-cs"/>
              </a:defRPr>
            </a:lvl3pPr>
            <a:lvl4pPr marL="1371600" lvl="3" indent="0" algn="l" defTabSz="914400" rtl="0" eaLnBrk="0" fontAlgn="base" latinLnBrk="0" hangingPunct="0">
              <a:lnSpc>
                <a:spcPct val="100000"/>
              </a:lnSpc>
              <a:spcBef>
                <a:spcPct val="0"/>
              </a:spcBef>
              <a:spcAft>
                <a:spcPct val="0"/>
              </a:spcAft>
              <a:buNone/>
              <a:defRPr sz="2800" b="1" i="0" u="none" kern="1200" baseline="0">
                <a:solidFill>
                  <a:schemeClr val="tx1"/>
                </a:solidFill>
                <a:latin typeface="黑体" panose="02010609060101010101" charset="-122"/>
                <a:ea typeface="黑体" panose="02010609060101010101" charset="-122"/>
                <a:cs typeface="+mn-cs"/>
              </a:defRPr>
            </a:lvl4pPr>
            <a:lvl5pPr marL="1828800" lvl="4" indent="0" algn="l" defTabSz="914400" rtl="0" eaLnBrk="0" fontAlgn="base" latinLnBrk="0" hangingPunct="0">
              <a:lnSpc>
                <a:spcPct val="100000"/>
              </a:lnSpc>
              <a:spcBef>
                <a:spcPct val="0"/>
              </a:spcBef>
              <a:spcAft>
                <a:spcPct val="0"/>
              </a:spcAft>
              <a:buNone/>
              <a:defRPr sz="2800" b="1" i="0" u="none" kern="1200" baseline="0">
                <a:solidFill>
                  <a:schemeClr val="tx1"/>
                </a:solidFill>
                <a:latin typeface="黑体" panose="02010609060101010101" charset="-122"/>
                <a:ea typeface="黑体" panose="02010609060101010101" charset="-122"/>
                <a:cs typeface="+mn-cs"/>
              </a:defRPr>
            </a:lvl5pPr>
            <a:lvl6pPr marL="2286000" lvl="5" indent="0" algn="l" defTabSz="914400" rtl="0" eaLnBrk="0" fontAlgn="base" latinLnBrk="0" hangingPunct="0">
              <a:lnSpc>
                <a:spcPct val="100000"/>
              </a:lnSpc>
              <a:spcBef>
                <a:spcPct val="0"/>
              </a:spcBef>
              <a:spcAft>
                <a:spcPct val="0"/>
              </a:spcAft>
              <a:buNone/>
              <a:defRPr sz="2800" b="1" i="0" u="none" kern="1200" baseline="0">
                <a:solidFill>
                  <a:schemeClr val="tx1"/>
                </a:solidFill>
                <a:latin typeface="黑体" panose="02010609060101010101" charset="-122"/>
                <a:ea typeface="黑体" panose="02010609060101010101" charset="-122"/>
                <a:cs typeface="+mn-cs"/>
              </a:defRPr>
            </a:lvl6pPr>
            <a:lvl7pPr marL="2743200" lvl="6" indent="0" algn="l" defTabSz="914400" rtl="0" eaLnBrk="0" fontAlgn="base" latinLnBrk="0" hangingPunct="0">
              <a:lnSpc>
                <a:spcPct val="100000"/>
              </a:lnSpc>
              <a:spcBef>
                <a:spcPct val="0"/>
              </a:spcBef>
              <a:spcAft>
                <a:spcPct val="0"/>
              </a:spcAft>
              <a:buNone/>
              <a:defRPr sz="2800" b="1" i="0" u="none" kern="1200" baseline="0">
                <a:solidFill>
                  <a:schemeClr val="tx1"/>
                </a:solidFill>
                <a:latin typeface="黑体" panose="02010609060101010101" charset="-122"/>
                <a:ea typeface="黑体" panose="02010609060101010101" charset="-122"/>
                <a:cs typeface="+mn-cs"/>
              </a:defRPr>
            </a:lvl7pPr>
            <a:lvl8pPr marL="3200400" lvl="7" indent="0" algn="l" defTabSz="914400" rtl="0" eaLnBrk="0" fontAlgn="base" latinLnBrk="0" hangingPunct="0">
              <a:lnSpc>
                <a:spcPct val="100000"/>
              </a:lnSpc>
              <a:spcBef>
                <a:spcPct val="0"/>
              </a:spcBef>
              <a:spcAft>
                <a:spcPct val="0"/>
              </a:spcAft>
              <a:buNone/>
              <a:defRPr sz="2800" b="1" i="0" u="none" kern="1200" baseline="0">
                <a:solidFill>
                  <a:schemeClr val="tx1"/>
                </a:solidFill>
                <a:latin typeface="黑体" panose="02010609060101010101" charset="-122"/>
                <a:ea typeface="黑体" panose="02010609060101010101" charset="-122"/>
                <a:cs typeface="+mn-cs"/>
              </a:defRPr>
            </a:lvl8pPr>
            <a:lvl9pPr marL="3657600" lvl="8" indent="0" algn="l" defTabSz="914400" rtl="0" eaLnBrk="0" fontAlgn="base" latinLnBrk="0" hangingPunct="0">
              <a:lnSpc>
                <a:spcPct val="100000"/>
              </a:lnSpc>
              <a:spcBef>
                <a:spcPct val="0"/>
              </a:spcBef>
              <a:spcAft>
                <a:spcPct val="0"/>
              </a:spcAft>
              <a:buNone/>
              <a:defRPr sz="2800" b="1" i="0" u="none" kern="1200" baseline="0">
                <a:solidFill>
                  <a:schemeClr val="tx1"/>
                </a:solidFill>
                <a:latin typeface="黑体" panose="02010609060101010101" charset="-122"/>
                <a:ea typeface="黑体" panose="02010609060101010101" charset="-122"/>
                <a:cs typeface="+mn-cs"/>
              </a:defRPr>
            </a:lvl9pPr>
          </a:lstStyle>
          <a:p>
            <a:pPr marL="0" marR="0" lvl="0" indent="0" algn="l" defTabSz="914400" rtl="0" eaLnBrk="1" fontAlgn="base" latinLnBrk="0" hangingPunct="1">
              <a:lnSpc>
                <a:spcPct val="100000"/>
              </a:lnSpc>
              <a:spcBef>
                <a:spcPct val="0"/>
              </a:spcBef>
              <a:spcAft>
                <a:spcPct val="0"/>
              </a:spcAft>
              <a:buClrTx/>
              <a:buSzTx/>
              <a:buFontTx/>
              <a:buNone/>
              <a:defRPr/>
            </a:pPr>
            <a:fld id="{8D13605D-0E25-4FFD-9E3A-62B255E7104E}" type="datetime1">
              <a:rPr lang="zh-CN" altLang="en-US" smtClean="0"/>
            </a:fld>
            <a:endParaRPr kumimoji="0" lang="zh-CN" altLang="en-US" sz="1200" b="1" i="0" u="none" strike="noStrike" kern="1200" cap="none" spc="0" normalizeH="0" baseline="0" noProof="0">
              <a:ln>
                <a:noFill/>
              </a:ln>
              <a:solidFill>
                <a:schemeClr val="tx1"/>
              </a:solidFill>
              <a:effectLst/>
              <a:uLnTx/>
              <a:uFillTx/>
              <a:latin typeface="+mn-lt"/>
              <a:ea typeface="+mj-ea"/>
              <a:cs typeface="+mn-cs"/>
            </a:endParaRPr>
          </a:p>
        </p:txBody>
      </p:sp>
      <p:sp>
        <p:nvSpPr>
          <p:cNvPr id="10" name="Rectangle 14"/>
          <p:cNvSpPr/>
          <p:nvPr/>
        </p:nvSpPr>
        <p:spPr>
          <a:xfrm>
            <a:off x="703808" y="2387921"/>
            <a:ext cx="3676651" cy="314325"/>
          </a:xfrm>
          <a:prstGeom prst="rect">
            <a:avLst/>
          </a:prstGeom>
          <a:noFill/>
          <a:ln w="9525">
            <a:noFill/>
          </a:ln>
        </p:spPr>
        <p:txBody>
          <a:bodyPr wrap="square" lIns="0" tIns="0" rIns="0" bIns="0">
            <a:spAutoFit/>
          </a:bodyPr>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Ø"/>
              <a:defRPr sz="2600">
                <a:solidFill>
                  <a:schemeClr val="tx1"/>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ü"/>
              <a:defRPr sz="2300">
                <a:solidFill>
                  <a:schemeClr val="tx1"/>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l"/>
              <a:defRPr sz="2000">
                <a:solidFill>
                  <a:schemeClr val="tx1"/>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mn-lt"/>
                <a:ea typeface="+mn-ea"/>
              </a:defRPr>
            </a:lvl5pPr>
          </a:lstStyle>
          <a:p>
            <a:pPr marL="0" lvl="0" indent="0" eaLnBrk="1" hangingPunct="1">
              <a:lnSpc>
                <a:spcPct val="85000"/>
              </a:lnSpc>
              <a:buNone/>
            </a:pPr>
            <a:r>
              <a:rPr lang="en-US" altLang="zh-CN" sz="2400" dirty="0">
                <a:solidFill>
                  <a:srgbClr val="FF3300"/>
                </a:solidFill>
                <a:latin typeface="黑体" panose="02010609060101010101" charset="-122"/>
              </a:rPr>
              <a:t>1</a:t>
            </a:r>
            <a:r>
              <a:rPr lang="zh-CN" altLang="en-US" sz="2400" dirty="0">
                <a:solidFill>
                  <a:srgbClr val="FF3300"/>
                </a:solidFill>
                <a:latin typeface="黑体" panose="02010609060101010101" charset="-122"/>
              </a:rPr>
              <a:t>）加法器</a:t>
            </a:r>
            <a:endParaRPr lang="zh-CN" altLang="en-US" sz="2400" dirty="0">
              <a:solidFill>
                <a:srgbClr val="FF3300"/>
              </a:solidFill>
              <a:latin typeface="黑体" panose="02010609060101010101" charset="-122"/>
            </a:endParaRPr>
          </a:p>
        </p:txBody>
      </p:sp>
      <p:grpSp>
        <p:nvGrpSpPr>
          <p:cNvPr id="591886" name="组合 591885"/>
          <p:cNvGrpSpPr/>
          <p:nvPr/>
        </p:nvGrpSpPr>
        <p:grpSpPr>
          <a:xfrm>
            <a:off x="2375764" y="2702246"/>
            <a:ext cx="4108450" cy="2341563"/>
            <a:chOff x="2196059" y="2935609"/>
            <a:chExt cx="4108450" cy="2341563"/>
          </a:xfrm>
        </p:grpSpPr>
        <p:grpSp>
          <p:nvGrpSpPr>
            <p:cNvPr id="9" name="Group 3"/>
            <p:cNvGrpSpPr/>
            <p:nvPr/>
          </p:nvGrpSpPr>
          <p:grpSpPr>
            <a:xfrm>
              <a:off x="2988221" y="2935609"/>
              <a:ext cx="3316288" cy="1652588"/>
              <a:chOff x="2412" y="1298"/>
              <a:chExt cx="2089" cy="1041"/>
            </a:xfrm>
          </p:grpSpPr>
          <p:sp>
            <p:nvSpPr>
              <p:cNvPr id="11" name="Text Box 4"/>
              <p:cNvSpPr txBox="1"/>
              <p:nvPr/>
            </p:nvSpPr>
            <p:spPr>
              <a:xfrm>
                <a:off x="3849" y="1427"/>
                <a:ext cx="652" cy="570"/>
              </a:xfrm>
              <a:prstGeom prst="rect">
                <a:avLst/>
              </a:prstGeom>
              <a:noFill/>
              <a:ln w="9525">
                <a:noFill/>
              </a:ln>
            </p:spPr>
            <p:txBody>
              <a:bodyPr wrap="square">
                <a:spAutoFit/>
              </a:bodyPr>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Ø"/>
                  <a:defRPr sz="2600">
                    <a:solidFill>
                      <a:schemeClr val="tx1"/>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ü"/>
                  <a:defRPr sz="2300">
                    <a:solidFill>
                      <a:schemeClr val="tx1"/>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l"/>
                  <a:defRPr sz="2000">
                    <a:solidFill>
                      <a:schemeClr val="tx1"/>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mn-lt"/>
                    <a:ea typeface="+mn-ea"/>
                  </a:defRPr>
                </a:lvl5pPr>
              </a:lstStyle>
              <a:p>
                <a:pPr marL="0" lvl="0" indent="0" eaLnBrk="1" hangingPunct="1">
                  <a:lnSpc>
                    <a:spcPct val="85000"/>
                  </a:lnSpc>
                  <a:spcBef>
                    <a:spcPct val="50000"/>
                  </a:spcBef>
                  <a:buNone/>
                </a:pPr>
                <a:r>
                  <a:rPr lang="en-US" altLang="zh-CN" sz="2400" dirty="0">
                    <a:solidFill>
                      <a:schemeClr val="bg1"/>
                    </a:solidFill>
                    <a:latin typeface="Tahoma" panose="020B0604030504040204" pitchFamily="34" charset="0"/>
                  </a:rPr>
                  <a:t>y(t)</a:t>
                </a:r>
                <a:endParaRPr lang="en-US" altLang="zh-CN" sz="2400" dirty="0">
                  <a:solidFill>
                    <a:schemeClr val="bg1"/>
                  </a:solidFill>
                  <a:latin typeface="Tahoma" panose="020B0604030504040204" pitchFamily="34" charset="0"/>
                </a:endParaRPr>
              </a:p>
              <a:p>
                <a:pPr marL="0" lvl="0" indent="0" eaLnBrk="1" hangingPunct="1">
                  <a:lnSpc>
                    <a:spcPct val="85000"/>
                  </a:lnSpc>
                  <a:spcBef>
                    <a:spcPct val="50000"/>
                  </a:spcBef>
                  <a:buNone/>
                </a:pPr>
                <a:r>
                  <a:rPr lang="en-US" altLang="zh-CN" sz="2400" dirty="0">
                    <a:solidFill>
                      <a:schemeClr val="bg1"/>
                    </a:solidFill>
                    <a:latin typeface="Tahoma" panose="020B0604030504040204" pitchFamily="34" charset="0"/>
                  </a:rPr>
                  <a:t>Y(s)</a:t>
                </a:r>
                <a:endParaRPr lang="en-US" altLang="zh-CN" sz="2400" dirty="0">
                  <a:solidFill>
                    <a:schemeClr val="bg1"/>
                  </a:solidFill>
                  <a:latin typeface="Tahoma" panose="020B0604030504040204" pitchFamily="34" charset="0"/>
                </a:endParaRPr>
              </a:p>
            </p:txBody>
          </p:sp>
          <p:sp>
            <p:nvSpPr>
              <p:cNvPr id="12" name="Text Box 5"/>
              <p:cNvSpPr txBox="1"/>
              <p:nvPr/>
            </p:nvSpPr>
            <p:spPr>
              <a:xfrm>
                <a:off x="3390" y="1298"/>
                <a:ext cx="624" cy="223"/>
              </a:xfrm>
              <a:prstGeom prst="rect">
                <a:avLst/>
              </a:prstGeom>
              <a:noFill/>
              <a:ln w="9525">
                <a:noFill/>
              </a:ln>
            </p:spPr>
            <p:txBody>
              <a:bodyPr>
                <a:spAutoFit/>
              </a:bodyPr>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Ø"/>
                  <a:defRPr sz="2600">
                    <a:solidFill>
                      <a:schemeClr val="tx1"/>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ü"/>
                  <a:defRPr sz="2300">
                    <a:solidFill>
                      <a:schemeClr val="tx1"/>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l"/>
                  <a:defRPr sz="2000">
                    <a:solidFill>
                      <a:schemeClr val="tx1"/>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mn-lt"/>
                    <a:ea typeface="+mn-ea"/>
                  </a:defRPr>
                </a:lvl5pPr>
              </a:lstStyle>
              <a:p>
                <a:pPr marL="0" lvl="0" indent="0" eaLnBrk="1" hangingPunct="1">
                  <a:lnSpc>
                    <a:spcPct val="85000"/>
                  </a:lnSpc>
                  <a:spcBef>
                    <a:spcPct val="50000"/>
                  </a:spcBef>
                  <a:buNone/>
                </a:pPr>
                <a:r>
                  <a:rPr lang="en-US" altLang="zh-CN" sz="2000" dirty="0">
                    <a:latin typeface="Tahoma" panose="020B0604030504040204" pitchFamily="34" charset="0"/>
                  </a:rPr>
                  <a:t>y(k)</a:t>
                </a:r>
                <a:endParaRPr lang="en-US" altLang="zh-CN" sz="2000" dirty="0">
                  <a:latin typeface="Tahoma" panose="020B0604030504040204" pitchFamily="34" charset="0"/>
                </a:endParaRPr>
              </a:p>
            </p:txBody>
          </p:sp>
          <p:sp>
            <p:nvSpPr>
              <p:cNvPr id="13" name="Text Box 6"/>
              <p:cNvSpPr txBox="1"/>
              <p:nvPr/>
            </p:nvSpPr>
            <p:spPr>
              <a:xfrm>
                <a:off x="2563" y="1910"/>
                <a:ext cx="624" cy="223"/>
              </a:xfrm>
              <a:prstGeom prst="rect">
                <a:avLst/>
              </a:prstGeom>
              <a:noFill/>
              <a:ln w="9525">
                <a:noFill/>
              </a:ln>
            </p:spPr>
            <p:txBody>
              <a:bodyPr>
                <a:spAutoFit/>
              </a:bodyPr>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Ø"/>
                  <a:defRPr sz="2600">
                    <a:solidFill>
                      <a:schemeClr val="tx1"/>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ü"/>
                  <a:defRPr sz="2300">
                    <a:solidFill>
                      <a:schemeClr val="tx1"/>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l"/>
                  <a:defRPr sz="2000">
                    <a:solidFill>
                      <a:schemeClr val="tx1"/>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mn-lt"/>
                    <a:ea typeface="+mn-ea"/>
                  </a:defRPr>
                </a:lvl5pPr>
              </a:lstStyle>
              <a:p>
                <a:pPr marL="0" lvl="0" indent="0" eaLnBrk="1" hangingPunct="1">
                  <a:lnSpc>
                    <a:spcPct val="85000"/>
                  </a:lnSpc>
                  <a:spcBef>
                    <a:spcPct val="50000"/>
                  </a:spcBef>
                  <a:buNone/>
                </a:pPr>
                <a:r>
                  <a:rPr lang="en-US" altLang="zh-CN" sz="2000" dirty="0">
                    <a:latin typeface="Tahoma" panose="020B0604030504040204" pitchFamily="34" charset="0"/>
                  </a:rPr>
                  <a:t>f</a:t>
                </a:r>
                <a:r>
                  <a:rPr lang="en-US" altLang="zh-CN" sz="2000" baseline="-25000" dirty="0">
                    <a:latin typeface="Tahoma" panose="020B0604030504040204" pitchFamily="34" charset="0"/>
                  </a:rPr>
                  <a:t>2</a:t>
                </a:r>
                <a:r>
                  <a:rPr lang="en-US" altLang="zh-CN" sz="2000" dirty="0">
                    <a:latin typeface="Tahoma" panose="020B0604030504040204" pitchFamily="34" charset="0"/>
                  </a:rPr>
                  <a:t>(k)</a:t>
                </a:r>
                <a:endParaRPr lang="en-US" altLang="zh-CN" sz="2000" dirty="0">
                  <a:latin typeface="Tahoma" panose="020B0604030504040204" pitchFamily="34" charset="0"/>
                </a:endParaRPr>
              </a:p>
            </p:txBody>
          </p:sp>
          <p:pic>
            <p:nvPicPr>
              <p:cNvPr id="14" name="Picture 7"/>
              <p:cNvPicPr>
                <a:picLocks noChangeAspect="1"/>
              </p:cNvPicPr>
              <p:nvPr/>
            </p:nvPicPr>
            <p:blipFill>
              <a:blip r:embed="rId1"/>
              <a:stretch>
                <a:fillRect/>
              </a:stretch>
            </p:blipFill>
            <p:spPr>
              <a:xfrm>
                <a:off x="2412" y="1383"/>
                <a:ext cx="1438" cy="956"/>
              </a:xfrm>
              <a:prstGeom prst="rect">
                <a:avLst/>
              </a:prstGeom>
              <a:noFill/>
              <a:ln w="9525">
                <a:noFill/>
              </a:ln>
            </p:spPr>
          </p:pic>
        </p:grpSp>
        <p:sp>
          <p:nvSpPr>
            <p:cNvPr id="75" name="Rectangle 14"/>
            <p:cNvSpPr/>
            <p:nvPr/>
          </p:nvSpPr>
          <p:spPr>
            <a:xfrm>
              <a:off x="2196059" y="3191196"/>
              <a:ext cx="990600" cy="701675"/>
            </a:xfrm>
            <a:prstGeom prst="rect">
              <a:avLst/>
            </a:prstGeom>
            <a:noFill/>
            <a:ln w="9525">
              <a:noFill/>
            </a:ln>
          </p:spPr>
          <p:txBody>
            <a:bodyPr wrap="square" lIns="0" tIns="0" rIns="0" bIns="0">
              <a:spAutoFit/>
            </a:bodyPr>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Ø"/>
                <a:defRPr sz="2600">
                  <a:solidFill>
                    <a:schemeClr val="tx1"/>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ü"/>
                <a:defRPr sz="2300">
                  <a:solidFill>
                    <a:schemeClr val="tx1"/>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l"/>
                <a:defRPr sz="2000">
                  <a:solidFill>
                    <a:schemeClr val="tx1"/>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mn-lt"/>
                  <a:ea typeface="+mn-ea"/>
                </a:defRPr>
              </a:lvl5pPr>
            </a:lstStyle>
            <a:p>
              <a:pPr marL="0" lvl="0" indent="0" eaLnBrk="1" hangingPunct="1">
                <a:lnSpc>
                  <a:spcPct val="85000"/>
                </a:lnSpc>
                <a:buNone/>
              </a:pPr>
              <a:r>
                <a:rPr lang="en-US" altLang="zh-CN" sz="2400" dirty="0">
                  <a:solidFill>
                    <a:schemeClr val="bg1"/>
                  </a:solidFill>
                  <a:latin typeface="黑体" panose="02010609060101010101" charset="-122"/>
                </a:rPr>
                <a:t>x</a:t>
              </a:r>
              <a:r>
                <a:rPr lang="en-US" altLang="zh-CN" sz="2400" baseline="-25000" dirty="0">
                  <a:solidFill>
                    <a:schemeClr val="bg1"/>
                  </a:solidFill>
                  <a:latin typeface="黑体" panose="02010609060101010101" charset="-122"/>
                </a:rPr>
                <a:t>1</a:t>
              </a:r>
              <a:r>
                <a:rPr lang="en-US" altLang="zh-CN" sz="2400" dirty="0">
                  <a:solidFill>
                    <a:schemeClr val="bg1"/>
                  </a:solidFill>
                  <a:latin typeface="黑体" panose="02010609060101010101" charset="-122"/>
                </a:rPr>
                <a:t>(t)</a:t>
              </a:r>
              <a:endParaRPr lang="en-US" altLang="zh-CN" sz="2400" dirty="0">
                <a:solidFill>
                  <a:schemeClr val="bg1"/>
                </a:solidFill>
                <a:latin typeface="黑体" panose="02010609060101010101" charset="-122"/>
              </a:endParaRPr>
            </a:p>
            <a:p>
              <a:pPr marL="0" lvl="0" indent="0" eaLnBrk="1" hangingPunct="1">
                <a:lnSpc>
                  <a:spcPct val="85000"/>
                </a:lnSpc>
                <a:buNone/>
              </a:pPr>
              <a:r>
                <a:rPr lang="en-US" altLang="zh-CN" sz="2400" dirty="0">
                  <a:solidFill>
                    <a:schemeClr val="bg1"/>
                  </a:solidFill>
                  <a:latin typeface="黑体" panose="02010609060101010101" charset="-122"/>
                </a:rPr>
                <a:t>X</a:t>
              </a:r>
              <a:r>
                <a:rPr lang="en-US" altLang="zh-CN" sz="2400" baseline="-25000" dirty="0">
                  <a:solidFill>
                    <a:schemeClr val="bg1"/>
                  </a:solidFill>
                  <a:latin typeface="黑体" panose="02010609060101010101" charset="-122"/>
                </a:rPr>
                <a:t>1</a:t>
              </a:r>
              <a:r>
                <a:rPr lang="en-US" altLang="zh-CN" sz="2400" dirty="0">
                  <a:solidFill>
                    <a:schemeClr val="bg1"/>
                  </a:solidFill>
                  <a:latin typeface="黑体" panose="02010609060101010101" charset="-122"/>
                </a:rPr>
                <a:t>(s)</a:t>
              </a:r>
              <a:endParaRPr lang="zh-CN" altLang="en-US" sz="2400" dirty="0">
                <a:solidFill>
                  <a:schemeClr val="bg1"/>
                </a:solidFill>
                <a:latin typeface="黑体" panose="02010609060101010101" charset="-122"/>
              </a:endParaRPr>
            </a:p>
          </p:txBody>
        </p:sp>
        <p:sp>
          <p:nvSpPr>
            <p:cNvPr id="77" name="Rectangle 14"/>
            <p:cNvSpPr/>
            <p:nvPr/>
          </p:nvSpPr>
          <p:spPr>
            <a:xfrm>
              <a:off x="3550197" y="4575497"/>
              <a:ext cx="990600" cy="701675"/>
            </a:xfrm>
            <a:prstGeom prst="rect">
              <a:avLst/>
            </a:prstGeom>
            <a:noFill/>
            <a:ln w="9525">
              <a:noFill/>
            </a:ln>
          </p:spPr>
          <p:txBody>
            <a:bodyPr wrap="square" lIns="0" tIns="0" rIns="0" bIns="0">
              <a:spAutoFit/>
            </a:bodyPr>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Ø"/>
                <a:defRPr sz="2600">
                  <a:solidFill>
                    <a:schemeClr val="tx1"/>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ü"/>
                <a:defRPr sz="2300">
                  <a:solidFill>
                    <a:schemeClr val="tx1"/>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l"/>
                <a:defRPr sz="2000">
                  <a:solidFill>
                    <a:schemeClr val="tx1"/>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mn-lt"/>
                  <a:ea typeface="+mn-ea"/>
                </a:defRPr>
              </a:lvl5pPr>
            </a:lstStyle>
            <a:p>
              <a:pPr marL="0" lvl="0" indent="0" eaLnBrk="1" hangingPunct="1">
                <a:lnSpc>
                  <a:spcPct val="85000"/>
                </a:lnSpc>
                <a:buNone/>
              </a:pPr>
              <a:r>
                <a:rPr lang="en-US" altLang="zh-CN" sz="2400" dirty="0">
                  <a:solidFill>
                    <a:schemeClr val="bg1"/>
                  </a:solidFill>
                  <a:latin typeface="黑体" panose="02010609060101010101" charset="-122"/>
                </a:rPr>
                <a:t>x2(t)</a:t>
              </a:r>
              <a:endParaRPr lang="en-US" altLang="zh-CN" sz="2400" dirty="0">
                <a:solidFill>
                  <a:schemeClr val="bg1"/>
                </a:solidFill>
                <a:latin typeface="黑体" panose="02010609060101010101" charset="-122"/>
              </a:endParaRPr>
            </a:p>
            <a:p>
              <a:pPr marL="0" lvl="0" indent="0" eaLnBrk="1" hangingPunct="1">
                <a:lnSpc>
                  <a:spcPct val="85000"/>
                </a:lnSpc>
                <a:buNone/>
              </a:pPr>
              <a:r>
                <a:rPr lang="en-US" altLang="zh-CN" sz="2400" dirty="0">
                  <a:solidFill>
                    <a:schemeClr val="bg1"/>
                  </a:solidFill>
                  <a:latin typeface="黑体" panose="02010609060101010101" charset="-122"/>
                </a:rPr>
                <a:t>X</a:t>
              </a:r>
              <a:r>
                <a:rPr lang="en-US" altLang="zh-CN" sz="2400" baseline="-25000" dirty="0">
                  <a:solidFill>
                    <a:schemeClr val="bg1"/>
                  </a:solidFill>
                  <a:latin typeface="黑体" panose="02010609060101010101" charset="-122"/>
                </a:rPr>
                <a:t>2</a:t>
              </a:r>
              <a:r>
                <a:rPr lang="en-US" altLang="zh-CN" sz="2400" dirty="0">
                  <a:solidFill>
                    <a:schemeClr val="bg1"/>
                  </a:solidFill>
                  <a:latin typeface="黑体" panose="02010609060101010101" charset="-122"/>
                </a:rPr>
                <a:t>(s)</a:t>
              </a:r>
              <a:endParaRPr lang="zh-CN" altLang="en-US" sz="2400" dirty="0">
                <a:solidFill>
                  <a:schemeClr val="bg1"/>
                </a:solidFill>
                <a:latin typeface="黑体" panose="02010609060101010101" charset="-122"/>
              </a:endParaRPr>
            </a:p>
          </p:txBody>
        </p:sp>
      </p:grpSp>
      <p:pic>
        <p:nvPicPr>
          <p:cNvPr id="591884" name="图片 591883"/>
          <p:cNvPicPr>
            <a:picLocks noChangeAspect="1"/>
          </p:cNvPicPr>
          <p:nvPr/>
        </p:nvPicPr>
        <p:blipFill>
          <a:blip r:embed="rId2"/>
          <a:stretch>
            <a:fillRect/>
          </a:stretch>
        </p:blipFill>
        <p:spPr>
          <a:xfrm>
            <a:off x="748155" y="1138897"/>
            <a:ext cx="7363668" cy="1062174"/>
          </a:xfrm>
          <a:prstGeom prst="rect">
            <a:avLst/>
          </a:prstGeom>
        </p:spPr>
      </p:pic>
      <p:sp>
        <p:nvSpPr>
          <p:cNvPr id="74" name="Rectangle 14"/>
          <p:cNvSpPr/>
          <p:nvPr/>
        </p:nvSpPr>
        <p:spPr>
          <a:xfrm>
            <a:off x="703742" y="817967"/>
            <a:ext cx="3676650" cy="314325"/>
          </a:xfrm>
          <a:prstGeom prst="rect">
            <a:avLst/>
          </a:prstGeom>
          <a:noFill/>
          <a:ln w="9525">
            <a:noFill/>
          </a:ln>
        </p:spPr>
        <p:txBody>
          <a:bodyPr wrap="square" lIns="0" tIns="0" rIns="0" bIns="0">
            <a:spAutoFit/>
          </a:bodyPr>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Ø"/>
              <a:defRPr sz="2600">
                <a:solidFill>
                  <a:schemeClr val="tx1"/>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ü"/>
              <a:defRPr sz="2300">
                <a:solidFill>
                  <a:schemeClr val="tx1"/>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l"/>
              <a:defRPr sz="2000">
                <a:solidFill>
                  <a:schemeClr val="tx1"/>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mn-lt"/>
                <a:ea typeface="+mn-ea"/>
              </a:defRPr>
            </a:lvl5pPr>
          </a:lstStyle>
          <a:p>
            <a:pPr marL="0" lvl="0" indent="0" eaLnBrk="1" hangingPunct="1">
              <a:lnSpc>
                <a:spcPct val="85000"/>
              </a:lnSpc>
              <a:buNone/>
            </a:pPr>
            <a:r>
              <a:rPr lang="en-US" altLang="zh-CN" sz="2400" dirty="0">
                <a:solidFill>
                  <a:srgbClr val="FF3300"/>
                </a:solidFill>
                <a:latin typeface="黑体" panose="02010609060101010101" charset="-122"/>
              </a:rPr>
              <a:t>1</a:t>
            </a:r>
            <a:r>
              <a:rPr lang="zh-CN" altLang="en-US" sz="2400" dirty="0">
                <a:solidFill>
                  <a:srgbClr val="FF3300"/>
                </a:solidFill>
                <a:latin typeface="黑体" panose="02010609060101010101" charset="-122"/>
              </a:rPr>
              <a:t>、基本运算单元器</a:t>
            </a:r>
            <a:endParaRPr lang="zh-CN" altLang="en-US" sz="2400" dirty="0">
              <a:solidFill>
                <a:srgbClr val="FF3300"/>
              </a:solidFill>
              <a:latin typeface="黑体" panose="02010609060101010101" charset="-122"/>
            </a:endParaRPr>
          </a:p>
        </p:txBody>
      </p:sp>
      <p:pic>
        <p:nvPicPr>
          <p:cNvPr id="591885" name="图片 591884"/>
          <p:cNvPicPr>
            <a:picLocks noChangeAspect="1"/>
          </p:cNvPicPr>
          <p:nvPr/>
        </p:nvPicPr>
        <p:blipFill>
          <a:blip r:embed="rId3"/>
          <a:stretch>
            <a:fillRect/>
          </a:stretch>
        </p:blipFill>
        <p:spPr>
          <a:xfrm>
            <a:off x="1816930" y="5269362"/>
            <a:ext cx="4667284" cy="1323985"/>
          </a:xfrm>
          <a:prstGeom prst="rect">
            <a:avLst/>
          </a:prstGeom>
        </p:spPr>
      </p:pic>
      <p:sp>
        <p:nvSpPr>
          <p:cNvPr id="2" name="墨迹 1"/>
          <p:cNvSpPr/>
          <p:nvPr/>
        </p:nvSpPr>
        <p:spPr bwMode="auto">
          <a:xfrm>
            <a:off x="793800" y="1284120"/>
            <a:ext cx="8327160" cy="3654000"/>
          </a:xfrm>
        </p:spPr>
      </p:sp>
    </p:spTree>
    <p:custDataLst>
      <p:tags r:id="rId4"/>
    </p:custDataLst>
  </p:cSld>
  <p:clrMapOvr>
    <a:masterClrMapping/>
  </p:clrMapOvr>
  <mc:AlternateContent xmlns:mc="http://schemas.openxmlformats.org/markup-compatibility/2006">
    <mc:Choice xmlns:p14="http://schemas.microsoft.com/office/powerpoint/2010/main" Requires="p14">
      <p:transition spd="slow" p14:dur="2000" advTm="170638"/>
    </mc:Choice>
    <mc:Fallback>
      <p:transition spd="slow" advTm="170638"/>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nodeType="withEffect">
                                  <p:stCondLst>
                                    <p:cond delay="0"/>
                                  </p:stCondLst>
                                  <p:childTnLst>
                                    <p:set>
                                      <p:cBhvr>
                                        <p:cTn id="6" dur="1" fill="hold">
                                          <p:stCondLst>
                                            <p:cond delay="0"/>
                                          </p:stCondLst>
                                        </p:cTn>
                                        <p:tgtEl>
                                          <p:spTgt spid="2"/>
                                        </p:tgtEl>
                                        <p:attrNameLst>
                                          <p:attrName>style.visibility</p:attrName>
                                        </p:attrNameLst>
                                      </p:cBhvr>
                                      <p:to>
                                        <p:strVal val="visible"/>
                                      </p:to>
                                    </p:set>
                                    <p:cmd type="call" cmd="playFrom(0.0)">
                                      <p:cBhvr>
                                        <p:cTn id="7" dur="1" fill="hold"/>
                                        <p:tgtEl>
                                          <p:spTgt spid="2"/>
                                        </p:tgtEl>
                                      </p:cBhvr>
                                    </p:cmd>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591884"/>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10"/>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42" presetClass="entr" presetSubtype="0" fill="hold" nodeType="clickEffect">
                                  <p:stCondLst>
                                    <p:cond delay="0"/>
                                  </p:stCondLst>
                                  <p:childTnLst>
                                    <p:set>
                                      <p:cBhvr>
                                        <p:cTn id="19" dur="1" fill="hold">
                                          <p:stCondLst>
                                            <p:cond delay="0"/>
                                          </p:stCondLst>
                                        </p:cTn>
                                        <p:tgtEl>
                                          <p:spTgt spid="591886"/>
                                        </p:tgtEl>
                                        <p:attrNameLst>
                                          <p:attrName>style.visibility</p:attrName>
                                        </p:attrNameLst>
                                      </p:cBhvr>
                                      <p:to>
                                        <p:strVal val="visible"/>
                                      </p:to>
                                    </p:set>
                                    <p:animEffect transition="in" filter="fade">
                                      <p:cBhvr>
                                        <p:cTn id="20" dur="1000"/>
                                        <p:tgtEl>
                                          <p:spTgt spid="591886"/>
                                        </p:tgtEl>
                                      </p:cBhvr>
                                    </p:animEffect>
                                    <p:anim calcmode="lin" valueType="num">
                                      <p:cBhvr>
                                        <p:cTn id="21" dur="1000" fill="hold"/>
                                        <p:tgtEl>
                                          <p:spTgt spid="591886"/>
                                        </p:tgtEl>
                                        <p:attrNameLst>
                                          <p:attrName>ppt_x</p:attrName>
                                        </p:attrNameLst>
                                      </p:cBhvr>
                                      <p:tavLst>
                                        <p:tav tm="0">
                                          <p:val>
                                            <p:strVal val="#ppt_x"/>
                                          </p:val>
                                        </p:tav>
                                        <p:tav tm="100000">
                                          <p:val>
                                            <p:strVal val="#ppt_x"/>
                                          </p:val>
                                        </p:tav>
                                      </p:tavLst>
                                    </p:anim>
                                    <p:anim calcmode="lin" valueType="num">
                                      <p:cBhvr>
                                        <p:cTn id="22" dur="1000" fill="hold"/>
                                        <p:tgtEl>
                                          <p:spTgt spid="591886"/>
                                        </p:tgtEl>
                                        <p:attrNameLst>
                                          <p:attrName>ppt_y</p:attrName>
                                        </p:attrNameLst>
                                      </p:cBhvr>
                                      <p:tavLst>
                                        <p:tav tm="0">
                                          <p:val>
                                            <p:strVal val="#ppt_y+.1"/>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591885"/>
                                        </p:tgtEl>
                                        <p:attrNameLst>
                                          <p:attrName>style.visibility</p:attrName>
                                        </p:attrNameLst>
                                      </p:cBhvr>
                                      <p:to>
                                        <p:strVal val="visible"/>
                                      </p:to>
                                    </p:set>
                                    <p:anim calcmode="lin" valueType="num">
                                      <p:cBhvr additive="base">
                                        <p:cTn id="27" dur="500" fill="hold"/>
                                        <p:tgtEl>
                                          <p:spTgt spid="591885"/>
                                        </p:tgtEl>
                                        <p:attrNameLst>
                                          <p:attrName>ppt_x</p:attrName>
                                        </p:attrNameLst>
                                      </p:cBhvr>
                                      <p:tavLst>
                                        <p:tav tm="0">
                                          <p:val>
                                            <p:strVal val="#ppt_x"/>
                                          </p:val>
                                        </p:tav>
                                        <p:tav tm="100000">
                                          <p:val>
                                            <p:strVal val="#ppt_x"/>
                                          </p:val>
                                        </p:tav>
                                      </p:tavLst>
                                    </p:anim>
                                    <p:anim calcmode="lin" valueType="num">
                                      <p:cBhvr additive="base">
                                        <p:cTn id="28" dur="500" fill="hold"/>
                                        <p:tgtEl>
                                          <p:spTgt spid="59188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1875" name="Rectangle 3"/>
          <p:cNvSpPr/>
          <p:nvPr/>
        </p:nvSpPr>
        <p:spPr>
          <a:xfrm>
            <a:off x="1201651" y="3628778"/>
            <a:ext cx="7612062" cy="1203325"/>
          </a:xfrm>
          <a:prstGeom prst="rect">
            <a:avLst/>
          </a:prstGeom>
          <a:noFill/>
          <a:ln w="9525">
            <a:noFill/>
          </a:ln>
        </p:spPr>
        <p:txBody>
          <a:bodyPr>
            <a:spAutoFit/>
          </a:bodyPr>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Ø"/>
              <a:defRPr sz="2600">
                <a:solidFill>
                  <a:schemeClr val="tx1"/>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ü"/>
              <a:defRPr sz="2300">
                <a:solidFill>
                  <a:schemeClr val="tx1"/>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l"/>
              <a:defRPr sz="2000">
                <a:solidFill>
                  <a:schemeClr val="tx1"/>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mn-lt"/>
                <a:ea typeface="+mn-ea"/>
              </a:defRPr>
            </a:lvl5pPr>
          </a:lstStyle>
          <a:p>
            <a:pPr marL="0" lvl="0" indent="0" eaLnBrk="1" hangingPunct="1">
              <a:lnSpc>
                <a:spcPct val="130000"/>
              </a:lnSpc>
              <a:buNone/>
            </a:pPr>
            <a:r>
              <a:rPr lang="zh-CN" altLang="en-US" sz="2800" b="1" dirty="0">
                <a:latin typeface="Times New Roman" panose="02020603050405020304" pitchFamily="18" charset="0"/>
                <a:ea typeface="华文中宋" panose="02010600040101010101" charset="-122"/>
              </a:rPr>
              <a:t>    离散系统的模拟与连续系统的模拟具有一定的相似之处。</a:t>
            </a:r>
            <a:r>
              <a:rPr lang="zh-CN" altLang="en-US" sz="2800" b="1" dirty="0">
                <a:latin typeface="华文中宋" panose="02010600040101010101" charset="-122"/>
                <a:ea typeface="华文中宋" panose="02010600040101010101" charset="-122"/>
              </a:rPr>
              <a:t>     </a:t>
            </a:r>
            <a:endParaRPr lang="zh-CN" altLang="en-US" sz="2800" b="1" dirty="0">
              <a:latin typeface="Times New Roman" panose="02020603050405020304" pitchFamily="18" charset="0"/>
              <a:ea typeface="华文中宋" panose="02010600040101010101" charset="-122"/>
            </a:endParaRPr>
          </a:p>
        </p:txBody>
      </p:sp>
      <p:sp>
        <p:nvSpPr>
          <p:cNvPr id="591876" name="Rectangle 4"/>
          <p:cNvSpPr>
            <a:spLocks noChangeArrowheads="1"/>
          </p:cNvSpPr>
          <p:nvPr/>
        </p:nvSpPr>
        <p:spPr bwMode="auto">
          <a:xfrm>
            <a:off x="457200" y="0"/>
            <a:ext cx="5832475" cy="647700"/>
          </a:xfrm>
          <a:prstGeom prst="rect">
            <a:avLst/>
          </a:prstGeom>
          <a:solidFill>
            <a:schemeClr val="bg1"/>
          </a:solidFill>
          <a:ln>
            <a:noFill/>
          </a:ln>
          <a:effectLst>
            <a:outerShdw blurRad="63500" dist="38099" dir="2700000" algn="ctr" rotWithShape="0">
              <a:srgbClr val="000000">
                <a:alpha val="74998"/>
              </a:srgbClr>
            </a:outerShdw>
          </a:effectLst>
        </p:spPr>
        <p:txBody>
          <a:bodyPr anchor="ctr"/>
          <a:lstStyle/>
          <a:p>
            <a:pPr eaLnBrk="1" hangingPunct="1"/>
            <a:r>
              <a:rPr lang="en-US" altLang="zh-CN" sz="2800" dirty="0">
                <a:effectLst>
                  <a:outerShdw blurRad="38100" dist="38100" dir="2700000" algn="tl">
                    <a:srgbClr val="000000"/>
                  </a:outerShdw>
                </a:effectLst>
                <a:ea typeface="黑体" panose="02010609060101010101" charset="-122"/>
              </a:rPr>
              <a:t>§5.8  </a:t>
            </a:r>
            <a:r>
              <a:rPr lang="zh-CN" altLang="en-US" sz="2800" dirty="0">
                <a:effectLst>
                  <a:outerShdw blurRad="38100" dist="38100" dir="2700000" algn="tl">
                    <a:srgbClr val="000000"/>
                  </a:outerShdw>
                </a:effectLst>
                <a:ea typeface="黑体" panose="02010609060101010101" charset="-122"/>
              </a:rPr>
              <a:t>连续时间系统的模拟</a:t>
            </a:r>
            <a:endParaRPr lang="zh-CN" altLang="en-US" sz="2800" dirty="0">
              <a:effectLst>
                <a:outerShdw blurRad="38100" dist="38100" dir="2700000" algn="tl">
                  <a:srgbClr val="000000"/>
                </a:outerShdw>
              </a:effectLst>
              <a:ea typeface="黑体" panose="02010609060101010101" charset="-122"/>
            </a:endParaRPr>
          </a:p>
        </p:txBody>
      </p:sp>
      <p:sp>
        <p:nvSpPr>
          <p:cNvPr id="6" name="日期占位符 5"/>
          <p:cNvSpPr txBox="1">
            <a:spLocks noGrp="1"/>
          </p:cNvSpPr>
          <p:nvPr>
            <p:ph type="dt" sz="half" idx="2"/>
          </p:nvPr>
        </p:nvSpPr>
        <p:spPr bwMode="auto">
          <a:xfrm>
            <a:off x="0" y="6538913"/>
            <a:ext cx="1139825" cy="319088"/>
          </a:xfrm>
          <a:prstGeom prst="rect">
            <a:avLst/>
          </a:prstGeom>
          <a:noFill/>
          <a:ln w="9525">
            <a:noFill/>
            <a:miter lim="800000"/>
          </a:ln>
          <a:effectLst/>
        </p:spPr>
        <p:txBody>
          <a:bodyPr vert="horz" wrap="square" lIns="91440" tIns="45720" rIns="91440" bIns="45720" numCol="1" anchor="t" anchorCtr="0" compatLnSpc="1"/>
          <a:lstStyle>
            <a:defPPr>
              <a:defRPr lang="en-US"/>
            </a:defPPr>
            <a:lvl1pPr marL="0" lvl="0" indent="0" algn="l" defTabSz="914400" rtl="0" eaLnBrk="0" fontAlgn="base" latinLnBrk="0" hangingPunct="0">
              <a:lnSpc>
                <a:spcPct val="100000"/>
              </a:lnSpc>
              <a:spcBef>
                <a:spcPct val="0"/>
              </a:spcBef>
              <a:spcAft>
                <a:spcPct val="0"/>
              </a:spcAft>
              <a:buClrTx/>
              <a:buFontTx/>
              <a:buNone/>
              <a:defRPr sz="1200" b="1" i="0" u="none" kern="1200" baseline="0">
                <a:solidFill>
                  <a:schemeClr val="tx1"/>
                </a:solidFill>
                <a:latin typeface="+mn-lt"/>
                <a:ea typeface="+mj-ea"/>
                <a:cs typeface="+mn-cs"/>
              </a:defRPr>
            </a:lvl1pPr>
            <a:lvl2pPr marL="457200" lvl="1" indent="0" algn="l" defTabSz="914400" rtl="0" eaLnBrk="0" fontAlgn="base" latinLnBrk="0" hangingPunct="0">
              <a:lnSpc>
                <a:spcPct val="100000"/>
              </a:lnSpc>
              <a:spcBef>
                <a:spcPct val="0"/>
              </a:spcBef>
              <a:spcAft>
                <a:spcPct val="0"/>
              </a:spcAft>
              <a:buNone/>
              <a:defRPr sz="2800" b="1" i="0" u="none" kern="1200" baseline="0">
                <a:solidFill>
                  <a:schemeClr val="tx1"/>
                </a:solidFill>
                <a:latin typeface="黑体" panose="02010609060101010101" charset="-122"/>
                <a:ea typeface="黑体" panose="02010609060101010101" charset="-122"/>
                <a:cs typeface="+mn-cs"/>
              </a:defRPr>
            </a:lvl2pPr>
            <a:lvl3pPr marL="914400" lvl="2" indent="0" algn="l" defTabSz="914400" rtl="0" eaLnBrk="0" fontAlgn="base" latinLnBrk="0" hangingPunct="0">
              <a:lnSpc>
                <a:spcPct val="100000"/>
              </a:lnSpc>
              <a:spcBef>
                <a:spcPct val="0"/>
              </a:spcBef>
              <a:spcAft>
                <a:spcPct val="0"/>
              </a:spcAft>
              <a:buNone/>
              <a:defRPr sz="2800" b="1" i="0" u="none" kern="1200" baseline="0">
                <a:solidFill>
                  <a:schemeClr val="tx1"/>
                </a:solidFill>
                <a:latin typeface="黑体" panose="02010609060101010101" charset="-122"/>
                <a:ea typeface="黑体" panose="02010609060101010101" charset="-122"/>
                <a:cs typeface="+mn-cs"/>
              </a:defRPr>
            </a:lvl3pPr>
            <a:lvl4pPr marL="1371600" lvl="3" indent="0" algn="l" defTabSz="914400" rtl="0" eaLnBrk="0" fontAlgn="base" latinLnBrk="0" hangingPunct="0">
              <a:lnSpc>
                <a:spcPct val="100000"/>
              </a:lnSpc>
              <a:spcBef>
                <a:spcPct val="0"/>
              </a:spcBef>
              <a:spcAft>
                <a:spcPct val="0"/>
              </a:spcAft>
              <a:buNone/>
              <a:defRPr sz="2800" b="1" i="0" u="none" kern="1200" baseline="0">
                <a:solidFill>
                  <a:schemeClr val="tx1"/>
                </a:solidFill>
                <a:latin typeface="黑体" panose="02010609060101010101" charset="-122"/>
                <a:ea typeface="黑体" panose="02010609060101010101" charset="-122"/>
                <a:cs typeface="+mn-cs"/>
              </a:defRPr>
            </a:lvl4pPr>
            <a:lvl5pPr marL="1828800" lvl="4" indent="0" algn="l" defTabSz="914400" rtl="0" eaLnBrk="0" fontAlgn="base" latinLnBrk="0" hangingPunct="0">
              <a:lnSpc>
                <a:spcPct val="100000"/>
              </a:lnSpc>
              <a:spcBef>
                <a:spcPct val="0"/>
              </a:spcBef>
              <a:spcAft>
                <a:spcPct val="0"/>
              </a:spcAft>
              <a:buNone/>
              <a:defRPr sz="2800" b="1" i="0" u="none" kern="1200" baseline="0">
                <a:solidFill>
                  <a:schemeClr val="tx1"/>
                </a:solidFill>
                <a:latin typeface="黑体" panose="02010609060101010101" charset="-122"/>
                <a:ea typeface="黑体" panose="02010609060101010101" charset="-122"/>
                <a:cs typeface="+mn-cs"/>
              </a:defRPr>
            </a:lvl5pPr>
            <a:lvl6pPr marL="2286000" lvl="5" indent="0" algn="l" defTabSz="914400" rtl="0" eaLnBrk="0" fontAlgn="base" latinLnBrk="0" hangingPunct="0">
              <a:lnSpc>
                <a:spcPct val="100000"/>
              </a:lnSpc>
              <a:spcBef>
                <a:spcPct val="0"/>
              </a:spcBef>
              <a:spcAft>
                <a:spcPct val="0"/>
              </a:spcAft>
              <a:buNone/>
              <a:defRPr sz="2800" b="1" i="0" u="none" kern="1200" baseline="0">
                <a:solidFill>
                  <a:schemeClr val="tx1"/>
                </a:solidFill>
                <a:latin typeface="黑体" panose="02010609060101010101" charset="-122"/>
                <a:ea typeface="黑体" panose="02010609060101010101" charset="-122"/>
                <a:cs typeface="+mn-cs"/>
              </a:defRPr>
            </a:lvl6pPr>
            <a:lvl7pPr marL="2743200" lvl="6" indent="0" algn="l" defTabSz="914400" rtl="0" eaLnBrk="0" fontAlgn="base" latinLnBrk="0" hangingPunct="0">
              <a:lnSpc>
                <a:spcPct val="100000"/>
              </a:lnSpc>
              <a:spcBef>
                <a:spcPct val="0"/>
              </a:spcBef>
              <a:spcAft>
                <a:spcPct val="0"/>
              </a:spcAft>
              <a:buNone/>
              <a:defRPr sz="2800" b="1" i="0" u="none" kern="1200" baseline="0">
                <a:solidFill>
                  <a:schemeClr val="tx1"/>
                </a:solidFill>
                <a:latin typeface="黑体" panose="02010609060101010101" charset="-122"/>
                <a:ea typeface="黑体" panose="02010609060101010101" charset="-122"/>
                <a:cs typeface="+mn-cs"/>
              </a:defRPr>
            </a:lvl7pPr>
            <a:lvl8pPr marL="3200400" lvl="7" indent="0" algn="l" defTabSz="914400" rtl="0" eaLnBrk="0" fontAlgn="base" latinLnBrk="0" hangingPunct="0">
              <a:lnSpc>
                <a:spcPct val="100000"/>
              </a:lnSpc>
              <a:spcBef>
                <a:spcPct val="0"/>
              </a:spcBef>
              <a:spcAft>
                <a:spcPct val="0"/>
              </a:spcAft>
              <a:buNone/>
              <a:defRPr sz="2800" b="1" i="0" u="none" kern="1200" baseline="0">
                <a:solidFill>
                  <a:schemeClr val="tx1"/>
                </a:solidFill>
                <a:latin typeface="黑体" panose="02010609060101010101" charset="-122"/>
                <a:ea typeface="黑体" panose="02010609060101010101" charset="-122"/>
                <a:cs typeface="+mn-cs"/>
              </a:defRPr>
            </a:lvl8pPr>
            <a:lvl9pPr marL="3657600" lvl="8" indent="0" algn="l" defTabSz="914400" rtl="0" eaLnBrk="0" fontAlgn="base" latinLnBrk="0" hangingPunct="0">
              <a:lnSpc>
                <a:spcPct val="100000"/>
              </a:lnSpc>
              <a:spcBef>
                <a:spcPct val="0"/>
              </a:spcBef>
              <a:spcAft>
                <a:spcPct val="0"/>
              </a:spcAft>
              <a:buNone/>
              <a:defRPr sz="2800" b="1" i="0" u="none" kern="1200" baseline="0">
                <a:solidFill>
                  <a:schemeClr val="tx1"/>
                </a:solidFill>
                <a:latin typeface="黑体" panose="02010609060101010101" charset="-122"/>
                <a:ea typeface="黑体" panose="02010609060101010101" charset="-122"/>
                <a:cs typeface="+mn-cs"/>
              </a:defRPr>
            </a:lvl9pPr>
          </a:lstStyle>
          <a:p>
            <a:pPr marL="0" marR="0" lvl="0" indent="0" algn="l" defTabSz="914400" rtl="0" eaLnBrk="1" fontAlgn="base" latinLnBrk="0" hangingPunct="1">
              <a:lnSpc>
                <a:spcPct val="100000"/>
              </a:lnSpc>
              <a:spcBef>
                <a:spcPct val="0"/>
              </a:spcBef>
              <a:spcAft>
                <a:spcPct val="0"/>
              </a:spcAft>
              <a:buClrTx/>
              <a:buSzTx/>
              <a:buFontTx/>
              <a:buNone/>
              <a:defRPr/>
            </a:pPr>
            <a:fld id="{8D13605D-0E25-4FFD-9E3A-62B255E7104E}" type="datetime1">
              <a:rPr lang="zh-CN" altLang="en-US" smtClean="0"/>
            </a:fld>
            <a:endParaRPr kumimoji="0" lang="zh-CN" altLang="en-US" sz="1200" b="1" i="0" u="none" strike="noStrike" kern="1200" cap="none" spc="0" normalizeH="0" baseline="0" noProof="0">
              <a:ln>
                <a:noFill/>
              </a:ln>
              <a:solidFill>
                <a:schemeClr val="tx1"/>
              </a:solidFill>
              <a:effectLst/>
              <a:uLnTx/>
              <a:uFillTx/>
              <a:latin typeface="+mn-lt"/>
              <a:ea typeface="+mj-ea"/>
              <a:cs typeface="+mn-cs"/>
            </a:endParaRPr>
          </a:p>
        </p:txBody>
      </p:sp>
      <p:pic>
        <p:nvPicPr>
          <p:cNvPr id="4" name="图片 3"/>
          <p:cNvPicPr>
            <a:picLocks noChangeAspect="1"/>
          </p:cNvPicPr>
          <p:nvPr/>
        </p:nvPicPr>
        <p:blipFill>
          <a:blip r:embed="rId1"/>
          <a:stretch>
            <a:fillRect/>
          </a:stretch>
        </p:blipFill>
        <p:spPr>
          <a:xfrm>
            <a:off x="4716016" y="1370834"/>
            <a:ext cx="3072608" cy="1096483"/>
          </a:xfrm>
          <a:prstGeom prst="rect">
            <a:avLst/>
          </a:prstGeom>
        </p:spPr>
      </p:pic>
      <p:grpSp>
        <p:nvGrpSpPr>
          <p:cNvPr id="21" name="组合 20"/>
          <p:cNvGrpSpPr/>
          <p:nvPr/>
        </p:nvGrpSpPr>
        <p:grpSpPr>
          <a:xfrm>
            <a:off x="755576" y="897946"/>
            <a:ext cx="4210051" cy="1504393"/>
            <a:chOff x="755576" y="897946"/>
            <a:chExt cx="4210051" cy="1504393"/>
          </a:xfrm>
        </p:grpSpPr>
        <p:grpSp>
          <p:nvGrpSpPr>
            <p:cNvPr id="2" name="组合 1"/>
            <p:cNvGrpSpPr/>
            <p:nvPr/>
          </p:nvGrpSpPr>
          <p:grpSpPr>
            <a:xfrm>
              <a:off x="755576" y="897946"/>
              <a:ext cx="4210051" cy="1504393"/>
              <a:chOff x="747570" y="2397122"/>
              <a:chExt cx="4210051" cy="1504393"/>
            </a:xfrm>
          </p:grpSpPr>
          <p:grpSp>
            <p:nvGrpSpPr>
              <p:cNvPr id="15" name="Group 18"/>
              <p:cNvGrpSpPr/>
              <p:nvPr/>
            </p:nvGrpSpPr>
            <p:grpSpPr>
              <a:xfrm>
                <a:off x="747570" y="2397122"/>
                <a:ext cx="4210051" cy="1412875"/>
                <a:chOff x="3040" y="1263"/>
                <a:chExt cx="2652" cy="890"/>
              </a:xfrm>
            </p:grpSpPr>
            <p:grpSp>
              <p:nvGrpSpPr>
                <p:cNvPr id="16" name="Group 13"/>
                <p:cNvGrpSpPr/>
                <p:nvPr/>
              </p:nvGrpSpPr>
              <p:grpSpPr>
                <a:xfrm>
                  <a:off x="3243" y="1585"/>
                  <a:ext cx="2449" cy="568"/>
                  <a:chOff x="3243" y="1585"/>
                  <a:chExt cx="2449" cy="568"/>
                </a:xfrm>
              </p:grpSpPr>
              <p:sp>
                <p:nvSpPr>
                  <p:cNvPr id="18" name="Text Box 9"/>
                  <p:cNvSpPr txBox="1"/>
                  <p:nvPr/>
                </p:nvSpPr>
                <p:spPr>
                  <a:xfrm>
                    <a:off x="3243" y="1661"/>
                    <a:ext cx="624" cy="223"/>
                  </a:xfrm>
                  <a:prstGeom prst="rect">
                    <a:avLst/>
                  </a:prstGeom>
                  <a:noFill/>
                  <a:ln w="9525">
                    <a:noFill/>
                  </a:ln>
                </p:spPr>
                <p:txBody>
                  <a:bodyPr>
                    <a:spAutoFit/>
                  </a:bodyPr>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Ø"/>
                      <a:defRPr sz="2600">
                        <a:solidFill>
                          <a:schemeClr val="tx1"/>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ü"/>
                      <a:defRPr sz="2300">
                        <a:solidFill>
                          <a:schemeClr val="tx1"/>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l"/>
                      <a:defRPr sz="2000">
                        <a:solidFill>
                          <a:schemeClr val="tx1"/>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mn-lt"/>
                        <a:ea typeface="+mn-ea"/>
                      </a:defRPr>
                    </a:lvl5pPr>
                  </a:lstStyle>
                  <a:p>
                    <a:pPr marL="0" lvl="0" indent="0" eaLnBrk="1" hangingPunct="1">
                      <a:lnSpc>
                        <a:spcPct val="85000"/>
                      </a:lnSpc>
                      <a:spcBef>
                        <a:spcPct val="50000"/>
                      </a:spcBef>
                      <a:buNone/>
                    </a:pPr>
                    <a:r>
                      <a:rPr lang="en-US" altLang="zh-CN" sz="2000" dirty="0">
                        <a:latin typeface="Tahoma" panose="020B0604030504040204" pitchFamily="34" charset="0"/>
                      </a:rPr>
                      <a:t>f(k)</a:t>
                    </a:r>
                    <a:endParaRPr lang="en-US" altLang="zh-CN" sz="2000" dirty="0">
                      <a:latin typeface="Tahoma" panose="020B0604030504040204" pitchFamily="34" charset="0"/>
                    </a:endParaRPr>
                  </a:p>
                </p:txBody>
              </p:sp>
              <p:sp>
                <p:nvSpPr>
                  <p:cNvPr id="19" name="Text Box 10"/>
                  <p:cNvSpPr txBox="1"/>
                  <p:nvPr/>
                </p:nvSpPr>
                <p:spPr>
                  <a:xfrm>
                    <a:off x="4740" y="1643"/>
                    <a:ext cx="952" cy="223"/>
                  </a:xfrm>
                  <a:prstGeom prst="rect">
                    <a:avLst/>
                  </a:prstGeom>
                  <a:noFill/>
                  <a:ln w="9525">
                    <a:noFill/>
                  </a:ln>
                </p:spPr>
                <p:txBody>
                  <a:bodyPr>
                    <a:spAutoFit/>
                  </a:bodyPr>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Ø"/>
                      <a:defRPr sz="2600">
                        <a:solidFill>
                          <a:schemeClr val="tx1"/>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ü"/>
                      <a:defRPr sz="2300">
                        <a:solidFill>
                          <a:schemeClr val="tx1"/>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l"/>
                      <a:defRPr sz="2000">
                        <a:solidFill>
                          <a:schemeClr val="tx1"/>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mn-lt"/>
                        <a:ea typeface="+mn-ea"/>
                      </a:defRPr>
                    </a:lvl5pPr>
                  </a:lstStyle>
                  <a:p>
                    <a:pPr marL="0" lvl="0" indent="0" eaLnBrk="1" hangingPunct="1">
                      <a:lnSpc>
                        <a:spcPct val="85000"/>
                      </a:lnSpc>
                      <a:spcBef>
                        <a:spcPct val="50000"/>
                      </a:spcBef>
                      <a:buNone/>
                    </a:pPr>
                    <a:r>
                      <a:rPr lang="en-US" altLang="zh-CN" sz="2000" dirty="0">
                        <a:latin typeface="Tahoma" panose="020B0604030504040204" pitchFamily="34" charset="0"/>
                      </a:rPr>
                      <a:t>y(k)=Af(k)</a:t>
                    </a:r>
                    <a:endParaRPr lang="en-US" altLang="zh-CN" sz="2000" dirty="0">
                      <a:latin typeface="Tahoma" panose="020B0604030504040204" pitchFamily="34" charset="0"/>
                    </a:endParaRPr>
                  </a:p>
                </p:txBody>
              </p:sp>
              <p:pic>
                <p:nvPicPr>
                  <p:cNvPr id="20" name="Picture 11"/>
                  <p:cNvPicPr>
                    <a:picLocks noChangeAspect="1"/>
                  </p:cNvPicPr>
                  <p:nvPr/>
                </p:nvPicPr>
                <p:blipFill>
                  <a:blip r:embed="rId2"/>
                  <a:stretch>
                    <a:fillRect/>
                  </a:stretch>
                </p:blipFill>
                <p:spPr>
                  <a:xfrm>
                    <a:off x="3777" y="1585"/>
                    <a:ext cx="898" cy="568"/>
                  </a:xfrm>
                  <a:prstGeom prst="rect">
                    <a:avLst/>
                  </a:prstGeom>
                  <a:noFill/>
                  <a:ln w="9525">
                    <a:noFill/>
                  </a:ln>
                </p:spPr>
              </p:pic>
            </p:grpSp>
            <p:sp>
              <p:nvSpPr>
                <p:cNvPr id="17" name="Rectangle 15"/>
                <p:cNvSpPr/>
                <p:nvPr/>
              </p:nvSpPr>
              <p:spPr>
                <a:xfrm>
                  <a:off x="3040" y="1263"/>
                  <a:ext cx="1972" cy="198"/>
                </a:xfrm>
                <a:prstGeom prst="rect">
                  <a:avLst/>
                </a:prstGeom>
                <a:noFill/>
                <a:ln w="9525">
                  <a:noFill/>
                </a:ln>
              </p:spPr>
              <p:txBody>
                <a:bodyPr wrap="square" lIns="0" tIns="0" rIns="0" bIns="0">
                  <a:spAutoFit/>
                </a:bodyPr>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Ø"/>
                    <a:defRPr sz="2600">
                      <a:solidFill>
                        <a:schemeClr val="tx1"/>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ü"/>
                    <a:defRPr sz="2300">
                      <a:solidFill>
                        <a:schemeClr val="tx1"/>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l"/>
                    <a:defRPr sz="2000">
                      <a:solidFill>
                        <a:schemeClr val="tx1"/>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mn-lt"/>
                      <a:ea typeface="+mn-ea"/>
                    </a:defRPr>
                  </a:lvl5pPr>
                </a:lstStyle>
                <a:p>
                  <a:pPr marL="0" lvl="0" indent="0" eaLnBrk="1" hangingPunct="1">
                    <a:lnSpc>
                      <a:spcPct val="85000"/>
                    </a:lnSpc>
                    <a:buNone/>
                  </a:pPr>
                  <a:r>
                    <a:rPr lang="en-US" altLang="zh-CN" sz="2400" dirty="0">
                      <a:solidFill>
                        <a:srgbClr val="FF3300"/>
                      </a:solidFill>
                      <a:latin typeface="黑体" panose="02010609060101010101" charset="-122"/>
                    </a:rPr>
                    <a:t>2</a:t>
                  </a:r>
                  <a:r>
                    <a:rPr lang="zh-CN" altLang="en-US" sz="2400" dirty="0">
                      <a:solidFill>
                        <a:srgbClr val="FF3300"/>
                      </a:solidFill>
                      <a:latin typeface="黑体" panose="02010609060101010101" charset="-122"/>
                    </a:rPr>
                    <a:t>）标量乘法器</a:t>
                  </a:r>
                  <a:endParaRPr lang="zh-CN" altLang="en-US" sz="2400" dirty="0">
                    <a:solidFill>
                      <a:srgbClr val="FF3300"/>
                    </a:solidFill>
                    <a:latin typeface="黑体" panose="02010609060101010101" charset="-122"/>
                  </a:endParaRPr>
                </a:p>
              </p:txBody>
            </p:sp>
          </p:grpSp>
          <p:sp>
            <p:nvSpPr>
              <p:cNvPr id="49" name="Text Box 4"/>
              <p:cNvSpPr txBox="1"/>
              <p:nvPr/>
            </p:nvSpPr>
            <p:spPr>
              <a:xfrm>
                <a:off x="3421722" y="3000426"/>
                <a:ext cx="912797" cy="901089"/>
              </a:xfrm>
              <a:prstGeom prst="rect">
                <a:avLst/>
              </a:prstGeom>
              <a:noFill/>
              <a:ln w="9525">
                <a:noFill/>
              </a:ln>
            </p:spPr>
            <p:txBody>
              <a:bodyPr wrap="square">
                <a:spAutoFit/>
              </a:bodyPr>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Ø"/>
                  <a:defRPr sz="2600">
                    <a:solidFill>
                      <a:schemeClr val="tx1"/>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ü"/>
                  <a:defRPr sz="2300">
                    <a:solidFill>
                      <a:schemeClr val="tx1"/>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l"/>
                  <a:defRPr sz="2000">
                    <a:solidFill>
                      <a:schemeClr val="tx1"/>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mn-lt"/>
                    <a:ea typeface="+mn-ea"/>
                  </a:defRPr>
                </a:lvl5pPr>
              </a:lstStyle>
              <a:p>
                <a:pPr marL="0" lvl="0" indent="0" eaLnBrk="1" hangingPunct="1">
                  <a:lnSpc>
                    <a:spcPct val="85000"/>
                  </a:lnSpc>
                  <a:spcBef>
                    <a:spcPct val="50000"/>
                  </a:spcBef>
                  <a:buNone/>
                </a:pPr>
                <a:r>
                  <a:rPr lang="en-US" altLang="zh-CN" sz="2400" dirty="0">
                    <a:solidFill>
                      <a:schemeClr val="bg1"/>
                    </a:solidFill>
                    <a:latin typeface="Tahoma" panose="020B0604030504040204" pitchFamily="34" charset="0"/>
                  </a:rPr>
                  <a:t>y(t)</a:t>
                </a:r>
                <a:endParaRPr lang="en-US" altLang="zh-CN" sz="2400" dirty="0">
                  <a:solidFill>
                    <a:schemeClr val="bg1"/>
                  </a:solidFill>
                  <a:latin typeface="Tahoma" panose="020B0604030504040204" pitchFamily="34" charset="0"/>
                </a:endParaRPr>
              </a:p>
              <a:p>
                <a:pPr marL="0" lvl="0" indent="0" eaLnBrk="1" hangingPunct="1">
                  <a:lnSpc>
                    <a:spcPct val="85000"/>
                  </a:lnSpc>
                  <a:spcBef>
                    <a:spcPct val="50000"/>
                  </a:spcBef>
                  <a:buNone/>
                </a:pPr>
                <a:r>
                  <a:rPr lang="en-US" altLang="zh-CN" sz="2400" dirty="0">
                    <a:solidFill>
                      <a:schemeClr val="bg1"/>
                    </a:solidFill>
                    <a:latin typeface="Tahoma" panose="020B0604030504040204" pitchFamily="34" charset="0"/>
                  </a:rPr>
                  <a:t>Y(s)</a:t>
                </a:r>
                <a:endParaRPr lang="en-US" altLang="zh-CN" sz="2400" dirty="0">
                  <a:solidFill>
                    <a:schemeClr val="bg1"/>
                  </a:solidFill>
                  <a:latin typeface="Tahoma" panose="020B0604030504040204" pitchFamily="34" charset="0"/>
                </a:endParaRPr>
              </a:p>
            </p:txBody>
          </p:sp>
          <p:sp>
            <p:nvSpPr>
              <p:cNvPr id="50" name="Rectangle 14"/>
              <p:cNvSpPr/>
              <p:nvPr/>
            </p:nvSpPr>
            <p:spPr>
              <a:xfrm>
                <a:off x="1166760" y="3031599"/>
                <a:ext cx="873597" cy="698740"/>
              </a:xfrm>
              <a:prstGeom prst="rect">
                <a:avLst/>
              </a:prstGeom>
              <a:noFill/>
              <a:ln w="9525">
                <a:noFill/>
              </a:ln>
            </p:spPr>
            <p:txBody>
              <a:bodyPr wrap="square" lIns="0" tIns="0" rIns="0" bIns="0">
                <a:spAutoFit/>
              </a:bodyPr>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Ø"/>
                  <a:defRPr sz="2600">
                    <a:solidFill>
                      <a:schemeClr val="tx1"/>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ü"/>
                  <a:defRPr sz="2300">
                    <a:solidFill>
                      <a:schemeClr val="tx1"/>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l"/>
                  <a:defRPr sz="2000">
                    <a:solidFill>
                      <a:schemeClr val="tx1"/>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mn-lt"/>
                    <a:ea typeface="+mn-ea"/>
                  </a:defRPr>
                </a:lvl5pPr>
              </a:lstStyle>
              <a:p>
                <a:pPr marL="0" lvl="0" indent="0" eaLnBrk="1" hangingPunct="1">
                  <a:lnSpc>
                    <a:spcPct val="85000"/>
                  </a:lnSpc>
                  <a:buNone/>
                </a:pPr>
                <a:r>
                  <a:rPr lang="en-US" altLang="zh-CN" sz="2400" dirty="0">
                    <a:solidFill>
                      <a:schemeClr val="bg1"/>
                    </a:solidFill>
                    <a:latin typeface="黑体" panose="02010609060101010101" charset="-122"/>
                  </a:rPr>
                  <a:t>x</a:t>
                </a:r>
                <a:r>
                  <a:rPr lang="en-US" altLang="zh-CN" sz="2400" baseline="-25000" dirty="0">
                    <a:solidFill>
                      <a:schemeClr val="bg1"/>
                    </a:solidFill>
                    <a:latin typeface="黑体" panose="02010609060101010101" charset="-122"/>
                  </a:rPr>
                  <a:t>1</a:t>
                </a:r>
                <a:r>
                  <a:rPr lang="en-US" altLang="zh-CN" sz="2400" dirty="0">
                    <a:solidFill>
                      <a:schemeClr val="bg1"/>
                    </a:solidFill>
                    <a:latin typeface="黑体" panose="02010609060101010101" charset="-122"/>
                  </a:rPr>
                  <a:t>(t)</a:t>
                </a:r>
                <a:endParaRPr lang="en-US" altLang="zh-CN" sz="2400" dirty="0">
                  <a:solidFill>
                    <a:schemeClr val="bg1"/>
                  </a:solidFill>
                  <a:latin typeface="黑体" panose="02010609060101010101" charset="-122"/>
                </a:endParaRPr>
              </a:p>
              <a:p>
                <a:pPr marL="0" lvl="0" indent="0" eaLnBrk="1" hangingPunct="1">
                  <a:lnSpc>
                    <a:spcPct val="85000"/>
                  </a:lnSpc>
                  <a:buNone/>
                </a:pPr>
                <a:r>
                  <a:rPr lang="en-US" altLang="zh-CN" sz="2400" dirty="0">
                    <a:solidFill>
                      <a:schemeClr val="bg1"/>
                    </a:solidFill>
                    <a:latin typeface="黑体" panose="02010609060101010101" charset="-122"/>
                  </a:rPr>
                  <a:t>X</a:t>
                </a:r>
                <a:r>
                  <a:rPr lang="en-US" altLang="zh-CN" sz="2400" baseline="-25000" dirty="0">
                    <a:solidFill>
                      <a:schemeClr val="bg1"/>
                    </a:solidFill>
                    <a:latin typeface="黑体" panose="02010609060101010101" charset="-122"/>
                  </a:rPr>
                  <a:t>1</a:t>
                </a:r>
                <a:r>
                  <a:rPr lang="en-US" altLang="zh-CN" sz="2400" dirty="0">
                    <a:solidFill>
                      <a:schemeClr val="bg1"/>
                    </a:solidFill>
                    <a:latin typeface="黑体" panose="02010609060101010101" charset="-122"/>
                  </a:rPr>
                  <a:t>(s)</a:t>
                </a:r>
                <a:endParaRPr lang="zh-CN" altLang="en-US" sz="2400" dirty="0">
                  <a:solidFill>
                    <a:schemeClr val="bg1"/>
                  </a:solidFill>
                  <a:latin typeface="黑体" panose="02010609060101010101" charset="-122"/>
                </a:endParaRPr>
              </a:p>
            </p:txBody>
          </p:sp>
        </p:grpSp>
        <p:sp>
          <p:nvSpPr>
            <p:cNvPr id="7" name="文本框 6"/>
            <p:cNvSpPr txBox="1"/>
            <p:nvPr/>
          </p:nvSpPr>
          <p:spPr>
            <a:xfrm>
              <a:off x="2464337" y="1514231"/>
              <a:ext cx="537643" cy="766222"/>
            </a:xfrm>
            <a:prstGeom prst="rect">
              <a:avLst/>
            </a:prstGeom>
            <a:solidFill>
              <a:schemeClr val="tx1"/>
            </a:solidFill>
            <a:ln w="28575">
              <a:solidFill>
                <a:schemeClr val="bg1"/>
              </a:solidFill>
            </a:ln>
          </p:spPr>
          <p:txBody>
            <a:bodyPr wrap="square" rtlCol="0">
              <a:spAutoFit/>
            </a:bodyPr>
            <a:lstStyle/>
            <a:p>
              <a:pPr>
                <a:spcBef>
                  <a:spcPts val="1200"/>
                </a:spcBef>
              </a:pPr>
              <a:r>
                <a:rPr lang="en-US" altLang="zh-CN" sz="4400" dirty="0">
                  <a:solidFill>
                    <a:schemeClr val="bg1"/>
                  </a:solidFill>
                </a:rPr>
                <a:t>a</a:t>
              </a:r>
              <a:endParaRPr lang="zh-CN" altLang="en-US" sz="4400" dirty="0">
                <a:solidFill>
                  <a:schemeClr val="bg1"/>
                </a:solidFill>
              </a:endParaRPr>
            </a:p>
          </p:txBody>
        </p:sp>
      </p:grpSp>
      <p:grpSp>
        <p:nvGrpSpPr>
          <p:cNvPr id="55" name="Group 17"/>
          <p:cNvGrpSpPr/>
          <p:nvPr/>
        </p:nvGrpSpPr>
        <p:grpSpPr>
          <a:xfrm>
            <a:off x="721543" y="2821796"/>
            <a:ext cx="3748952" cy="2856437"/>
            <a:chOff x="590" y="774"/>
            <a:chExt cx="2335" cy="1722"/>
          </a:xfrm>
        </p:grpSpPr>
        <p:grpSp>
          <p:nvGrpSpPr>
            <p:cNvPr id="56" name="Group 3"/>
            <p:cNvGrpSpPr/>
            <p:nvPr/>
          </p:nvGrpSpPr>
          <p:grpSpPr>
            <a:xfrm>
              <a:off x="612" y="1661"/>
              <a:ext cx="2313" cy="835"/>
              <a:chOff x="1701" y="1298"/>
              <a:chExt cx="2313" cy="835"/>
            </a:xfrm>
          </p:grpSpPr>
          <p:sp>
            <p:nvSpPr>
              <p:cNvPr id="58" name="Text Box 4"/>
              <p:cNvSpPr txBox="1"/>
              <p:nvPr/>
            </p:nvSpPr>
            <p:spPr>
              <a:xfrm>
                <a:off x="1701" y="1320"/>
                <a:ext cx="624" cy="223"/>
              </a:xfrm>
              <a:prstGeom prst="rect">
                <a:avLst/>
              </a:prstGeom>
              <a:noFill/>
              <a:ln w="9525">
                <a:noFill/>
              </a:ln>
            </p:spPr>
            <p:txBody>
              <a:bodyPr>
                <a:spAutoFit/>
              </a:bodyPr>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Ø"/>
                  <a:defRPr sz="2600">
                    <a:solidFill>
                      <a:schemeClr val="tx1"/>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ü"/>
                  <a:defRPr sz="2300">
                    <a:solidFill>
                      <a:schemeClr val="tx1"/>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l"/>
                  <a:defRPr sz="2000">
                    <a:solidFill>
                      <a:schemeClr val="tx1"/>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mn-lt"/>
                    <a:ea typeface="+mn-ea"/>
                  </a:defRPr>
                </a:lvl5pPr>
              </a:lstStyle>
              <a:p>
                <a:pPr marL="0" lvl="0" indent="0" eaLnBrk="1" hangingPunct="1">
                  <a:lnSpc>
                    <a:spcPct val="85000"/>
                  </a:lnSpc>
                  <a:spcBef>
                    <a:spcPct val="50000"/>
                  </a:spcBef>
                  <a:buNone/>
                </a:pPr>
                <a:r>
                  <a:rPr lang="en-US" altLang="zh-CN" sz="2000" dirty="0">
                    <a:latin typeface="Tahoma" panose="020B0604030504040204" pitchFamily="34" charset="0"/>
                  </a:rPr>
                  <a:t>f</a:t>
                </a:r>
                <a:r>
                  <a:rPr lang="en-US" altLang="zh-CN" sz="2000" baseline="-25000" dirty="0">
                    <a:latin typeface="Tahoma" panose="020B0604030504040204" pitchFamily="34" charset="0"/>
                  </a:rPr>
                  <a:t>1</a:t>
                </a:r>
                <a:r>
                  <a:rPr lang="en-US" altLang="zh-CN" sz="2000" dirty="0">
                    <a:latin typeface="Tahoma" panose="020B0604030504040204" pitchFamily="34" charset="0"/>
                  </a:rPr>
                  <a:t>(k)</a:t>
                </a:r>
                <a:endParaRPr lang="en-US" altLang="zh-CN" sz="2000" dirty="0">
                  <a:latin typeface="Tahoma" panose="020B0604030504040204" pitchFamily="34" charset="0"/>
                </a:endParaRPr>
              </a:p>
            </p:txBody>
          </p:sp>
          <p:sp>
            <p:nvSpPr>
              <p:cNvPr id="59" name="Text Box 5"/>
              <p:cNvSpPr txBox="1"/>
              <p:nvPr/>
            </p:nvSpPr>
            <p:spPr>
              <a:xfrm>
                <a:off x="3390" y="1298"/>
                <a:ext cx="624" cy="223"/>
              </a:xfrm>
              <a:prstGeom prst="rect">
                <a:avLst/>
              </a:prstGeom>
              <a:noFill/>
              <a:ln w="9525">
                <a:noFill/>
              </a:ln>
            </p:spPr>
            <p:txBody>
              <a:bodyPr>
                <a:spAutoFit/>
              </a:bodyPr>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Ø"/>
                  <a:defRPr sz="2600">
                    <a:solidFill>
                      <a:schemeClr val="tx1"/>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ü"/>
                  <a:defRPr sz="2300">
                    <a:solidFill>
                      <a:schemeClr val="tx1"/>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l"/>
                  <a:defRPr sz="2000">
                    <a:solidFill>
                      <a:schemeClr val="tx1"/>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mn-lt"/>
                    <a:ea typeface="+mn-ea"/>
                  </a:defRPr>
                </a:lvl5pPr>
              </a:lstStyle>
              <a:p>
                <a:pPr marL="0" lvl="0" indent="0" eaLnBrk="1" hangingPunct="1">
                  <a:lnSpc>
                    <a:spcPct val="85000"/>
                  </a:lnSpc>
                  <a:spcBef>
                    <a:spcPct val="50000"/>
                  </a:spcBef>
                  <a:buNone/>
                </a:pPr>
                <a:r>
                  <a:rPr lang="en-US" altLang="zh-CN" sz="2000" dirty="0">
                    <a:latin typeface="Tahoma" panose="020B0604030504040204" pitchFamily="34" charset="0"/>
                  </a:rPr>
                  <a:t>y(k)</a:t>
                </a:r>
                <a:endParaRPr lang="en-US" altLang="zh-CN" sz="2000" dirty="0">
                  <a:latin typeface="Tahoma" panose="020B0604030504040204" pitchFamily="34" charset="0"/>
                </a:endParaRPr>
              </a:p>
            </p:txBody>
          </p:sp>
          <p:sp>
            <p:nvSpPr>
              <p:cNvPr id="71" name="Text Box 6"/>
              <p:cNvSpPr txBox="1"/>
              <p:nvPr/>
            </p:nvSpPr>
            <p:spPr>
              <a:xfrm>
                <a:off x="2563" y="1910"/>
                <a:ext cx="624" cy="223"/>
              </a:xfrm>
              <a:prstGeom prst="rect">
                <a:avLst/>
              </a:prstGeom>
              <a:noFill/>
              <a:ln w="9525">
                <a:noFill/>
              </a:ln>
            </p:spPr>
            <p:txBody>
              <a:bodyPr>
                <a:spAutoFit/>
              </a:bodyPr>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Ø"/>
                  <a:defRPr sz="2600">
                    <a:solidFill>
                      <a:schemeClr val="tx1"/>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ü"/>
                  <a:defRPr sz="2300">
                    <a:solidFill>
                      <a:schemeClr val="tx1"/>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l"/>
                  <a:defRPr sz="2000">
                    <a:solidFill>
                      <a:schemeClr val="tx1"/>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mn-lt"/>
                    <a:ea typeface="+mn-ea"/>
                  </a:defRPr>
                </a:lvl5pPr>
              </a:lstStyle>
              <a:p>
                <a:pPr marL="0" lvl="0" indent="0" eaLnBrk="1" hangingPunct="1">
                  <a:lnSpc>
                    <a:spcPct val="85000"/>
                  </a:lnSpc>
                  <a:spcBef>
                    <a:spcPct val="50000"/>
                  </a:spcBef>
                  <a:buNone/>
                </a:pPr>
                <a:r>
                  <a:rPr lang="en-US" altLang="zh-CN" sz="2000" dirty="0">
                    <a:latin typeface="Tahoma" panose="020B0604030504040204" pitchFamily="34" charset="0"/>
                  </a:rPr>
                  <a:t>f</a:t>
                </a:r>
                <a:r>
                  <a:rPr lang="en-US" altLang="zh-CN" sz="2000" baseline="-25000" dirty="0">
                    <a:latin typeface="Tahoma" panose="020B0604030504040204" pitchFamily="34" charset="0"/>
                  </a:rPr>
                  <a:t>2</a:t>
                </a:r>
                <a:r>
                  <a:rPr lang="en-US" altLang="zh-CN" sz="2000" dirty="0">
                    <a:latin typeface="Tahoma" panose="020B0604030504040204" pitchFamily="34" charset="0"/>
                  </a:rPr>
                  <a:t>(k)</a:t>
                </a:r>
                <a:endParaRPr lang="en-US" altLang="zh-CN" sz="2000" dirty="0">
                  <a:latin typeface="Tahoma" panose="020B0604030504040204" pitchFamily="34" charset="0"/>
                </a:endParaRPr>
              </a:p>
            </p:txBody>
          </p:sp>
        </p:grpSp>
        <p:sp>
          <p:nvSpPr>
            <p:cNvPr id="57" name="Rectangle 14"/>
            <p:cNvSpPr/>
            <p:nvPr/>
          </p:nvSpPr>
          <p:spPr>
            <a:xfrm>
              <a:off x="590" y="774"/>
              <a:ext cx="1060" cy="189"/>
            </a:xfrm>
            <a:prstGeom prst="rect">
              <a:avLst/>
            </a:prstGeom>
            <a:noFill/>
            <a:ln w="9525">
              <a:noFill/>
            </a:ln>
          </p:spPr>
          <p:txBody>
            <a:bodyPr wrap="square" lIns="0" tIns="0" rIns="0" bIns="0">
              <a:spAutoFit/>
            </a:bodyPr>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Ø"/>
                <a:defRPr sz="2600">
                  <a:solidFill>
                    <a:schemeClr val="tx1"/>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ü"/>
                <a:defRPr sz="2300">
                  <a:solidFill>
                    <a:schemeClr val="tx1"/>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l"/>
                <a:defRPr sz="2000">
                  <a:solidFill>
                    <a:schemeClr val="tx1"/>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mn-lt"/>
                  <a:ea typeface="+mn-ea"/>
                </a:defRPr>
              </a:lvl5pPr>
            </a:lstStyle>
            <a:p>
              <a:pPr marL="0" lvl="0" indent="0" eaLnBrk="1" hangingPunct="1">
                <a:lnSpc>
                  <a:spcPct val="85000"/>
                </a:lnSpc>
                <a:buNone/>
              </a:pPr>
              <a:r>
                <a:rPr lang="en-US" altLang="zh-CN" sz="2400" dirty="0">
                  <a:solidFill>
                    <a:srgbClr val="FF3300"/>
                  </a:solidFill>
                  <a:latin typeface="黑体" panose="02010609060101010101" charset="-122"/>
                </a:rPr>
                <a:t>3)</a:t>
              </a:r>
              <a:r>
                <a:rPr lang="zh-CN" altLang="en-US" sz="2400" dirty="0">
                  <a:solidFill>
                    <a:srgbClr val="FF3300"/>
                  </a:solidFill>
                  <a:latin typeface="黑体" panose="02010609060101010101" charset="-122"/>
                </a:rPr>
                <a:t>积分器</a:t>
              </a:r>
              <a:endParaRPr lang="zh-CN" altLang="en-US" sz="2400" dirty="0">
                <a:solidFill>
                  <a:srgbClr val="FF3300"/>
                </a:solidFill>
                <a:latin typeface="黑体" panose="02010609060101010101" charset="-122"/>
              </a:endParaRPr>
            </a:p>
          </p:txBody>
        </p:sp>
      </p:grpSp>
      <p:grpSp>
        <p:nvGrpSpPr>
          <p:cNvPr id="22" name="组合 21"/>
          <p:cNvGrpSpPr/>
          <p:nvPr/>
        </p:nvGrpSpPr>
        <p:grpSpPr>
          <a:xfrm>
            <a:off x="692557" y="3132579"/>
            <a:ext cx="3499579" cy="1504850"/>
            <a:chOff x="692557" y="3132579"/>
            <a:chExt cx="3499579" cy="1504850"/>
          </a:xfrm>
        </p:grpSpPr>
        <p:sp>
          <p:nvSpPr>
            <p:cNvPr id="72" name="文本框 71"/>
            <p:cNvSpPr txBox="1"/>
            <p:nvPr/>
          </p:nvSpPr>
          <p:spPr>
            <a:xfrm>
              <a:off x="692557" y="3796286"/>
              <a:ext cx="702493" cy="369332"/>
            </a:xfrm>
            <a:prstGeom prst="rect">
              <a:avLst/>
            </a:prstGeom>
            <a:noFill/>
          </p:spPr>
          <p:txBody>
            <a:bodyPr wrap="square" rtlCol="0">
              <a:spAutoFit/>
            </a:bodyPr>
            <a:lstStyle/>
            <a:p>
              <a:r>
                <a:rPr lang="en-US" altLang="zh-CN" dirty="0">
                  <a:solidFill>
                    <a:srgbClr val="0070C0"/>
                  </a:solidFill>
                </a:rPr>
                <a:t>x(t)</a:t>
              </a:r>
              <a:endParaRPr lang="zh-CN" altLang="en-US" dirty="0">
                <a:solidFill>
                  <a:srgbClr val="0070C0"/>
                </a:solidFill>
              </a:endParaRPr>
            </a:p>
          </p:txBody>
        </p:sp>
        <p:grpSp>
          <p:nvGrpSpPr>
            <p:cNvPr id="73" name="组合 72"/>
            <p:cNvGrpSpPr/>
            <p:nvPr/>
          </p:nvGrpSpPr>
          <p:grpSpPr>
            <a:xfrm>
              <a:off x="1194951" y="3132579"/>
              <a:ext cx="2997185" cy="1504850"/>
              <a:chOff x="1342008" y="4149063"/>
              <a:chExt cx="3755588" cy="1592727"/>
            </a:xfrm>
          </p:grpSpPr>
          <p:grpSp>
            <p:nvGrpSpPr>
              <p:cNvPr id="75" name="组合 74"/>
              <p:cNvGrpSpPr/>
              <p:nvPr/>
            </p:nvGrpSpPr>
            <p:grpSpPr>
              <a:xfrm>
                <a:off x="3045478" y="4149063"/>
                <a:ext cx="2052118" cy="1303806"/>
                <a:chOff x="3045478" y="4149063"/>
                <a:chExt cx="2052118" cy="1303806"/>
              </a:xfrm>
            </p:grpSpPr>
            <p:sp>
              <p:nvSpPr>
                <p:cNvPr id="79" name="椭圆 78"/>
                <p:cNvSpPr/>
                <p:nvPr/>
              </p:nvSpPr>
              <p:spPr bwMode="auto">
                <a:xfrm>
                  <a:off x="3118418" y="5001852"/>
                  <a:ext cx="524297" cy="451017"/>
                </a:xfrm>
                <a:prstGeom prst="ellipse">
                  <a:avLst/>
                </a:prstGeom>
                <a:noFill/>
                <a:ln w="2857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lstStyle/>
                <a:p>
                  <a:pPr marL="0" marR="0" indent="0" algn="l" defTabSz="914400" rtl="0" eaLnBrk="1" fontAlgn="base" latinLnBrk="0" hangingPunct="1">
                    <a:lnSpc>
                      <a:spcPct val="100000"/>
                    </a:lnSpc>
                    <a:spcBef>
                      <a:spcPct val="0"/>
                    </a:spcBef>
                    <a:spcAft>
                      <a:spcPts val="600"/>
                    </a:spcAft>
                    <a:buClrTx/>
                    <a:buSzTx/>
                    <a:buFontTx/>
                    <a:buNone/>
                  </a:pPr>
                  <a:r>
                    <a:rPr kumimoji="0" lang="zh-CN" altLang="en-US" sz="1800" b="1" i="0" u="none" strike="noStrike" cap="none" normalizeH="0" baseline="0" dirty="0">
                      <a:ln>
                        <a:noFill/>
                      </a:ln>
                      <a:solidFill>
                        <a:srgbClr val="0070C0"/>
                      </a:solidFill>
                      <a:effectLst/>
                      <a:latin typeface="Arial" panose="020B0604020202020204" pitchFamily="34" charset="0"/>
                      <a:ea typeface="宋体" panose="02010600030101010101" pitchFamily="2" charset="-122"/>
                    </a:rPr>
                    <a:t>∑</a:t>
                  </a:r>
                  <a:endParaRPr kumimoji="0" lang="zh-CN" altLang="en-US" sz="1800" b="1" i="0" u="none" strike="noStrike" cap="none" normalizeH="0" baseline="0" dirty="0">
                    <a:ln>
                      <a:noFill/>
                    </a:ln>
                    <a:solidFill>
                      <a:srgbClr val="0070C0"/>
                    </a:solidFill>
                    <a:effectLst/>
                    <a:latin typeface="Arial" panose="020B0604020202020204" pitchFamily="34" charset="0"/>
                    <a:ea typeface="宋体" panose="02010600030101010101" pitchFamily="2" charset="-122"/>
                  </a:endParaRPr>
                </a:p>
              </p:txBody>
            </p:sp>
            <p:cxnSp>
              <p:nvCxnSpPr>
                <p:cNvPr id="80" name="直接箭头连接符 79"/>
                <p:cNvCxnSpPr>
                  <a:endCxn id="79" idx="0"/>
                </p:cNvCxnSpPr>
                <p:nvPr/>
              </p:nvCxnSpPr>
              <p:spPr bwMode="auto">
                <a:xfrm>
                  <a:off x="3380566" y="4646376"/>
                  <a:ext cx="0" cy="355476"/>
                </a:xfrm>
                <a:prstGeom prst="straightConnector1">
                  <a:avLst/>
                </a:prstGeom>
                <a:ln w="38100">
                  <a:solidFill>
                    <a:schemeClr val="bg1"/>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81" name="文本框 80"/>
                <p:cNvSpPr txBox="1"/>
                <p:nvPr/>
              </p:nvSpPr>
              <p:spPr>
                <a:xfrm>
                  <a:off x="3045478" y="4149063"/>
                  <a:ext cx="990600" cy="369332"/>
                </a:xfrm>
                <a:prstGeom prst="rect">
                  <a:avLst/>
                </a:prstGeom>
                <a:noFill/>
              </p:spPr>
              <p:txBody>
                <a:bodyPr wrap="square" rtlCol="0">
                  <a:spAutoFit/>
                </a:bodyPr>
                <a:lstStyle/>
                <a:p>
                  <a:r>
                    <a:rPr lang="en-US" altLang="zh-CN" dirty="0">
                      <a:solidFill>
                        <a:srgbClr val="0070C0"/>
                      </a:solidFill>
                    </a:rPr>
                    <a:t>y(0)</a:t>
                  </a:r>
                  <a:endParaRPr lang="zh-CN" altLang="en-US" dirty="0">
                    <a:solidFill>
                      <a:srgbClr val="0070C0"/>
                    </a:solidFill>
                  </a:endParaRPr>
                </a:p>
              </p:txBody>
            </p:sp>
            <p:sp>
              <p:nvSpPr>
                <p:cNvPr id="82" name="文本框 81"/>
                <p:cNvSpPr txBox="1"/>
                <p:nvPr/>
              </p:nvSpPr>
              <p:spPr>
                <a:xfrm>
                  <a:off x="4318766" y="5003786"/>
                  <a:ext cx="778830" cy="408453"/>
                </a:xfrm>
                <a:prstGeom prst="rect">
                  <a:avLst/>
                </a:prstGeom>
                <a:noFill/>
              </p:spPr>
              <p:txBody>
                <a:bodyPr wrap="square" rtlCol="0">
                  <a:spAutoFit/>
                </a:bodyPr>
                <a:lstStyle/>
                <a:p>
                  <a:r>
                    <a:rPr lang="en-US" altLang="zh-CN" dirty="0">
                      <a:solidFill>
                        <a:srgbClr val="0070C0"/>
                      </a:solidFill>
                    </a:rPr>
                    <a:t>y(t)</a:t>
                  </a:r>
                  <a:endParaRPr lang="zh-CN" altLang="en-US" dirty="0">
                    <a:solidFill>
                      <a:srgbClr val="0070C0"/>
                    </a:solidFill>
                  </a:endParaRPr>
                </a:p>
              </p:txBody>
            </p:sp>
            <p:cxnSp>
              <p:nvCxnSpPr>
                <p:cNvPr id="83" name="直接箭头连接符 82"/>
                <p:cNvCxnSpPr/>
                <p:nvPr/>
              </p:nvCxnSpPr>
              <p:spPr bwMode="auto">
                <a:xfrm flipV="1">
                  <a:off x="3673649" y="5227360"/>
                  <a:ext cx="466303" cy="1"/>
                </a:xfrm>
                <a:prstGeom prst="straightConnector1">
                  <a:avLst/>
                </a:prstGeom>
                <a:ln w="38100">
                  <a:solidFill>
                    <a:schemeClr val="bg1"/>
                  </a:solidFill>
                  <a:headEnd type="none" w="med" len="med"/>
                  <a:tailEnd type="triangle"/>
                </a:ln>
              </p:spPr>
              <p:style>
                <a:lnRef idx="1">
                  <a:schemeClr val="accent1"/>
                </a:lnRef>
                <a:fillRef idx="0">
                  <a:schemeClr val="accent1"/>
                </a:fillRef>
                <a:effectRef idx="0">
                  <a:schemeClr val="accent1"/>
                </a:effectRef>
                <a:fontRef idx="minor">
                  <a:schemeClr val="tx1"/>
                </a:fontRef>
              </p:style>
            </p:cxnSp>
          </p:grpSp>
          <p:grpSp>
            <p:nvGrpSpPr>
              <p:cNvPr id="76" name="组合 75"/>
              <p:cNvGrpSpPr/>
              <p:nvPr/>
            </p:nvGrpSpPr>
            <p:grpSpPr>
              <a:xfrm>
                <a:off x="1342008" y="4652764"/>
                <a:ext cx="1722438" cy="1089026"/>
                <a:chOff x="1322815" y="4652764"/>
                <a:chExt cx="1722438" cy="1089026"/>
              </a:xfrm>
            </p:grpSpPr>
            <p:pic>
              <p:nvPicPr>
                <p:cNvPr id="77" name="Picture 11"/>
                <p:cNvPicPr>
                  <a:picLocks noChangeAspect="1"/>
                </p:cNvPicPr>
                <p:nvPr/>
              </p:nvPicPr>
              <p:blipFill>
                <a:blip r:embed="rId2"/>
                <a:stretch>
                  <a:fillRect/>
                </a:stretch>
              </p:blipFill>
              <p:spPr>
                <a:xfrm>
                  <a:off x="1322815" y="4652764"/>
                  <a:ext cx="1722438" cy="1089026"/>
                </a:xfrm>
                <a:prstGeom prst="rect">
                  <a:avLst/>
                </a:prstGeom>
                <a:noFill/>
                <a:ln w="9525">
                  <a:noFill/>
                </a:ln>
              </p:spPr>
            </p:pic>
            <p:sp>
              <p:nvSpPr>
                <p:cNvPr id="78" name="文本框 77"/>
                <p:cNvSpPr txBox="1"/>
                <p:nvPr/>
              </p:nvSpPr>
              <p:spPr>
                <a:xfrm>
                  <a:off x="1835696" y="4829075"/>
                  <a:ext cx="740758" cy="830997"/>
                </a:xfrm>
                <a:prstGeom prst="rect">
                  <a:avLst/>
                </a:prstGeom>
                <a:solidFill>
                  <a:schemeClr val="tx1"/>
                </a:solidFill>
                <a:ln w="38100">
                  <a:solidFill>
                    <a:schemeClr val="bg1"/>
                  </a:solidFill>
                </a:ln>
              </p:spPr>
              <p:txBody>
                <a:bodyPr wrap="square" rtlCol="0">
                  <a:spAutoFit/>
                </a:bodyPr>
                <a:lstStyle/>
                <a:p>
                  <a:r>
                    <a:rPr lang="zh-CN" altLang="en-US" sz="4800" dirty="0">
                      <a:solidFill>
                        <a:srgbClr val="0070C0"/>
                      </a:solidFill>
                    </a:rPr>
                    <a:t>∫</a:t>
                  </a:r>
                  <a:endParaRPr lang="zh-CN" altLang="en-US" sz="4800" dirty="0">
                    <a:solidFill>
                      <a:srgbClr val="0070C0"/>
                    </a:solidFill>
                  </a:endParaRPr>
                </a:p>
              </p:txBody>
            </p:sp>
          </p:grpSp>
        </p:grpSp>
      </p:grpSp>
      <p:grpSp>
        <p:nvGrpSpPr>
          <p:cNvPr id="84" name="组合 83"/>
          <p:cNvGrpSpPr/>
          <p:nvPr/>
        </p:nvGrpSpPr>
        <p:grpSpPr>
          <a:xfrm>
            <a:off x="4641909" y="3140698"/>
            <a:ext cx="4254992" cy="1642633"/>
            <a:chOff x="817708" y="4149063"/>
            <a:chExt cx="4207165" cy="1572037"/>
          </a:xfrm>
        </p:grpSpPr>
        <p:grpSp>
          <p:nvGrpSpPr>
            <p:cNvPr id="85" name="组合 84"/>
            <p:cNvGrpSpPr/>
            <p:nvPr/>
          </p:nvGrpSpPr>
          <p:grpSpPr>
            <a:xfrm>
              <a:off x="3045478" y="4149063"/>
              <a:ext cx="1979395" cy="1278235"/>
              <a:chOff x="3045478" y="4149063"/>
              <a:chExt cx="1979395" cy="1278235"/>
            </a:xfrm>
          </p:grpSpPr>
          <p:sp>
            <p:nvSpPr>
              <p:cNvPr id="90" name="椭圆 89"/>
              <p:cNvSpPr/>
              <p:nvPr/>
            </p:nvSpPr>
            <p:spPr bwMode="auto">
              <a:xfrm>
                <a:off x="3143431" y="4976281"/>
                <a:ext cx="524297" cy="451017"/>
              </a:xfrm>
              <a:prstGeom prst="ellipse">
                <a:avLst/>
              </a:prstGeom>
              <a:noFill/>
              <a:ln w="38100"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r>
                  <a:rPr kumimoji="0" lang="zh-CN" altLang="en-US" sz="1800" b="1" i="0" u="none" strike="noStrike" cap="none" normalizeH="0" baseline="0" dirty="0">
                    <a:ln>
                      <a:noFill/>
                    </a:ln>
                    <a:solidFill>
                      <a:srgbClr val="0070C0"/>
                    </a:solidFill>
                    <a:effectLst/>
                    <a:latin typeface="Arial" panose="020B0604020202020204" pitchFamily="34" charset="0"/>
                    <a:ea typeface="宋体" panose="02010600030101010101" pitchFamily="2" charset="-122"/>
                  </a:rPr>
                  <a:t>∑</a:t>
                </a:r>
                <a:endParaRPr kumimoji="0" lang="zh-CN" altLang="en-US" sz="1800" b="1" i="0" u="none" strike="noStrike" cap="none" normalizeH="0" baseline="0" dirty="0">
                  <a:ln>
                    <a:noFill/>
                  </a:ln>
                  <a:solidFill>
                    <a:srgbClr val="0070C0"/>
                  </a:solidFill>
                  <a:effectLst/>
                  <a:latin typeface="Arial" panose="020B0604020202020204" pitchFamily="34" charset="0"/>
                  <a:ea typeface="宋体" panose="02010600030101010101" pitchFamily="2" charset="-122"/>
                </a:endParaRPr>
              </a:p>
            </p:txBody>
          </p:sp>
          <p:cxnSp>
            <p:nvCxnSpPr>
              <p:cNvPr id="91" name="直接箭头连接符 90"/>
              <p:cNvCxnSpPr>
                <a:endCxn id="90" idx="0"/>
              </p:cNvCxnSpPr>
              <p:nvPr/>
            </p:nvCxnSpPr>
            <p:spPr bwMode="auto">
              <a:xfrm>
                <a:off x="3405578" y="4620805"/>
                <a:ext cx="0" cy="355476"/>
              </a:xfrm>
              <a:prstGeom prst="straightConnector1">
                <a:avLst/>
              </a:prstGeom>
              <a:ln w="38100">
                <a:solidFill>
                  <a:schemeClr val="bg1"/>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92" name="文本框 91"/>
              <p:cNvSpPr txBox="1"/>
              <p:nvPr/>
            </p:nvSpPr>
            <p:spPr>
              <a:xfrm>
                <a:off x="3045478" y="4149063"/>
                <a:ext cx="990600" cy="369332"/>
              </a:xfrm>
              <a:prstGeom prst="rect">
                <a:avLst/>
              </a:prstGeom>
              <a:noFill/>
            </p:spPr>
            <p:txBody>
              <a:bodyPr wrap="square" rtlCol="0">
                <a:spAutoFit/>
              </a:bodyPr>
              <a:lstStyle/>
              <a:p>
                <a:r>
                  <a:rPr lang="en-US" altLang="zh-CN" dirty="0">
                    <a:solidFill>
                      <a:srgbClr val="0070C0"/>
                    </a:solidFill>
                  </a:rPr>
                  <a:t>y(0)/s</a:t>
                </a:r>
                <a:endParaRPr lang="zh-CN" altLang="en-US" dirty="0">
                  <a:solidFill>
                    <a:srgbClr val="0070C0"/>
                  </a:solidFill>
                </a:endParaRPr>
              </a:p>
            </p:txBody>
          </p:sp>
          <p:sp>
            <p:nvSpPr>
              <p:cNvPr id="93" name="文本框 92"/>
              <p:cNvSpPr txBox="1"/>
              <p:nvPr/>
            </p:nvSpPr>
            <p:spPr>
              <a:xfrm>
                <a:off x="4318765" y="5003786"/>
                <a:ext cx="706108" cy="369332"/>
              </a:xfrm>
              <a:prstGeom prst="rect">
                <a:avLst/>
              </a:prstGeom>
              <a:noFill/>
            </p:spPr>
            <p:txBody>
              <a:bodyPr wrap="square" rtlCol="0">
                <a:spAutoFit/>
              </a:bodyPr>
              <a:lstStyle/>
              <a:p>
                <a:r>
                  <a:rPr lang="en-US" altLang="zh-CN" dirty="0">
                    <a:solidFill>
                      <a:srgbClr val="0070C0"/>
                    </a:solidFill>
                  </a:rPr>
                  <a:t>Y(s)</a:t>
                </a:r>
                <a:endParaRPr lang="zh-CN" altLang="en-US" dirty="0">
                  <a:solidFill>
                    <a:srgbClr val="0070C0"/>
                  </a:solidFill>
                </a:endParaRPr>
              </a:p>
            </p:txBody>
          </p:sp>
          <p:cxnSp>
            <p:nvCxnSpPr>
              <p:cNvPr id="94" name="直接箭头连接符 93"/>
              <p:cNvCxnSpPr/>
              <p:nvPr/>
            </p:nvCxnSpPr>
            <p:spPr bwMode="auto">
              <a:xfrm flipV="1">
                <a:off x="3673649" y="5227360"/>
                <a:ext cx="466303" cy="1"/>
              </a:xfrm>
              <a:prstGeom prst="straightConnector1">
                <a:avLst/>
              </a:prstGeom>
              <a:ln w="38100">
                <a:solidFill>
                  <a:schemeClr val="bg1"/>
                </a:solidFill>
                <a:headEnd type="none" w="med" len="med"/>
                <a:tailEnd type="triangle"/>
              </a:ln>
            </p:spPr>
            <p:style>
              <a:lnRef idx="1">
                <a:schemeClr val="accent1"/>
              </a:lnRef>
              <a:fillRef idx="0">
                <a:schemeClr val="accent1"/>
              </a:fillRef>
              <a:effectRef idx="0">
                <a:schemeClr val="accent1"/>
              </a:effectRef>
              <a:fontRef idx="minor">
                <a:schemeClr val="tx1"/>
              </a:fontRef>
            </p:style>
          </p:cxnSp>
        </p:grpSp>
        <p:grpSp>
          <p:nvGrpSpPr>
            <p:cNvPr id="86" name="组合 85"/>
            <p:cNvGrpSpPr/>
            <p:nvPr/>
          </p:nvGrpSpPr>
          <p:grpSpPr>
            <a:xfrm>
              <a:off x="1378096" y="4632074"/>
              <a:ext cx="1722438" cy="1089026"/>
              <a:chOff x="1358903" y="4632074"/>
              <a:chExt cx="1722438" cy="1089026"/>
            </a:xfrm>
          </p:grpSpPr>
          <p:pic>
            <p:nvPicPr>
              <p:cNvPr id="88" name="Picture 11"/>
              <p:cNvPicPr>
                <a:picLocks noChangeAspect="1"/>
              </p:cNvPicPr>
              <p:nvPr/>
            </p:nvPicPr>
            <p:blipFill>
              <a:blip r:embed="rId2"/>
              <a:stretch>
                <a:fillRect/>
              </a:stretch>
            </p:blipFill>
            <p:spPr>
              <a:xfrm>
                <a:off x="1358903" y="4632074"/>
                <a:ext cx="1722438" cy="1089026"/>
              </a:xfrm>
              <a:prstGeom prst="rect">
                <a:avLst/>
              </a:prstGeom>
              <a:noFill/>
              <a:ln w="9525">
                <a:noFill/>
              </a:ln>
            </p:spPr>
          </p:pic>
          <p:sp>
            <p:nvSpPr>
              <p:cNvPr id="89" name="文本框 88"/>
              <p:cNvSpPr txBox="1"/>
              <p:nvPr/>
            </p:nvSpPr>
            <p:spPr>
              <a:xfrm>
                <a:off x="1935128" y="4777649"/>
                <a:ext cx="740758" cy="854193"/>
              </a:xfrm>
              <a:prstGeom prst="rect">
                <a:avLst/>
              </a:prstGeom>
              <a:solidFill>
                <a:schemeClr val="tx1"/>
              </a:solidFill>
              <a:ln w="28575">
                <a:solidFill>
                  <a:schemeClr val="bg1"/>
                </a:solidFill>
              </a:ln>
            </p:spPr>
            <p:txBody>
              <a:bodyPr wrap="square" rtlCol="0">
                <a:spAutoFit/>
              </a:bodyPr>
              <a:lstStyle/>
              <a:p>
                <a:endParaRPr lang="en-US" altLang="zh-CN" sz="800" dirty="0">
                  <a:solidFill>
                    <a:srgbClr val="0070C0"/>
                  </a:solidFill>
                </a:endParaRPr>
              </a:p>
              <a:p>
                <a:r>
                  <a:rPr lang="en-US" altLang="zh-CN" sz="2800" dirty="0">
                    <a:solidFill>
                      <a:srgbClr val="0070C0"/>
                    </a:solidFill>
                  </a:rPr>
                  <a:t>1/s</a:t>
                </a:r>
                <a:endParaRPr lang="en-US" altLang="zh-CN" sz="2800" dirty="0">
                  <a:solidFill>
                    <a:srgbClr val="0070C0"/>
                  </a:solidFill>
                </a:endParaRPr>
              </a:p>
              <a:p>
                <a:endParaRPr lang="zh-CN" altLang="en-US" sz="1400" dirty="0">
                  <a:solidFill>
                    <a:srgbClr val="0070C0"/>
                  </a:solidFill>
                </a:endParaRPr>
              </a:p>
            </p:txBody>
          </p:sp>
        </p:grpSp>
        <p:sp>
          <p:nvSpPr>
            <p:cNvPr id="87" name="文本框 86"/>
            <p:cNvSpPr txBox="1"/>
            <p:nvPr/>
          </p:nvSpPr>
          <p:spPr>
            <a:xfrm>
              <a:off x="817708" y="4750029"/>
              <a:ext cx="751782" cy="353459"/>
            </a:xfrm>
            <a:prstGeom prst="rect">
              <a:avLst/>
            </a:prstGeom>
            <a:noFill/>
          </p:spPr>
          <p:txBody>
            <a:bodyPr wrap="square" rtlCol="0">
              <a:spAutoFit/>
            </a:bodyPr>
            <a:lstStyle/>
            <a:p>
              <a:r>
                <a:rPr lang="en-US" altLang="zh-CN" dirty="0">
                  <a:solidFill>
                    <a:srgbClr val="0070C0"/>
                  </a:solidFill>
                </a:rPr>
                <a:t>X(s)</a:t>
              </a:r>
              <a:endParaRPr lang="zh-CN" altLang="en-US" dirty="0">
                <a:solidFill>
                  <a:srgbClr val="0070C0"/>
                </a:solidFill>
              </a:endParaRPr>
            </a:p>
          </p:txBody>
        </p:sp>
      </p:grpSp>
      <p:sp>
        <p:nvSpPr>
          <p:cNvPr id="96" name="Rectangle 14"/>
          <p:cNvSpPr/>
          <p:nvPr/>
        </p:nvSpPr>
        <p:spPr>
          <a:xfrm>
            <a:off x="687710" y="4855054"/>
            <a:ext cx="2597775" cy="313511"/>
          </a:xfrm>
          <a:prstGeom prst="rect">
            <a:avLst/>
          </a:prstGeom>
          <a:noFill/>
          <a:ln w="9525">
            <a:noFill/>
          </a:ln>
        </p:spPr>
        <p:txBody>
          <a:bodyPr wrap="square" lIns="0" tIns="0" rIns="0" bIns="0">
            <a:spAutoFit/>
          </a:bodyPr>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Ø"/>
              <a:defRPr sz="2600">
                <a:solidFill>
                  <a:schemeClr val="tx1"/>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ü"/>
              <a:defRPr sz="2300">
                <a:solidFill>
                  <a:schemeClr val="tx1"/>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l"/>
              <a:defRPr sz="2000">
                <a:solidFill>
                  <a:schemeClr val="tx1"/>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mn-lt"/>
                <a:ea typeface="+mn-ea"/>
              </a:defRPr>
            </a:lvl5pPr>
          </a:lstStyle>
          <a:p>
            <a:pPr marL="0" lvl="0" indent="0" eaLnBrk="1" hangingPunct="1">
              <a:lnSpc>
                <a:spcPct val="85000"/>
              </a:lnSpc>
              <a:buNone/>
            </a:pPr>
            <a:r>
              <a:rPr lang="zh-CN" altLang="en-US" sz="2400" dirty="0">
                <a:solidFill>
                  <a:schemeClr val="bg1"/>
                </a:solidFill>
                <a:latin typeface="黑体" panose="02010609060101010101" charset="-122"/>
              </a:rPr>
              <a:t>初始状态零</a:t>
            </a:r>
            <a:endParaRPr lang="zh-CN" altLang="en-US" sz="2400" dirty="0">
              <a:solidFill>
                <a:schemeClr val="bg1"/>
              </a:solidFill>
              <a:latin typeface="黑体" panose="02010609060101010101" charset="-122"/>
            </a:endParaRPr>
          </a:p>
        </p:txBody>
      </p:sp>
      <p:sp>
        <p:nvSpPr>
          <p:cNvPr id="97" name="Rectangle 14"/>
          <p:cNvSpPr/>
          <p:nvPr/>
        </p:nvSpPr>
        <p:spPr>
          <a:xfrm>
            <a:off x="5299090" y="4900258"/>
            <a:ext cx="2597775" cy="313511"/>
          </a:xfrm>
          <a:prstGeom prst="rect">
            <a:avLst/>
          </a:prstGeom>
          <a:noFill/>
          <a:ln w="9525">
            <a:noFill/>
          </a:ln>
        </p:spPr>
        <p:txBody>
          <a:bodyPr wrap="square" lIns="0" tIns="0" rIns="0" bIns="0">
            <a:spAutoFit/>
          </a:bodyPr>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Ø"/>
              <a:defRPr sz="2600">
                <a:solidFill>
                  <a:schemeClr val="tx1"/>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ü"/>
              <a:defRPr sz="2300">
                <a:solidFill>
                  <a:schemeClr val="tx1"/>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l"/>
              <a:defRPr sz="2000">
                <a:solidFill>
                  <a:schemeClr val="tx1"/>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mn-lt"/>
                <a:ea typeface="+mn-ea"/>
              </a:defRPr>
            </a:lvl5pPr>
          </a:lstStyle>
          <a:p>
            <a:pPr marL="0" lvl="0" indent="0" eaLnBrk="1" hangingPunct="1">
              <a:lnSpc>
                <a:spcPct val="85000"/>
              </a:lnSpc>
              <a:buNone/>
            </a:pPr>
            <a:r>
              <a:rPr lang="zh-CN" altLang="en-US" sz="2400" dirty="0">
                <a:solidFill>
                  <a:schemeClr val="bg1"/>
                </a:solidFill>
                <a:latin typeface="黑体" panose="02010609060101010101" charset="-122"/>
              </a:rPr>
              <a:t>初始状态不为零</a:t>
            </a:r>
            <a:endParaRPr lang="zh-CN" altLang="en-US" sz="2400" dirty="0">
              <a:solidFill>
                <a:schemeClr val="bg1"/>
              </a:solidFill>
              <a:latin typeface="黑体" panose="02010609060101010101" charset="-122"/>
            </a:endParaRPr>
          </a:p>
        </p:txBody>
      </p:sp>
      <p:pic>
        <p:nvPicPr>
          <p:cNvPr id="30" name="图片 29"/>
          <p:cNvPicPr>
            <a:picLocks noChangeAspect="1"/>
          </p:cNvPicPr>
          <p:nvPr/>
        </p:nvPicPr>
        <p:blipFill>
          <a:blip r:embed="rId3"/>
          <a:stretch>
            <a:fillRect/>
          </a:stretch>
        </p:blipFill>
        <p:spPr>
          <a:xfrm>
            <a:off x="5076056" y="5323252"/>
            <a:ext cx="3381400" cy="1490124"/>
          </a:xfrm>
          <a:prstGeom prst="rect">
            <a:avLst/>
          </a:prstGeom>
        </p:spPr>
      </p:pic>
      <p:pic>
        <p:nvPicPr>
          <p:cNvPr id="31" name="图片 30"/>
          <p:cNvPicPr>
            <a:picLocks noChangeAspect="1"/>
          </p:cNvPicPr>
          <p:nvPr/>
        </p:nvPicPr>
        <p:blipFill>
          <a:blip r:embed="rId4"/>
          <a:stretch>
            <a:fillRect/>
          </a:stretch>
        </p:blipFill>
        <p:spPr>
          <a:xfrm>
            <a:off x="803391" y="5298124"/>
            <a:ext cx="2767192" cy="1490124"/>
          </a:xfrm>
          <a:prstGeom prst="rect">
            <a:avLst/>
          </a:prstGeom>
        </p:spPr>
      </p:pic>
      <p:sp>
        <p:nvSpPr>
          <p:cNvPr id="3" name="墨迹 2"/>
          <p:cNvSpPr/>
          <p:nvPr/>
        </p:nvSpPr>
        <p:spPr bwMode="auto">
          <a:xfrm>
            <a:off x="2482560" y="3004200"/>
            <a:ext cx="6450840" cy="2809440"/>
          </a:xfrm>
        </p:spPr>
      </p:sp>
    </p:spTree>
    <p:custDataLst>
      <p:tags r:id="rId5"/>
    </p:custDataLst>
  </p:cSld>
  <p:clrMapOvr>
    <a:masterClrMapping/>
  </p:clrMapOvr>
  <mc:AlternateContent xmlns:mc="http://schemas.openxmlformats.org/markup-compatibility/2006">
    <mc:Choice xmlns:p14="http://schemas.microsoft.com/office/powerpoint/2010/main" Requires="p14">
      <p:transition spd="slow" p14:dur="2000" advTm="72648"/>
    </mc:Choice>
    <mc:Fallback>
      <p:transition spd="slow" advTm="72648"/>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nodeType="withEffect">
                                  <p:stCondLst>
                                    <p:cond delay="0"/>
                                  </p:stCondLst>
                                  <p:childTnLst>
                                    <p:set>
                                      <p:cBhvr>
                                        <p:cTn id="6" dur="1" fill="hold">
                                          <p:stCondLst>
                                            <p:cond delay="0"/>
                                          </p:stCondLst>
                                        </p:cTn>
                                        <p:tgtEl>
                                          <p:spTgt spid="3"/>
                                        </p:tgtEl>
                                        <p:attrNameLst>
                                          <p:attrName>style.visibility</p:attrName>
                                        </p:attrNameLst>
                                      </p:cBhvr>
                                      <p:to>
                                        <p:strVal val="visible"/>
                                      </p:to>
                                    </p:set>
                                    <p:cmd type="call" cmd="playFrom(0.0)">
                                      <p:cBhvr>
                                        <p:cTn id="7" dur="1" fill="hold"/>
                                        <p:tgtEl>
                                          <p:spTgt spid="3"/>
                                        </p:tgtEl>
                                      </p:cBhvr>
                                    </p:cmd>
                                  </p:childTnLst>
                                </p:cTn>
                              </p:par>
                              <p:par>
                                <p:cTn id="8" presetID="1" presetClass="entr" presetSubtype="0" fill="hold" nodeType="withEffect">
                                  <p:stCondLst>
                                    <p:cond delay="0"/>
                                  </p:stCondLst>
                                  <p:childTnLst>
                                    <p:set>
                                      <p:cBhvr>
                                        <p:cTn id="9" dur="1" fill="hold">
                                          <p:stCondLst>
                                            <p:cond delay="0"/>
                                          </p:stCondLst>
                                        </p:cTn>
                                        <p:tgtEl>
                                          <p:spTgt spid="21"/>
                                        </p:tgtEl>
                                        <p:attrNameLst>
                                          <p:attrName>style.visibility</p:attrName>
                                        </p:attrNameLst>
                                      </p:cBhvr>
                                      <p:to>
                                        <p:strVal val="visible"/>
                                      </p:to>
                                    </p:set>
                                  </p:childTnLst>
                                </p:cTn>
                              </p:par>
                            </p:childTnLst>
                          </p:cTn>
                        </p:par>
                      </p:childTnLst>
                    </p:cTn>
                  </p:par>
                  <p:par>
                    <p:cTn id="10" fill="hold">
                      <p:stCondLst>
                        <p:cond delay="indefinite"/>
                      </p:stCondLst>
                      <p:childTnLst>
                        <p:par>
                          <p:cTn id="11" fill="hold">
                            <p:stCondLst>
                              <p:cond delay="0"/>
                            </p:stCondLst>
                            <p:childTnLst>
                              <p:par>
                                <p:cTn id="12" presetID="2" presetClass="entr" presetSubtype="4" fill="hold" nodeType="clickEffect">
                                  <p:stCondLst>
                                    <p:cond delay="0"/>
                                  </p:stCondLst>
                                  <p:childTnLst>
                                    <p:set>
                                      <p:cBhvr>
                                        <p:cTn id="13" dur="1" fill="hold">
                                          <p:stCondLst>
                                            <p:cond delay="0"/>
                                          </p:stCondLst>
                                        </p:cTn>
                                        <p:tgtEl>
                                          <p:spTgt spid="4"/>
                                        </p:tgtEl>
                                        <p:attrNameLst>
                                          <p:attrName>style.visibility</p:attrName>
                                        </p:attrNameLst>
                                      </p:cBhvr>
                                      <p:to>
                                        <p:strVal val="visible"/>
                                      </p:to>
                                    </p:set>
                                    <p:anim calcmode="lin" valueType="num">
                                      <p:cBhvr additive="base">
                                        <p:cTn id="14" dur="500" fill="hold"/>
                                        <p:tgtEl>
                                          <p:spTgt spid="4"/>
                                        </p:tgtEl>
                                        <p:attrNameLst>
                                          <p:attrName>ppt_x</p:attrName>
                                        </p:attrNameLst>
                                      </p:cBhvr>
                                      <p:tavLst>
                                        <p:tav tm="0">
                                          <p:val>
                                            <p:strVal val="#ppt_x"/>
                                          </p:val>
                                        </p:tav>
                                        <p:tav tm="100000">
                                          <p:val>
                                            <p:strVal val="#ppt_x"/>
                                          </p:val>
                                        </p:tav>
                                      </p:tavLst>
                                    </p:anim>
                                    <p:anim calcmode="lin" valueType="num">
                                      <p:cBhvr additive="base">
                                        <p:cTn id="15" dur="500" fill="hold"/>
                                        <p:tgtEl>
                                          <p:spTgt spid="4"/>
                                        </p:tgtEl>
                                        <p:attrNameLst>
                                          <p:attrName>ppt_y</p:attrName>
                                        </p:attrNameLst>
                                      </p:cBhvr>
                                      <p:tavLst>
                                        <p:tav tm="0">
                                          <p:val>
                                            <p:strVal val="1+#ppt_h/2"/>
                                          </p:val>
                                        </p:tav>
                                        <p:tav tm="100000">
                                          <p:val>
                                            <p:strVal val="#ppt_y"/>
                                          </p:val>
                                        </p:tav>
                                      </p:tavLst>
                                    </p:anim>
                                  </p:childTnLst>
                                </p:cTn>
                              </p:par>
                            </p:childTnLst>
                          </p:cTn>
                        </p:par>
                        <p:par>
                          <p:cTn id="16" fill="hold">
                            <p:stCondLst>
                              <p:cond delay="500"/>
                            </p:stCondLst>
                            <p:childTnLst>
                              <p:par>
                                <p:cTn id="17" presetID="55" presetClass="entr" presetSubtype="0" fill="hold" nodeType="afterEffect">
                                  <p:stCondLst>
                                    <p:cond delay="0"/>
                                  </p:stCondLst>
                                  <p:childTnLst>
                                    <p:set>
                                      <p:cBhvr>
                                        <p:cTn id="18" dur="1" fill="hold">
                                          <p:stCondLst>
                                            <p:cond delay="0"/>
                                          </p:stCondLst>
                                        </p:cTn>
                                        <p:tgtEl>
                                          <p:spTgt spid="55"/>
                                        </p:tgtEl>
                                        <p:attrNameLst>
                                          <p:attrName>style.visibility</p:attrName>
                                        </p:attrNameLst>
                                      </p:cBhvr>
                                      <p:to>
                                        <p:strVal val="visible"/>
                                      </p:to>
                                    </p:set>
                                    <p:anim calcmode="lin" valueType="num">
                                      <p:cBhvr>
                                        <p:cTn id="19" dur="1000" fill="hold"/>
                                        <p:tgtEl>
                                          <p:spTgt spid="55"/>
                                        </p:tgtEl>
                                        <p:attrNameLst>
                                          <p:attrName>ppt_w</p:attrName>
                                        </p:attrNameLst>
                                      </p:cBhvr>
                                      <p:tavLst>
                                        <p:tav tm="0">
                                          <p:val>
                                            <p:strVal val="#ppt_w*0.70"/>
                                          </p:val>
                                        </p:tav>
                                        <p:tav tm="100000">
                                          <p:val>
                                            <p:strVal val="#ppt_w"/>
                                          </p:val>
                                        </p:tav>
                                      </p:tavLst>
                                    </p:anim>
                                    <p:anim calcmode="lin" valueType="num">
                                      <p:cBhvr>
                                        <p:cTn id="20" dur="1000" fill="hold"/>
                                        <p:tgtEl>
                                          <p:spTgt spid="55"/>
                                        </p:tgtEl>
                                        <p:attrNameLst>
                                          <p:attrName>ppt_h</p:attrName>
                                        </p:attrNameLst>
                                      </p:cBhvr>
                                      <p:tavLst>
                                        <p:tav tm="0">
                                          <p:val>
                                            <p:strVal val="#ppt_h"/>
                                          </p:val>
                                        </p:tav>
                                        <p:tav tm="100000">
                                          <p:val>
                                            <p:strVal val="#ppt_h"/>
                                          </p:val>
                                        </p:tav>
                                      </p:tavLst>
                                    </p:anim>
                                    <p:animEffect transition="in" filter="fade">
                                      <p:cBhvr>
                                        <p:cTn id="21" dur="1000"/>
                                        <p:tgtEl>
                                          <p:spTgt spid="55"/>
                                        </p:tgtEl>
                                      </p:cBhvr>
                                    </p:animEffect>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nodeType="clickEffect">
                                  <p:stCondLst>
                                    <p:cond delay="0"/>
                                  </p:stCondLst>
                                  <p:childTnLst>
                                    <p:set>
                                      <p:cBhvr>
                                        <p:cTn id="25" dur="1" fill="hold">
                                          <p:stCondLst>
                                            <p:cond delay="0"/>
                                          </p:stCondLst>
                                        </p:cTn>
                                        <p:tgtEl>
                                          <p:spTgt spid="22"/>
                                        </p:tgtEl>
                                        <p:attrNameLst>
                                          <p:attrName>style.visibility</p:attrName>
                                        </p:attrNameLst>
                                      </p:cBhvr>
                                      <p:to>
                                        <p:strVal val="visible"/>
                                      </p:to>
                                    </p:set>
                                    <p:animEffect transition="in" filter="fade">
                                      <p:cBhvr>
                                        <p:cTn id="26" dur="1000"/>
                                        <p:tgtEl>
                                          <p:spTgt spid="22"/>
                                        </p:tgtEl>
                                      </p:cBhvr>
                                    </p:animEffect>
                                    <p:anim calcmode="lin" valueType="num">
                                      <p:cBhvr>
                                        <p:cTn id="27" dur="1000" fill="hold"/>
                                        <p:tgtEl>
                                          <p:spTgt spid="22"/>
                                        </p:tgtEl>
                                        <p:attrNameLst>
                                          <p:attrName>ppt_x</p:attrName>
                                        </p:attrNameLst>
                                      </p:cBhvr>
                                      <p:tavLst>
                                        <p:tav tm="0">
                                          <p:val>
                                            <p:strVal val="#ppt_x"/>
                                          </p:val>
                                        </p:tav>
                                        <p:tav tm="100000">
                                          <p:val>
                                            <p:strVal val="#ppt_x"/>
                                          </p:val>
                                        </p:tav>
                                      </p:tavLst>
                                    </p:anim>
                                    <p:anim calcmode="lin" valueType="num">
                                      <p:cBhvr>
                                        <p:cTn id="28" dur="1000" fill="hold"/>
                                        <p:tgtEl>
                                          <p:spTgt spid="22"/>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16" presetClass="entr" presetSubtype="21" fill="hold" nodeType="clickEffect">
                                  <p:stCondLst>
                                    <p:cond delay="0"/>
                                  </p:stCondLst>
                                  <p:childTnLst>
                                    <p:set>
                                      <p:cBhvr>
                                        <p:cTn id="32" dur="1" fill="hold">
                                          <p:stCondLst>
                                            <p:cond delay="0"/>
                                          </p:stCondLst>
                                        </p:cTn>
                                        <p:tgtEl>
                                          <p:spTgt spid="84"/>
                                        </p:tgtEl>
                                        <p:attrNameLst>
                                          <p:attrName>style.visibility</p:attrName>
                                        </p:attrNameLst>
                                      </p:cBhvr>
                                      <p:to>
                                        <p:strVal val="visible"/>
                                      </p:to>
                                    </p:set>
                                    <p:animEffect transition="in" filter="barn(inVertical)">
                                      <p:cBhvr>
                                        <p:cTn id="33" dur="500"/>
                                        <p:tgtEl>
                                          <p:spTgt spid="84"/>
                                        </p:tgtEl>
                                      </p:cBhvr>
                                    </p:animEffect>
                                  </p:childTnLst>
                                </p:cTn>
                              </p:par>
                            </p:childTnLst>
                          </p:cTn>
                        </p:par>
                      </p:childTnLst>
                    </p:cTn>
                  </p:par>
                  <p:par>
                    <p:cTn id="34" fill="hold">
                      <p:stCondLst>
                        <p:cond delay="indefinite"/>
                      </p:stCondLst>
                      <p:childTnLst>
                        <p:par>
                          <p:cTn id="35" fill="hold">
                            <p:stCondLst>
                              <p:cond delay="0"/>
                            </p:stCondLst>
                            <p:childTnLst>
                              <p:par>
                                <p:cTn id="36" presetID="42" presetClass="entr" presetSubtype="0" fill="hold" grpId="0" nodeType="clickEffect">
                                  <p:stCondLst>
                                    <p:cond delay="0"/>
                                  </p:stCondLst>
                                  <p:childTnLst>
                                    <p:set>
                                      <p:cBhvr>
                                        <p:cTn id="37" dur="1" fill="hold">
                                          <p:stCondLst>
                                            <p:cond delay="0"/>
                                          </p:stCondLst>
                                        </p:cTn>
                                        <p:tgtEl>
                                          <p:spTgt spid="96"/>
                                        </p:tgtEl>
                                        <p:attrNameLst>
                                          <p:attrName>style.visibility</p:attrName>
                                        </p:attrNameLst>
                                      </p:cBhvr>
                                      <p:to>
                                        <p:strVal val="visible"/>
                                      </p:to>
                                    </p:set>
                                    <p:animEffect transition="in" filter="fade">
                                      <p:cBhvr>
                                        <p:cTn id="38" dur="1000"/>
                                        <p:tgtEl>
                                          <p:spTgt spid="96"/>
                                        </p:tgtEl>
                                      </p:cBhvr>
                                    </p:animEffect>
                                    <p:anim calcmode="lin" valueType="num">
                                      <p:cBhvr>
                                        <p:cTn id="39" dur="1000" fill="hold"/>
                                        <p:tgtEl>
                                          <p:spTgt spid="96"/>
                                        </p:tgtEl>
                                        <p:attrNameLst>
                                          <p:attrName>ppt_x</p:attrName>
                                        </p:attrNameLst>
                                      </p:cBhvr>
                                      <p:tavLst>
                                        <p:tav tm="0">
                                          <p:val>
                                            <p:strVal val="#ppt_x"/>
                                          </p:val>
                                        </p:tav>
                                        <p:tav tm="100000">
                                          <p:val>
                                            <p:strVal val="#ppt_x"/>
                                          </p:val>
                                        </p:tav>
                                      </p:tavLst>
                                    </p:anim>
                                    <p:anim calcmode="lin" valueType="num">
                                      <p:cBhvr>
                                        <p:cTn id="40" dur="1000" fill="hold"/>
                                        <p:tgtEl>
                                          <p:spTgt spid="96"/>
                                        </p:tgtEl>
                                        <p:attrNameLst>
                                          <p:attrName>ppt_y</p:attrName>
                                        </p:attrNameLst>
                                      </p:cBhvr>
                                      <p:tavLst>
                                        <p:tav tm="0">
                                          <p:val>
                                            <p:strVal val="#ppt_y+.1"/>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42" presetClass="entr" presetSubtype="0" fill="hold" nodeType="clickEffect">
                                  <p:stCondLst>
                                    <p:cond delay="0"/>
                                  </p:stCondLst>
                                  <p:childTnLst>
                                    <p:set>
                                      <p:cBhvr>
                                        <p:cTn id="44" dur="1" fill="hold">
                                          <p:stCondLst>
                                            <p:cond delay="0"/>
                                          </p:stCondLst>
                                        </p:cTn>
                                        <p:tgtEl>
                                          <p:spTgt spid="31"/>
                                        </p:tgtEl>
                                        <p:attrNameLst>
                                          <p:attrName>style.visibility</p:attrName>
                                        </p:attrNameLst>
                                      </p:cBhvr>
                                      <p:to>
                                        <p:strVal val="visible"/>
                                      </p:to>
                                    </p:set>
                                    <p:animEffect transition="in" filter="fade">
                                      <p:cBhvr>
                                        <p:cTn id="45" dur="1000"/>
                                        <p:tgtEl>
                                          <p:spTgt spid="31"/>
                                        </p:tgtEl>
                                      </p:cBhvr>
                                    </p:animEffect>
                                    <p:anim calcmode="lin" valueType="num">
                                      <p:cBhvr>
                                        <p:cTn id="46" dur="1000" fill="hold"/>
                                        <p:tgtEl>
                                          <p:spTgt spid="31"/>
                                        </p:tgtEl>
                                        <p:attrNameLst>
                                          <p:attrName>ppt_x</p:attrName>
                                        </p:attrNameLst>
                                      </p:cBhvr>
                                      <p:tavLst>
                                        <p:tav tm="0">
                                          <p:val>
                                            <p:strVal val="#ppt_x"/>
                                          </p:val>
                                        </p:tav>
                                        <p:tav tm="100000">
                                          <p:val>
                                            <p:strVal val="#ppt_x"/>
                                          </p:val>
                                        </p:tav>
                                      </p:tavLst>
                                    </p:anim>
                                    <p:anim calcmode="lin" valueType="num">
                                      <p:cBhvr>
                                        <p:cTn id="47" dur="1000" fill="hold"/>
                                        <p:tgtEl>
                                          <p:spTgt spid="31"/>
                                        </p:tgtEl>
                                        <p:attrNameLst>
                                          <p:attrName>ppt_y</p:attrName>
                                        </p:attrNameLst>
                                      </p:cBhvr>
                                      <p:tavLst>
                                        <p:tav tm="0">
                                          <p:val>
                                            <p:strVal val="#ppt_y+.1"/>
                                          </p:val>
                                        </p:tav>
                                        <p:tav tm="100000">
                                          <p:val>
                                            <p:strVal val="#ppt_y"/>
                                          </p:val>
                                        </p:tav>
                                      </p:tavLst>
                                    </p:anim>
                                  </p:childTnLst>
                                </p:cTn>
                              </p:par>
                            </p:childTnLst>
                          </p:cTn>
                        </p:par>
                      </p:childTnLst>
                    </p:cTn>
                  </p:par>
                  <p:par>
                    <p:cTn id="48" fill="hold">
                      <p:stCondLst>
                        <p:cond delay="indefinite"/>
                      </p:stCondLst>
                      <p:childTnLst>
                        <p:par>
                          <p:cTn id="49" fill="hold">
                            <p:stCondLst>
                              <p:cond delay="0"/>
                            </p:stCondLst>
                            <p:childTnLst>
                              <p:par>
                                <p:cTn id="50" presetID="2" presetClass="entr" presetSubtype="4" fill="hold" grpId="0" nodeType="clickEffect">
                                  <p:stCondLst>
                                    <p:cond delay="0"/>
                                  </p:stCondLst>
                                  <p:childTnLst>
                                    <p:set>
                                      <p:cBhvr>
                                        <p:cTn id="51" dur="1" fill="hold">
                                          <p:stCondLst>
                                            <p:cond delay="0"/>
                                          </p:stCondLst>
                                        </p:cTn>
                                        <p:tgtEl>
                                          <p:spTgt spid="97"/>
                                        </p:tgtEl>
                                        <p:attrNameLst>
                                          <p:attrName>style.visibility</p:attrName>
                                        </p:attrNameLst>
                                      </p:cBhvr>
                                      <p:to>
                                        <p:strVal val="visible"/>
                                      </p:to>
                                    </p:set>
                                    <p:anim calcmode="lin" valueType="num">
                                      <p:cBhvr additive="base">
                                        <p:cTn id="52" dur="500" fill="hold"/>
                                        <p:tgtEl>
                                          <p:spTgt spid="97"/>
                                        </p:tgtEl>
                                        <p:attrNameLst>
                                          <p:attrName>ppt_x</p:attrName>
                                        </p:attrNameLst>
                                      </p:cBhvr>
                                      <p:tavLst>
                                        <p:tav tm="0">
                                          <p:val>
                                            <p:strVal val="#ppt_x"/>
                                          </p:val>
                                        </p:tav>
                                        <p:tav tm="100000">
                                          <p:val>
                                            <p:strVal val="#ppt_x"/>
                                          </p:val>
                                        </p:tav>
                                      </p:tavLst>
                                    </p:anim>
                                    <p:anim calcmode="lin" valueType="num">
                                      <p:cBhvr additive="base">
                                        <p:cTn id="53" dur="500" fill="hold"/>
                                        <p:tgtEl>
                                          <p:spTgt spid="97"/>
                                        </p:tgtEl>
                                        <p:attrNameLst>
                                          <p:attrName>ppt_y</p:attrName>
                                        </p:attrNameLst>
                                      </p:cBhvr>
                                      <p:tavLst>
                                        <p:tav tm="0">
                                          <p:val>
                                            <p:strVal val="1+#ppt_h/2"/>
                                          </p:val>
                                        </p:tav>
                                        <p:tav tm="100000">
                                          <p:val>
                                            <p:strVal val="#ppt_y"/>
                                          </p:val>
                                        </p:tav>
                                      </p:tavLst>
                                    </p:anim>
                                  </p:childTnLst>
                                </p:cTn>
                              </p:par>
                            </p:childTnLst>
                          </p:cTn>
                        </p:par>
                      </p:childTnLst>
                    </p:cTn>
                  </p:par>
                  <p:par>
                    <p:cTn id="54" fill="hold">
                      <p:stCondLst>
                        <p:cond delay="indefinite"/>
                      </p:stCondLst>
                      <p:childTnLst>
                        <p:par>
                          <p:cTn id="55" fill="hold">
                            <p:stCondLst>
                              <p:cond delay="0"/>
                            </p:stCondLst>
                            <p:childTnLst>
                              <p:par>
                                <p:cTn id="56" presetID="2" presetClass="entr" presetSubtype="4" fill="hold" nodeType="clickEffect">
                                  <p:stCondLst>
                                    <p:cond delay="0"/>
                                  </p:stCondLst>
                                  <p:childTnLst>
                                    <p:set>
                                      <p:cBhvr>
                                        <p:cTn id="57" dur="1" fill="hold">
                                          <p:stCondLst>
                                            <p:cond delay="0"/>
                                          </p:stCondLst>
                                        </p:cTn>
                                        <p:tgtEl>
                                          <p:spTgt spid="30"/>
                                        </p:tgtEl>
                                        <p:attrNameLst>
                                          <p:attrName>style.visibility</p:attrName>
                                        </p:attrNameLst>
                                      </p:cBhvr>
                                      <p:to>
                                        <p:strVal val="visible"/>
                                      </p:to>
                                    </p:set>
                                    <p:anim calcmode="lin" valueType="num">
                                      <p:cBhvr additive="base">
                                        <p:cTn id="58" dur="500" fill="hold"/>
                                        <p:tgtEl>
                                          <p:spTgt spid="30"/>
                                        </p:tgtEl>
                                        <p:attrNameLst>
                                          <p:attrName>ppt_x</p:attrName>
                                        </p:attrNameLst>
                                      </p:cBhvr>
                                      <p:tavLst>
                                        <p:tav tm="0">
                                          <p:val>
                                            <p:strVal val="#ppt_x"/>
                                          </p:val>
                                        </p:tav>
                                        <p:tav tm="100000">
                                          <p:val>
                                            <p:strVal val="#ppt_x"/>
                                          </p:val>
                                        </p:tav>
                                      </p:tavLst>
                                    </p:anim>
                                    <p:anim calcmode="lin" valueType="num">
                                      <p:cBhvr additive="base">
                                        <p:cTn id="59" dur="500" fill="hold"/>
                                        <p:tgtEl>
                                          <p:spTgt spid="3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6" grpId="0"/>
      <p:bldP spid="97" grpId="0"/>
    </p:bldLst>
  </p:timing>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2"/>
          <p:cNvSpPr>
            <a:spLocks noGrp="1"/>
          </p:cNvSpPr>
          <p:nvPr>
            <p:ph type="body" idx="4294967295"/>
          </p:nvPr>
        </p:nvSpPr>
        <p:spPr>
          <a:xfrm>
            <a:off x="751658" y="654257"/>
            <a:ext cx="8229600" cy="1152525"/>
          </a:xfrm>
        </p:spPr>
        <p:txBody>
          <a:bodyPr vert="horz" wrap="square" lIns="91440" tIns="45720" rIns="91440" bIns="45720" anchor="t" anchorCtr="0"/>
          <a:lstStyle/>
          <a:p>
            <a:pPr>
              <a:lnSpc>
                <a:spcPct val="90000"/>
              </a:lnSpc>
              <a:buFontTx/>
              <a:buNone/>
            </a:pPr>
            <a:r>
              <a:rPr lang="en-US" altLang="zh-CN" sz="2800" b="1" dirty="0">
                <a:solidFill>
                  <a:schemeClr val="bg1"/>
                </a:solidFill>
              </a:rPr>
              <a:t>1) </a:t>
            </a:r>
            <a:r>
              <a:rPr lang="zh-CN" altLang="en-US" sz="2800" b="1" dirty="0">
                <a:solidFill>
                  <a:schemeClr val="bg1"/>
                </a:solidFill>
              </a:rPr>
              <a:t>一阶连续时间系统的模拟</a:t>
            </a:r>
            <a:endParaRPr lang="zh-CN" altLang="en-US" sz="2800" b="1" dirty="0">
              <a:solidFill>
                <a:schemeClr val="bg1"/>
              </a:solidFill>
            </a:endParaRPr>
          </a:p>
          <a:p>
            <a:pPr>
              <a:lnSpc>
                <a:spcPct val="90000"/>
              </a:lnSpc>
              <a:buFontTx/>
              <a:buNone/>
            </a:pPr>
            <a:r>
              <a:rPr lang="zh-CN" altLang="en-US" b="1" dirty="0"/>
              <a:t>     </a:t>
            </a:r>
            <a:r>
              <a:rPr lang="zh-CN" altLang="en-US" sz="2000" b="1" dirty="0">
                <a:solidFill>
                  <a:schemeClr val="bg1"/>
                </a:solidFill>
              </a:rPr>
              <a:t>设描写系统的一阶微分方程为   </a:t>
            </a:r>
            <a:endParaRPr lang="zh-CN" altLang="en-US" sz="2000" b="1" dirty="0">
              <a:solidFill>
                <a:schemeClr val="bg1"/>
              </a:solidFill>
            </a:endParaRPr>
          </a:p>
          <a:p>
            <a:pPr>
              <a:lnSpc>
                <a:spcPct val="90000"/>
              </a:lnSpc>
              <a:buFontTx/>
              <a:buNone/>
            </a:pPr>
            <a:endParaRPr lang="en-US" altLang="zh-CN" b="1" dirty="0">
              <a:solidFill>
                <a:srgbClr val="FF0000"/>
              </a:solidFill>
            </a:endParaRPr>
          </a:p>
        </p:txBody>
      </p:sp>
      <mc:AlternateContent xmlns:mc="http://schemas.openxmlformats.org/markup-compatibility/2006">
        <mc:Choice xmlns:a14="http://schemas.microsoft.com/office/drawing/2010/main" Requires="a14">
          <p:sp>
            <p:nvSpPr>
              <p:cNvPr id="78852" name="Object 3"/>
              <p:cNvSpPr txBox="1"/>
              <p:nvPr/>
            </p:nvSpPr>
            <p:spPr>
              <a:xfrm>
                <a:off x="1610005" y="1852062"/>
                <a:ext cx="5111750" cy="659978"/>
              </a:xfrm>
              <a:prstGeom prst="rect">
                <a:avLst/>
              </a:prstGeom>
              <a:noFill/>
              <a:ln w="28575" cap="flat" cmpd="sng">
                <a:solidFill>
                  <a:srgbClr val="008000"/>
                </a:solidFill>
                <a:prstDash val="solid"/>
                <a:miter/>
                <a:headEnd type="none" w="med" len="med"/>
                <a:tailEnd type="none" w="med" len="med"/>
              </a:ln>
            </p:spPr>
            <p:txBody>
              <a:bodyPr>
                <a:normAutofit/>
              </a:bodyPr>
              <a:lstStyle/>
              <a:p>
                <a:pPr algn="ctr"/>
                <a:r>
                  <a:rPr lang="en-US" altLang="zh-CN" sz="2800" dirty="0">
                    <a:solidFill>
                      <a:srgbClr val="000000"/>
                    </a:solidFill>
                  </a:rPr>
                  <a:t>r</a:t>
                </a:r>
                <a14:m>
                  <m:oMath xmlns:m="http://schemas.openxmlformats.org/officeDocument/2006/math">
                    <m:r>
                      <a:rPr lang="zh-CN" altLang="en-US" sz="2800" i="1">
                        <a:solidFill>
                          <a:srgbClr val="000000"/>
                        </a:solidFill>
                        <a:latin typeface="Cambria Math" panose="02040503050406030204" pitchFamily="18" charset="0"/>
                      </a:rPr>
                      <m:t>’(</m:t>
                    </m:r>
                    <m:r>
                      <m:rPr>
                        <m:sty m:val="p"/>
                      </m:rPr>
                      <a:rPr lang="en-US" altLang="zh-CN" sz="2800" i="1">
                        <a:solidFill>
                          <a:srgbClr val="000000"/>
                        </a:solidFill>
                        <a:latin typeface="Cambria Math" panose="02040503050406030204" pitchFamily="18" charset="0"/>
                      </a:rPr>
                      <m:t>t</m:t>
                    </m:r>
                    <m:r>
                      <a:rPr lang="en-US" altLang="zh-CN" sz="2800" b="1" i="1" smtClean="0">
                        <a:solidFill>
                          <a:srgbClr val="000000"/>
                        </a:solidFill>
                        <a:latin typeface="Cambria Math" panose="02040503050406030204" pitchFamily="18" charset="0"/>
                      </a:rPr>
                      <m:t>)</m:t>
                    </m:r>
                    <m:r>
                      <a:rPr lang="zh-CN" altLang="en-US" sz="2800" i="1">
                        <a:solidFill>
                          <a:srgbClr val="000000"/>
                        </a:solidFill>
                        <a:latin typeface="Cambria Math" panose="02040503050406030204" pitchFamily="18" charset="0"/>
                      </a:rPr>
                      <m:t>+</m:t>
                    </m:r>
                    <m:r>
                      <a:rPr lang="zh-CN" altLang="en-US" sz="2800" i="1">
                        <a:solidFill>
                          <a:srgbClr val="000000"/>
                        </a:solidFill>
                        <a:latin typeface="Cambria Math" panose="02040503050406030204" pitchFamily="18" charset="0"/>
                      </a:rPr>
                      <m:t>𝑎</m:t>
                    </m:r>
                    <m:r>
                      <a:rPr lang="en-US" altLang="zh-CN" sz="2800" i="1" baseline="-25000">
                        <a:solidFill>
                          <a:srgbClr val="000000"/>
                        </a:solidFill>
                        <a:latin typeface="Cambria Math" panose="02040503050406030204" pitchFamily="18" charset="0"/>
                      </a:rPr>
                      <m:t>0</m:t>
                    </m:r>
                    <m:r>
                      <a:rPr lang="en-US" altLang="zh-CN" sz="2800" b="1" i="1" smtClean="0">
                        <a:solidFill>
                          <a:srgbClr val="000000"/>
                        </a:solidFill>
                        <a:latin typeface="Cambria Math" panose="02040503050406030204" pitchFamily="18" charset="0"/>
                      </a:rPr>
                      <m:t>𝒓</m:t>
                    </m:r>
                    <m:r>
                      <a:rPr lang="zh-CN" altLang="en-US" sz="2800" i="1">
                        <a:solidFill>
                          <a:srgbClr val="000000"/>
                        </a:solidFill>
                        <a:latin typeface="Cambria Math" panose="02040503050406030204" pitchFamily="18" charset="0"/>
                      </a:rPr>
                      <m:t>(</m:t>
                    </m:r>
                    <m:r>
                      <m:rPr>
                        <m:sty m:val="p"/>
                      </m:rPr>
                      <a:rPr lang="en-US" altLang="zh-CN" sz="2800" i="1">
                        <a:solidFill>
                          <a:srgbClr val="000000"/>
                        </a:solidFill>
                        <a:latin typeface="Cambria Math" panose="02040503050406030204" pitchFamily="18" charset="0"/>
                      </a:rPr>
                      <m:t>t</m:t>
                    </m:r>
                    <m:r>
                      <a:rPr lang="zh-CN" altLang="en-US" sz="2800" i="1">
                        <a:solidFill>
                          <a:srgbClr val="000000"/>
                        </a:solidFill>
                        <a:latin typeface="Cambria Math" panose="02040503050406030204" pitchFamily="18" charset="0"/>
                      </a:rPr>
                      <m:t>)=</m:t>
                    </m:r>
                    <m:r>
                      <a:rPr lang="zh-CN" altLang="en-US" sz="2800" i="1">
                        <a:solidFill>
                          <a:srgbClr val="000000"/>
                        </a:solidFill>
                        <a:latin typeface="Cambria Math" panose="02040503050406030204" pitchFamily="18" charset="0"/>
                      </a:rPr>
                      <m:t>𝑒</m:t>
                    </m:r>
                    <m:r>
                      <a:rPr lang="zh-CN" altLang="en-US" sz="2800" i="1">
                        <a:solidFill>
                          <a:srgbClr val="000000"/>
                        </a:solidFill>
                        <a:latin typeface="Cambria Math" panose="02040503050406030204" pitchFamily="18" charset="0"/>
                      </a:rPr>
                      <m:t>(</m:t>
                    </m:r>
                    <m:r>
                      <a:rPr lang="en-US" altLang="zh-CN" sz="2800" b="1" i="1" smtClean="0">
                        <a:solidFill>
                          <a:srgbClr val="000000"/>
                        </a:solidFill>
                        <a:latin typeface="Cambria Math" panose="02040503050406030204" pitchFamily="18" charset="0"/>
                      </a:rPr>
                      <m:t>𝒕</m:t>
                    </m:r>
                    <m:r>
                      <a:rPr lang="zh-CN" altLang="en-US" sz="2800" i="1">
                        <a:solidFill>
                          <a:srgbClr val="000000"/>
                        </a:solidFill>
                        <a:latin typeface="Cambria Math" panose="02040503050406030204" pitchFamily="18" charset="0"/>
                      </a:rPr>
                      <m:t>)</m:t>
                    </m:r>
                  </m:oMath>
                </a14:m>
                <a:endParaRPr lang="zh-CN" altLang="en-US" sz="2800" dirty="0"/>
              </a:p>
            </p:txBody>
          </p:sp>
        </mc:Choice>
        <mc:Fallback>
          <p:sp>
            <p:nvSpPr>
              <p:cNvPr id="78852" name="Object 3"/>
              <p:cNvSpPr txBox="1">
                <a:spLocks noRot="1" noChangeAspect="1" noMove="1" noResize="1" noEditPoints="1" noAdjustHandles="1" noChangeArrowheads="1" noChangeShapeType="1" noTextEdit="1"/>
              </p:cNvSpPr>
              <p:nvPr/>
            </p:nvSpPr>
            <p:spPr>
              <a:xfrm>
                <a:off x="1610005" y="1852062"/>
                <a:ext cx="5111750" cy="659978"/>
              </a:xfrm>
              <a:prstGeom prst="rect">
                <a:avLst/>
              </a:prstGeom>
              <a:blipFill rotWithShape="1">
                <a:blip r:embed="rId1"/>
                <a:stretch>
                  <a:fillRect l="-291" t="-2178" r="-268" b="-2120"/>
                </a:stretch>
              </a:blipFill>
              <a:ln w="28575" cap="flat" cmpd="sng">
                <a:solidFill>
                  <a:srgbClr val="008000"/>
                </a:solidFill>
                <a:prstDash val="solid"/>
                <a:miter/>
                <a:headEnd type="none" w="med" len="med"/>
                <a:tailEnd type="none" w="med" len="med"/>
              </a:ln>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78853" name="Object 4"/>
              <p:cNvSpPr txBox="1"/>
              <p:nvPr/>
            </p:nvSpPr>
            <p:spPr>
              <a:xfrm>
                <a:off x="2339832" y="2866311"/>
                <a:ext cx="5399930" cy="576263"/>
              </a:xfrm>
              <a:prstGeom prst="rect">
                <a:avLst/>
              </a:prstGeom>
              <a:noFill/>
              <a:ln w="38100">
                <a:noFill/>
                <a:miter/>
              </a:ln>
            </p:spPr>
            <p:txBody>
              <a:bodyPr>
                <a:noAutofit/>
              </a:bodyPr>
              <a:lstStyle/>
              <a:p>
                <a:r>
                  <a:rPr lang="en-US" altLang="zh-CN" sz="2400" b="1" dirty="0">
                    <a:solidFill>
                      <a:srgbClr val="000000"/>
                    </a:solidFill>
                  </a:rPr>
                  <a:t>r</a:t>
                </a:r>
                <a14:m>
                  <m:oMath xmlns:m="http://schemas.openxmlformats.org/officeDocument/2006/math">
                    <m:r>
                      <a:rPr lang="en-US" altLang="zh-CN" sz="2400" b="1" i="1" smtClean="0">
                        <a:solidFill>
                          <a:srgbClr val="000000"/>
                        </a:solidFill>
                        <a:latin typeface="Cambria Math" panose="02040503050406030204" pitchFamily="18" charset="0"/>
                      </a:rPr>
                      <m:t>′</m:t>
                    </m:r>
                    <m:r>
                      <a:rPr lang="zh-CN" altLang="en-US" sz="2400" i="1">
                        <a:solidFill>
                          <a:srgbClr val="000000"/>
                        </a:solidFill>
                        <a:latin typeface="Cambria Math" panose="02040503050406030204" pitchFamily="18" charset="0"/>
                      </a:rPr>
                      <m:t>(</m:t>
                    </m:r>
                    <m:r>
                      <a:rPr lang="en-US" altLang="zh-CN" sz="2400" b="1" i="1" smtClean="0">
                        <a:solidFill>
                          <a:srgbClr val="000000"/>
                        </a:solidFill>
                        <a:latin typeface="Cambria Math" panose="02040503050406030204" pitchFamily="18" charset="0"/>
                      </a:rPr>
                      <m:t>𝒕</m:t>
                    </m:r>
                    <m:r>
                      <a:rPr lang="zh-CN" altLang="en-US" sz="2400" i="1">
                        <a:solidFill>
                          <a:srgbClr val="000000"/>
                        </a:solidFill>
                        <a:latin typeface="Cambria Math" panose="02040503050406030204" pitchFamily="18" charset="0"/>
                      </a:rPr>
                      <m:t>)=−</m:t>
                    </m:r>
                    <m:r>
                      <a:rPr lang="zh-CN" altLang="en-US" sz="2400" i="1">
                        <a:solidFill>
                          <a:srgbClr val="000000"/>
                        </a:solidFill>
                        <a:latin typeface="Cambria Math" panose="02040503050406030204" pitchFamily="18" charset="0"/>
                      </a:rPr>
                      <m:t>𝑎</m:t>
                    </m:r>
                    <m:r>
                      <a:rPr lang="en-US" altLang="zh-CN" sz="2400" i="1" baseline="-25000">
                        <a:solidFill>
                          <a:srgbClr val="000000"/>
                        </a:solidFill>
                        <a:latin typeface="Cambria Math" panose="02040503050406030204" pitchFamily="18" charset="0"/>
                      </a:rPr>
                      <m:t>𝟎</m:t>
                    </m:r>
                    <m:r>
                      <a:rPr lang="en-US" altLang="zh-CN" sz="2400" i="1">
                        <a:solidFill>
                          <a:srgbClr val="000000"/>
                        </a:solidFill>
                        <a:latin typeface="Cambria Math" panose="02040503050406030204" pitchFamily="18" charset="0"/>
                      </a:rPr>
                      <m:t>𝒓</m:t>
                    </m:r>
                    <m:r>
                      <a:rPr lang="zh-CN" altLang="en-US" sz="2400" i="1">
                        <a:solidFill>
                          <a:srgbClr val="000000"/>
                        </a:solidFill>
                        <a:latin typeface="Cambria Math" panose="02040503050406030204" pitchFamily="18" charset="0"/>
                      </a:rPr>
                      <m:t>(</m:t>
                    </m:r>
                    <m:r>
                      <a:rPr lang="en-US" altLang="zh-CN" sz="2400" b="1" i="1" smtClean="0">
                        <a:solidFill>
                          <a:srgbClr val="000000"/>
                        </a:solidFill>
                        <a:latin typeface="Cambria Math" panose="02040503050406030204" pitchFamily="18" charset="0"/>
                      </a:rPr>
                      <m:t>𝒕</m:t>
                    </m:r>
                    <m:r>
                      <a:rPr lang="zh-CN" altLang="en-US" sz="2400" i="1">
                        <a:solidFill>
                          <a:srgbClr val="000000"/>
                        </a:solidFill>
                        <a:latin typeface="Cambria Math" panose="02040503050406030204" pitchFamily="18" charset="0"/>
                      </a:rPr>
                      <m:t>)+</m:t>
                    </m:r>
                    <m:r>
                      <a:rPr lang="zh-CN" altLang="en-US" sz="2400" i="1">
                        <a:solidFill>
                          <a:srgbClr val="000000"/>
                        </a:solidFill>
                        <a:latin typeface="Cambria Math" panose="02040503050406030204" pitchFamily="18" charset="0"/>
                      </a:rPr>
                      <m:t>𝑒</m:t>
                    </m:r>
                    <m:r>
                      <a:rPr lang="zh-CN" altLang="en-US" sz="2400" i="1">
                        <a:solidFill>
                          <a:srgbClr val="000000"/>
                        </a:solidFill>
                        <a:latin typeface="Cambria Math" panose="02040503050406030204" pitchFamily="18" charset="0"/>
                      </a:rPr>
                      <m:t>(</m:t>
                    </m:r>
                    <m:r>
                      <a:rPr lang="en-US" altLang="zh-CN" sz="2400" b="1" i="1" smtClean="0">
                        <a:solidFill>
                          <a:srgbClr val="000000"/>
                        </a:solidFill>
                        <a:latin typeface="Cambria Math" panose="02040503050406030204" pitchFamily="18" charset="0"/>
                      </a:rPr>
                      <m:t>𝒕</m:t>
                    </m:r>
                    <m:r>
                      <a:rPr lang="zh-CN" altLang="en-US" sz="2400" i="1">
                        <a:solidFill>
                          <a:srgbClr val="000000"/>
                        </a:solidFill>
                        <a:latin typeface="Cambria Math" panose="02040503050406030204" pitchFamily="18" charset="0"/>
                      </a:rPr>
                      <m:t>)</m:t>
                    </m:r>
                  </m:oMath>
                </a14:m>
                <a:endParaRPr lang="zh-CN" altLang="en-US" sz="2400" dirty="0"/>
              </a:p>
            </p:txBody>
          </p:sp>
        </mc:Choice>
        <mc:Fallback>
          <p:sp>
            <p:nvSpPr>
              <p:cNvPr id="78853" name="Object 4"/>
              <p:cNvSpPr txBox="1">
                <a:spLocks noRot="1" noChangeAspect="1" noMove="1" noResize="1" noEditPoints="1" noAdjustHandles="1" noChangeArrowheads="1" noChangeShapeType="1" noTextEdit="1"/>
              </p:cNvSpPr>
              <p:nvPr/>
            </p:nvSpPr>
            <p:spPr>
              <a:xfrm>
                <a:off x="2339832" y="2866311"/>
                <a:ext cx="5399930" cy="576263"/>
              </a:xfrm>
              <a:prstGeom prst="rect">
                <a:avLst/>
              </a:prstGeom>
              <a:blipFill rotWithShape="1">
                <a:blip r:embed="rId2"/>
                <a:stretch>
                  <a:fillRect l="-9" t="-96" r="7" b="41"/>
                </a:stretch>
              </a:blipFill>
              <a:ln w="38100">
                <a:noFill/>
                <a:miter/>
              </a:ln>
            </p:spPr>
            <p:txBody>
              <a:bodyPr/>
              <a:lstStyle/>
              <a:p>
                <a:r>
                  <a:rPr lang="zh-CN" altLang="en-US">
                    <a:noFill/>
                  </a:rPr>
                  <a:t> </a:t>
                </a:r>
              </a:p>
            </p:txBody>
          </p:sp>
        </mc:Fallback>
      </mc:AlternateContent>
      <p:sp>
        <p:nvSpPr>
          <p:cNvPr id="78854" name="Rectangle 8"/>
          <p:cNvSpPr/>
          <p:nvPr/>
        </p:nvSpPr>
        <p:spPr>
          <a:xfrm>
            <a:off x="827088" y="2997200"/>
            <a:ext cx="1368425" cy="314325"/>
          </a:xfrm>
          <a:prstGeom prst="rect">
            <a:avLst/>
          </a:prstGeom>
          <a:noFill/>
          <a:ln w="9525">
            <a:noFill/>
          </a:ln>
        </p:spPr>
        <p:txBody>
          <a:bodyPr lIns="0" tIns="0" rIns="0" bIns="0">
            <a:spAutoFit/>
          </a:bodyPr>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Ø"/>
              <a:defRPr sz="2600">
                <a:solidFill>
                  <a:schemeClr val="tx1"/>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ü"/>
              <a:defRPr sz="2300">
                <a:solidFill>
                  <a:schemeClr val="tx1"/>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l"/>
              <a:defRPr sz="2000">
                <a:solidFill>
                  <a:schemeClr val="tx1"/>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mn-lt"/>
                <a:ea typeface="+mn-ea"/>
              </a:defRPr>
            </a:lvl5pPr>
          </a:lstStyle>
          <a:p>
            <a:pPr marL="0" lvl="0" indent="0" eaLnBrk="1" hangingPunct="1">
              <a:lnSpc>
                <a:spcPct val="85000"/>
              </a:lnSpc>
              <a:buNone/>
            </a:pPr>
            <a:r>
              <a:rPr lang="zh-CN" altLang="en-US" sz="2400" b="1" dirty="0">
                <a:solidFill>
                  <a:srgbClr val="FF0000"/>
                </a:solidFill>
                <a:latin typeface="黑体" panose="02010609060101010101" charset="-122"/>
              </a:rPr>
              <a:t>改写成：</a:t>
            </a:r>
            <a:endParaRPr lang="zh-CN" altLang="en-US" sz="2400" b="1" dirty="0">
              <a:solidFill>
                <a:srgbClr val="FF0000"/>
              </a:solidFill>
              <a:latin typeface="黑体" panose="02010609060101010101" charset="-122"/>
            </a:endParaRPr>
          </a:p>
        </p:txBody>
      </p:sp>
      <p:sp>
        <p:nvSpPr>
          <p:cNvPr id="7" name="日期占位符 6"/>
          <p:cNvSpPr txBox="1">
            <a:spLocks noGrp="1"/>
          </p:cNvSpPr>
          <p:nvPr>
            <p:ph type="dt" sz="half" idx="2"/>
          </p:nvPr>
        </p:nvSpPr>
        <p:spPr bwMode="auto">
          <a:xfrm>
            <a:off x="0" y="6488113"/>
            <a:ext cx="1190625" cy="369888"/>
          </a:xfrm>
          <a:prstGeom prst="rect">
            <a:avLst/>
          </a:prstGeom>
          <a:noFill/>
          <a:ln w="9525">
            <a:noFill/>
            <a:miter lim="800000"/>
          </a:ln>
          <a:effectLst/>
        </p:spPr>
        <p:txBody>
          <a:bodyPr vert="horz" wrap="square" lIns="91440" tIns="45720" rIns="91440" bIns="45720" numCol="1" anchor="t" anchorCtr="0" compatLnSpc="1"/>
          <a:lstStyle>
            <a:defPPr>
              <a:defRPr lang="en-US"/>
            </a:defPPr>
            <a:lvl1pPr marL="0" lvl="0" indent="0" algn="l" defTabSz="914400" rtl="0" eaLnBrk="0" fontAlgn="base" latinLnBrk="0" hangingPunct="0">
              <a:lnSpc>
                <a:spcPct val="100000"/>
              </a:lnSpc>
              <a:spcBef>
                <a:spcPct val="0"/>
              </a:spcBef>
              <a:spcAft>
                <a:spcPct val="0"/>
              </a:spcAft>
              <a:buClrTx/>
              <a:buFontTx/>
              <a:buNone/>
              <a:defRPr sz="1200" b="1" i="0" u="none" kern="1200" baseline="0">
                <a:solidFill>
                  <a:schemeClr val="tx1"/>
                </a:solidFill>
                <a:latin typeface="+mn-lt"/>
                <a:ea typeface="+mj-ea"/>
                <a:cs typeface="+mn-cs"/>
              </a:defRPr>
            </a:lvl1pPr>
            <a:lvl2pPr marL="457200" lvl="1" indent="0" algn="l" defTabSz="914400" rtl="0" eaLnBrk="0" fontAlgn="base" latinLnBrk="0" hangingPunct="0">
              <a:lnSpc>
                <a:spcPct val="100000"/>
              </a:lnSpc>
              <a:spcBef>
                <a:spcPct val="0"/>
              </a:spcBef>
              <a:spcAft>
                <a:spcPct val="0"/>
              </a:spcAft>
              <a:buNone/>
              <a:defRPr sz="2800" b="1" i="0" u="none" kern="1200" baseline="0">
                <a:solidFill>
                  <a:schemeClr val="tx1"/>
                </a:solidFill>
                <a:latin typeface="黑体" panose="02010609060101010101" charset="-122"/>
                <a:ea typeface="黑体" panose="02010609060101010101" charset="-122"/>
                <a:cs typeface="+mn-cs"/>
              </a:defRPr>
            </a:lvl2pPr>
            <a:lvl3pPr marL="914400" lvl="2" indent="0" algn="l" defTabSz="914400" rtl="0" eaLnBrk="0" fontAlgn="base" latinLnBrk="0" hangingPunct="0">
              <a:lnSpc>
                <a:spcPct val="100000"/>
              </a:lnSpc>
              <a:spcBef>
                <a:spcPct val="0"/>
              </a:spcBef>
              <a:spcAft>
                <a:spcPct val="0"/>
              </a:spcAft>
              <a:buNone/>
              <a:defRPr sz="2800" b="1" i="0" u="none" kern="1200" baseline="0">
                <a:solidFill>
                  <a:schemeClr val="tx1"/>
                </a:solidFill>
                <a:latin typeface="黑体" panose="02010609060101010101" charset="-122"/>
                <a:ea typeface="黑体" panose="02010609060101010101" charset="-122"/>
                <a:cs typeface="+mn-cs"/>
              </a:defRPr>
            </a:lvl3pPr>
            <a:lvl4pPr marL="1371600" lvl="3" indent="0" algn="l" defTabSz="914400" rtl="0" eaLnBrk="0" fontAlgn="base" latinLnBrk="0" hangingPunct="0">
              <a:lnSpc>
                <a:spcPct val="100000"/>
              </a:lnSpc>
              <a:spcBef>
                <a:spcPct val="0"/>
              </a:spcBef>
              <a:spcAft>
                <a:spcPct val="0"/>
              </a:spcAft>
              <a:buNone/>
              <a:defRPr sz="2800" b="1" i="0" u="none" kern="1200" baseline="0">
                <a:solidFill>
                  <a:schemeClr val="tx1"/>
                </a:solidFill>
                <a:latin typeface="黑体" panose="02010609060101010101" charset="-122"/>
                <a:ea typeface="黑体" panose="02010609060101010101" charset="-122"/>
                <a:cs typeface="+mn-cs"/>
              </a:defRPr>
            </a:lvl4pPr>
            <a:lvl5pPr marL="1828800" lvl="4" indent="0" algn="l" defTabSz="914400" rtl="0" eaLnBrk="0" fontAlgn="base" latinLnBrk="0" hangingPunct="0">
              <a:lnSpc>
                <a:spcPct val="100000"/>
              </a:lnSpc>
              <a:spcBef>
                <a:spcPct val="0"/>
              </a:spcBef>
              <a:spcAft>
                <a:spcPct val="0"/>
              </a:spcAft>
              <a:buNone/>
              <a:defRPr sz="2800" b="1" i="0" u="none" kern="1200" baseline="0">
                <a:solidFill>
                  <a:schemeClr val="tx1"/>
                </a:solidFill>
                <a:latin typeface="黑体" panose="02010609060101010101" charset="-122"/>
                <a:ea typeface="黑体" panose="02010609060101010101" charset="-122"/>
                <a:cs typeface="+mn-cs"/>
              </a:defRPr>
            </a:lvl5pPr>
            <a:lvl6pPr marL="2286000" lvl="5" indent="0" algn="l" defTabSz="914400" rtl="0" eaLnBrk="0" fontAlgn="base" latinLnBrk="0" hangingPunct="0">
              <a:lnSpc>
                <a:spcPct val="100000"/>
              </a:lnSpc>
              <a:spcBef>
                <a:spcPct val="0"/>
              </a:spcBef>
              <a:spcAft>
                <a:spcPct val="0"/>
              </a:spcAft>
              <a:buNone/>
              <a:defRPr sz="2800" b="1" i="0" u="none" kern="1200" baseline="0">
                <a:solidFill>
                  <a:schemeClr val="tx1"/>
                </a:solidFill>
                <a:latin typeface="黑体" panose="02010609060101010101" charset="-122"/>
                <a:ea typeface="黑体" panose="02010609060101010101" charset="-122"/>
                <a:cs typeface="+mn-cs"/>
              </a:defRPr>
            </a:lvl6pPr>
            <a:lvl7pPr marL="2743200" lvl="6" indent="0" algn="l" defTabSz="914400" rtl="0" eaLnBrk="0" fontAlgn="base" latinLnBrk="0" hangingPunct="0">
              <a:lnSpc>
                <a:spcPct val="100000"/>
              </a:lnSpc>
              <a:spcBef>
                <a:spcPct val="0"/>
              </a:spcBef>
              <a:spcAft>
                <a:spcPct val="0"/>
              </a:spcAft>
              <a:buNone/>
              <a:defRPr sz="2800" b="1" i="0" u="none" kern="1200" baseline="0">
                <a:solidFill>
                  <a:schemeClr val="tx1"/>
                </a:solidFill>
                <a:latin typeface="黑体" panose="02010609060101010101" charset="-122"/>
                <a:ea typeface="黑体" panose="02010609060101010101" charset="-122"/>
                <a:cs typeface="+mn-cs"/>
              </a:defRPr>
            </a:lvl7pPr>
            <a:lvl8pPr marL="3200400" lvl="7" indent="0" algn="l" defTabSz="914400" rtl="0" eaLnBrk="0" fontAlgn="base" latinLnBrk="0" hangingPunct="0">
              <a:lnSpc>
                <a:spcPct val="100000"/>
              </a:lnSpc>
              <a:spcBef>
                <a:spcPct val="0"/>
              </a:spcBef>
              <a:spcAft>
                <a:spcPct val="0"/>
              </a:spcAft>
              <a:buNone/>
              <a:defRPr sz="2800" b="1" i="0" u="none" kern="1200" baseline="0">
                <a:solidFill>
                  <a:schemeClr val="tx1"/>
                </a:solidFill>
                <a:latin typeface="黑体" panose="02010609060101010101" charset="-122"/>
                <a:ea typeface="黑体" panose="02010609060101010101" charset="-122"/>
                <a:cs typeface="+mn-cs"/>
              </a:defRPr>
            </a:lvl8pPr>
            <a:lvl9pPr marL="3657600" lvl="8" indent="0" algn="l" defTabSz="914400" rtl="0" eaLnBrk="0" fontAlgn="base" latinLnBrk="0" hangingPunct="0">
              <a:lnSpc>
                <a:spcPct val="100000"/>
              </a:lnSpc>
              <a:spcBef>
                <a:spcPct val="0"/>
              </a:spcBef>
              <a:spcAft>
                <a:spcPct val="0"/>
              </a:spcAft>
              <a:buNone/>
              <a:defRPr sz="2800" b="1" i="0" u="none" kern="1200" baseline="0">
                <a:solidFill>
                  <a:schemeClr val="tx1"/>
                </a:solidFill>
                <a:latin typeface="黑体" panose="02010609060101010101" charset="-122"/>
                <a:ea typeface="黑体" panose="02010609060101010101" charset="-122"/>
                <a:cs typeface="+mn-cs"/>
              </a:defRPr>
            </a:lvl9pPr>
          </a:lstStyle>
          <a:p>
            <a:pPr marL="0" marR="0" lvl="0" indent="0" algn="l" defTabSz="914400" rtl="0" eaLnBrk="1" fontAlgn="base" latinLnBrk="0" hangingPunct="1">
              <a:lnSpc>
                <a:spcPct val="100000"/>
              </a:lnSpc>
              <a:spcBef>
                <a:spcPct val="0"/>
              </a:spcBef>
              <a:spcAft>
                <a:spcPct val="0"/>
              </a:spcAft>
              <a:buClrTx/>
              <a:buSzTx/>
              <a:buFontTx/>
              <a:buNone/>
              <a:defRPr/>
            </a:pPr>
            <a:fld id="{E18BB722-B993-4D64-9B98-16D1122848EE}" type="datetime1">
              <a:rPr lang="zh-CN" altLang="en-US" smtClean="0"/>
            </a:fld>
            <a:endParaRPr kumimoji="0" lang="en-US" altLang="zh-CN" sz="1200" b="1" i="0" u="none" strike="noStrike" kern="1200" cap="none" spc="0" normalizeH="0" baseline="0" noProof="0">
              <a:ln>
                <a:noFill/>
              </a:ln>
              <a:solidFill>
                <a:schemeClr val="tx1"/>
              </a:solidFill>
              <a:effectLst/>
              <a:uLnTx/>
              <a:uFillTx/>
              <a:latin typeface="+mn-lt"/>
              <a:ea typeface="+mj-ea"/>
              <a:cs typeface="+mn-cs"/>
            </a:endParaRPr>
          </a:p>
        </p:txBody>
      </p:sp>
      <p:sp>
        <p:nvSpPr>
          <p:cNvPr id="25" name="矩形 24"/>
          <p:cNvSpPr/>
          <p:nvPr/>
        </p:nvSpPr>
        <p:spPr>
          <a:xfrm>
            <a:off x="489372" y="92557"/>
            <a:ext cx="4532010" cy="535531"/>
          </a:xfrm>
          <a:prstGeom prst="rect">
            <a:avLst/>
          </a:prstGeom>
        </p:spPr>
        <p:txBody>
          <a:bodyPr wrap="none">
            <a:spAutoFit/>
          </a:bodyPr>
          <a:lstStyle/>
          <a:p>
            <a:pPr>
              <a:lnSpc>
                <a:spcPct val="90000"/>
              </a:lnSpc>
              <a:buFontTx/>
              <a:buNone/>
            </a:pPr>
            <a:r>
              <a:rPr lang="en-US" altLang="zh-CN" sz="3200" dirty="0">
                <a:solidFill>
                  <a:srgbClr val="FF0000"/>
                </a:solidFill>
              </a:rPr>
              <a:t>2</a:t>
            </a:r>
            <a:r>
              <a:rPr lang="zh-CN" altLang="en-US" sz="3200" dirty="0">
                <a:solidFill>
                  <a:srgbClr val="FF0000"/>
                </a:solidFill>
              </a:rPr>
              <a:t>、连续时间系统的模拟</a:t>
            </a:r>
            <a:endParaRPr lang="zh-CN" altLang="en-US" sz="3200" dirty="0">
              <a:solidFill>
                <a:srgbClr val="FF0000"/>
              </a:solidFill>
            </a:endParaRPr>
          </a:p>
        </p:txBody>
      </p:sp>
      <mc:AlternateContent xmlns:mc="http://schemas.openxmlformats.org/markup-compatibility/2006">
        <mc:Choice xmlns:a14="http://schemas.microsoft.com/office/drawing/2010/main" Requires="a14">
          <p:sp>
            <p:nvSpPr>
              <p:cNvPr id="27" name="矩形 26"/>
              <p:cNvSpPr/>
              <p:nvPr/>
            </p:nvSpPr>
            <p:spPr>
              <a:xfrm>
                <a:off x="1910935" y="3984974"/>
                <a:ext cx="656205" cy="369332"/>
              </a:xfrm>
              <a:prstGeom prst="rect">
                <a:avLst/>
              </a:prstGeom>
              <a:solidFill>
                <a:schemeClr val="tx1"/>
              </a:solidFill>
            </p:spPr>
            <p:txBody>
              <a:bodyPr wrap="none">
                <a:spAutoFit/>
              </a:bodyPr>
              <a:lstStyle/>
              <a:p>
                <a14:m>
                  <m:oMathPara xmlns:m="http://schemas.openxmlformats.org/officeDocument/2006/math">
                    <m:oMathParaPr>
                      <m:jc m:val="centerGroup"/>
                    </m:oMathParaPr>
                    <m:oMath xmlns:m="http://schemas.openxmlformats.org/officeDocument/2006/math">
                      <m:r>
                        <a:rPr lang="zh-CN" altLang="en-US" i="1">
                          <a:solidFill>
                            <a:srgbClr val="000000"/>
                          </a:solidFill>
                          <a:latin typeface="Cambria Math" panose="02040503050406030204" pitchFamily="18" charset="0"/>
                        </a:rPr>
                        <m:t>𝑒</m:t>
                      </m:r>
                      <m:r>
                        <a:rPr lang="zh-CN" altLang="en-US" i="1">
                          <a:solidFill>
                            <a:srgbClr val="000000"/>
                          </a:solidFill>
                          <a:latin typeface="Cambria Math" panose="02040503050406030204" pitchFamily="18" charset="0"/>
                        </a:rPr>
                        <m:t>(</m:t>
                      </m:r>
                      <m:r>
                        <a:rPr lang="en-US" altLang="zh-CN" i="1">
                          <a:solidFill>
                            <a:srgbClr val="000000"/>
                          </a:solidFill>
                          <a:latin typeface="Cambria Math" panose="02040503050406030204" pitchFamily="18" charset="0"/>
                        </a:rPr>
                        <m:t>𝒕</m:t>
                      </m:r>
                      <m:r>
                        <a:rPr lang="zh-CN" altLang="en-US" i="1">
                          <a:solidFill>
                            <a:srgbClr val="000000"/>
                          </a:solidFill>
                          <a:latin typeface="Cambria Math" panose="02040503050406030204" pitchFamily="18" charset="0"/>
                        </a:rPr>
                        <m:t>)</m:t>
                      </m:r>
                    </m:oMath>
                  </m:oMathPara>
                </a14:m>
                <a:endParaRPr lang="zh-CN" altLang="en-US" dirty="0"/>
              </a:p>
            </p:txBody>
          </p:sp>
        </mc:Choice>
        <mc:Fallback>
          <p:sp>
            <p:nvSpPr>
              <p:cNvPr id="27" name="矩形 26"/>
              <p:cNvSpPr>
                <a:spLocks noRot="1" noChangeAspect="1" noMove="1" noResize="1" noEditPoints="1" noAdjustHandles="1" noChangeArrowheads="1" noChangeShapeType="1" noTextEdit="1"/>
              </p:cNvSpPr>
              <p:nvPr/>
            </p:nvSpPr>
            <p:spPr>
              <a:xfrm>
                <a:off x="1910935" y="3984974"/>
                <a:ext cx="656205" cy="369332"/>
              </a:xfrm>
              <a:prstGeom prst="rect">
                <a:avLst/>
              </a:prstGeom>
              <a:blipFill rotWithShape="1">
                <a:blip r:embed="rId3"/>
                <a:stretch>
                  <a:fillRect l="-34" t="-94" r="72" b="30"/>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8" name="矩形 27"/>
              <p:cNvSpPr/>
              <p:nvPr/>
            </p:nvSpPr>
            <p:spPr>
              <a:xfrm>
                <a:off x="5629382" y="3983567"/>
                <a:ext cx="643125" cy="369332"/>
              </a:xfrm>
              <a:prstGeom prst="rect">
                <a:avLst/>
              </a:prstGeom>
              <a:solidFill>
                <a:schemeClr val="tx1"/>
              </a:solidFill>
            </p:spPr>
            <p:txBody>
              <a:bodyPr wrap="none">
                <a:spAutoFit/>
              </a:bodyPr>
              <a:lstStyle/>
              <a:p>
                <a14:m>
                  <m:oMathPara xmlns:m="http://schemas.openxmlformats.org/officeDocument/2006/math">
                    <m:oMathParaPr>
                      <m:jc m:val="centerGroup"/>
                    </m:oMathParaPr>
                    <m:oMath xmlns:m="http://schemas.openxmlformats.org/officeDocument/2006/math">
                      <m:r>
                        <a:rPr lang="en-US" altLang="zh-CN" i="1">
                          <a:solidFill>
                            <a:srgbClr val="000000"/>
                          </a:solidFill>
                          <a:latin typeface="Cambria Math" panose="02040503050406030204" pitchFamily="18" charset="0"/>
                        </a:rPr>
                        <m:t>𝒓</m:t>
                      </m:r>
                      <m:r>
                        <a:rPr lang="zh-CN" altLang="en-US" i="1">
                          <a:solidFill>
                            <a:srgbClr val="000000"/>
                          </a:solidFill>
                          <a:latin typeface="Cambria Math" panose="02040503050406030204" pitchFamily="18" charset="0"/>
                        </a:rPr>
                        <m:t>(</m:t>
                      </m:r>
                      <m:r>
                        <m:rPr>
                          <m:sty m:val="p"/>
                        </m:rPr>
                        <a:rPr lang="en-US" altLang="zh-CN" i="1">
                          <a:solidFill>
                            <a:srgbClr val="000000"/>
                          </a:solidFill>
                          <a:latin typeface="Cambria Math" panose="02040503050406030204" pitchFamily="18" charset="0"/>
                        </a:rPr>
                        <m:t>t</m:t>
                      </m:r>
                      <m:r>
                        <a:rPr lang="zh-CN" altLang="en-US" i="1">
                          <a:solidFill>
                            <a:srgbClr val="000000"/>
                          </a:solidFill>
                          <a:latin typeface="Cambria Math" panose="02040503050406030204" pitchFamily="18" charset="0"/>
                        </a:rPr>
                        <m:t>)</m:t>
                      </m:r>
                    </m:oMath>
                  </m:oMathPara>
                </a14:m>
                <a:endParaRPr lang="zh-CN" altLang="en-US" dirty="0"/>
              </a:p>
            </p:txBody>
          </p:sp>
        </mc:Choice>
        <mc:Fallback>
          <p:sp>
            <p:nvSpPr>
              <p:cNvPr id="28" name="矩形 27"/>
              <p:cNvSpPr>
                <a:spLocks noRot="1" noChangeAspect="1" noMove="1" noResize="1" noEditPoints="1" noAdjustHandles="1" noChangeArrowheads="1" noChangeShapeType="1" noTextEdit="1"/>
              </p:cNvSpPr>
              <p:nvPr/>
            </p:nvSpPr>
            <p:spPr>
              <a:xfrm>
                <a:off x="5629382" y="3983567"/>
                <a:ext cx="643125" cy="369332"/>
              </a:xfrm>
              <a:prstGeom prst="rect">
                <a:avLst/>
              </a:prstGeom>
              <a:blipFill rotWithShape="1">
                <a:blip r:embed="rId4"/>
                <a:stretch>
                  <a:fillRect l="-17" t="-57" r="95" b="165"/>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9" name="矩形 28"/>
              <p:cNvSpPr/>
              <p:nvPr/>
            </p:nvSpPr>
            <p:spPr>
              <a:xfrm>
                <a:off x="1884925" y="3984974"/>
                <a:ext cx="656205" cy="369332"/>
              </a:xfrm>
              <a:prstGeom prst="rect">
                <a:avLst/>
              </a:prstGeom>
              <a:solidFill>
                <a:schemeClr val="tx1"/>
              </a:solidFill>
            </p:spPr>
            <p:txBody>
              <a:bodyPr wrap="none">
                <a:spAutoFit/>
              </a:bodyPr>
              <a:lstStyle/>
              <a:p>
                <a14:m>
                  <m:oMathPara xmlns:m="http://schemas.openxmlformats.org/officeDocument/2006/math">
                    <m:oMathParaPr>
                      <m:jc m:val="centerGroup"/>
                    </m:oMathParaPr>
                    <m:oMath xmlns:m="http://schemas.openxmlformats.org/officeDocument/2006/math">
                      <m:r>
                        <a:rPr lang="zh-CN" altLang="en-US" i="1">
                          <a:solidFill>
                            <a:srgbClr val="000000"/>
                          </a:solidFill>
                          <a:latin typeface="Cambria Math" panose="02040503050406030204" pitchFamily="18" charset="0"/>
                        </a:rPr>
                        <m:t>𝑒</m:t>
                      </m:r>
                      <m:r>
                        <a:rPr lang="zh-CN" altLang="en-US" i="1">
                          <a:solidFill>
                            <a:srgbClr val="000000"/>
                          </a:solidFill>
                          <a:latin typeface="Cambria Math" panose="02040503050406030204" pitchFamily="18" charset="0"/>
                        </a:rPr>
                        <m:t>(</m:t>
                      </m:r>
                      <m:r>
                        <a:rPr lang="en-US" altLang="zh-CN" i="1">
                          <a:solidFill>
                            <a:srgbClr val="000000"/>
                          </a:solidFill>
                          <a:latin typeface="Cambria Math" panose="02040503050406030204" pitchFamily="18" charset="0"/>
                        </a:rPr>
                        <m:t>𝒕</m:t>
                      </m:r>
                      <m:r>
                        <a:rPr lang="zh-CN" altLang="en-US" i="1">
                          <a:solidFill>
                            <a:srgbClr val="000000"/>
                          </a:solidFill>
                          <a:latin typeface="Cambria Math" panose="02040503050406030204" pitchFamily="18" charset="0"/>
                        </a:rPr>
                        <m:t>)</m:t>
                      </m:r>
                    </m:oMath>
                  </m:oMathPara>
                </a14:m>
                <a:endParaRPr lang="zh-CN" altLang="en-US" dirty="0"/>
              </a:p>
            </p:txBody>
          </p:sp>
        </mc:Choice>
        <mc:Fallback>
          <p:sp>
            <p:nvSpPr>
              <p:cNvPr id="29" name="矩形 28"/>
              <p:cNvSpPr>
                <a:spLocks noRot="1" noChangeAspect="1" noMove="1" noResize="1" noEditPoints="1" noAdjustHandles="1" noChangeArrowheads="1" noChangeShapeType="1" noTextEdit="1"/>
              </p:cNvSpPr>
              <p:nvPr/>
            </p:nvSpPr>
            <p:spPr>
              <a:xfrm>
                <a:off x="1884925" y="3984974"/>
                <a:ext cx="656205" cy="369332"/>
              </a:xfrm>
              <a:prstGeom prst="rect">
                <a:avLst/>
              </a:prstGeom>
              <a:blipFill rotWithShape="1">
                <a:blip r:embed="rId3"/>
                <a:stretch>
                  <a:fillRect l="-37" t="-94" r="75" b="30"/>
                </a:stretch>
              </a:blipFill>
            </p:spPr>
            <p:txBody>
              <a:bodyPr/>
              <a:lstStyle/>
              <a:p>
                <a:r>
                  <a:rPr lang="zh-CN" altLang="en-US">
                    <a:noFill/>
                  </a:rPr>
                  <a:t> </a:t>
                </a:r>
              </a:p>
            </p:txBody>
          </p:sp>
        </mc:Fallback>
      </mc:AlternateContent>
      <p:sp>
        <p:nvSpPr>
          <p:cNvPr id="31" name="矩形 30"/>
          <p:cNvSpPr/>
          <p:nvPr/>
        </p:nvSpPr>
        <p:spPr>
          <a:xfrm>
            <a:off x="3988706" y="4870326"/>
            <a:ext cx="598415" cy="461665"/>
          </a:xfrm>
          <a:prstGeom prst="rect">
            <a:avLst/>
          </a:prstGeom>
          <a:solidFill>
            <a:schemeClr val="tx1"/>
          </a:solidFill>
          <a:ln w="28575">
            <a:solidFill>
              <a:schemeClr val="bg1"/>
            </a:solidFill>
          </a:ln>
        </p:spPr>
        <p:txBody>
          <a:bodyPr wrap="square">
            <a:spAutoFit/>
          </a:bodyPr>
          <a:lstStyle/>
          <a:p>
            <a:r>
              <a:rPr lang="en-US" altLang="zh-CN" sz="2400" dirty="0">
                <a:solidFill>
                  <a:srgbClr val="FF0000"/>
                </a:solidFill>
              </a:rPr>
              <a:t>-a</a:t>
            </a:r>
            <a:r>
              <a:rPr lang="en-US" altLang="zh-CN" sz="2400" baseline="-25000" dirty="0">
                <a:solidFill>
                  <a:srgbClr val="FF0000"/>
                </a:solidFill>
              </a:rPr>
              <a:t>0</a:t>
            </a:r>
            <a:endParaRPr lang="zh-CN" altLang="en-US" sz="2400" baseline="-25000" dirty="0">
              <a:solidFill>
                <a:srgbClr val="FF0000"/>
              </a:solidFill>
            </a:endParaRPr>
          </a:p>
        </p:txBody>
      </p:sp>
      <p:sp>
        <p:nvSpPr>
          <p:cNvPr id="32" name="椭圆 31"/>
          <p:cNvSpPr/>
          <p:nvPr/>
        </p:nvSpPr>
        <p:spPr bwMode="auto">
          <a:xfrm>
            <a:off x="2879104" y="3997011"/>
            <a:ext cx="494421" cy="474702"/>
          </a:xfrm>
          <a:prstGeom prst="ellipse">
            <a:avLst/>
          </a:prstGeom>
          <a:solidFill>
            <a:schemeClr val="tx1"/>
          </a:solidFill>
          <a:ln w="2857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r>
              <a:rPr kumimoji="0" lang="zh-CN" altLang="en-US" sz="1800" b="1" i="0" u="none" strike="noStrike" cap="none" normalizeH="0" baseline="0" dirty="0">
                <a:ln>
                  <a:noFill/>
                </a:ln>
                <a:solidFill>
                  <a:srgbClr val="FF0000"/>
                </a:solidFill>
                <a:effectLst/>
                <a:latin typeface="Arial" panose="020B0604020202020204" pitchFamily="34" charset="0"/>
                <a:ea typeface="宋体" panose="02010600030101010101" pitchFamily="2" charset="-122"/>
              </a:rPr>
              <a:t>∑</a:t>
            </a:r>
            <a:endParaRPr kumimoji="0" lang="zh-CN" altLang="en-US" sz="1800" b="1" i="0" u="none" strike="noStrike" cap="none" normalizeH="0" baseline="0" dirty="0">
              <a:ln>
                <a:noFill/>
              </a:ln>
              <a:solidFill>
                <a:srgbClr val="FF0000"/>
              </a:solidFill>
              <a:effectLst/>
              <a:latin typeface="Arial" panose="020B0604020202020204" pitchFamily="34" charset="0"/>
              <a:ea typeface="宋体" panose="02010600030101010101" pitchFamily="2" charset="-122"/>
            </a:endParaRPr>
          </a:p>
        </p:txBody>
      </p:sp>
      <p:cxnSp>
        <p:nvCxnSpPr>
          <p:cNvPr id="33" name="直接箭头连接符 32"/>
          <p:cNvCxnSpPr/>
          <p:nvPr/>
        </p:nvCxnSpPr>
        <p:spPr bwMode="auto">
          <a:xfrm>
            <a:off x="2476538" y="4220978"/>
            <a:ext cx="402566" cy="0"/>
          </a:xfrm>
          <a:prstGeom prst="straightConnector1">
            <a:avLst/>
          </a:prstGeom>
          <a:ln w="28575">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36" name="连接符: 肘形 35"/>
          <p:cNvCxnSpPr/>
          <p:nvPr/>
        </p:nvCxnSpPr>
        <p:spPr bwMode="auto">
          <a:xfrm rot="10800000" flipV="1">
            <a:off x="4601061" y="4272299"/>
            <a:ext cx="1014462" cy="836446"/>
          </a:xfrm>
          <a:prstGeom prst="bentConnector3">
            <a:avLst>
              <a:gd name="adj1" fmla="val 26929"/>
            </a:avLst>
          </a:prstGeom>
          <a:ln w="28575">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37" name="连接符: 肘形 36"/>
          <p:cNvCxnSpPr>
            <a:stCxn id="31" idx="1"/>
            <a:endCxn id="32" idx="4"/>
          </p:cNvCxnSpPr>
          <p:nvPr/>
        </p:nvCxnSpPr>
        <p:spPr bwMode="auto">
          <a:xfrm rot="10800000">
            <a:off x="3126316" y="4471713"/>
            <a:ext cx="862391" cy="629446"/>
          </a:xfrm>
          <a:prstGeom prst="bentConnector2">
            <a:avLst/>
          </a:prstGeom>
          <a:ln w="28575">
            <a:headEnd type="none" w="med" len="med"/>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38" name="矩形 37"/>
              <p:cNvSpPr/>
              <p:nvPr/>
            </p:nvSpPr>
            <p:spPr>
              <a:xfrm>
                <a:off x="3368770" y="3725882"/>
                <a:ext cx="801053" cy="369332"/>
              </a:xfrm>
              <a:prstGeom prst="rect">
                <a:avLst/>
              </a:prstGeom>
              <a:solidFill>
                <a:schemeClr val="tx1"/>
              </a:solidFill>
            </p:spPr>
            <p:txBody>
              <a:bodyPr wrap="none">
                <a:spAutoFit/>
              </a:bodyPr>
              <a:lstStyle/>
              <a:p>
                <a:r>
                  <a:rPr lang="en-US" altLang="zh-CN" dirty="0">
                    <a:solidFill>
                      <a:srgbClr val="000000"/>
                    </a:solidFill>
                  </a:rPr>
                  <a:t>r</a:t>
                </a:r>
                <a14:m>
                  <m:oMath xmlns:m="http://schemas.openxmlformats.org/officeDocument/2006/math">
                    <m:r>
                      <a:rPr lang="zh-CN" altLang="en-US" i="1">
                        <a:solidFill>
                          <a:srgbClr val="000000"/>
                        </a:solidFill>
                        <a:latin typeface="Cambria Math" panose="02040503050406030204" pitchFamily="18" charset="0"/>
                      </a:rPr>
                      <m:t>‘</m:t>
                    </m:r>
                    <m:d>
                      <m:dPr>
                        <m:ctrlPr>
                          <a:rPr lang="zh-CN" altLang="en-US" i="1">
                            <a:solidFill>
                              <a:srgbClr val="000000"/>
                            </a:solidFill>
                            <a:latin typeface="Cambria Math" panose="02040503050406030204" pitchFamily="18" charset="0"/>
                          </a:rPr>
                        </m:ctrlPr>
                      </m:dPr>
                      <m:e>
                        <m:r>
                          <m:rPr>
                            <m:sty m:val="p"/>
                          </m:rPr>
                          <a:rPr lang="en-US" altLang="zh-CN" i="1">
                            <a:solidFill>
                              <a:srgbClr val="000000"/>
                            </a:solidFill>
                            <a:latin typeface="Cambria Math" panose="02040503050406030204" pitchFamily="18" charset="0"/>
                          </a:rPr>
                          <m:t>t</m:t>
                        </m:r>
                      </m:e>
                    </m:d>
                    <m:r>
                      <a:rPr lang="en-US" altLang="zh-CN" b="1" i="1" smtClean="0">
                        <a:solidFill>
                          <a:srgbClr val="000000"/>
                        </a:solidFill>
                        <a:latin typeface="Cambria Math" panose="02040503050406030204" pitchFamily="18" charset="0"/>
                      </a:rPr>
                      <m:t>    </m:t>
                    </m:r>
                  </m:oMath>
                </a14:m>
                <a:endParaRPr lang="zh-CN" altLang="en-US" dirty="0"/>
              </a:p>
            </p:txBody>
          </p:sp>
        </mc:Choice>
        <mc:Fallback>
          <p:sp>
            <p:nvSpPr>
              <p:cNvPr id="38" name="矩形 37"/>
              <p:cNvSpPr>
                <a:spLocks noRot="1" noChangeAspect="1" noMove="1" noResize="1" noEditPoints="1" noAdjustHandles="1" noChangeArrowheads="1" noChangeShapeType="1" noTextEdit="1"/>
              </p:cNvSpPr>
              <p:nvPr/>
            </p:nvSpPr>
            <p:spPr>
              <a:xfrm>
                <a:off x="3368770" y="3725882"/>
                <a:ext cx="801053" cy="369332"/>
              </a:xfrm>
              <a:prstGeom prst="rect">
                <a:avLst/>
              </a:prstGeom>
              <a:blipFill rotWithShape="1">
                <a:blip r:embed="rId5"/>
                <a:stretch>
                  <a:fillRect l="-12" t="-91" r="52" b="27"/>
                </a:stretch>
              </a:blipFill>
            </p:spPr>
            <p:txBody>
              <a:bodyPr/>
              <a:lstStyle/>
              <a:p>
                <a:r>
                  <a:rPr lang="zh-CN" altLang="en-US">
                    <a:noFill/>
                  </a:rPr>
                  <a:t> </a:t>
                </a:r>
              </a:p>
            </p:txBody>
          </p:sp>
        </mc:Fallback>
      </mc:AlternateContent>
      <p:cxnSp>
        <p:nvCxnSpPr>
          <p:cNvPr id="39" name="直接箭头连接符 38"/>
          <p:cNvCxnSpPr/>
          <p:nvPr/>
        </p:nvCxnSpPr>
        <p:spPr bwMode="auto">
          <a:xfrm>
            <a:off x="3377532" y="4264505"/>
            <a:ext cx="762606" cy="0"/>
          </a:xfrm>
          <a:prstGeom prst="straightConnector1">
            <a:avLst/>
          </a:prstGeom>
          <a:ln w="28575">
            <a:headEnd type="none" w="med" len="med"/>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41" name="矩形 40"/>
              <p:cNvSpPr/>
              <p:nvPr/>
            </p:nvSpPr>
            <p:spPr>
              <a:xfrm>
                <a:off x="5629143" y="3910548"/>
                <a:ext cx="643125" cy="369332"/>
              </a:xfrm>
              <a:prstGeom prst="rect">
                <a:avLst/>
              </a:prstGeom>
              <a:solidFill>
                <a:schemeClr val="tx1"/>
              </a:solidFill>
            </p:spPr>
            <p:txBody>
              <a:bodyPr wrap="none">
                <a:spAutoFit/>
              </a:bodyPr>
              <a:lstStyle/>
              <a:p>
                <a14:m>
                  <m:oMathPara xmlns:m="http://schemas.openxmlformats.org/officeDocument/2006/math">
                    <m:oMathParaPr>
                      <m:jc m:val="centerGroup"/>
                    </m:oMathParaPr>
                    <m:oMath xmlns:m="http://schemas.openxmlformats.org/officeDocument/2006/math">
                      <m:r>
                        <a:rPr lang="en-US" altLang="zh-CN" i="1">
                          <a:solidFill>
                            <a:srgbClr val="000000"/>
                          </a:solidFill>
                          <a:latin typeface="Cambria Math" panose="02040503050406030204" pitchFamily="18" charset="0"/>
                        </a:rPr>
                        <m:t>𝒓</m:t>
                      </m:r>
                      <m:r>
                        <a:rPr lang="zh-CN" altLang="en-US" i="1">
                          <a:solidFill>
                            <a:srgbClr val="000000"/>
                          </a:solidFill>
                          <a:latin typeface="Cambria Math" panose="02040503050406030204" pitchFamily="18" charset="0"/>
                        </a:rPr>
                        <m:t>(</m:t>
                      </m:r>
                      <m:r>
                        <m:rPr>
                          <m:sty m:val="p"/>
                        </m:rPr>
                        <a:rPr lang="en-US" altLang="zh-CN" i="1">
                          <a:solidFill>
                            <a:srgbClr val="000000"/>
                          </a:solidFill>
                          <a:latin typeface="Cambria Math" panose="02040503050406030204" pitchFamily="18" charset="0"/>
                        </a:rPr>
                        <m:t>t</m:t>
                      </m:r>
                      <m:r>
                        <a:rPr lang="zh-CN" altLang="en-US" i="1">
                          <a:solidFill>
                            <a:srgbClr val="000000"/>
                          </a:solidFill>
                          <a:latin typeface="Cambria Math" panose="02040503050406030204" pitchFamily="18" charset="0"/>
                        </a:rPr>
                        <m:t>)</m:t>
                      </m:r>
                    </m:oMath>
                  </m:oMathPara>
                </a14:m>
                <a:endParaRPr lang="zh-CN" altLang="en-US" dirty="0"/>
              </a:p>
            </p:txBody>
          </p:sp>
        </mc:Choice>
        <mc:Fallback>
          <p:sp>
            <p:nvSpPr>
              <p:cNvPr id="41" name="矩形 40"/>
              <p:cNvSpPr>
                <a:spLocks noRot="1" noChangeAspect="1" noMove="1" noResize="1" noEditPoints="1" noAdjustHandles="1" noChangeArrowheads="1" noChangeShapeType="1" noTextEdit="1"/>
              </p:cNvSpPr>
              <p:nvPr/>
            </p:nvSpPr>
            <p:spPr>
              <a:xfrm>
                <a:off x="5629143" y="3910548"/>
                <a:ext cx="643125" cy="369332"/>
              </a:xfrm>
              <a:prstGeom prst="rect">
                <a:avLst/>
              </a:prstGeom>
              <a:blipFill rotWithShape="1">
                <a:blip r:embed="rId4"/>
                <a:stretch>
                  <a:fillRect l="-78" t="-59" r="58" b="167"/>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42" name="矩形 41"/>
              <p:cNvSpPr/>
              <p:nvPr/>
            </p:nvSpPr>
            <p:spPr>
              <a:xfrm>
                <a:off x="4169943" y="4027429"/>
                <a:ext cx="783793" cy="475643"/>
              </a:xfrm>
              <a:prstGeom prst="rect">
                <a:avLst/>
              </a:prstGeom>
              <a:solidFill>
                <a:schemeClr val="tx1"/>
              </a:solidFill>
              <a:ln w="28575">
                <a:solidFill>
                  <a:schemeClr val="bg1"/>
                </a:solidFill>
              </a:ln>
            </p:spPr>
            <p:txBody>
              <a:bodyPr wrap="square">
                <a:spAutoFit/>
              </a:bodyPr>
              <a:lstStyle/>
              <a:p>
                <a14:m>
                  <m:oMathPara xmlns:m="http://schemas.openxmlformats.org/officeDocument/2006/math">
                    <m:oMathParaPr>
                      <m:jc m:val="centerGroup"/>
                    </m:oMathParaPr>
                    <m:oMath xmlns:m="http://schemas.openxmlformats.org/officeDocument/2006/math">
                      <m:r>
                        <a:rPr lang="zh-CN" altLang="en-US" sz="2400" i="1" smtClean="0">
                          <a:solidFill>
                            <a:srgbClr val="FF0000"/>
                          </a:solidFill>
                          <a:latin typeface="Cambria Math" panose="02040503050406030204" pitchFamily="18" charset="0"/>
                        </a:rPr>
                        <m:t>∫</m:t>
                      </m:r>
                    </m:oMath>
                  </m:oMathPara>
                </a14:m>
                <a:endParaRPr lang="zh-CN" altLang="en-US" sz="2400" dirty="0">
                  <a:solidFill>
                    <a:srgbClr val="FF0000"/>
                  </a:solidFill>
                </a:endParaRPr>
              </a:p>
            </p:txBody>
          </p:sp>
        </mc:Choice>
        <mc:Fallback>
          <p:sp>
            <p:nvSpPr>
              <p:cNvPr id="42" name="矩形 41"/>
              <p:cNvSpPr>
                <a:spLocks noRot="1" noChangeAspect="1" noMove="1" noResize="1" noEditPoints="1" noAdjustHandles="1" noChangeArrowheads="1" noChangeShapeType="1" noTextEdit="1"/>
              </p:cNvSpPr>
              <p:nvPr/>
            </p:nvSpPr>
            <p:spPr>
              <a:xfrm>
                <a:off x="4169943" y="4027429"/>
                <a:ext cx="783793" cy="475643"/>
              </a:xfrm>
              <a:prstGeom prst="rect">
                <a:avLst/>
              </a:prstGeom>
              <a:blipFill rotWithShape="1">
                <a:blip r:embed="rId6"/>
                <a:stretch>
                  <a:fillRect l="-1850" t="-3125" r="-1769" b="-2877"/>
                </a:stretch>
              </a:blipFill>
              <a:ln w="28575">
                <a:solidFill>
                  <a:schemeClr val="bg1"/>
                </a:solidFill>
              </a:ln>
            </p:spPr>
            <p:txBody>
              <a:bodyPr/>
              <a:lstStyle/>
              <a:p>
                <a:r>
                  <a:rPr lang="zh-CN" altLang="en-US">
                    <a:noFill/>
                  </a:rPr>
                  <a:t> </a:t>
                </a:r>
              </a:p>
            </p:txBody>
          </p:sp>
        </mc:Fallback>
      </mc:AlternateContent>
      <p:cxnSp>
        <p:nvCxnSpPr>
          <p:cNvPr id="45" name="直接箭头连接符 44"/>
          <p:cNvCxnSpPr/>
          <p:nvPr/>
        </p:nvCxnSpPr>
        <p:spPr bwMode="auto">
          <a:xfrm>
            <a:off x="4983639" y="4279925"/>
            <a:ext cx="762606" cy="0"/>
          </a:xfrm>
          <a:prstGeom prst="straightConnector1">
            <a:avLst/>
          </a:prstGeom>
          <a:ln w="28575">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2" name="墨迹 1"/>
          <p:cNvSpPr/>
          <p:nvPr/>
        </p:nvSpPr>
        <p:spPr bwMode="auto">
          <a:xfrm>
            <a:off x="4331159" y="2550959"/>
            <a:ext cx="2" cy="2"/>
          </a:xfrm>
        </p:spPr>
      </p:sp>
      <mc:AlternateContent xmlns:mc="http://schemas.openxmlformats.org/markup-compatibility/2006">
        <mc:Choice xmlns:a14="http://schemas.microsoft.com/office/drawing/2010/main" Requires="a14">
          <p:sp>
            <p:nvSpPr>
              <p:cNvPr id="5" name="矩形 4"/>
              <p:cNvSpPr/>
              <p:nvPr/>
            </p:nvSpPr>
            <p:spPr>
              <a:xfrm>
                <a:off x="3298892" y="3708924"/>
                <a:ext cx="801053" cy="369332"/>
              </a:xfrm>
              <a:prstGeom prst="rect">
                <a:avLst/>
              </a:prstGeom>
              <a:solidFill>
                <a:schemeClr val="tx1"/>
              </a:solidFill>
            </p:spPr>
            <p:txBody>
              <a:bodyPr wrap="none">
                <a:spAutoFit/>
              </a:bodyPr>
              <a:lstStyle/>
              <a:p>
                <a:r>
                  <a:rPr lang="en-US" altLang="zh-CN" dirty="0">
                    <a:solidFill>
                      <a:srgbClr val="000000"/>
                    </a:solidFill>
                  </a:rPr>
                  <a:t>r</a:t>
                </a:r>
                <a14:m>
                  <m:oMath xmlns:m="http://schemas.openxmlformats.org/officeDocument/2006/math">
                    <m:r>
                      <a:rPr lang="zh-CN" altLang="en-US" i="1">
                        <a:solidFill>
                          <a:srgbClr val="000000"/>
                        </a:solidFill>
                        <a:latin typeface="Cambria Math" panose="02040503050406030204" pitchFamily="18" charset="0"/>
                      </a:rPr>
                      <m:t>‘</m:t>
                    </m:r>
                    <m:d>
                      <m:dPr>
                        <m:ctrlPr>
                          <a:rPr lang="zh-CN" altLang="en-US" i="1">
                            <a:solidFill>
                              <a:srgbClr val="000000"/>
                            </a:solidFill>
                            <a:latin typeface="Cambria Math" panose="02040503050406030204" pitchFamily="18" charset="0"/>
                          </a:rPr>
                        </m:ctrlPr>
                      </m:dPr>
                      <m:e>
                        <m:r>
                          <m:rPr>
                            <m:sty m:val="p"/>
                          </m:rPr>
                          <a:rPr lang="en-US" altLang="zh-CN" i="1">
                            <a:solidFill>
                              <a:srgbClr val="000000"/>
                            </a:solidFill>
                            <a:latin typeface="Cambria Math" panose="02040503050406030204" pitchFamily="18" charset="0"/>
                          </a:rPr>
                          <m:t>t</m:t>
                        </m:r>
                      </m:e>
                    </m:d>
                    <m:r>
                      <a:rPr lang="en-US" altLang="zh-CN" b="1" i="1" smtClean="0">
                        <a:solidFill>
                          <a:srgbClr val="000000"/>
                        </a:solidFill>
                        <a:latin typeface="Cambria Math" panose="02040503050406030204" pitchFamily="18" charset="0"/>
                      </a:rPr>
                      <m:t>    </m:t>
                    </m:r>
                  </m:oMath>
                </a14:m>
                <a:endParaRPr lang="zh-CN" altLang="en-US" dirty="0"/>
              </a:p>
            </p:txBody>
          </p:sp>
        </mc:Choice>
        <mc:Fallback>
          <p:sp>
            <p:nvSpPr>
              <p:cNvPr id="5" name="矩形 4"/>
              <p:cNvSpPr>
                <a:spLocks noRot="1" noChangeAspect="1" noMove="1" noResize="1" noEditPoints="1" noAdjustHandles="1" noChangeArrowheads="1" noChangeShapeType="1" noTextEdit="1"/>
              </p:cNvSpPr>
              <p:nvPr/>
            </p:nvSpPr>
            <p:spPr>
              <a:xfrm>
                <a:off x="3298892" y="3708924"/>
                <a:ext cx="801053" cy="369332"/>
              </a:xfrm>
              <a:prstGeom prst="rect">
                <a:avLst/>
              </a:prstGeom>
              <a:blipFill rotWithShape="1">
                <a:blip r:embed="rId5"/>
                <a:stretch>
                  <a:fillRect l="-8" t="-142" r="48" b="77"/>
                </a:stretch>
              </a:blipFill>
            </p:spPr>
            <p:txBody>
              <a:bodyPr/>
              <a:lstStyle/>
              <a:p>
                <a:r>
                  <a:rPr lang="zh-CN" altLang="en-US">
                    <a:noFill/>
                  </a:rPr>
                  <a:t> </a:t>
                </a:r>
              </a:p>
            </p:txBody>
          </p:sp>
        </mc:Fallback>
      </mc:AlternateContent>
    </p:spTree>
    <p:custDataLst>
      <p:tags r:id="rId7"/>
    </p:custDataLst>
  </p:cSld>
  <p:clrMapOvr>
    <a:masterClrMapping/>
  </p:clrMapOvr>
  <mc:AlternateContent xmlns:mc="http://schemas.openxmlformats.org/markup-compatibility/2006">
    <mc:Choice xmlns:p14="http://schemas.microsoft.com/office/powerpoint/2010/main" Requires="p14">
      <p:transition spd="slow" p14:dur="2000" advTm="91760"/>
    </mc:Choice>
    <mc:Fallback>
      <p:transition spd="slow" advTm="9176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78850">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8850">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8852"/>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78852">
                                            <p:txEl>
                                              <p:pRg st="0" end="0"/>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78854">
                                            <p:txEl>
                                              <p:pRg st="0" end="0"/>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78853">
                                            <p:txEl>
                                              <p:pRg st="0" end="0"/>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27"/>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29">
                                            <p:txEl>
                                              <p:pRg st="0" end="0"/>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33"/>
                                        </p:tgtEl>
                                        <p:attrNameLst>
                                          <p:attrName>style.visibility</p:attrName>
                                        </p:attrNameLst>
                                      </p:cBhvr>
                                      <p:to>
                                        <p:strVal val="visible"/>
                                      </p:to>
                                    </p:set>
                                    <p:anim calcmode="lin" valueType="num">
                                      <p:cBhvr additive="base">
                                        <p:cTn id="37" dur="500" fill="hold"/>
                                        <p:tgtEl>
                                          <p:spTgt spid="33"/>
                                        </p:tgtEl>
                                        <p:attrNameLst>
                                          <p:attrName>ppt_x</p:attrName>
                                        </p:attrNameLst>
                                      </p:cBhvr>
                                      <p:tavLst>
                                        <p:tav tm="0">
                                          <p:val>
                                            <p:strVal val="#ppt_x"/>
                                          </p:val>
                                        </p:tav>
                                        <p:tav tm="100000">
                                          <p:val>
                                            <p:strVal val="#ppt_x"/>
                                          </p:val>
                                        </p:tav>
                                      </p:tavLst>
                                    </p:anim>
                                    <p:anim calcmode="lin" valueType="num">
                                      <p:cBhvr additive="base">
                                        <p:cTn id="38" dur="500" fill="hold"/>
                                        <p:tgtEl>
                                          <p:spTgt spid="33"/>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6"/>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41"/>
                                        </p:tgtEl>
                                        <p:attrNameLst>
                                          <p:attrName>style.visibility</p:attrName>
                                        </p:attrNameLst>
                                      </p:cBhvr>
                                      <p:to>
                                        <p:strVal val="visible"/>
                                      </p:to>
                                    </p:set>
                                  </p:childTnLst>
                                </p:cTn>
                              </p:par>
                              <p:par>
                                <p:cTn id="45" presetID="2" presetClass="entr" presetSubtype="4" fill="hold" grpId="0" nodeType="withEffect">
                                  <p:stCondLst>
                                    <p:cond delay="0"/>
                                  </p:stCondLst>
                                  <p:childTnLst>
                                    <p:set>
                                      <p:cBhvr>
                                        <p:cTn id="46" dur="1" fill="hold">
                                          <p:stCondLst>
                                            <p:cond delay="0"/>
                                          </p:stCondLst>
                                        </p:cTn>
                                        <p:tgtEl>
                                          <p:spTgt spid="32"/>
                                        </p:tgtEl>
                                        <p:attrNameLst>
                                          <p:attrName>style.visibility</p:attrName>
                                        </p:attrNameLst>
                                      </p:cBhvr>
                                      <p:to>
                                        <p:strVal val="visible"/>
                                      </p:to>
                                    </p:set>
                                    <p:anim calcmode="lin" valueType="num">
                                      <p:cBhvr additive="base">
                                        <p:cTn id="47" dur="500" fill="hold"/>
                                        <p:tgtEl>
                                          <p:spTgt spid="32"/>
                                        </p:tgtEl>
                                        <p:attrNameLst>
                                          <p:attrName>ppt_x</p:attrName>
                                        </p:attrNameLst>
                                      </p:cBhvr>
                                      <p:tavLst>
                                        <p:tav tm="0">
                                          <p:val>
                                            <p:strVal val="#ppt_x"/>
                                          </p:val>
                                        </p:tav>
                                        <p:tav tm="100000">
                                          <p:val>
                                            <p:strVal val="#ppt_x"/>
                                          </p:val>
                                        </p:tav>
                                      </p:tavLst>
                                    </p:anim>
                                    <p:anim calcmode="lin" valueType="num">
                                      <p:cBhvr additive="base">
                                        <p:cTn id="48" dur="500" fill="hold"/>
                                        <p:tgtEl>
                                          <p:spTgt spid="32"/>
                                        </p:tgtEl>
                                        <p:attrNameLst>
                                          <p:attrName>ppt_y</p:attrName>
                                        </p:attrNameLst>
                                      </p:cBhvr>
                                      <p:tavLst>
                                        <p:tav tm="0">
                                          <p:val>
                                            <p:strVal val="1+#ppt_h/2"/>
                                          </p:val>
                                        </p:tav>
                                        <p:tav tm="100000">
                                          <p:val>
                                            <p:strVal val="#ppt_y"/>
                                          </p:val>
                                        </p:tav>
                                      </p:tavLst>
                                    </p:anim>
                                  </p:childTnLst>
                                </p:cTn>
                              </p:par>
                              <p:par>
                                <p:cTn id="49" presetID="2" presetClass="entr" presetSubtype="4" fill="hold" grpId="0" nodeType="withEffect">
                                  <p:stCondLst>
                                    <p:cond delay="0"/>
                                  </p:stCondLst>
                                  <p:childTnLst>
                                    <p:set>
                                      <p:cBhvr>
                                        <p:cTn id="50" dur="1" fill="hold">
                                          <p:stCondLst>
                                            <p:cond delay="0"/>
                                          </p:stCondLst>
                                        </p:cTn>
                                        <p:tgtEl>
                                          <p:spTgt spid="31"/>
                                        </p:tgtEl>
                                        <p:attrNameLst>
                                          <p:attrName>style.visibility</p:attrName>
                                        </p:attrNameLst>
                                      </p:cBhvr>
                                      <p:to>
                                        <p:strVal val="visible"/>
                                      </p:to>
                                    </p:set>
                                    <p:anim calcmode="lin" valueType="num">
                                      <p:cBhvr additive="base">
                                        <p:cTn id="51" dur="500" fill="hold"/>
                                        <p:tgtEl>
                                          <p:spTgt spid="31"/>
                                        </p:tgtEl>
                                        <p:attrNameLst>
                                          <p:attrName>ppt_x</p:attrName>
                                        </p:attrNameLst>
                                      </p:cBhvr>
                                      <p:tavLst>
                                        <p:tav tm="0">
                                          <p:val>
                                            <p:strVal val="#ppt_x"/>
                                          </p:val>
                                        </p:tav>
                                        <p:tav tm="100000">
                                          <p:val>
                                            <p:strVal val="#ppt_x"/>
                                          </p:val>
                                        </p:tav>
                                      </p:tavLst>
                                    </p:anim>
                                    <p:anim calcmode="lin" valueType="num">
                                      <p:cBhvr additive="base">
                                        <p:cTn id="52" dur="500" fill="hold"/>
                                        <p:tgtEl>
                                          <p:spTgt spid="31"/>
                                        </p:tgtEl>
                                        <p:attrNameLst>
                                          <p:attrName>ppt_y</p:attrName>
                                        </p:attrNameLst>
                                      </p:cBhvr>
                                      <p:tavLst>
                                        <p:tav tm="0">
                                          <p:val>
                                            <p:strVal val="1+#ppt_h/2"/>
                                          </p:val>
                                        </p:tav>
                                        <p:tav tm="100000">
                                          <p:val>
                                            <p:strVal val="#ppt_y"/>
                                          </p:val>
                                        </p:tav>
                                      </p:tavLst>
                                    </p:anim>
                                  </p:childTnLst>
                                </p:cTn>
                              </p:par>
                              <p:par>
                                <p:cTn id="53" presetID="2" presetClass="entr" presetSubtype="4" fill="hold" nodeType="withEffect">
                                  <p:stCondLst>
                                    <p:cond delay="0"/>
                                  </p:stCondLst>
                                  <p:childTnLst>
                                    <p:set>
                                      <p:cBhvr>
                                        <p:cTn id="54" dur="1" fill="hold">
                                          <p:stCondLst>
                                            <p:cond delay="0"/>
                                          </p:stCondLst>
                                        </p:cTn>
                                        <p:tgtEl>
                                          <p:spTgt spid="37"/>
                                        </p:tgtEl>
                                        <p:attrNameLst>
                                          <p:attrName>style.visibility</p:attrName>
                                        </p:attrNameLst>
                                      </p:cBhvr>
                                      <p:to>
                                        <p:strVal val="visible"/>
                                      </p:to>
                                    </p:set>
                                    <p:anim calcmode="lin" valueType="num">
                                      <p:cBhvr additive="base">
                                        <p:cTn id="55" dur="500" fill="hold"/>
                                        <p:tgtEl>
                                          <p:spTgt spid="37"/>
                                        </p:tgtEl>
                                        <p:attrNameLst>
                                          <p:attrName>ppt_x</p:attrName>
                                        </p:attrNameLst>
                                      </p:cBhvr>
                                      <p:tavLst>
                                        <p:tav tm="0">
                                          <p:val>
                                            <p:strVal val="#ppt_x"/>
                                          </p:val>
                                        </p:tav>
                                        <p:tav tm="100000">
                                          <p:val>
                                            <p:strVal val="#ppt_x"/>
                                          </p:val>
                                        </p:tav>
                                      </p:tavLst>
                                    </p:anim>
                                    <p:anim calcmode="lin" valueType="num">
                                      <p:cBhvr additive="base">
                                        <p:cTn id="56" dur="500" fill="hold"/>
                                        <p:tgtEl>
                                          <p:spTgt spid="37"/>
                                        </p:tgtEl>
                                        <p:attrNameLst>
                                          <p:attrName>ppt_y</p:attrName>
                                        </p:attrNameLst>
                                      </p:cBhvr>
                                      <p:tavLst>
                                        <p:tav tm="0">
                                          <p:val>
                                            <p:strVal val="1+#ppt_h/2"/>
                                          </p:val>
                                        </p:tav>
                                        <p:tav tm="100000">
                                          <p:val>
                                            <p:strVal val="#ppt_y"/>
                                          </p:val>
                                        </p:tav>
                                      </p:tavLst>
                                    </p:anim>
                                  </p:childTnLst>
                                </p:cTn>
                              </p:par>
                            </p:childTnLst>
                          </p:cTn>
                        </p:par>
                        <p:par>
                          <p:cTn id="57" fill="hold">
                            <p:stCondLst>
                              <p:cond delay="0"/>
                            </p:stCondLst>
                            <p:childTnLst>
                              <p:par>
                                <p:cTn id="58" presetID="1" presetClass="entr" presetSubtype="0" fill="hold" grpId="0" nodeType="afterEffect">
                                  <p:stCondLst>
                                    <p:cond delay="0"/>
                                  </p:stCondLst>
                                  <p:childTnLst>
                                    <p:set>
                                      <p:cBhvr>
                                        <p:cTn id="59" dur="1" fill="hold">
                                          <p:stCondLst>
                                            <p:cond delay="0"/>
                                          </p:stCondLst>
                                        </p:cTn>
                                        <p:tgtEl>
                                          <p:spTgt spid="28"/>
                                        </p:tgtEl>
                                        <p:attrNameLst>
                                          <p:attrName>style.visibility</p:attrName>
                                        </p:attrNameLst>
                                      </p:cBhvr>
                                      <p:to>
                                        <p:strVal val="visible"/>
                                      </p:to>
                                    </p:set>
                                  </p:childTnLst>
                                </p:cTn>
                              </p:par>
                              <p:par>
                                <p:cTn id="60" presetID="2" presetClass="entr" presetSubtype="4" fill="hold" nodeType="withEffect">
                                  <p:stCondLst>
                                    <p:cond delay="0"/>
                                  </p:stCondLst>
                                  <p:childTnLst>
                                    <p:set>
                                      <p:cBhvr>
                                        <p:cTn id="61" dur="1" fill="hold">
                                          <p:stCondLst>
                                            <p:cond delay="0"/>
                                          </p:stCondLst>
                                        </p:cTn>
                                        <p:tgtEl>
                                          <p:spTgt spid="39"/>
                                        </p:tgtEl>
                                        <p:attrNameLst>
                                          <p:attrName>style.visibility</p:attrName>
                                        </p:attrNameLst>
                                      </p:cBhvr>
                                      <p:to>
                                        <p:strVal val="visible"/>
                                      </p:to>
                                    </p:set>
                                    <p:anim calcmode="lin" valueType="num">
                                      <p:cBhvr additive="base">
                                        <p:cTn id="62" dur="500" fill="hold"/>
                                        <p:tgtEl>
                                          <p:spTgt spid="39"/>
                                        </p:tgtEl>
                                        <p:attrNameLst>
                                          <p:attrName>ppt_x</p:attrName>
                                        </p:attrNameLst>
                                      </p:cBhvr>
                                      <p:tavLst>
                                        <p:tav tm="0">
                                          <p:val>
                                            <p:strVal val="#ppt_x"/>
                                          </p:val>
                                        </p:tav>
                                        <p:tav tm="100000">
                                          <p:val>
                                            <p:strVal val="#ppt_x"/>
                                          </p:val>
                                        </p:tav>
                                      </p:tavLst>
                                    </p:anim>
                                    <p:anim calcmode="lin" valueType="num">
                                      <p:cBhvr additive="base">
                                        <p:cTn id="63" dur="500" fill="hold"/>
                                        <p:tgtEl>
                                          <p:spTgt spid="39"/>
                                        </p:tgtEl>
                                        <p:attrNameLst>
                                          <p:attrName>ppt_y</p:attrName>
                                        </p:attrNameLst>
                                      </p:cBhvr>
                                      <p:tavLst>
                                        <p:tav tm="0">
                                          <p:val>
                                            <p:strVal val="1+#ppt_h/2"/>
                                          </p:val>
                                        </p:tav>
                                        <p:tav tm="100000">
                                          <p:val>
                                            <p:strVal val="#ppt_y"/>
                                          </p:val>
                                        </p:tav>
                                      </p:tavLst>
                                    </p:anim>
                                  </p:childTnLst>
                                </p:cTn>
                              </p:par>
                            </p:childTnLst>
                          </p:cTn>
                        </p:par>
                        <p:par>
                          <p:cTn id="64" fill="hold">
                            <p:stCondLst>
                              <p:cond delay="0"/>
                            </p:stCondLst>
                            <p:childTnLst>
                              <p:par>
                                <p:cTn id="65" presetID="1" presetClass="entr" presetSubtype="0" fill="hold" nodeType="afterEffect">
                                  <p:stCondLst>
                                    <p:cond delay="0"/>
                                  </p:stCondLst>
                                  <p:childTnLst>
                                    <p:set>
                                      <p:cBhvr>
                                        <p:cTn id="66" dur="1" fill="hold">
                                          <p:stCondLst>
                                            <p:cond delay="0"/>
                                          </p:stCondLst>
                                        </p:cTn>
                                        <p:tgtEl>
                                          <p:spTgt spid="38">
                                            <p:txEl>
                                              <p:pRg st="0" end="0"/>
                                            </p:txEl>
                                          </p:spTgt>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nodeType="clickEffect">
                                  <p:stCondLst>
                                    <p:cond delay="0"/>
                                  </p:stCondLst>
                                  <p:childTnLst>
                                    <p:set>
                                      <p:cBhvr>
                                        <p:cTn id="70"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grpId="0" nodeType="clickEffect">
                                  <p:stCondLst>
                                    <p:cond delay="0"/>
                                  </p:stCondLst>
                                  <p:childTnLst>
                                    <p:set>
                                      <p:cBhvr>
                                        <p:cTn id="74" dur="1" fill="hold">
                                          <p:stCondLst>
                                            <p:cond delay="0"/>
                                          </p:stCondLst>
                                        </p:cTn>
                                        <p:tgtEl>
                                          <p:spTgt spid="42"/>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nodeType="clickEffect">
                                  <p:stCondLst>
                                    <p:cond delay="0"/>
                                  </p:stCondLst>
                                  <p:childTnLst>
                                    <p:set>
                                      <p:cBhvr>
                                        <p:cTn id="78" dur="1" fill="hold">
                                          <p:stCondLst>
                                            <p:cond delay="0"/>
                                          </p:stCondLst>
                                        </p:cTn>
                                        <p:tgtEl>
                                          <p:spTgt spid="42">
                                            <p:txEl>
                                              <p:pRg st="0" end="0"/>
                                            </p:txEl>
                                          </p:spTgt>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nodeType="clickEffect">
                                  <p:stCondLst>
                                    <p:cond delay="0"/>
                                  </p:stCondLst>
                                  <p:childTnLst>
                                    <p:set>
                                      <p:cBhvr>
                                        <p:cTn id="82" dur="1" fill="hold">
                                          <p:stCondLst>
                                            <p:cond delay="0"/>
                                          </p:stCondLst>
                                        </p:cTn>
                                        <p:tgtEl>
                                          <p:spTgt spid="4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8850" grpId="0" uiExpand="1" build="p"/>
      <p:bldP spid="78852" grpId="0" animBg="1"/>
      <p:bldP spid="27" grpId="0" animBg="1"/>
      <p:bldP spid="28" grpId="0" animBg="1"/>
      <p:bldP spid="31" grpId="0" animBg="1"/>
      <p:bldP spid="32" grpId="0" animBg="1"/>
      <p:bldP spid="41" grpId="0" animBg="1"/>
      <p:bldP spid="42" grpId="0" bldLvl="0" animBg="1"/>
    </p:bldLst>
  </p:timing>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2"/>
          <p:cNvSpPr>
            <a:spLocks noGrp="1"/>
          </p:cNvSpPr>
          <p:nvPr>
            <p:ph type="body" idx="4294967295"/>
          </p:nvPr>
        </p:nvSpPr>
        <p:spPr>
          <a:xfrm>
            <a:off x="636588" y="721155"/>
            <a:ext cx="8229600" cy="1152525"/>
          </a:xfrm>
        </p:spPr>
        <p:txBody>
          <a:bodyPr vert="horz" wrap="square" lIns="91440" tIns="45720" rIns="91440" bIns="45720" anchor="t" anchorCtr="0"/>
          <a:lstStyle/>
          <a:p>
            <a:pPr>
              <a:lnSpc>
                <a:spcPct val="90000"/>
              </a:lnSpc>
              <a:buFontTx/>
              <a:buNone/>
            </a:pPr>
            <a:r>
              <a:rPr lang="en-US" altLang="zh-CN" sz="2800" b="1" dirty="0">
                <a:solidFill>
                  <a:schemeClr val="bg1"/>
                </a:solidFill>
              </a:rPr>
              <a:t>2) </a:t>
            </a:r>
            <a:r>
              <a:rPr lang="zh-CN" altLang="en-US" sz="2800" b="1" dirty="0">
                <a:solidFill>
                  <a:schemeClr val="bg1"/>
                </a:solidFill>
              </a:rPr>
              <a:t>二阶连续时间系统的模拟</a:t>
            </a:r>
            <a:endParaRPr lang="zh-CN" altLang="en-US" sz="2800" b="1" dirty="0">
              <a:solidFill>
                <a:schemeClr val="bg1"/>
              </a:solidFill>
            </a:endParaRPr>
          </a:p>
          <a:p>
            <a:pPr>
              <a:lnSpc>
                <a:spcPct val="90000"/>
              </a:lnSpc>
              <a:buFontTx/>
              <a:buNone/>
            </a:pPr>
            <a:r>
              <a:rPr lang="zh-CN" altLang="en-US" sz="2800" b="1" dirty="0">
                <a:solidFill>
                  <a:schemeClr val="bg1"/>
                </a:solidFill>
              </a:rPr>
              <a:t>     </a:t>
            </a:r>
            <a:r>
              <a:rPr lang="zh-CN" altLang="en-US" sz="2000" b="1" dirty="0">
                <a:solidFill>
                  <a:schemeClr val="bg1"/>
                </a:solidFill>
              </a:rPr>
              <a:t>设描写系统的二阶微分方程为   </a:t>
            </a:r>
            <a:endParaRPr lang="zh-CN" altLang="en-US" sz="2800" b="1" dirty="0">
              <a:solidFill>
                <a:schemeClr val="bg1"/>
              </a:solidFill>
            </a:endParaRPr>
          </a:p>
          <a:p>
            <a:pPr>
              <a:lnSpc>
                <a:spcPct val="90000"/>
              </a:lnSpc>
              <a:buFontTx/>
              <a:buNone/>
            </a:pPr>
            <a:endParaRPr lang="en-US" altLang="zh-CN" sz="2800" b="1" dirty="0">
              <a:solidFill>
                <a:schemeClr val="bg1"/>
              </a:solidFill>
            </a:endParaRPr>
          </a:p>
        </p:txBody>
      </p:sp>
      <mc:AlternateContent xmlns:mc="http://schemas.openxmlformats.org/markup-compatibility/2006">
        <mc:Choice xmlns:a14="http://schemas.microsoft.com/office/drawing/2010/main" Requires="a14">
          <p:sp>
            <p:nvSpPr>
              <p:cNvPr id="78852" name="Object 3"/>
              <p:cNvSpPr txBox="1"/>
              <p:nvPr/>
            </p:nvSpPr>
            <p:spPr>
              <a:xfrm>
                <a:off x="1669949" y="1921721"/>
                <a:ext cx="5111750" cy="694249"/>
              </a:xfrm>
              <a:prstGeom prst="rect">
                <a:avLst/>
              </a:prstGeom>
              <a:noFill/>
              <a:ln w="28575" cap="flat" cmpd="sng">
                <a:solidFill>
                  <a:srgbClr val="008000"/>
                </a:solidFill>
                <a:prstDash val="solid"/>
                <a:miter/>
                <a:headEnd type="none" w="med" len="med"/>
                <a:tailEnd type="none" w="med" len="med"/>
              </a:ln>
            </p:spPr>
            <p:txBody>
              <a:bodyPr>
                <a:normAutofit/>
              </a:bodyPr>
              <a:lstStyle/>
              <a:p>
                <a:r>
                  <a:rPr lang="en-US" altLang="zh-CN" sz="2800" dirty="0">
                    <a:solidFill>
                      <a:srgbClr val="000000"/>
                    </a:solidFill>
                  </a:rPr>
                  <a:t>r</a:t>
                </a:r>
                <a14:m>
                  <m:oMath xmlns:m="http://schemas.openxmlformats.org/officeDocument/2006/math">
                    <m:r>
                      <a:rPr lang="zh-CN" altLang="en-US" sz="2800" i="1" dirty="0">
                        <a:solidFill>
                          <a:srgbClr val="000000"/>
                        </a:solidFill>
                        <a:latin typeface="Cambria Math" panose="02040503050406030204" pitchFamily="18" charset="0"/>
                      </a:rPr>
                      <m:t>”</m:t>
                    </m:r>
                    <m:r>
                      <a:rPr lang="zh-CN" altLang="en-US" sz="2800" i="1">
                        <a:solidFill>
                          <a:srgbClr val="000000"/>
                        </a:solidFill>
                        <a:latin typeface="Cambria Math" panose="02040503050406030204" pitchFamily="18" charset="0"/>
                      </a:rPr>
                      <m:t>(</m:t>
                    </m:r>
                    <m:r>
                      <m:rPr>
                        <m:sty m:val="p"/>
                      </m:rPr>
                      <a:rPr lang="en-US" altLang="zh-CN" sz="2800" i="1">
                        <a:solidFill>
                          <a:srgbClr val="000000"/>
                        </a:solidFill>
                        <a:latin typeface="Cambria Math" panose="02040503050406030204" pitchFamily="18" charset="0"/>
                      </a:rPr>
                      <m:t>t</m:t>
                    </m:r>
                    <m:r>
                      <a:rPr lang="en-US" altLang="zh-CN" sz="2800" b="1" i="1" smtClean="0">
                        <a:solidFill>
                          <a:srgbClr val="000000"/>
                        </a:solidFill>
                        <a:latin typeface="Cambria Math" panose="02040503050406030204" pitchFamily="18" charset="0"/>
                      </a:rPr>
                      <m:t>)</m:t>
                    </m:r>
                    <m:r>
                      <a:rPr lang="zh-CN" altLang="en-US" sz="2800" i="1">
                        <a:solidFill>
                          <a:srgbClr val="000000"/>
                        </a:solidFill>
                        <a:latin typeface="Cambria Math" panose="02040503050406030204" pitchFamily="18" charset="0"/>
                      </a:rPr>
                      <m:t>+</m:t>
                    </m:r>
                    <m:r>
                      <a:rPr lang="zh-CN" altLang="en-US" sz="2800" i="1">
                        <a:solidFill>
                          <a:srgbClr val="000000"/>
                        </a:solidFill>
                        <a:latin typeface="Cambria Math" panose="02040503050406030204" pitchFamily="18" charset="0"/>
                      </a:rPr>
                      <m:t>𝑎</m:t>
                    </m:r>
                    <m:r>
                      <a:rPr lang="en-US" altLang="zh-CN" sz="2800" i="1" baseline="-25000">
                        <a:solidFill>
                          <a:srgbClr val="000000"/>
                        </a:solidFill>
                        <a:latin typeface="Cambria Math" panose="02040503050406030204" pitchFamily="18" charset="0"/>
                      </a:rPr>
                      <m:t>1</m:t>
                    </m:r>
                    <m:r>
                      <a:rPr lang="en-US" altLang="zh-CN" sz="2800" b="1" i="1" smtClean="0">
                        <a:solidFill>
                          <a:srgbClr val="000000"/>
                        </a:solidFill>
                        <a:latin typeface="Cambria Math" panose="02040503050406030204" pitchFamily="18" charset="0"/>
                      </a:rPr>
                      <m:t>𝒓</m:t>
                    </m:r>
                    <m:r>
                      <a:rPr lang="zh-CN" altLang="en-US" sz="2800" i="1">
                        <a:solidFill>
                          <a:srgbClr val="000000"/>
                        </a:solidFill>
                        <a:latin typeface="Cambria Math" panose="02040503050406030204" pitchFamily="18" charset="0"/>
                      </a:rPr>
                      <m:t>’(</m:t>
                    </m:r>
                    <m:r>
                      <m:rPr>
                        <m:sty m:val="p"/>
                      </m:rPr>
                      <a:rPr lang="en-US" altLang="zh-CN" sz="2800" i="1">
                        <a:solidFill>
                          <a:srgbClr val="000000"/>
                        </a:solidFill>
                        <a:latin typeface="Cambria Math" panose="02040503050406030204" pitchFamily="18" charset="0"/>
                      </a:rPr>
                      <m:t>t</m:t>
                    </m:r>
                    <m:r>
                      <a:rPr lang="zh-CN" altLang="en-US" sz="2800" i="1">
                        <a:solidFill>
                          <a:srgbClr val="000000"/>
                        </a:solidFill>
                        <a:latin typeface="Cambria Math" panose="02040503050406030204" pitchFamily="18" charset="0"/>
                      </a:rPr>
                      <m:t>)</m:t>
                    </m:r>
                    <m:r>
                      <a:rPr lang="en-US" altLang="zh-CN" sz="2800" i="1">
                        <a:solidFill>
                          <a:srgbClr val="000000"/>
                        </a:solidFill>
                        <a:latin typeface="Cambria Math" panose="02040503050406030204" pitchFamily="18" charset="0"/>
                      </a:rPr>
                      <m:t>+</m:t>
                    </m:r>
                    <m:r>
                      <m:rPr>
                        <m:sty m:val="p"/>
                      </m:rPr>
                      <a:rPr lang="en-US" altLang="zh-CN" sz="2800" i="1">
                        <a:solidFill>
                          <a:srgbClr val="000000"/>
                        </a:solidFill>
                        <a:latin typeface="Cambria Math" panose="02040503050406030204" pitchFamily="18" charset="0"/>
                      </a:rPr>
                      <m:t>a</m:t>
                    </m:r>
                    <m:r>
                      <a:rPr lang="en-US" altLang="zh-CN" sz="2800" i="1" baseline="-25000">
                        <a:solidFill>
                          <a:srgbClr val="000000"/>
                        </a:solidFill>
                        <a:latin typeface="Cambria Math" panose="02040503050406030204" pitchFamily="18" charset="0"/>
                      </a:rPr>
                      <m:t>𝟎</m:t>
                    </m:r>
                    <m:r>
                      <m:rPr>
                        <m:sty m:val="p"/>
                      </m:rPr>
                      <a:rPr lang="en-US" altLang="zh-CN" sz="2800" i="1">
                        <a:solidFill>
                          <a:srgbClr val="000000"/>
                        </a:solidFill>
                        <a:latin typeface="Cambria Math" panose="02040503050406030204" pitchFamily="18" charset="0"/>
                      </a:rPr>
                      <m:t>r</m:t>
                    </m:r>
                    <m:r>
                      <a:rPr lang="zh-CN" altLang="en-US" sz="2800" i="1">
                        <a:solidFill>
                          <a:srgbClr val="000000"/>
                        </a:solidFill>
                        <a:latin typeface="Cambria Math" panose="02040503050406030204" pitchFamily="18" charset="0"/>
                      </a:rPr>
                      <m:t>(</m:t>
                    </m:r>
                    <m:r>
                      <a:rPr lang="en-US" altLang="zh-CN" sz="2800" i="1">
                        <a:solidFill>
                          <a:srgbClr val="000000"/>
                        </a:solidFill>
                        <a:latin typeface="Cambria Math" panose="02040503050406030204" pitchFamily="18" charset="0"/>
                      </a:rPr>
                      <m:t>𝒕</m:t>
                    </m:r>
                    <m:r>
                      <a:rPr lang="zh-CN" altLang="en-US" sz="2800" i="1">
                        <a:solidFill>
                          <a:srgbClr val="000000"/>
                        </a:solidFill>
                        <a:latin typeface="Cambria Math" panose="02040503050406030204" pitchFamily="18" charset="0"/>
                      </a:rPr>
                      <m:t>)=</m:t>
                    </m:r>
                    <m:r>
                      <a:rPr lang="zh-CN" altLang="en-US" sz="2800" i="1">
                        <a:solidFill>
                          <a:srgbClr val="000000"/>
                        </a:solidFill>
                        <a:latin typeface="Cambria Math" panose="02040503050406030204" pitchFamily="18" charset="0"/>
                      </a:rPr>
                      <m:t>𝑒</m:t>
                    </m:r>
                    <m:r>
                      <a:rPr lang="zh-CN" altLang="en-US" sz="2800" i="1">
                        <a:solidFill>
                          <a:srgbClr val="000000"/>
                        </a:solidFill>
                        <a:latin typeface="Cambria Math" panose="02040503050406030204" pitchFamily="18" charset="0"/>
                      </a:rPr>
                      <m:t>(</m:t>
                    </m:r>
                    <m:r>
                      <a:rPr lang="en-US" altLang="zh-CN" sz="2800" b="1" i="1" smtClean="0">
                        <a:solidFill>
                          <a:srgbClr val="000000"/>
                        </a:solidFill>
                        <a:latin typeface="Cambria Math" panose="02040503050406030204" pitchFamily="18" charset="0"/>
                      </a:rPr>
                      <m:t>𝒕</m:t>
                    </m:r>
                    <m:r>
                      <a:rPr lang="zh-CN" altLang="en-US" sz="2800" i="1">
                        <a:solidFill>
                          <a:srgbClr val="000000"/>
                        </a:solidFill>
                        <a:latin typeface="Cambria Math" panose="02040503050406030204" pitchFamily="18" charset="0"/>
                      </a:rPr>
                      <m:t>)</m:t>
                    </m:r>
                  </m:oMath>
                </a14:m>
                <a:endParaRPr lang="zh-CN" altLang="en-US" sz="2800" dirty="0"/>
              </a:p>
            </p:txBody>
          </p:sp>
        </mc:Choice>
        <mc:Fallback>
          <p:sp>
            <p:nvSpPr>
              <p:cNvPr id="78852" name="Object 3"/>
              <p:cNvSpPr txBox="1">
                <a:spLocks noRot="1" noChangeAspect="1" noMove="1" noResize="1" noEditPoints="1" noAdjustHandles="1" noChangeArrowheads="1" noChangeShapeType="1" noTextEdit="1"/>
              </p:cNvSpPr>
              <p:nvPr/>
            </p:nvSpPr>
            <p:spPr>
              <a:xfrm>
                <a:off x="1669949" y="1921721"/>
                <a:ext cx="5111750" cy="694249"/>
              </a:xfrm>
              <a:prstGeom prst="rect">
                <a:avLst/>
              </a:prstGeom>
              <a:blipFill rotWithShape="1">
                <a:blip r:embed="rId1"/>
                <a:stretch>
                  <a:fillRect l="-284" t="-2134" r="-275" b="-2045"/>
                </a:stretch>
              </a:blipFill>
              <a:ln w="28575" cap="flat" cmpd="sng">
                <a:solidFill>
                  <a:srgbClr val="008000"/>
                </a:solidFill>
                <a:prstDash val="solid"/>
                <a:miter/>
                <a:headEnd type="none" w="med" len="med"/>
                <a:tailEnd type="none" w="med" len="med"/>
              </a:ln>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78853" name="Object 4"/>
              <p:cNvSpPr txBox="1"/>
              <p:nvPr/>
            </p:nvSpPr>
            <p:spPr>
              <a:xfrm>
                <a:off x="2339752" y="2916031"/>
                <a:ext cx="5399930" cy="576263"/>
              </a:xfrm>
              <a:prstGeom prst="rect">
                <a:avLst/>
              </a:prstGeom>
              <a:noFill/>
              <a:ln w="38100">
                <a:noFill/>
                <a:miter/>
              </a:ln>
            </p:spPr>
            <p:txBody>
              <a:bodyPr>
                <a:noAutofit/>
              </a:bodyPr>
              <a:lstStyle/>
              <a:p>
                <a:r>
                  <a:rPr lang="en-US" altLang="zh-CN" sz="2400" dirty="0">
                    <a:solidFill>
                      <a:srgbClr val="000000"/>
                    </a:solidFill>
                  </a:rPr>
                  <a:t>r</a:t>
                </a:r>
                <a14:m>
                  <m:oMath xmlns:m="http://schemas.openxmlformats.org/officeDocument/2006/math">
                    <m:r>
                      <a:rPr lang="zh-CN" altLang="en-US" sz="2400" i="1" dirty="0">
                        <a:solidFill>
                          <a:srgbClr val="000000"/>
                        </a:solidFill>
                        <a:latin typeface="Cambria Math" panose="02040503050406030204" pitchFamily="18" charset="0"/>
                      </a:rPr>
                      <m:t>”</m:t>
                    </m:r>
                    <m:d>
                      <m:dPr>
                        <m:ctrlPr>
                          <a:rPr lang="zh-CN" altLang="en-US" sz="2400" i="1">
                            <a:solidFill>
                              <a:srgbClr val="000000"/>
                            </a:solidFill>
                            <a:latin typeface="Cambria Math" panose="02040503050406030204" pitchFamily="18" charset="0"/>
                          </a:rPr>
                        </m:ctrlPr>
                      </m:dPr>
                      <m:e>
                        <m:r>
                          <m:rPr>
                            <m:sty m:val="p"/>
                          </m:rPr>
                          <a:rPr lang="en-US" altLang="zh-CN" sz="2400" i="1">
                            <a:solidFill>
                              <a:srgbClr val="000000"/>
                            </a:solidFill>
                            <a:latin typeface="Cambria Math" panose="02040503050406030204" pitchFamily="18" charset="0"/>
                          </a:rPr>
                          <m:t>t</m:t>
                        </m:r>
                      </m:e>
                    </m:d>
                    <m:r>
                      <a:rPr lang="en-US" altLang="zh-CN" sz="2400" i="1" smtClean="0">
                        <a:solidFill>
                          <a:srgbClr val="000000"/>
                        </a:solidFill>
                        <a:latin typeface="Cambria Math" panose="02040503050406030204" pitchFamily="18" charset="0"/>
                      </a:rPr>
                      <m:t>=</m:t>
                    </m:r>
                    <m:r>
                      <a:rPr lang="zh-CN" altLang="en-US" sz="2400" i="1">
                        <a:solidFill>
                          <a:srgbClr val="000000"/>
                        </a:solidFill>
                        <a:latin typeface="Cambria Math" panose="02040503050406030204" pitchFamily="18" charset="0"/>
                      </a:rPr>
                      <m:t>𝑒</m:t>
                    </m:r>
                    <m:r>
                      <a:rPr lang="zh-CN" altLang="en-US" sz="2400" i="1">
                        <a:solidFill>
                          <a:srgbClr val="000000"/>
                        </a:solidFill>
                        <a:latin typeface="Cambria Math" panose="02040503050406030204" pitchFamily="18" charset="0"/>
                      </a:rPr>
                      <m:t>(</m:t>
                    </m:r>
                    <m:r>
                      <a:rPr lang="en-US" altLang="zh-CN" sz="2400" i="1">
                        <a:solidFill>
                          <a:srgbClr val="000000"/>
                        </a:solidFill>
                        <a:latin typeface="Cambria Math" panose="02040503050406030204" pitchFamily="18" charset="0"/>
                      </a:rPr>
                      <m:t>𝒕</m:t>
                    </m:r>
                    <m:r>
                      <a:rPr lang="zh-CN" altLang="en-US" sz="2400" i="1">
                        <a:solidFill>
                          <a:srgbClr val="000000"/>
                        </a:solidFill>
                        <a:latin typeface="Cambria Math" panose="02040503050406030204" pitchFamily="18" charset="0"/>
                      </a:rPr>
                      <m:t>)</m:t>
                    </m:r>
                    <m:r>
                      <a:rPr lang="en-US" altLang="zh-CN" sz="2400" i="1">
                        <a:solidFill>
                          <a:srgbClr val="000000"/>
                        </a:solidFill>
                        <a:latin typeface="Cambria Math" panose="02040503050406030204" pitchFamily="18" charset="0"/>
                      </a:rPr>
                      <m:t>−</m:t>
                    </m:r>
                    <m:r>
                      <a:rPr lang="zh-CN" altLang="en-US" sz="2400" i="1">
                        <a:solidFill>
                          <a:srgbClr val="000000"/>
                        </a:solidFill>
                        <a:latin typeface="Cambria Math" panose="02040503050406030204" pitchFamily="18" charset="0"/>
                      </a:rPr>
                      <m:t>𝑎</m:t>
                    </m:r>
                    <m:r>
                      <a:rPr lang="en-US" altLang="zh-CN" sz="2400" i="1" baseline="-25000">
                        <a:solidFill>
                          <a:srgbClr val="000000"/>
                        </a:solidFill>
                        <a:latin typeface="Cambria Math" panose="02040503050406030204" pitchFamily="18" charset="0"/>
                      </a:rPr>
                      <m:t>1</m:t>
                    </m:r>
                    <m:r>
                      <a:rPr lang="en-US" altLang="zh-CN" sz="2400" i="1">
                        <a:solidFill>
                          <a:srgbClr val="000000"/>
                        </a:solidFill>
                        <a:latin typeface="Cambria Math" panose="02040503050406030204" pitchFamily="18" charset="0"/>
                      </a:rPr>
                      <m:t>𝒓</m:t>
                    </m:r>
                    <m:r>
                      <a:rPr lang="zh-CN" altLang="en-US" sz="2400" i="1">
                        <a:solidFill>
                          <a:srgbClr val="000000"/>
                        </a:solidFill>
                        <a:latin typeface="Cambria Math" panose="02040503050406030204" pitchFamily="18" charset="0"/>
                      </a:rPr>
                      <m:t>’</m:t>
                    </m:r>
                    <m:d>
                      <m:dPr>
                        <m:ctrlPr>
                          <a:rPr lang="zh-CN" altLang="en-US" sz="2400" i="1">
                            <a:solidFill>
                              <a:srgbClr val="000000"/>
                            </a:solidFill>
                            <a:latin typeface="Cambria Math" panose="02040503050406030204" pitchFamily="18" charset="0"/>
                          </a:rPr>
                        </m:ctrlPr>
                      </m:dPr>
                      <m:e>
                        <m:r>
                          <m:rPr>
                            <m:sty m:val="p"/>
                          </m:rPr>
                          <a:rPr lang="en-US" altLang="zh-CN" sz="2400" i="1">
                            <a:solidFill>
                              <a:srgbClr val="000000"/>
                            </a:solidFill>
                            <a:latin typeface="Cambria Math" panose="02040503050406030204" pitchFamily="18" charset="0"/>
                          </a:rPr>
                          <m:t>t</m:t>
                        </m:r>
                      </m:e>
                    </m:d>
                    <m:r>
                      <a:rPr lang="en-US" altLang="zh-CN" sz="2400" i="1">
                        <a:solidFill>
                          <a:srgbClr val="000000"/>
                        </a:solidFill>
                        <a:latin typeface="Cambria Math" panose="02040503050406030204" pitchFamily="18" charset="0"/>
                      </a:rPr>
                      <m:t>−</m:t>
                    </m:r>
                    <m:r>
                      <m:rPr>
                        <m:sty m:val="p"/>
                      </m:rPr>
                      <a:rPr lang="en-US" altLang="zh-CN" sz="2400" i="1">
                        <a:solidFill>
                          <a:srgbClr val="000000"/>
                        </a:solidFill>
                        <a:latin typeface="Cambria Math" panose="02040503050406030204" pitchFamily="18" charset="0"/>
                      </a:rPr>
                      <m:t>a</m:t>
                    </m:r>
                    <m:r>
                      <a:rPr lang="en-US" altLang="zh-CN" sz="2400" i="1" baseline="-25000">
                        <a:solidFill>
                          <a:srgbClr val="000000"/>
                        </a:solidFill>
                        <a:latin typeface="Cambria Math" panose="02040503050406030204" pitchFamily="18" charset="0"/>
                      </a:rPr>
                      <m:t>𝟎</m:t>
                    </m:r>
                    <m:r>
                      <m:rPr>
                        <m:sty m:val="p"/>
                      </m:rPr>
                      <a:rPr lang="en-US" altLang="zh-CN" sz="2400" i="1">
                        <a:solidFill>
                          <a:srgbClr val="000000"/>
                        </a:solidFill>
                        <a:latin typeface="Cambria Math" panose="02040503050406030204" pitchFamily="18" charset="0"/>
                      </a:rPr>
                      <m:t>r</m:t>
                    </m:r>
                    <m:d>
                      <m:dPr>
                        <m:ctrlPr>
                          <a:rPr lang="zh-CN" altLang="en-US" sz="2400" i="1">
                            <a:solidFill>
                              <a:srgbClr val="000000"/>
                            </a:solidFill>
                            <a:latin typeface="Cambria Math" panose="02040503050406030204" pitchFamily="18" charset="0"/>
                          </a:rPr>
                        </m:ctrlPr>
                      </m:dPr>
                      <m:e>
                        <m:r>
                          <a:rPr lang="en-US" altLang="zh-CN" sz="2400" i="1">
                            <a:solidFill>
                              <a:srgbClr val="000000"/>
                            </a:solidFill>
                            <a:latin typeface="Cambria Math" panose="02040503050406030204" pitchFamily="18" charset="0"/>
                          </a:rPr>
                          <m:t>𝒕</m:t>
                        </m:r>
                      </m:e>
                    </m:d>
                  </m:oMath>
                </a14:m>
                <a:endParaRPr lang="zh-CN" altLang="en-US" sz="2400" dirty="0"/>
              </a:p>
            </p:txBody>
          </p:sp>
        </mc:Choice>
        <mc:Fallback>
          <p:sp>
            <p:nvSpPr>
              <p:cNvPr id="78853" name="Object 4"/>
              <p:cNvSpPr txBox="1">
                <a:spLocks noRot="1" noChangeAspect="1" noMove="1" noResize="1" noEditPoints="1" noAdjustHandles="1" noChangeArrowheads="1" noChangeShapeType="1" noTextEdit="1"/>
              </p:cNvSpPr>
              <p:nvPr/>
            </p:nvSpPr>
            <p:spPr>
              <a:xfrm>
                <a:off x="2339752" y="2916031"/>
                <a:ext cx="5399930" cy="576263"/>
              </a:xfrm>
              <a:prstGeom prst="rect">
                <a:avLst/>
              </a:prstGeom>
              <a:blipFill rotWithShape="1">
                <a:blip r:embed="rId2"/>
                <a:stretch>
                  <a:fillRect l="-8" t="-19" r="6" b="74"/>
                </a:stretch>
              </a:blipFill>
              <a:ln w="38100">
                <a:noFill/>
                <a:miter/>
              </a:ln>
            </p:spPr>
            <p:txBody>
              <a:bodyPr/>
              <a:lstStyle/>
              <a:p>
                <a:r>
                  <a:rPr lang="zh-CN" altLang="en-US">
                    <a:noFill/>
                  </a:rPr>
                  <a:t> </a:t>
                </a:r>
              </a:p>
            </p:txBody>
          </p:sp>
        </mc:Fallback>
      </mc:AlternateContent>
      <p:sp>
        <p:nvSpPr>
          <p:cNvPr id="78854" name="Rectangle 8"/>
          <p:cNvSpPr/>
          <p:nvPr/>
        </p:nvSpPr>
        <p:spPr>
          <a:xfrm>
            <a:off x="827088" y="2997200"/>
            <a:ext cx="1368425" cy="314325"/>
          </a:xfrm>
          <a:prstGeom prst="rect">
            <a:avLst/>
          </a:prstGeom>
          <a:noFill/>
          <a:ln w="9525">
            <a:noFill/>
          </a:ln>
        </p:spPr>
        <p:txBody>
          <a:bodyPr lIns="0" tIns="0" rIns="0" bIns="0">
            <a:spAutoFit/>
          </a:bodyPr>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b="0">
                <a:solidFill>
                  <a:schemeClr val="tx1"/>
                </a:solidFill>
                <a:latin typeface="+mn-lt"/>
                <a:ea typeface="+mn-ea"/>
                <a:cs typeface="+mn-cs"/>
              </a:defRPr>
            </a:lvl1pPr>
            <a:lvl2pPr marL="908050" indent="-436880" algn="l" rtl="0" eaLnBrk="0" fontAlgn="base" hangingPunct="0">
              <a:spcBef>
                <a:spcPct val="20000"/>
              </a:spcBef>
              <a:spcAft>
                <a:spcPct val="0"/>
              </a:spcAft>
              <a:buClr>
                <a:schemeClr val="accent2"/>
              </a:buClr>
              <a:buFont typeface="Wingdings" panose="05000000000000000000" pitchFamily="2" charset="2"/>
              <a:buChar char="Ø"/>
              <a:defRPr sz="2600">
                <a:solidFill>
                  <a:schemeClr val="tx1"/>
                </a:solidFill>
                <a:latin typeface="+mn-lt"/>
                <a:ea typeface="+mn-ea"/>
              </a:defRPr>
            </a:lvl2pPr>
            <a:lvl3pPr marL="1304925" indent="-395605" algn="l" rtl="0" eaLnBrk="0" fontAlgn="base" hangingPunct="0">
              <a:spcBef>
                <a:spcPct val="20000"/>
              </a:spcBef>
              <a:spcAft>
                <a:spcPct val="0"/>
              </a:spcAft>
              <a:buClr>
                <a:schemeClr val="accent2"/>
              </a:buClr>
              <a:buFont typeface="Wingdings" panose="05000000000000000000" pitchFamily="2" charset="2"/>
              <a:buChar char="ü"/>
              <a:defRPr sz="2300">
                <a:solidFill>
                  <a:schemeClr val="tx1"/>
                </a:solidFill>
                <a:latin typeface="+mn-lt"/>
                <a:ea typeface="+mn-ea"/>
              </a:defRPr>
            </a:lvl3pPr>
            <a:lvl4pPr marL="1694180" indent="-387350" algn="l" rtl="0" eaLnBrk="0" fontAlgn="base" hangingPunct="0">
              <a:spcBef>
                <a:spcPct val="20000"/>
              </a:spcBef>
              <a:spcAft>
                <a:spcPct val="0"/>
              </a:spcAft>
              <a:buClr>
                <a:schemeClr val="accent2"/>
              </a:buClr>
              <a:buFont typeface="Wingdings" panose="05000000000000000000" pitchFamily="2" charset="2"/>
              <a:buChar char="l"/>
              <a:defRPr sz="2000">
                <a:solidFill>
                  <a:schemeClr val="tx1"/>
                </a:solidFill>
                <a:latin typeface="+mn-lt"/>
                <a:ea typeface="+mn-ea"/>
              </a:defRPr>
            </a:lvl4pPr>
            <a:lvl5pPr marL="2094230" indent="-398780" algn="l" rtl="0" eaLnBrk="0" fontAlgn="base" hangingPunct="0">
              <a:spcBef>
                <a:spcPct val="25000"/>
              </a:spcBef>
              <a:spcAft>
                <a:spcPct val="0"/>
              </a:spcAft>
              <a:buClr>
                <a:schemeClr val="accent2"/>
              </a:buClr>
              <a:buFont typeface="Wingdings" panose="05000000000000000000" pitchFamily="2" charset="2"/>
              <a:buChar char="u"/>
              <a:defRPr sz="2000">
                <a:solidFill>
                  <a:schemeClr val="tx1"/>
                </a:solidFill>
                <a:latin typeface="+mn-lt"/>
                <a:ea typeface="+mn-ea"/>
              </a:defRPr>
            </a:lvl5pPr>
          </a:lstStyle>
          <a:p>
            <a:pPr marL="0" lvl="0" indent="0" eaLnBrk="1" hangingPunct="1">
              <a:lnSpc>
                <a:spcPct val="85000"/>
              </a:lnSpc>
              <a:buNone/>
            </a:pPr>
            <a:r>
              <a:rPr lang="zh-CN" altLang="en-US" sz="2400" b="1" dirty="0">
                <a:solidFill>
                  <a:srgbClr val="FF0000"/>
                </a:solidFill>
                <a:latin typeface="黑体" panose="02010609060101010101" charset="-122"/>
              </a:rPr>
              <a:t>改写成：</a:t>
            </a:r>
            <a:endParaRPr lang="zh-CN" altLang="en-US" sz="2400" b="1" dirty="0">
              <a:solidFill>
                <a:srgbClr val="FF0000"/>
              </a:solidFill>
              <a:latin typeface="黑体" panose="02010609060101010101" charset="-122"/>
            </a:endParaRPr>
          </a:p>
        </p:txBody>
      </p:sp>
      <p:sp>
        <p:nvSpPr>
          <p:cNvPr id="7" name="日期占位符 6"/>
          <p:cNvSpPr txBox="1">
            <a:spLocks noGrp="1"/>
          </p:cNvSpPr>
          <p:nvPr>
            <p:ph type="dt" sz="half" idx="2"/>
          </p:nvPr>
        </p:nvSpPr>
        <p:spPr bwMode="auto">
          <a:xfrm>
            <a:off x="0" y="6488113"/>
            <a:ext cx="1190625" cy="369888"/>
          </a:xfrm>
          <a:prstGeom prst="rect">
            <a:avLst/>
          </a:prstGeom>
          <a:noFill/>
          <a:ln w="9525">
            <a:noFill/>
            <a:miter lim="800000"/>
          </a:ln>
          <a:effectLst/>
        </p:spPr>
        <p:txBody>
          <a:bodyPr vert="horz" wrap="square" lIns="91440" tIns="45720" rIns="91440" bIns="45720" numCol="1" anchor="t" anchorCtr="0" compatLnSpc="1"/>
          <a:lstStyle>
            <a:defPPr>
              <a:defRPr lang="en-US"/>
            </a:defPPr>
            <a:lvl1pPr marL="0" lvl="0" indent="0" algn="l" defTabSz="914400" rtl="0" eaLnBrk="0" fontAlgn="base" latinLnBrk="0" hangingPunct="0">
              <a:lnSpc>
                <a:spcPct val="100000"/>
              </a:lnSpc>
              <a:spcBef>
                <a:spcPct val="0"/>
              </a:spcBef>
              <a:spcAft>
                <a:spcPct val="0"/>
              </a:spcAft>
              <a:buClrTx/>
              <a:buFontTx/>
              <a:buNone/>
              <a:defRPr sz="1200" b="1" i="0" u="none" kern="1200" baseline="0">
                <a:solidFill>
                  <a:schemeClr val="tx1"/>
                </a:solidFill>
                <a:latin typeface="+mn-lt"/>
                <a:ea typeface="+mj-ea"/>
                <a:cs typeface="+mn-cs"/>
              </a:defRPr>
            </a:lvl1pPr>
            <a:lvl2pPr marL="457200" lvl="1" indent="0" algn="l" defTabSz="914400" rtl="0" eaLnBrk="0" fontAlgn="base" latinLnBrk="0" hangingPunct="0">
              <a:lnSpc>
                <a:spcPct val="100000"/>
              </a:lnSpc>
              <a:spcBef>
                <a:spcPct val="0"/>
              </a:spcBef>
              <a:spcAft>
                <a:spcPct val="0"/>
              </a:spcAft>
              <a:buNone/>
              <a:defRPr sz="2800" b="1" i="0" u="none" kern="1200" baseline="0">
                <a:solidFill>
                  <a:schemeClr val="tx1"/>
                </a:solidFill>
                <a:latin typeface="黑体" panose="02010609060101010101" charset="-122"/>
                <a:ea typeface="黑体" panose="02010609060101010101" charset="-122"/>
                <a:cs typeface="+mn-cs"/>
              </a:defRPr>
            </a:lvl2pPr>
            <a:lvl3pPr marL="914400" lvl="2" indent="0" algn="l" defTabSz="914400" rtl="0" eaLnBrk="0" fontAlgn="base" latinLnBrk="0" hangingPunct="0">
              <a:lnSpc>
                <a:spcPct val="100000"/>
              </a:lnSpc>
              <a:spcBef>
                <a:spcPct val="0"/>
              </a:spcBef>
              <a:spcAft>
                <a:spcPct val="0"/>
              </a:spcAft>
              <a:buNone/>
              <a:defRPr sz="2800" b="1" i="0" u="none" kern="1200" baseline="0">
                <a:solidFill>
                  <a:schemeClr val="tx1"/>
                </a:solidFill>
                <a:latin typeface="黑体" panose="02010609060101010101" charset="-122"/>
                <a:ea typeface="黑体" panose="02010609060101010101" charset="-122"/>
                <a:cs typeface="+mn-cs"/>
              </a:defRPr>
            </a:lvl3pPr>
            <a:lvl4pPr marL="1371600" lvl="3" indent="0" algn="l" defTabSz="914400" rtl="0" eaLnBrk="0" fontAlgn="base" latinLnBrk="0" hangingPunct="0">
              <a:lnSpc>
                <a:spcPct val="100000"/>
              </a:lnSpc>
              <a:spcBef>
                <a:spcPct val="0"/>
              </a:spcBef>
              <a:spcAft>
                <a:spcPct val="0"/>
              </a:spcAft>
              <a:buNone/>
              <a:defRPr sz="2800" b="1" i="0" u="none" kern="1200" baseline="0">
                <a:solidFill>
                  <a:schemeClr val="tx1"/>
                </a:solidFill>
                <a:latin typeface="黑体" panose="02010609060101010101" charset="-122"/>
                <a:ea typeface="黑体" panose="02010609060101010101" charset="-122"/>
                <a:cs typeface="+mn-cs"/>
              </a:defRPr>
            </a:lvl4pPr>
            <a:lvl5pPr marL="1828800" lvl="4" indent="0" algn="l" defTabSz="914400" rtl="0" eaLnBrk="0" fontAlgn="base" latinLnBrk="0" hangingPunct="0">
              <a:lnSpc>
                <a:spcPct val="100000"/>
              </a:lnSpc>
              <a:spcBef>
                <a:spcPct val="0"/>
              </a:spcBef>
              <a:spcAft>
                <a:spcPct val="0"/>
              </a:spcAft>
              <a:buNone/>
              <a:defRPr sz="2800" b="1" i="0" u="none" kern="1200" baseline="0">
                <a:solidFill>
                  <a:schemeClr val="tx1"/>
                </a:solidFill>
                <a:latin typeface="黑体" panose="02010609060101010101" charset="-122"/>
                <a:ea typeface="黑体" panose="02010609060101010101" charset="-122"/>
                <a:cs typeface="+mn-cs"/>
              </a:defRPr>
            </a:lvl5pPr>
            <a:lvl6pPr marL="2286000" lvl="5" indent="0" algn="l" defTabSz="914400" rtl="0" eaLnBrk="0" fontAlgn="base" latinLnBrk="0" hangingPunct="0">
              <a:lnSpc>
                <a:spcPct val="100000"/>
              </a:lnSpc>
              <a:spcBef>
                <a:spcPct val="0"/>
              </a:spcBef>
              <a:spcAft>
                <a:spcPct val="0"/>
              </a:spcAft>
              <a:buNone/>
              <a:defRPr sz="2800" b="1" i="0" u="none" kern="1200" baseline="0">
                <a:solidFill>
                  <a:schemeClr val="tx1"/>
                </a:solidFill>
                <a:latin typeface="黑体" panose="02010609060101010101" charset="-122"/>
                <a:ea typeface="黑体" panose="02010609060101010101" charset="-122"/>
                <a:cs typeface="+mn-cs"/>
              </a:defRPr>
            </a:lvl6pPr>
            <a:lvl7pPr marL="2743200" lvl="6" indent="0" algn="l" defTabSz="914400" rtl="0" eaLnBrk="0" fontAlgn="base" latinLnBrk="0" hangingPunct="0">
              <a:lnSpc>
                <a:spcPct val="100000"/>
              </a:lnSpc>
              <a:spcBef>
                <a:spcPct val="0"/>
              </a:spcBef>
              <a:spcAft>
                <a:spcPct val="0"/>
              </a:spcAft>
              <a:buNone/>
              <a:defRPr sz="2800" b="1" i="0" u="none" kern="1200" baseline="0">
                <a:solidFill>
                  <a:schemeClr val="tx1"/>
                </a:solidFill>
                <a:latin typeface="黑体" panose="02010609060101010101" charset="-122"/>
                <a:ea typeface="黑体" panose="02010609060101010101" charset="-122"/>
                <a:cs typeface="+mn-cs"/>
              </a:defRPr>
            </a:lvl7pPr>
            <a:lvl8pPr marL="3200400" lvl="7" indent="0" algn="l" defTabSz="914400" rtl="0" eaLnBrk="0" fontAlgn="base" latinLnBrk="0" hangingPunct="0">
              <a:lnSpc>
                <a:spcPct val="100000"/>
              </a:lnSpc>
              <a:spcBef>
                <a:spcPct val="0"/>
              </a:spcBef>
              <a:spcAft>
                <a:spcPct val="0"/>
              </a:spcAft>
              <a:buNone/>
              <a:defRPr sz="2800" b="1" i="0" u="none" kern="1200" baseline="0">
                <a:solidFill>
                  <a:schemeClr val="tx1"/>
                </a:solidFill>
                <a:latin typeface="黑体" panose="02010609060101010101" charset="-122"/>
                <a:ea typeface="黑体" panose="02010609060101010101" charset="-122"/>
                <a:cs typeface="+mn-cs"/>
              </a:defRPr>
            </a:lvl8pPr>
            <a:lvl9pPr marL="3657600" lvl="8" indent="0" algn="l" defTabSz="914400" rtl="0" eaLnBrk="0" fontAlgn="base" latinLnBrk="0" hangingPunct="0">
              <a:lnSpc>
                <a:spcPct val="100000"/>
              </a:lnSpc>
              <a:spcBef>
                <a:spcPct val="0"/>
              </a:spcBef>
              <a:spcAft>
                <a:spcPct val="0"/>
              </a:spcAft>
              <a:buNone/>
              <a:defRPr sz="2800" b="1" i="0" u="none" kern="1200" baseline="0">
                <a:solidFill>
                  <a:schemeClr val="tx1"/>
                </a:solidFill>
                <a:latin typeface="黑体" panose="02010609060101010101" charset="-122"/>
                <a:ea typeface="黑体" panose="02010609060101010101" charset="-122"/>
                <a:cs typeface="+mn-cs"/>
              </a:defRPr>
            </a:lvl9pPr>
          </a:lstStyle>
          <a:p>
            <a:pPr marL="0" marR="0" lvl="0" indent="0" algn="l" defTabSz="914400" rtl="0" eaLnBrk="1" fontAlgn="base" latinLnBrk="0" hangingPunct="1">
              <a:lnSpc>
                <a:spcPct val="100000"/>
              </a:lnSpc>
              <a:spcBef>
                <a:spcPct val="0"/>
              </a:spcBef>
              <a:spcAft>
                <a:spcPct val="0"/>
              </a:spcAft>
              <a:buClrTx/>
              <a:buSzTx/>
              <a:buFontTx/>
              <a:buNone/>
              <a:defRPr/>
            </a:pPr>
            <a:fld id="{E18BB722-B993-4D64-9B98-16D1122848EE}" type="datetime1">
              <a:rPr lang="zh-CN" altLang="en-US" smtClean="0"/>
            </a:fld>
            <a:endParaRPr kumimoji="0" lang="en-US" altLang="zh-CN" sz="1200" b="1" i="0" u="none" strike="noStrike" kern="1200" cap="none" spc="0" normalizeH="0" baseline="0" noProof="0">
              <a:ln>
                <a:noFill/>
              </a:ln>
              <a:solidFill>
                <a:schemeClr val="tx1"/>
              </a:solidFill>
              <a:effectLst/>
              <a:uLnTx/>
              <a:uFillTx/>
              <a:latin typeface="+mn-lt"/>
              <a:ea typeface="+mj-ea"/>
              <a:cs typeface="+mn-cs"/>
            </a:endParaRPr>
          </a:p>
        </p:txBody>
      </p:sp>
      <p:sp>
        <p:nvSpPr>
          <p:cNvPr id="3" name="矩形 2"/>
          <p:cNvSpPr/>
          <p:nvPr/>
        </p:nvSpPr>
        <p:spPr>
          <a:xfrm>
            <a:off x="539552" y="140848"/>
            <a:ext cx="4532010" cy="535531"/>
          </a:xfrm>
          <a:prstGeom prst="rect">
            <a:avLst/>
          </a:prstGeom>
        </p:spPr>
        <p:txBody>
          <a:bodyPr wrap="none">
            <a:spAutoFit/>
          </a:bodyPr>
          <a:lstStyle/>
          <a:p>
            <a:pPr>
              <a:lnSpc>
                <a:spcPct val="90000"/>
              </a:lnSpc>
              <a:buFontTx/>
              <a:buNone/>
            </a:pPr>
            <a:r>
              <a:rPr lang="en-US" altLang="zh-CN" sz="3200" dirty="0">
                <a:solidFill>
                  <a:srgbClr val="FF0000"/>
                </a:solidFill>
              </a:rPr>
              <a:t>2</a:t>
            </a:r>
            <a:r>
              <a:rPr lang="zh-CN" altLang="en-US" sz="3200" dirty="0">
                <a:solidFill>
                  <a:srgbClr val="FF0000"/>
                </a:solidFill>
              </a:rPr>
              <a:t>、连续时间系统的模拟</a:t>
            </a:r>
            <a:endParaRPr lang="zh-CN" altLang="en-US" sz="3200" dirty="0">
              <a:solidFill>
                <a:srgbClr val="FF0000"/>
              </a:solidFill>
            </a:endParaRPr>
          </a:p>
        </p:txBody>
      </p:sp>
      <mc:AlternateContent xmlns:mc="http://schemas.openxmlformats.org/markup-compatibility/2006">
        <mc:Choice xmlns:a14="http://schemas.microsoft.com/office/drawing/2010/main" Requires="a14">
          <p:sp>
            <p:nvSpPr>
              <p:cNvPr id="36" name="矩形 35"/>
              <p:cNvSpPr/>
              <p:nvPr/>
            </p:nvSpPr>
            <p:spPr>
              <a:xfrm>
                <a:off x="1947127" y="3993677"/>
                <a:ext cx="656205" cy="369332"/>
              </a:xfrm>
              <a:prstGeom prst="rect">
                <a:avLst/>
              </a:prstGeom>
              <a:solidFill>
                <a:schemeClr val="tx1"/>
              </a:solidFill>
            </p:spPr>
            <p:txBody>
              <a:bodyPr wrap="none">
                <a:spAutoFit/>
              </a:bodyPr>
              <a:lstStyle/>
              <a:p>
                <a14:m>
                  <m:oMathPara xmlns:m="http://schemas.openxmlformats.org/officeDocument/2006/math">
                    <m:oMathParaPr>
                      <m:jc m:val="centerGroup"/>
                    </m:oMathParaPr>
                    <m:oMath xmlns:m="http://schemas.openxmlformats.org/officeDocument/2006/math">
                      <m:r>
                        <a:rPr lang="zh-CN" altLang="en-US" i="1">
                          <a:solidFill>
                            <a:srgbClr val="000000"/>
                          </a:solidFill>
                          <a:latin typeface="Cambria Math" panose="02040503050406030204" pitchFamily="18" charset="0"/>
                        </a:rPr>
                        <m:t>𝑒</m:t>
                      </m:r>
                      <m:r>
                        <a:rPr lang="zh-CN" altLang="en-US" i="1">
                          <a:solidFill>
                            <a:srgbClr val="000000"/>
                          </a:solidFill>
                          <a:latin typeface="Cambria Math" panose="02040503050406030204" pitchFamily="18" charset="0"/>
                        </a:rPr>
                        <m:t>(</m:t>
                      </m:r>
                      <m:r>
                        <a:rPr lang="en-US" altLang="zh-CN" i="1">
                          <a:solidFill>
                            <a:srgbClr val="000000"/>
                          </a:solidFill>
                          <a:latin typeface="Cambria Math" panose="02040503050406030204" pitchFamily="18" charset="0"/>
                        </a:rPr>
                        <m:t>𝒕</m:t>
                      </m:r>
                      <m:r>
                        <a:rPr lang="zh-CN" altLang="en-US" i="1">
                          <a:solidFill>
                            <a:srgbClr val="000000"/>
                          </a:solidFill>
                          <a:latin typeface="Cambria Math" panose="02040503050406030204" pitchFamily="18" charset="0"/>
                        </a:rPr>
                        <m:t>)</m:t>
                      </m:r>
                    </m:oMath>
                  </m:oMathPara>
                </a14:m>
                <a:endParaRPr lang="zh-CN" altLang="en-US" dirty="0"/>
              </a:p>
            </p:txBody>
          </p:sp>
        </mc:Choice>
        <mc:Fallback>
          <p:sp>
            <p:nvSpPr>
              <p:cNvPr id="36" name="矩形 35"/>
              <p:cNvSpPr>
                <a:spLocks noRot="1" noChangeAspect="1" noMove="1" noResize="1" noEditPoints="1" noAdjustHandles="1" noChangeArrowheads="1" noChangeShapeType="1" noTextEdit="1"/>
              </p:cNvSpPr>
              <p:nvPr/>
            </p:nvSpPr>
            <p:spPr>
              <a:xfrm>
                <a:off x="1947127" y="3993677"/>
                <a:ext cx="656205" cy="369332"/>
              </a:xfrm>
              <a:prstGeom prst="rect">
                <a:avLst/>
              </a:prstGeom>
              <a:blipFill rotWithShape="1">
                <a:blip r:embed="rId3"/>
                <a:stretch>
                  <a:fillRect l="-33" t="-44" r="71" b="151"/>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37" name="矩形 36"/>
              <p:cNvSpPr/>
              <p:nvPr/>
            </p:nvSpPr>
            <p:spPr>
              <a:xfrm>
                <a:off x="4938275" y="3921669"/>
                <a:ext cx="694421" cy="369332"/>
              </a:xfrm>
              <a:prstGeom prst="rect">
                <a:avLst/>
              </a:prstGeom>
              <a:solidFill>
                <a:schemeClr val="tx1"/>
              </a:solidFill>
            </p:spPr>
            <p:txBody>
              <a:bodyPr wrap="none">
                <a:spAutoFit/>
              </a:bodyPr>
              <a:lstStyle/>
              <a:p>
                <a14:m>
                  <m:oMathPara xmlns:m="http://schemas.openxmlformats.org/officeDocument/2006/math">
                    <m:oMathParaPr>
                      <m:jc m:val="centerGroup"/>
                    </m:oMathParaPr>
                    <m:oMath xmlns:m="http://schemas.openxmlformats.org/officeDocument/2006/math">
                      <m:r>
                        <a:rPr lang="en-US" altLang="zh-CN" i="1">
                          <a:solidFill>
                            <a:srgbClr val="000000"/>
                          </a:solidFill>
                          <a:latin typeface="Cambria Math" panose="02040503050406030204" pitchFamily="18" charset="0"/>
                        </a:rPr>
                        <m:t>𝒓</m:t>
                      </m:r>
                      <m:r>
                        <a:rPr lang="zh-CN" altLang="en-US" i="1">
                          <a:solidFill>
                            <a:srgbClr val="000000"/>
                          </a:solidFill>
                          <a:latin typeface="Cambria Math" panose="02040503050406030204" pitchFamily="18" charset="0"/>
                        </a:rPr>
                        <m:t>’(</m:t>
                      </m:r>
                      <m:r>
                        <m:rPr>
                          <m:sty m:val="p"/>
                        </m:rPr>
                        <a:rPr lang="en-US" altLang="zh-CN" i="1">
                          <a:solidFill>
                            <a:srgbClr val="000000"/>
                          </a:solidFill>
                          <a:latin typeface="Cambria Math" panose="02040503050406030204" pitchFamily="18" charset="0"/>
                        </a:rPr>
                        <m:t>t</m:t>
                      </m:r>
                      <m:r>
                        <a:rPr lang="zh-CN" altLang="en-US" i="1">
                          <a:solidFill>
                            <a:srgbClr val="000000"/>
                          </a:solidFill>
                          <a:latin typeface="Cambria Math" panose="02040503050406030204" pitchFamily="18" charset="0"/>
                        </a:rPr>
                        <m:t>)</m:t>
                      </m:r>
                    </m:oMath>
                  </m:oMathPara>
                </a14:m>
                <a:endParaRPr lang="zh-CN" altLang="en-US" dirty="0"/>
              </a:p>
            </p:txBody>
          </p:sp>
        </mc:Choice>
        <mc:Fallback>
          <p:sp>
            <p:nvSpPr>
              <p:cNvPr id="37" name="矩形 36"/>
              <p:cNvSpPr>
                <a:spLocks noRot="1" noChangeAspect="1" noMove="1" noResize="1" noEditPoints="1" noAdjustHandles="1" noChangeArrowheads="1" noChangeShapeType="1" noTextEdit="1"/>
              </p:cNvSpPr>
              <p:nvPr/>
            </p:nvSpPr>
            <p:spPr>
              <a:xfrm>
                <a:off x="4938275" y="3921669"/>
                <a:ext cx="694421" cy="369332"/>
              </a:xfrm>
              <a:prstGeom prst="rect">
                <a:avLst/>
              </a:prstGeom>
              <a:blipFill rotWithShape="1">
                <a:blip r:embed="rId4"/>
                <a:stretch>
                  <a:fillRect l="-74" t="-147" r="35" b="83"/>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38" name="矩形 37"/>
              <p:cNvSpPr/>
              <p:nvPr/>
            </p:nvSpPr>
            <p:spPr>
              <a:xfrm>
                <a:off x="6385989" y="3877160"/>
                <a:ext cx="643125" cy="369332"/>
              </a:xfrm>
              <a:prstGeom prst="rect">
                <a:avLst/>
              </a:prstGeom>
              <a:solidFill>
                <a:schemeClr val="tx1"/>
              </a:solidFill>
            </p:spPr>
            <p:txBody>
              <a:bodyPr wrap="none">
                <a:spAutoFit/>
              </a:bodyPr>
              <a:lstStyle/>
              <a:p>
                <a14:m>
                  <m:oMathPara xmlns:m="http://schemas.openxmlformats.org/officeDocument/2006/math">
                    <m:oMathParaPr>
                      <m:jc m:val="centerGroup"/>
                    </m:oMathParaPr>
                    <m:oMath xmlns:m="http://schemas.openxmlformats.org/officeDocument/2006/math">
                      <m:r>
                        <a:rPr lang="en-US" altLang="zh-CN" i="1" smtClean="0">
                          <a:solidFill>
                            <a:srgbClr val="000000"/>
                          </a:solidFill>
                          <a:latin typeface="Cambria Math" panose="02040503050406030204" pitchFamily="18" charset="0"/>
                        </a:rPr>
                        <m:t>𝒓</m:t>
                      </m:r>
                      <m:r>
                        <a:rPr lang="en-US" altLang="zh-CN" b="1" i="1" smtClean="0">
                          <a:solidFill>
                            <a:srgbClr val="000000"/>
                          </a:solidFill>
                          <a:latin typeface="Cambria Math" panose="02040503050406030204" pitchFamily="18" charset="0"/>
                        </a:rPr>
                        <m:t>(</m:t>
                      </m:r>
                      <m:r>
                        <m:rPr>
                          <m:sty m:val="p"/>
                        </m:rPr>
                        <a:rPr lang="en-US" altLang="zh-CN" i="1">
                          <a:solidFill>
                            <a:srgbClr val="000000"/>
                          </a:solidFill>
                          <a:latin typeface="Cambria Math" panose="02040503050406030204" pitchFamily="18" charset="0"/>
                        </a:rPr>
                        <m:t>t</m:t>
                      </m:r>
                      <m:r>
                        <a:rPr lang="zh-CN" altLang="en-US" i="1">
                          <a:solidFill>
                            <a:srgbClr val="000000"/>
                          </a:solidFill>
                          <a:latin typeface="Cambria Math" panose="02040503050406030204" pitchFamily="18" charset="0"/>
                        </a:rPr>
                        <m:t>)</m:t>
                      </m:r>
                    </m:oMath>
                  </m:oMathPara>
                </a14:m>
                <a:endParaRPr lang="zh-CN" altLang="en-US" dirty="0"/>
              </a:p>
            </p:txBody>
          </p:sp>
        </mc:Choice>
        <mc:Fallback>
          <p:sp>
            <p:nvSpPr>
              <p:cNvPr id="38" name="矩形 37"/>
              <p:cNvSpPr>
                <a:spLocks noRot="1" noChangeAspect="1" noMove="1" noResize="1" noEditPoints="1" noAdjustHandles="1" noChangeArrowheads="1" noChangeShapeType="1" noTextEdit="1"/>
              </p:cNvSpPr>
              <p:nvPr/>
            </p:nvSpPr>
            <p:spPr>
              <a:xfrm>
                <a:off x="6385989" y="3877160"/>
                <a:ext cx="643125" cy="369332"/>
              </a:xfrm>
              <a:prstGeom prst="rect">
                <a:avLst/>
              </a:prstGeom>
              <a:blipFill rotWithShape="1">
                <a:blip r:embed="rId5"/>
                <a:stretch>
                  <a:fillRect l="-67" t="-131" r="46" b="67"/>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39" name="矩形 38"/>
              <p:cNvSpPr/>
              <p:nvPr/>
            </p:nvSpPr>
            <p:spPr>
              <a:xfrm>
                <a:off x="4984962" y="3858888"/>
                <a:ext cx="694421" cy="369332"/>
              </a:xfrm>
              <a:prstGeom prst="rect">
                <a:avLst/>
              </a:prstGeom>
              <a:solidFill>
                <a:schemeClr val="tx1"/>
              </a:solidFill>
            </p:spPr>
            <p:txBody>
              <a:bodyPr wrap="none">
                <a:spAutoFit/>
              </a:bodyPr>
              <a:lstStyle/>
              <a:p>
                <a14:m>
                  <m:oMathPara xmlns:m="http://schemas.openxmlformats.org/officeDocument/2006/math">
                    <m:oMathParaPr>
                      <m:jc m:val="centerGroup"/>
                    </m:oMathParaPr>
                    <m:oMath xmlns:m="http://schemas.openxmlformats.org/officeDocument/2006/math">
                      <m:r>
                        <a:rPr lang="en-US" altLang="zh-CN" i="1">
                          <a:solidFill>
                            <a:srgbClr val="000000"/>
                          </a:solidFill>
                          <a:latin typeface="Cambria Math" panose="02040503050406030204" pitchFamily="18" charset="0"/>
                        </a:rPr>
                        <m:t>𝒓</m:t>
                      </m:r>
                      <m:r>
                        <a:rPr lang="zh-CN" altLang="en-US" i="1">
                          <a:solidFill>
                            <a:srgbClr val="000000"/>
                          </a:solidFill>
                          <a:latin typeface="Cambria Math" panose="02040503050406030204" pitchFamily="18" charset="0"/>
                        </a:rPr>
                        <m:t>’(</m:t>
                      </m:r>
                      <m:r>
                        <m:rPr>
                          <m:sty m:val="p"/>
                        </m:rPr>
                        <a:rPr lang="en-US" altLang="zh-CN" i="1">
                          <a:solidFill>
                            <a:srgbClr val="000000"/>
                          </a:solidFill>
                          <a:latin typeface="Cambria Math" panose="02040503050406030204" pitchFamily="18" charset="0"/>
                        </a:rPr>
                        <m:t>t</m:t>
                      </m:r>
                      <m:r>
                        <a:rPr lang="zh-CN" altLang="en-US" i="1">
                          <a:solidFill>
                            <a:srgbClr val="000000"/>
                          </a:solidFill>
                          <a:latin typeface="Cambria Math" panose="02040503050406030204" pitchFamily="18" charset="0"/>
                        </a:rPr>
                        <m:t>)</m:t>
                      </m:r>
                    </m:oMath>
                  </m:oMathPara>
                </a14:m>
                <a:endParaRPr lang="zh-CN" altLang="en-US" dirty="0"/>
              </a:p>
            </p:txBody>
          </p:sp>
        </mc:Choice>
        <mc:Fallback>
          <p:sp>
            <p:nvSpPr>
              <p:cNvPr id="39" name="矩形 38"/>
              <p:cNvSpPr>
                <a:spLocks noRot="1" noChangeAspect="1" noMove="1" noResize="1" noEditPoints="1" noAdjustHandles="1" noChangeArrowheads="1" noChangeShapeType="1" noTextEdit="1"/>
              </p:cNvSpPr>
              <p:nvPr/>
            </p:nvSpPr>
            <p:spPr>
              <a:xfrm>
                <a:off x="4984962" y="3858888"/>
                <a:ext cx="694421" cy="369332"/>
              </a:xfrm>
              <a:prstGeom prst="rect">
                <a:avLst/>
              </a:prstGeom>
              <a:blipFill rotWithShape="1">
                <a:blip r:embed="rId4"/>
                <a:stretch>
                  <a:fillRect l="-31" t="-170" r="83" b="106"/>
                </a:stretch>
              </a:blipFill>
            </p:spPr>
            <p:txBody>
              <a:bodyPr/>
              <a:lstStyle/>
              <a:p>
                <a:r>
                  <a:rPr lang="zh-CN" altLang="en-US">
                    <a:noFill/>
                  </a:rPr>
                  <a:t> </a:t>
                </a:r>
              </a:p>
            </p:txBody>
          </p:sp>
        </mc:Fallback>
      </mc:AlternateContent>
      <p:sp>
        <p:nvSpPr>
          <p:cNvPr id="40" name="矩形 39"/>
          <p:cNvSpPr/>
          <p:nvPr/>
        </p:nvSpPr>
        <p:spPr>
          <a:xfrm>
            <a:off x="4031653" y="4856030"/>
            <a:ext cx="598415" cy="461665"/>
          </a:xfrm>
          <a:prstGeom prst="rect">
            <a:avLst/>
          </a:prstGeom>
          <a:solidFill>
            <a:schemeClr val="tx1"/>
          </a:solidFill>
          <a:ln w="28575">
            <a:solidFill>
              <a:schemeClr val="bg1"/>
            </a:solidFill>
          </a:ln>
        </p:spPr>
        <p:txBody>
          <a:bodyPr wrap="square">
            <a:spAutoFit/>
          </a:bodyPr>
          <a:lstStyle/>
          <a:p>
            <a:r>
              <a:rPr lang="en-US" altLang="zh-CN" sz="2400" dirty="0">
                <a:solidFill>
                  <a:srgbClr val="FF0000"/>
                </a:solidFill>
              </a:rPr>
              <a:t>-a</a:t>
            </a:r>
            <a:r>
              <a:rPr lang="en-US" altLang="zh-CN" sz="2400" baseline="-25000" dirty="0">
                <a:solidFill>
                  <a:srgbClr val="FF0000"/>
                </a:solidFill>
              </a:rPr>
              <a:t>1</a:t>
            </a:r>
            <a:endParaRPr lang="zh-CN" altLang="en-US" sz="2400" baseline="-25000" dirty="0">
              <a:solidFill>
                <a:srgbClr val="FF0000"/>
              </a:solidFill>
            </a:endParaRPr>
          </a:p>
        </p:txBody>
      </p:sp>
      <p:sp>
        <p:nvSpPr>
          <p:cNvPr id="41" name="椭圆 40"/>
          <p:cNvSpPr/>
          <p:nvPr/>
        </p:nvSpPr>
        <p:spPr bwMode="auto">
          <a:xfrm>
            <a:off x="2922051" y="3982715"/>
            <a:ext cx="494421" cy="474702"/>
          </a:xfrm>
          <a:prstGeom prst="ellipse">
            <a:avLst/>
          </a:prstGeom>
          <a:solidFill>
            <a:schemeClr val="tx1"/>
          </a:solidFill>
          <a:ln w="2857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r>
              <a:rPr kumimoji="0" lang="zh-CN" altLang="en-US" sz="1800" b="1" i="0" u="none" strike="noStrike" cap="none" normalizeH="0" baseline="0" dirty="0">
                <a:ln>
                  <a:noFill/>
                </a:ln>
                <a:solidFill>
                  <a:srgbClr val="FF0000"/>
                </a:solidFill>
                <a:effectLst/>
                <a:latin typeface="Arial" panose="020B0604020202020204" pitchFamily="34" charset="0"/>
                <a:ea typeface="宋体" panose="02010600030101010101" pitchFamily="2" charset="-122"/>
              </a:rPr>
              <a:t>∑</a:t>
            </a:r>
            <a:endParaRPr kumimoji="0" lang="zh-CN" altLang="en-US" sz="1800" b="1" i="0" u="none" strike="noStrike" cap="none" normalizeH="0" baseline="0" dirty="0">
              <a:ln>
                <a:noFill/>
              </a:ln>
              <a:solidFill>
                <a:srgbClr val="FF0000"/>
              </a:solidFill>
              <a:effectLst/>
              <a:latin typeface="Arial" panose="020B0604020202020204" pitchFamily="34" charset="0"/>
              <a:ea typeface="宋体" panose="02010600030101010101" pitchFamily="2" charset="-122"/>
            </a:endParaRPr>
          </a:p>
        </p:txBody>
      </p:sp>
      <p:cxnSp>
        <p:nvCxnSpPr>
          <p:cNvPr id="42" name="直接箭头连接符 41"/>
          <p:cNvCxnSpPr/>
          <p:nvPr/>
        </p:nvCxnSpPr>
        <p:spPr bwMode="auto">
          <a:xfrm>
            <a:off x="2519485" y="4207796"/>
            <a:ext cx="402566" cy="0"/>
          </a:xfrm>
          <a:prstGeom prst="straightConnector1">
            <a:avLst/>
          </a:prstGeom>
          <a:ln w="28575">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45" name="连接符: 肘形 44"/>
          <p:cNvCxnSpPr/>
          <p:nvPr/>
        </p:nvCxnSpPr>
        <p:spPr bwMode="auto">
          <a:xfrm rot="10800000" flipV="1">
            <a:off x="4644008" y="4258003"/>
            <a:ext cx="1014462" cy="836446"/>
          </a:xfrm>
          <a:prstGeom prst="bentConnector3">
            <a:avLst>
              <a:gd name="adj1" fmla="val 26929"/>
            </a:avLst>
          </a:prstGeom>
          <a:ln w="28575">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46" name="连接符: 肘形 45"/>
          <p:cNvCxnSpPr>
            <a:stCxn id="40" idx="1"/>
            <a:endCxn id="41" idx="4"/>
          </p:cNvCxnSpPr>
          <p:nvPr/>
        </p:nvCxnSpPr>
        <p:spPr bwMode="auto">
          <a:xfrm rot="10800000">
            <a:off x="3169263" y="4457417"/>
            <a:ext cx="862391" cy="629446"/>
          </a:xfrm>
          <a:prstGeom prst="bentConnector2">
            <a:avLst/>
          </a:prstGeom>
          <a:ln w="28575">
            <a:headEnd type="none" w="med" len="med"/>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47" name="矩形 46"/>
              <p:cNvSpPr/>
              <p:nvPr/>
            </p:nvSpPr>
            <p:spPr>
              <a:xfrm>
                <a:off x="3597780" y="3814491"/>
                <a:ext cx="836319" cy="369332"/>
              </a:xfrm>
              <a:prstGeom prst="rect">
                <a:avLst/>
              </a:prstGeom>
              <a:solidFill>
                <a:schemeClr val="tx1"/>
              </a:solidFill>
            </p:spPr>
            <p:txBody>
              <a:bodyPr wrap="none">
                <a:spAutoFit/>
              </a:bodyPr>
              <a:lstStyle/>
              <a:p>
                <a:r>
                  <a:rPr lang="en-US" altLang="zh-CN" dirty="0">
                    <a:solidFill>
                      <a:srgbClr val="000000"/>
                    </a:solidFill>
                  </a:rPr>
                  <a:t>r</a:t>
                </a:r>
                <a14:m>
                  <m:oMath xmlns:m="http://schemas.openxmlformats.org/officeDocument/2006/math">
                    <m:r>
                      <a:rPr lang="zh-CN" altLang="en-US" i="1">
                        <a:solidFill>
                          <a:srgbClr val="000000"/>
                        </a:solidFill>
                        <a:latin typeface="Cambria Math" panose="02040503050406030204" pitchFamily="18" charset="0"/>
                      </a:rPr>
                      <m:t>”</m:t>
                    </m:r>
                    <m:d>
                      <m:dPr>
                        <m:ctrlPr>
                          <a:rPr lang="zh-CN" altLang="en-US" i="1">
                            <a:solidFill>
                              <a:srgbClr val="000000"/>
                            </a:solidFill>
                            <a:latin typeface="Cambria Math" panose="02040503050406030204" pitchFamily="18" charset="0"/>
                          </a:rPr>
                        </m:ctrlPr>
                      </m:dPr>
                      <m:e>
                        <m:r>
                          <m:rPr>
                            <m:sty m:val="p"/>
                          </m:rPr>
                          <a:rPr lang="en-US" altLang="zh-CN" i="1">
                            <a:solidFill>
                              <a:srgbClr val="000000"/>
                            </a:solidFill>
                            <a:latin typeface="Cambria Math" panose="02040503050406030204" pitchFamily="18" charset="0"/>
                          </a:rPr>
                          <m:t>t</m:t>
                        </m:r>
                      </m:e>
                    </m:d>
                    <m:r>
                      <a:rPr lang="en-US" altLang="zh-CN" b="1" i="1" smtClean="0">
                        <a:solidFill>
                          <a:srgbClr val="000000"/>
                        </a:solidFill>
                        <a:latin typeface="Cambria Math" panose="02040503050406030204" pitchFamily="18" charset="0"/>
                      </a:rPr>
                      <m:t>    </m:t>
                    </m:r>
                  </m:oMath>
                </a14:m>
                <a:endParaRPr lang="zh-CN" altLang="en-US" dirty="0"/>
              </a:p>
            </p:txBody>
          </p:sp>
        </mc:Choice>
        <mc:Fallback>
          <p:sp>
            <p:nvSpPr>
              <p:cNvPr id="47" name="矩形 46"/>
              <p:cNvSpPr>
                <a:spLocks noRot="1" noChangeAspect="1" noMove="1" noResize="1" noEditPoints="1" noAdjustHandles="1" noChangeArrowheads="1" noChangeShapeType="1" noTextEdit="1"/>
              </p:cNvSpPr>
              <p:nvPr/>
            </p:nvSpPr>
            <p:spPr>
              <a:xfrm>
                <a:off x="3597780" y="3814491"/>
                <a:ext cx="836319" cy="369332"/>
              </a:xfrm>
              <a:prstGeom prst="rect">
                <a:avLst/>
              </a:prstGeom>
              <a:blipFill rotWithShape="1">
                <a:blip r:embed="rId6"/>
                <a:stretch>
                  <a:fillRect l="-60" t="-12" r="63" b="120"/>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48" name="矩形 47"/>
              <p:cNvSpPr/>
              <p:nvPr/>
            </p:nvSpPr>
            <p:spPr>
              <a:xfrm>
                <a:off x="6439104" y="3814379"/>
                <a:ext cx="643125" cy="369332"/>
              </a:xfrm>
              <a:prstGeom prst="rect">
                <a:avLst/>
              </a:prstGeom>
              <a:solidFill>
                <a:schemeClr val="tx1"/>
              </a:solidFill>
            </p:spPr>
            <p:txBody>
              <a:bodyPr wrap="none">
                <a:spAutoFit/>
              </a:bodyPr>
              <a:lstStyle/>
              <a:p>
                <a14:m>
                  <m:oMathPara xmlns:m="http://schemas.openxmlformats.org/officeDocument/2006/math">
                    <m:oMathParaPr>
                      <m:jc m:val="centerGroup"/>
                    </m:oMathParaPr>
                    <m:oMath xmlns:m="http://schemas.openxmlformats.org/officeDocument/2006/math">
                      <m:r>
                        <a:rPr lang="en-US" altLang="zh-CN" i="1" smtClean="0">
                          <a:solidFill>
                            <a:srgbClr val="000000"/>
                          </a:solidFill>
                          <a:latin typeface="Cambria Math" panose="02040503050406030204" pitchFamily="18" charset="0"/>
                        </a:rPr>
                        <m:t>𝒓</m:t>
                      </m:r>
                      <m:r>
                        <a:rPr lang="en-US" altLang="zh-CN" b="1" i="1" smtClean="0">
                          <a:solidFill>
                            <a:srgbClr val="000000"/>
                          </a:solidFill>
                          <a:latin typeface="Cambria Math" panose="02040503050406030204" pitchFamily="18" charset="0"/>
                        </a:rPr>
                        <m:t>(</m:t>
                      </m:r>
                      <m:r>
                        <m:rPr>
                          <m:sty m:val="p"/>
                        </m:rPr>
                        <a:rPr lang="en-US" altLang="zh-CN" i="1">
                          <a:solidFill>
                            <a:srgbClr val="000000"/>
                          </a:solidFill>
                          <a:latin typeface="Cambria Math" panose="02040503050406030204" pitchFamily="18" charset="0"/>
                        </a:rPr>
                        <m:t>t</m:t>
                      </m:r>
                      <m:r>
                        <a:rPr lang="zh-CN" altLang="en-US" i="1">
                          <a:solidFill>
                            <a:srgbClr val="000000"/>
                          </a:solidFill>
                          <a:latin typeface="Cambria Math" panose="02040503050406030204" pitchFamily="18" charset="0"/>
                        </a:rPr>
                        <m:t>)</m:t>
                      </m:r>
                    </m:oMath>
                  </m:oMathPara>
                </a14:m>
                <a:endParaRPr lang="zh-CN" altLang="en-US" dirty="0"/>
              </a:p>
            </p:txBody>
          </p:sp>
        </mc:Choice>
        <mc:Fallback>
          <p:sp>
            <p:nvSpPr>
              <p:cNvPr id="48" name="矩形 47"/>
              <p:cNvSpPr>
                <a:spLocks noRot="1" noChangeAspect="1" noMove="1" noResize="1" noEditPoints="1" noAdjustHandles="1" noChangeArrowheads="1" noChangeShapeType="1" noTextEdit="1"/>
              </p:cNvSpPr>
              <p:nvPr/>
            </p:nvSpPr>
            <p:spPr>
              <a:xfrm>
                <a:off x="6439104" y="3814379"/>
                <a:ext cx="643125" cy="369332"/>
              </a:xfrm>
              <a:prstGeom prst="rect">
                <a:avLst/>
              </a:prstGeom>
              <a:blipFill rotWithShape="1">
                <a:blip r:embed="rId5"/>
                <a:stretch>
                  <a:fillRect l="-32" t="-154" r="12" b="90"/>
                </a:stretch>
              </a:blipFill>
            </p:spPr>
            <p:txBody>
              <a:bodyPr/>
              <a:lstStyle/>
              <a:p>
                <a:r>
                  <a:rPr lang="zh-CN" altLang="en-US">
                    <a:noFill/>
                  </a:rPr>
                  <a:t> </a:t>
                </a:r>
              </a:p>
            </p:txBody>
          </p:sp>
        </mc:Fallback>
      </mc:AlternateContent>
      <p:sp>
        <p:nvSpPr>
          <p:cNvPr id="49" name="椭圆 48"/>
          <p:cNvSpPr/>
          <p:nvPr/>
        </p:nvSpPr>
        <p:spPr bwMode="auto">
          <a:xfrm>
            <a:off x="2928479" y="3982715"/>
            <a:ext cx="494421" cy="474702"/>
          </a:xfrm>
          <a:prstGeom prst="ellipse">
            <a:avLst/>
          </a:prstGeom>
          <a:solidFill>
            <a:schemeClr val="tx1"/>
          </a:solidFill>
          <a:ln w="2857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r>
              <a:rPr kumimoji="0" lang="zh-CN" altLang="en-US" sz="1800" b="1" i="0" u="none" strike="noStrike" cap="none" normalizeH="0" baseline="0" dirty="0">
                <a:ln>
                  <a:noFill/>
                </a:ln>
                <a:solidFill>
                  <a:srgbClr val="FF0000"/>
                </a:solidFill>
                <a:effectLst/>
                <a:latin typeface="Arial" panose="020B0604020202020204" pitchFamily="34" charset="0"/>
                <a:ea typeface="宋体" panose="02010600030101010101" pitchFamily="2" charset="-122"/>
              </a:rPr>
              <a:t>∑</a:t>
            </a:r>
            <a:endParaRPr kumimoji="0" lang="zh-CN" altLang="en-US" sz="1800" b="1" i="0" u="none" strike="noStrike" cap="none" normalizeH="0" baseline="0" dirty="0">
              <a:ln>
                <a:noFill/>
              </a:ln>
              <a:solidFill>
                <a:srgbClr val="FF0000"/>
              </a:solidFill>
              <a:effectLst/>
              <a:latin typeface="Arial" panose="020B0604020202020204" pitchFamily="34" charset="0"/>
              <a:ea typeface="宋体" panose="02010600030101010101" pitchFamily="2" charset="-122"/>
            </a:endParaRPr>
          </a:p>
        </p:txBody>
      </p:sp>
      <p:sp>
        <p:nvSpPr>
          <p:cNvPr id="50" name="矩形 49"/>
          <p:cNvSpPr/>
          <p:nvPr/>
        </p:nvSpPr>
        <p:spPr>
          <a:xfrm>
            <a:off x="4077668" y="5500842"/>
            <a:ext cx="598415" cy="461665"/>
          </a:xfrm>
          <a:prstGeom prst="rect">
            <a:avLst/>
          </a:prstGeom>
          <a:solidFill>
            <a:schemeClr val="tx1"/>
          </a:solidFill>
          <a:ln w="28575">
            <a:solidFill>
              <a:schemeClr val="bg1"/>
            </a:solidFill>
          </a:ln>
        </p:spPr>
        <p:txBody>
          <a:bodyPr wrap="square">
            <a:spAutoFit/>
          </a:bodyPr>
          <a:lstStyle/>
          <a:p>
            <a:r>
              <a:rPr lang="en-US" altLang="zh-CN" sz="2400" dirty="0">
                <a:solidFill>
                  <a:srgbClr val="FF0000"/>
                </a:solidFill>
              </a:rPr>
              <a:t>-a</a:t>
            </a:r>
            <a:r>
              <a:rPr lang="en-US" altLang="zh-CN" sz="2400" baseline="-25000" dirty="0">
                <a:solidFill>
                  <a:srgbClr val="FF0000"/>
                </a:solidFill>
              </a:rPr>
              <a:t>0</a:t>
            </a:r>
            <a:endParaRPr lang="zh-CN" altLang="en-US" sz="2400" baseline="-25000" dirty="0">
              <a:solidFill>
                <a:srgbClr val="FF0000"/>
              </a:solidFill>
            </a:endParaRPr>
          </a:p>
        </p:txBody>
      </p:sp>
      <p:cxnSp>
        <p:nvCxnSpPr>
          <p:cNvPr id="51" name="连接符: 肘形 50"/>
          <p:cNvCxnSpPr/>
          <p:nvPr/>
        </p:nvCxnSpPr>
        <p:spPr bwMode="auto">
          <a:xfrm rot="10800000" flipV="1">
            <a:off x="4690024" y="4237352"/>
            <a:ext cx="2199223" cy="1511575"/>
          </a:xfrm>
          <a:prstGeom prst="bentConnector3">
            <a:avLst>
              <a:gd name="adj1" fmla="val 12723"/>
            </a:avLst>
          </a:prstGeom>
          <a:ln w="28575">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52" name="连接符: 肘形 51"/>
          <p:cNvCxnSpPr/>
          <p:nvPr/>
        </p:nvCxnSpPr>
        <p:spPr bwMode="auto">
          <a:xfrm rot="10800000">
            <a:off x="3030702" y="4404617"/>
            <a:ext cx="1051135" cy="1344310"/>
          </a:xfrm>
          <a:prstGeom prst="bentConnector2">
            <a:avLst/>
          </a:prstGeom>
          <a:ln w="28575">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53" name="直接箭头连接符 52"/>
          <p:cNvCxnSpPr/>
          <p:nvPr/>
        </p:nvCxnSpPr>
        <p:spPr bwMode="auto">
          <a:xfrm>
            <a:off x="3422900" y="4207634"/>
            <a:ext cx="762606" cy="0"/>
          </a:xfrm>
          <a:prstGeom prst="straightConnector1">
            <a:avLst/>
          </a:prstGeom>
          <a:ln w="28575">
            <a:headEnd type="none" w="med" len="med"/>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54" name="矩形 53"/>
              <p:cNvSpPr/>
              <p:nvPr/>
            </p:nvSpPr>
            <p:spPr>
              <a:xfrm>
                <a:off x="4944923" y="3853804"/>
                <a:ext cx="694421" cy="369332"/>
              </a:xfrm>
              <a:prstGeom prst="rect">
                <a:avLst/>
              </a:prstGeom>
              <a:solidFill>
                <a:schemeClr val="tx1"/>
              </a:solidFill>
            </p:spPr>
            <p:txBody>
              <a:bodyPr wrap="none">
                <a:spAutoFit/>
              </a:bodyPr>
              <a:lstStyle/>
              <a:p>
                <a14:m>
                  <m:oMathPara xmlns:m="http://schemas.openxmlformats.org/officeDocument/2006/math">
                    <m:oMathParaPr>
                      <m:jc m:val="centerGroup"/>
                    </m:oMathParaPr>
                    <m:oMath xmlns:m="http://schemas.openxmlformats.org/officeDocument/2006/math">
                      <m:r>
                        <a:rPr lang="en-US" altLang="zh-CN" i="1">
                          <a:solidFill>
                            <a:srgbClr val="000000"/>
                          </a:solidFill>
                          <a:latin typeface="Cambria Math" panose="02040503050406030204" pitchFamily="18" charset="0"/>
                        </a:rPr>
                        <m:t>𝒓</m:t>
                      </m:r>
                      <m:r>
                        <a:rPr lang="zh-CN" altLang="en-US" i="1">
                          <a:solidFill>
                            <a:srgbClr val="000000"/>
                          </a:solidFill>
                          <a:latin typeface="Cambria Math" panose="02040503050406030204" pitchFamily="18" charset="0"/>
                        </a:rPr>
                        <m:t>’(</m:t>
                      </m:r>
                      <m:r>
                        <m:rPr>
                          <m:sty m:val="p"/>
                        </m:rPr>
                        <a:rPr lang="en-US" altLang="zh-CN" i="1">
                          <a:solidFill>
                            <a:srgbClr val="000000"/>
                          </a:solidFill>
                          <a:latin typeface="Cambria Math" panose="02040503050406030204" pitchFamily="18" charset="0"/>
                        </a:rPr>
                        <m:t>t</m:t>
                      </m:r>
                      <m:r>
                        <a:rPr lang="zh-CN" altLang="en-US" i="1">
                          <a:solidFill>
                            <a:srgbClr val="000000"/>
                          </a:solidFill>
                          <a:latin typeface="Cambria Math" panose="02040503050406030204" pitchFamily="18" charset="0"/>
                        </a:rPr>
                        <m:t>)</m:t>
                      </m:r>
                    </m:oMath>
                  </m:oMathPara>
                </a14:m>
                <a:endParaRPr lang="zh-CN" altLang="en-US" dirty="0"/>
              </a:p>
            </p:txBody>
          </p:sp>
        </mc:Choice>
        <mc:Fallback>
          <p:sp>
            <p:nvSpPr>
              <p:cNvPr id="54" name="矩形 53"/>
              <p:cNvSpPr>
                <a:spLocks noRot="1" noChangeAspect="1" noMove="1" noResize="1" noEditPoints="1" noAdjustHandles="1" noChangeArrowheads="1" noChangeShapeType="1" noTextEdit="1"/>
              </p:cNvSpPr>
              <p:nvPr/>
            </p:nvSpPr>
            <p:spPr>
              <a:xfrm>
                <a:off x="4944923" y="3853804"/>
                <a:ext cx="694421" cy="369332"/>
              </a:xfrm>
              <a:prstGeom prst="rect">
                <a:avLst/>
              </a:prstGeom>
              <a:blipFill rotWithShape="1">
                <a:blip r:embed="rId4"/>
                <a:stretch>
                  <a:fillRect l="-26" t="-169" r="78" b="105"/>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55" name="矩形 54"/>
              <p:cNvSpPr/>
              <p:nvPr/>
            </p:nvSpPr>
            <p:spPr>
              <a:xfrm>
                <a:off x="4222010" y="3994073"/>
                <a:ext cx="633815" cy="475643"/>
              </a:xfrm>
              <a:prstGeom prst="rect">
                <a:avLst/>
              </a:prstGeom>
              <a:solidFill>
                <a:schemeClr val="tx1"/>
              </a:solidFill>
              <a:ln w="28575">
                <a:solidFill>
                  <a:schemeClr val="bg1"/>
                </a:solidFill>
              </a:ln>
            </p:spPr>
            <p:txBody>
              <a:bodyPr wrap="square">
                <a:spAutoFit/>
              </a:bodyPr>
              <a:lstStyle/>
              <a:p>
                <a14:m>
                  <m:oMathPara xmlns:m="http://schemas.openxmlformats.org/officeDocument/2006/math">
                    <m:oMathParaPr>
                      <m:jc m:val="centerGroup"/>
                    </m:oMathParaPr>
                    <m:oMath xmlns:m="http://schemas.openxmlformats.org/officeDocument/2006/math">
                      <m:r>
                        <a:rPr lang="zh-CN" altLang="en-US" sz="2400" i="1" smtClean="0">
                          <a:solidFill>
                            <a:srgbClr val="FF0000"/>
                          </a:solidFill>
                          <a:latin typeface="Cambria Math" panose="02040503050406030204" pitchFamily="18" charset="0"/>
                        </a:rPr>
                        <m:t>∫</m:t>
                      </m:r>
                    </m:oMath>
                  </m:oMathPara>
                </a14:m>
                <a:endParaRPr lang="zh-CN" altLang="en-US" sz="2400" dirty="0">
                  <a:solidFill>
                    <a:srgbClr val="FF0000"/>
                  </a:solidFill>
                </a:endParaRPr>
              </a:p>
            </p:txBody>
          </p:sp>
        </mc:Choice>
        <mc:Fallback>
          <p:sp>
            <p:nvSpPr>
              <p:cNvPr id="55" name="矩形 54"/>
              <p:cNvSpPr>
                <a:spLocks noRot="1" noChangeAspect="1" noMove="1" noResize="1" noEditPoints="1" noAdjustHandles="1" noChangeArrowheads="1" noChangeShapeType="1" noTextEdit="1"/>
              </p:cNvSpPr>
              <p:nvPr/>
            </p:nvSpPr>
            <p:spPr>
              <a:xfrm>
                <a:off x="4222010" y="3994073"/>
                <a:ext cx="633815" cy="475643"/>
              </a:xfrm>
              <a:prstGeom prst="rect">
                <a:avLst/>
              </a:prstGeom>
              <a:blipFill rotWithShape="1">
                <a:blip r:embed="rId7"/>
                <a:stretch>
                  <a:fillRect l="-2288" t="-3054" r="-2207" b="-2947"/>
                </a:stretch>
              </a:blipFill>
              <a:ln w="28575">
                <a:solidFill>
                  <a:schemeClr val="bg1"/>
                </a:solidFill>
              </a:ln>
            </p:spPr>
            <p:txBody>
              <a:bodyPr/>
              <a:lstStyle/>
              <a:p>
                <a:r>
                  <a:rPr lang="zh-CN" altLang="en-US">
                    <a:noFill/>
                  </a:rPr>
                  <a:t> </a:t>
                </a:r>
              </a:p>
            </p:txBody>
          </p:sp>
        </mc:Fallback>
      </mc:AlternateContent>
      <p:cxnSp>
        <p:nvCxnSpPr>
          <p:cNvPr id="56" name="直接箭头连接符 55"/>
          <p:cNvCxnSpPr/>
          <p:nvPr/>
        </p:nvCxnSpPr>
        <p:spPr bwMode="auto">
          <a:xfrm>
            <a:off x="4872915" y="4252919"/>
            <a:ext cx="762606" cy="0"/>
          </a:xfrm>
          <a:prstGeom prst="straightConnector1">
            <a:avLst/>
          </a:prstGeom>
          <a:ln w="28575">
            <a:headEnd type="none" w="med" len="med"/>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57" name="矩形 56"/>
              <p:cNvSpPr/>
              <p:nvPr/>
            </p:nvSpPr>
            <p:spPr>
              <a:xfrm>
                <a:off x="5698056" y="4022090"/>
                <a:ext cx="633815" cy="475643"/>
              </a:xfrm>
              <a:prstGeom prst="rect">
                <a:avLst/>
              </a:prstGeom>
              <a:solidFill>
                <a:schemeClr val="tx1"/>
              </a:solidFill>
              <a:ln w="28575">
                <a:solidFill>
                  <a:schemeClr val="bg1"/>
                </a:solidFill>
              </a:ln>
            </p:spPr>
            <p:txBody>
              <a:bodyPr wrap="square">
                <a:spAutoFit/>
              </a:bodyPr>
              <a:lstStyle/>
              <a:p>
                <a14:m>
                  <m:oMathPara xmlns:m="http://schemas.openxmlformats.org/officeDocument/2006/math">
                    <m:oMathParaPr>
                      <m:jc m:val="centerGroup"/>
                    </m:oMathParaPr>
                    <m:oMath xmlns:m="http://schemas.openxmlformats.org/officeDocument/2006/math">
                      <m:r>
                        <a:rPr lang="zh-CN" altLang="en-US" sz="2400" i="1" smtClean="0">
                          <a:solidFill>
                            <a:srgbClr val="FF0000"/>
                          </a:solidFill>
                          <a:latin typeface="Cambria Math" panose="02040503050406030204" pitchFamily="18" charset="0"/>
                        </a:rPr>
                        <m:t>∫</m:t>
                      </m:r>
                    </m:oMath>
                  </m:oMathPara>
                </a14:m>
                <a:endParaRPr lang="zh-CN" altLang="en-US" sz="2400" dirty="0">
                  <a:solidFill>
                    <a:srgbClr val="FF0000"/>
                  </a:solidFill>
                </a:endParaRPr>
              </a:p>
            </p:txBody>
          </p:sp>
        </mc:Choice>
        <mc:Fallback>
          <p:sp>
            <p:nvSpPr>
              <p:cNvPr id="57" name="矩形 56"/>
              <p:cNvSpPr>
                <a:spLocks noRot="1" noChangeAspect="1" noMove="1" noResize="1" noEditPoints="1" noAdjustHandles="1" noChangeArrowheads="1" noChangeShapeType="1" noTextEdit="1"/>
              </p:cNvSpPr>
              <p:nvPr/>
            </p:nvSpPr>
            <p:spPr>
              <a:xfrm>
                <a:off x="5698056" y="4022090"/>
                <a:ext cx="633815" cy="475643"/>
              </a:xfrm>
              <a:prstGeom prst="rect">
                <a:avLst/>
              </a:prstGeom>
              <a:blipFill rotWithShape="1">
                <a:blip r:embed="rId7"/>
                <a:stretch>
                  <a:fillRect l="-2336" t="-3071" r="-2159" b="-2931"/>
                </a:stretch>
              </a:blipFill>
              <a:ln w="28575">
                <a:solidFill>
                  <a:schemeClr val="bg1"/>
                </a:solidFill>
              </a:ln>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58" name="矩形 57"/>
              <p:cNvSpPr/>
              <p:nvPr/>
            </p:nvSpPr>
            <p:spPr>
              <a:xfrm>
                <a:off x="6439701" y="3816288"/>
                <a:ext cx="643125" cy="369332"/>
              </a:xfrm>
              <a:prstGeom prst="rect">
                <a:avLst/>
              </a:prstGeom>
              <a:solidFill>
                <a:schemeClr val="tx1"/>
              </a:solidFill>
            </p:spPr>
            <p:txBody>
              <a:bodyPr wrap="none">
                <a:spAutoFit/>
              </a:bodyPr>
              <a:lstStyle/>
              <a:p>
                <a14:m>
                  <m:oMathPara xmlns:m="http://schemas.openxmlformats.org/officeDocument/2006/math">
                    <m:oMathParaPr>
                      <m:jc m:val="centerGroup"/>
                    </m:oMathParaPr>
                    <m:oMath xmlns:m="http://schemas.openxmlformats.org/officeDocument/2006/math">
                      <m:r>
                        <a:rPr lang="en-US" altLang="zh-CN" i="1" smtClean="0">
                          <a:solidFill>
                            <a:srgbClr val="000000"/>
                          </a:solidFill>
                          <a:latin typeface="Cambria Math" panose="02040503050406030204" pitchFamily="18" charset="0"/>
                        </a:rPr>
                        <m:t>𝒓</m:t>
                      </m:r>
                      <m:r>
                        <a:rPr lang="en-US" altLang="zh-CN" b="1" i="1" smtClean="0">
                          <a:solidFill>
                            <a:srgbClr val="000000"/>
                          </a:solidFill>
                          <a:latin typeface="Cambria Math" panose="02040503050406030204" pitchFamily="18" charset="0"/>
                        </a:rPr>
                        <m:t>(</m:t>
                      </m:r>
                      <m:r>
                        <m:rPr>
                          <m:sty m:val="p"/>
                        </m:rPr>
                        <a:rPr lang="en-US" altLang="zh-CN" i="1">
                          <a:solidFill>
                            <a:srgbClr val="000000"/>
                          </a:solidFill>
                          <a:latin typeface="Cambria Math" panose="02040503050406030204" pitchFamily="18" charset="0"/>
                        </a:rPr>
                        <m:t>t</m:t>
                      </m:r>
                      <m:r>
                        <a:rPr lang="zh-CN" altLang="en-US" i="1">
                          <a:solidFill>
                            <a:srgbClr val="000000"/>
                          </a:solidFill>
                          <a:latin typeface="Cambria Math" panose="02040503050406030204" pitchFamily="18" charset="0"/>
                        </a:rPr>
                        <m:t>)</m:t>
                      </m:r>
                    </m:oMath>
                  </m:oMathPara>
                </a14:m>
                <a:endParaRPr lang="zh-CN" altLang="en-US" dirty="0"/>
              </a:p>
            </p:txBody>
          </p:sp>
        </mc:Choice>
        <mc:Fallback>
          <p:sp>
            <p:nvSpPr>
              <p:cNvPr id="58" name="矩形 57"/>
              <p:cNvSpPr>
                <a:spLocks noRot="1" noChangeAspect="1" noMove="1" noResize="1" noEditPoints="1" noAdjustHandles="1" noChangeArrowheads="1" noChangeShapeType="1" noTextEdit="1"/>
              </p:cNvSpPr>
              <p:nvPr/>
            </p:nvSpPr>
            <p:spPr>
              <a:xfrm>
                <a:off x="6439701" y="3816288"/>
                <a:ext cx="643125" cy="369332"/>
              </a:xfrm>
              <a:prstGeom prst="rect">
                <a:avLst/>
              </a:prstGeom>
              <a:blipFill rotWithShape="1">
                <a:blip r:embed="rId5"/>
                <a:stretch>
                  <a:fillRect l="-26" t="-155" r="6" b="91"/>
                </a:stretch>
              </a:blipFill>
            </p:spPr>
            <p:txBody>
              <a:bodyPr/>
              <a:lstStyle/>
              <a:p>
                <a:r>
                  <a:rPr lang="zh-CN" altLang="en-US">
                    <a:noFill/>
                  </a:rPr>
                  <a:t> </a:t>
                </a:r>
              </a:p>
            </p:txBody>
          </p:sp>
        </mc:Fallback>
      </mc:AlternateContent>
      <p:cxnSp>
        <p:nvCxnSpPr>
          <p:cNvPr id="59" name="直接箭头连接符 58"/>
          <p:cNvCxnSpPr/>
          <p:nvPr/>
        </p:nvCxnSpPr>
        <p:spPr bwMode="auto">
          <a:xfrm>
            <a:off x="6331871" y="4239203"/>
            <a:ext cx="762606" cy="0"/>
          </a:xfrm>
          <a:prstGeom prst="straightConnector1">
            <a:avLst/>
          </a:prstGeom>
          <a:ln w="28575">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2" name="墨迹 1"/>
          <p:cNvSpPr/>
          <p:nvPr/>
        </p:nvSpPr>
        <p:spPr bwMode="auto">
          <a:xfrm>
            <a:off x="2411640" y="2405880"/>
            <a:ext cx="3995280" cy="956880"/>
          </a:xfrm>
        </p:spPr>
      </p:sp>
    </p:spTree>
    <p:custDataLst>
      <p:tags r:id="rId8"/>
    </p:custDataLst>
  </p:cSld>
  <p:clrMapOvr>
    <a:masterClrMapping/>
  </p:clrMapOvr>
  <mc:AlternateContent xmlns:mc="http://schemas.openxmlformats.org/markup-compatibility/2006">
    <mc:Choice xmlns:p14="http://schemas.microsoft.com/office/powerpoint/2010/main" Requires="p14">
      <p:transition spd="slow" p14:dur="2000" advTm="79626"/>
    </mc:Choice>
    <mc:Fallback>
      <p:transition spd="slow" advTm="79626"/>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nodeType="withEffect">
                                  <p:stCondLst>
                                    <p:cond delay="0"/>
                                  </p:stCondLst>
                                  <p:childTnLst>
                                    <p:set>
                                      <p:cBhvr>
                                        <p:cTn id="6" dur="1" fill="hold">
                                          <p:stCondLst>
                                            <p:cond delay="0"/>
                                          </p:stCondLst>
                                        </p:cTn>
                                        <p:tgtEl>
                                          <p:spTgt spid="2"/>
                                        </p:tgtEl>
                                        <p:attrNameLst>
                                          <p:attrName>style.visibility</p:attrName>
                                        </p:attrNameLst>
                                      </p:cBhvr>
                                      <p:to>
                                        <p:strVal val="visible"/>
                                      </p:to>
                                    </p:set>
                                    <p:cmd type="call" cmd="playFrom(0.0)">
                                      <p:cBhvr>
                                        <p:cTn id="7" dur="1" fill="hold"/>
                                        <p:tgtEl>
                                          <p:spTgt spid="2"/>
                                        </p:tgtEl>
                                      </p:cBhvr>
                                    </p:cmd>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78850">
                                            <p:txEl>
                                              <p:pRg st="0" end="0"/>
                                            </p:txEl>
                                          </p:spTgt>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78850">
                                            <p:txEl>
                                              <p:pRg st="1" end="1"/>
                                            </p:txEl>
                                          </p:spTgt>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0" nodeType="clickEffect">
                                  <p:stCondLst>
                                    <p:cond delay="0"/>
                                  </p:stCondLst>
                                  <p:childTnLst>
                                    <p:set>
                                      <p:cBhvr>
                                        <p:cTn id="19" dur="1" fill="hold">
                                          <p:stCondLst>
                                            <p:cond delay="0"/>
                                          </p:stCondLst>
                                        </p:cTn>
                                        <p:tgtEl>
                                          <p:spTgt spid="78852"/>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42" presetClass="entr" presetSubtype="0" fill="hold" grpId="0" nodeType="clickEffect">
                                  <p:stCondLst>
                                    <p:cond delay="0"/>
                                  </p:stCondLst>
                                  <p:childTnLst>
                                    <p:set>
                                      <p:cBhvr>
                                        <p:cTn id="23" dur="1" fill="hold">
                                          <p:stCondLst>
                                            <p:cond delay="0"/>
                                          </p:stCondLst>
                                        </p:cTn>
                                        <p:tgtEl>
                                          <p:spTgt spid="78853"/>
                                        </p:tgtEl>
                                        <p:attrNameLst>
                                          <p:attrName>style.visibility</p:attrName>
                                        </p:attrNameLst>
                                      </p:cBhvr>
                                      <p:to>
                                        <p:strVal val="visible"/>
                                      </p:to>
                                    </p:set>
                                    <p:animEffect transition="in" filter="fade">
                                      <p:cBhvr>
                                        <p:cTn id="24" dur="1000"/>
                                        <p:tgtEl>
                                          <p:spTgt spid="78853"/>
                                        </p:tgtEl>
                                      </p:cBhvr>
                                    </p:animEffect>
                                    <p:anim calcmode="lin" valueType="num">
                                      <p:cBhvr>
                                        <p:cTn id="25" dur="1000" fill="hold"/>
                                        <p:tgtEl>
                                          <p:spTgt spid="78853"/>
                                        </p:tgtEl>
                                        <p:attrNameLst>
                                          <p:attrName>ppt_x</p:attrName>
                                        </p:attrNameLst>
                                      </p:cBhvr>
                                      <p:tavLst>
                                        <p:tav tm="0">
                                          <p:val>
                                            <p:strVal val="#ppt_x"/>
                                          </p:val>
                                        </p:tav>
                                        <p:tav tm="100000">
                                          <p:val>
                                            <p:strVal val="#ppt_x"/>
                                          </p:val>
                                        </p:tav>
                                      </p:tavLst>
                                    </p:anim>
                                    <p:anim calcmode="lin" valueType="num">
                                      <p:cBhvr>
                                        <p:cTn id="26" dur="1000" fill="hold"/>
                                        <p:tgtEl>
                                          <p:spTgt spid="78853"/>
                                        </p:tgtEl>
                                        <p:attrNameLst>
                                          <p:attrName>ppt_y</p:attrName>
                                        </p:attrNameLst>
                                      </p:cBhvr>
                                      <p:tavLst>
                                        <p:tav tm="0">
                                          <p:val>
                                            <p:strVal val="#ppt_y+.1"/>
                                          </p:val>
                                        </p:tav>
                                        <p:tav tm="100000">
                                          <p:val>
                                            <p:strVal val="#ppt_y"/>
                                          </p:val>
                                        </p:tav>
                                      </p:tavLst>
                                    </p:anim>
                                  </p:childTnLst>
                                </p:cTn>
                              </p:par>
                              <p:par>
                                <p:cTn id="27" presetID="42" presetClass="entr" presetSubtype="0" fill="hold" grpId="0" nodeType="withEffect">
                                  <p:stCondLst>
                                    <p:cond delay="0"/>
                                  </p:stCondLst>
                                  <p:childTnLst>
                                    <p:set>
                                      <p:cBhvr>
                                        <p:cTn id="28" dur="1" fill="hold">
                                          <p:stCondLst>
                                            <p:cond delay="0"/>
                                          </p:stCondLst>
                                        </p:cTn>
                                        <p:tgtEl>
                                          <p:spTgt spid="78854"/>
                                        </p:tgtEl>
                                        <p:attrNameLst>
                                          <p:attrName>style.visibility</p:attrName>
                                        </p:attrNameLst>
                                      </p:cBhvr>
                                      <p:to>
                                        <p:strVal val="visible"/>
                                      </p:to>
                                    </p:set>
                                    <p:animEffect transition="in" filter="fade">
                                      <p:cBhvr>
                                        <p:cTn id="29" dur="1000"/>
                                        <p:tgtEl>
                                          <p:spTgt spid="78854"/>
                                        </p:tgtEl>
                                      </p:cBhvr>
                                    </p:animEffect>
                                    <p:anim calcmode="lin" valueType="num">
                                      <p:cBhvr>
                                        <p:cTn id="30" dur="1000" fill="hold"/>
                                        <p:tgtEl>
                                          <p:spTgt spid="78854"/>
                                        </p:tgtEl>
                                        <p:attrNameLst>
                                          <p:attrName>ppt_x</p:attrName>
                                        </p:attrNameLst>
                                      </p:cBhvr>
                                      <p:tavLst>
                                        <p:tav tm="0">
                                          <p:val>
                                            <p:strVal val="#ppt_x"/>
                                          </p:val>
                                        </p:tav>
                                        <p:tav tm="100000">
                                          <p:val>
                                            <p:strVal val="#ppt_x"/>
                                          </p:val>
                                        </p:tav>
                                      </p:tavLst>
                                    </p:anim>
                                    <p:anim calcmode="lin" valueType="num">
                                      <p:cBhvr>
                                        <p:cTn id="31" dur="1000" fill="hold"/>
                                        <p:tgtEl>
                                          <p:spTgt spid="78854"/>
                                        </p:tgtEl>
                                        <p:attrNameLst>
                                          <p:attrName>ppt_y</p:attrName>
                                        </p:attrNameLst>
                                      </p:cBhvr>
                                      <p:tavLst>
                                        <p:tav tm="0">
                                          <p:val>
                                            <p:strVal val="#ppt_y+.1"/>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grpId="0" nodeType="clickEffect">
                                  <p:stCondLst>
                                    <p:cond delay="0"/>
                                  </p:stCondLst>
                                  <p:childTnLst>
                                    <p:set>
                                      <p:cBhvr>
                                        <p:cTn id="35" dur="1" fill="hold">
                                          <p:stCondLst>
                                            <p:cond delay="0"/>
                                          </p:stCondLst>
                                        </p:cTn>
                                        <p:tgtEl>
                                          <p:spTgt spid="36"/>
                                        </p:tgtEl>
                                        <p:attrNameLst>
                                          <p:attrName>style.visibility</p:attrName>
                                        </p:attrNameLst>
                                      </p:cBhvr>
                                      <p:to>
                                        <p:strVal val="visible"/>
                                      </p:to>
                                    </p:set>
                                  </p:childTnLst>
                                </p:cTn>
                              </p:par>
                              <p:par>
                                <p:cTn id="36" presetID="1" presetClass="entr" presetSubtype="0" fill="hold" grpId="0" nodeType="withEffect">
                                  <p:stCondLst>
                                    <p:cond delay="0"/>
                                  </p:stCondLst>
                                  <p:childTnLst>
                                    <p:set>
                                      <p:cBhvr>
                                        <p:cTn id="37" dur="1" fill="hold">
                                          <p:stCondLst>
                                            <p:cond delay="0"/>
                                          </p:stCondLst>
                                        </p:cTn>
                                        <p:tgtEl>
                                          <p:spTgt spid="37"/>
                                        </p:tgtEl>
                                        <p:attrNameLst>
                                          <p:attrName>style.visibility</p:attrName>
                                        </p:attrNameLst>
                                      </p:cBhvr>
                                      <p:to>
                                        <p:strVal val="visible"/>
                                      </p:to>
                                    </p:set>
                                  </p:childTnLst>
                                </p:cTn>
                              </p:par>
                              <p:par>
                                <p:cTn id="38" presetID="1" presetClass="entr" presetSubtype="0" fill="hold" grpId="0" nodeType="withEffect">
                                  <p:stCondLst>
                                    <p:cond delay="0"/>
                                  </p:stCondLst>
                                  <p:childTnLst>
                                    <p:set>
                                      <p:cBhvr>
                                        <p:cTn id="39" dur="1" fill="hold">
                                          <p:stCondLst>
                                            <p:cond delay="0"/>
                                          </p:stCondLst>
                                        </p:cTn>
                                        <p:tgtEl>
                                          <p:spTgt spid="38"/>
                                        </p:tgtEl>
                                        <p:attrNameLst>
                                          <p:attrName>style.visibility</p:attrName>
                                        </p:attrNameLst>
                                      </p:cBhvr>
                                      <p:to>
                                        <p:strVal val="visible"/>
                                      </p:to>
                                    </p:set>
                                  </p:childTnLst>
                                </p:cTn>
                              </p:par>
                            </p:childTnLst>
                          </p:cTn>
                        </p:par>
                      </p:childTnLst>
                    </p:cTn>
                  </p:par>
                  <p:par>
                    <p:cTn id="40" fill="hold">
                      <p:stCondLst>
                        <p:cond delay="indefinite"/>
                      </p:stCondLst>
                      <p:childTnLst>
                        <p:par>
                          <p:cTn id="41" fill="hold">
                            <p:stCondLst>
                              <p:cond delay="0"/>
                            </p:stCondLst>
                            <p:childTnLst>
                              <p:par>
                                <p:cTn id="42" presetID="2" presetClass="entr" presetSubtype="4" fill="hold" grpId="0" nodeType="clickEffect">
                                  <p:stCondLst>
                                    <p:cond delay="0"/>
                                  </p:stCondLst>
                                  <p:childTnLst>
                                    <p:set>
                                      <p:cBhvr>
                                        <p:cTn id="43" dur="1" fill="hold">
                                          <p:stCondLst>
                                            <p:cond delay="0"/>
                                          </p:stCondLst>
                                        </p:cTn>
                                        <p:tgtEl>
                                          <p:spTgt spid="39"/>
                                        </p:tgtEl>
                                        <p:attrNameLst>
                                          <p:attrName>style.visibility</p:attrName>
                                        </p:attrNameLst>
                                      </p:cBhvr>
                                      <p:to>
                                        <p:strVal val="visible"/>
                                      </p:to>
                                    </p:set>
                                    <p:anim calcmode="lin" valueType="num">
                                      <p:cBhvr additive="base">
                                        <p:cTn id="44" dur="500" fill="hold"/>
                                        <p:tgtEl>
                                          <p:spTgt spid="39"/>
                                        </p:tgtEl>
                                        <p:attrNameLst>
                                          <p:attrName>ppt_x</p:attrName>
                                        </p:attrNameLst>
                                      </p:cBhvr>
                                      <p:tavLst>
                                        <p:tav tm="0">
                                          <p:val>
                                            <p:strVal val="#ppt_x"/>
                                          </p:val>
                                        </p:tav>
                                        <p:tav tm="100000">
                                          <p:val>
                                            <p:strVal val="#ppt_x"/>
                                          </p:val>
                                        </p:tav>
                                      </p:tavLst>
                                    </p:anim>
                                    <p:anim calcmode="lin" valueType="num">
                                      <p:cBhvr additive="base">
                                        <p:cTn id="45" dur="500" fill="hold"/>
                                        <p:tgtEl>
                                          <p:spTgt spid="39"/>
                                        </p:tgtEl>
                                        <p:attrNameLst>
                                          <p:attrName>ppt_y</p:attrName>
                                        </p:attrNameLst>
                                      </p:cBhvr>
                                      <p:tavLst>
                                        <p:tav tm="0">
                                          <p:val>
                                            <p:strVal val="1+#ppt_h/2"/>
                                          </p:val>
                                        </p:tav>
                                        <p:tav tm="100000">
                                          <p:val>
                                            <p:strVal val="#ppt_y"/>
                                          </p:val>
                                        </p:tav>
                                      </p:tavLst>
                                    </p:anim>
                                  </p:childTnLst>
                                </p:cTn>
                              </p:par>
                              <p:par>
                                <p:cTn id="46" presetID="2" presetClass="entr" presetSubtype="4" fill="hold" grpId="0" nodeType="withEffect">
                                  <p:stCondLst>
                                    <p:cond delay="0"/>
                                  </p:stCondLst>
                                  <p:childTnLst>
                                    <p:set>
                                      <p:cBhvr>
                                        <p:cTn id="47" dur="1" fill="hold">
                                          <p:stCondLst>
                                            <p:cond delay="0"/>
                                          </p:stCondLst>
                                        </p:cTn>
                                        <p:tgtEl>
                                          <p:spTgt spid="40"/>
                                        </p:tgtEl>
                                        <p:attrNameLst>
                                          <p:attrName>style.visibility</p:attrName>
                                        </p:attrNameLst>
                                      </p:cBhvr>
                                      <p:to>
                                        <p:strVal val="visible"/>
                                      </p:to>
                                    </p:set>
                                    <p:anim calcmode="lin" valueType="num">
                                      <p:cBhvr additive="base">
                                        <p:cTn id="48" dur="500" fill="hold"/>
                                        <p:tgtEl>
                                          <p:spTgt spid="40"/>
                                        </p:tgtEl>
                                        <p:attrNameLst>
                                          <p:attrName>ppt_x</p:attrName>
                                        </p:attrNameLst>
                                      </p:cBhvr>
                                      <p:tavLst>
                                        <p:tav tm="0">
                                          <p:val>
                                            <p:strVal val="#ppt_x"/>
                                          </p:val>
                                        </p:tav>
                                        <p:tav tm="100000">
                                          <p:val>
                                            <p:strVal val="#ppt_x"/>
                                          </p:val>
                                        </p:tav>
                                      </p:tavLst>
                                    </p:anim>
                                    <p:anim calcmode="lin" valueType="num">
                                      <p:cBhvr additive="base">
                                        <p:cTn id="49" dur="500" fill="hold"/>
                                        <p:tgtEl>
                                          <p:spTgt spid="40"/>
                                        </p:tgtEl>
                                        <p:attrNameLst>
                                          <p:attrName>ppt_y</p:attrName>
                                        </p:attrNameLst>
                                      </p:cBhvr>
                                      <p:tavLst>
                                        <p:tav tm="0">
                                          <p:val>
                                            <p:strVal val="1+#ppt_h/2"/>
                                          </p:val>
                                        </p:tav>
                                        <p:tav tm="100000">
                                          <p:val>
                                            <p:strVal val="#ppt_y"/>
                                          </p:val>
                                        </p:tav>
                                      </p:tavLst>
                                    </p:anim>
                                  </p:childTnLst>
                                </p:cTn>
                              </p:par>
                              <p:par>
                                <p:cTn id="50" presetID="2" presetClass="entr" presetSubtype="4" fill="hold" grpId="0" nodeType="withEffect">
                                  <p:stCondLst>
                                    <p:cond delay="0"/>
                                  </p:stCondLst>
                                  <p:childTnLst>
                                    <p:set>
                                      <p:cBhvr>
                                        <p:cTn id="51" dur="1" fill="hold">
                                          <p:stCondLst>
                                            <p:cond delay="0"/>
                                          </p:stCondLst>
                                        </p:cTn>
                                        <p:tgtEl>
                                          <p:spTgt spid="41"/>
                                        </p:tgtEl>
                                        <p:attrNameLst>
                                          <p:attrName>style.visibility</p:attrName>
                                        </p:attrNameLst>
                                      </p:cBhvr>
                                      <p:to>
                                        <p:strVal val="visible"/>
                                      </p:to>
                                    </p:set>
                                    <p:anim calcmode="lin" valueType="num">
                                      <p:cBhvr additive="base">
                                        <p:cTn id="52" dur="500" fill="hold"/>
                                        <p:tgtEl>
                                          <p:spTgt spid="41"/>
                                        </p:tgtEl>
                                        <p:attrNameLst>
                                          <p:attrName>ppt_x</p:attrName>
                                        </p:attrNameLst>
                                      </p:cBhvr>
                                      <p:tavLst>
                                        <p:tav tm="0">
                                          <p:val>
                                            <p:strVal val="#ppt_x"/>
                                          </p:val>
                                        </p:tav>
                                        <p:tav tm="100000">
                                          <p:val>
                                            <p:strVal val="#ppt_x"/>
                                          </p:val>
                                        </p:tav>
                                      </p:tavLst>
                                    </p:anim>
                                    <p:anim calcmode="lin" valueType="num">
                                      <p:cBhvr additive="base">
                                        <p:cTn id="53" dur="500" fill="hold"/>
                                        <p:tgtEl>
                                          <p:spTgt spid="41"/>
                                        </p:tgtEl>
                                        <p:attrNameLst>
                                          <p:attrName>ppt_y</p:attrName>
                                        </p:attrNameLst>
                                      </p:cBhvr>
                                      <p:tavLst>
                                        <p:tav tm="0">
                                          <p:val>
                                            <p:strVal val="1+#ppt_h/2"/>
                                          </p:val>
                                        </p:tav>
                                        <p:tav tm="100000">
                                          <p:val>
                                            <p:strVal val="#ppt_y"/>
                                          </p:val>
                                        </p:tav>
                                      </p:tavLst>
                                    </p:anim>
                                  </p:childTnLst>
                                </p:cTn>
                              </p:par>
                              <p:par>
                                <p:cTn id="54" presetID="2" presetClass="entr" presetSubtype="4" fill="hold" nodeType="withEffect">
                                  <p:stCondLst>
                                    <p:cond delay="0"/>
                                  </p:stCondLst>
                                  <p:childTnLst>
                                    <p:set>
                                      <p:cBhvr>
                                        <p:cTn id="55" dur="1" fill="hold">
                                          <p:stCondLst>
                                            <p:cond delay="0"/>
                                          </p:stCondLst>
                                        </p:cTn>
                                        <p:tgtEl>
                                          <p:spTgt spid="42"/>
                                        </p:tgtEl>
                                        <p:attrNameLst>
                                          <p:attrName>style.visibility</p:attrName>
                                        </p:attrNameLst>
                                      </p:cBhvr>
                                      <p:to>
                                        <p:strVal val="visible"/>
                                      </p:to>
                                    </p:set>
                                    <p:anim calcmode="lin" valueType="num">
                                      <p:cBhvr additive="base">
                                        <p:cTn id="56" dur="500" fill="hold"/>
                                        <p:tgtEl>
                                          <p:spTgt spid="42"/>
                                        </p:tgtEl>
                                        <p:attrNameLst>
                                          <p:attrName>ppt_x</p:attrName>
                                        </p:attrNameLst>
                                      </p:cBhvr>
                                      <p:tavLst>
                                        <p:tav tm="0">
                                          <p:val>
                                            <p:strVal val="#ppt_x"/>
                                          </p:val>
                                        </p:tav>
                                        <p:tav tm="100000">
                                          <p:val>
                                            <p:strVal val="#ppt_x"/>
                                          </p:val>
                                        </p:tav>
                                      </p:tavLst>
                                    </p:anim>
                                    <p:anim calcmode="lin" valueType="num">
                                      <p:cBhvr additive="base">
                                        <p:cTn id="57" dur="500" fill="hold"/>
                                        <p:tgtEl>
                                          <p:spTgt spid="42"/>
                                        </p:tgtEl>
                                        <p:attrNameLst>
                                          <p:attrName>ppt_y</p:attrName>
                                        </p:attrNameLst>
                                      </p:cBhvr>
                                      <p:tavLst>
                                        <p:tav tm="0">
                                          <p:val>
                                            <p:strVal val="1+#ppt_h/2"/>
                                          </p:val>
                                        </p:tav>
                                        <p:tav tm="100000">
                                          <p:val>
                                            <p:strVal val="#ppt_y"/>
                                          </p:val>
                                        </p:tav>
                                      </p:tavLst>
                                    </p:anim>
                                  </p:childTnLst>
                                </p:cTn>
                              </p:par>
                              <p:par>
                                <p:cTn id="58" presetID="2" presetClass="entr" presetSubtype="4" fill="hold" nodeType="withEffect">
                                  <p:stCondLst>
                                    <p:cond delay="0"/>
                                  </p:stCondLst>
                                  <p:childTnLst>
                                    <p:set>
                                      <p:cBhvr>
                                        <p:cTn id="59" dur="1" fill="hold">
                                          <p:stCondLst>
                                            <p:cond delay="0"/>
                                          </p:stCondLst>
                                        </p:cTn>
                                        <p:tgtEl>
                                          <p:spTgt spid="45"/>
                                        </p:tgtEl>
                                        <p:attrNameLst>
                                          <p:attrName>style.visibility</p:attrName>
                                        </p:attrNameLst>
                                      </p:cBhvr>
                                      <p:to>
                                        <p:strVal val="visible"/>
                                      </p:to>
                                    </p:set>
                                    <p:anim calcmode="lin" valueType="num">
                                      <p:cBhvr additive="base">
                                        <p:cTn id="60" dur="500" fill="hold"/>
                                        <p:tgtEl>
                                          <p:spTgt spid="45"/>
                                        </p:tgtEl>
                                        <p:attrNameLst>
                                          <p:attrName>ppt_x</p:attrName>
                                        </p:attrNameLst>
                                      </p:cBhvr>
                                      <p:tavLst>
                                        <p:tav tm="0">
                                          <p:val>
                                            <p:strVal val="#ppt_x"/>
                                          </p:val>
                                        </p:tav>
                                        <p:tav tm="100000">
                                          <p:val>
                                            <p:strVal val="#ppt_x"/>
                                          </p:val>
                                        </p:tav>
                                      </p:tavLst>
                                    </p:anim>
                                    <p:anim calcmode="lin" valueType="num">
                                      <p:cBhvr additive="base">
                                        <p:cTn id="61" dur="500" fill="hold"/>
                                        <p:tgtEl>
                                          <p:spTgt spid="45"/>
                                        </p:tgtEl>
                                        <p:attrNameLst>
                                          <p:attrName>ppt_y</p:attrName>
                                        </p:attrNameLst>
                                      </p:cBhvr>
                                      <p:tavLst>
                                        <p:tav tm="0">
                                          <p:val>
                                            <p:strVal val="1+#ppt_h/2"/>
                                          </p:val>
                                        </p:tav>
                                        <p:tav tm="100000">
                                          <p:val>
                                            <p:strVal val="#ppt_y"/>
                                          </p:val>
                                        </p:tav>
                                      </p:tavLst>
                                    </p:anim>
                                  </p:childTnLst>
                                </p:cTn>
                              </p:par>
                              <p:par>
                                <p:cTn id="62" presetID="2" presetClass="entr" presetSubtype="4" fill="hold" nodeType="withEffect">
                                  <p:stCondLst>
                                    <p:cond delay="0"/>
                                  </p:stCondLst>
                                  <p:childTnLst>
                                    <p:set>
                                      <p:cBhvr>
                                        <p:cTn id="63" dur="1" fill="hold">
                                          <p:stCondLst>
                                            <p:cond delay="0"/>
                                          </p:stCondLst>
                                        </p:cTn>
                                        <p:tgtEl>
                                          <p:spTgt spid="46"/>
                                        </p:tgtEl>
                                        <p:attrNameLst>
                                          <p:attrName>style.visibility</p:attrName>
                                        </p:attrNameLst>
                                      </p:cBhvr>
                                      <p:to>
                                        <p:strVal val="visible"/>
                                      </p:to>
                                    </p:set>
                                    <p:anim calcmode="lin" valueType="num">
                                      <p:cBhvr additive="base">
                                        <p:cTn id="64" dur="500" fill="hold"/>
                                        <p:tgtEl>
                                          <p:spTgt spid="46"/>
                                        </p:tgtEl>
                                        <p:attrNameLst>
                                          <p:attrName>ppt_x</p:attrName>
                                        </p:attrNameLst>
                                      </p:cBhvr>
                                      <p:tavLst>
                                        <p:tav tm="0">
                                          <p:val>
                                            <p:strVal val="#ppt_x"/>
                                          </p:val>
                                        </p:tav>
                                        <p:tav tm="100000">
                                          <p:val>
                                            <p:strVal val="#ppt_x"/>
                                          </p:val>
                                        </p:tav>
                                      </p:tavLst>
                                    </p:anim>
                                    <p:anim calcmode="lin" valueType="num">
                                      <p:cBhvr additive="base">
                                        <p:cTn id="65" dur="500" fill="hold"/>
                                        <p:tgtEl>
                                          <p:spTgt spid="46"/>
                                        </p:tgtEl>
                                        <p:attrNameLst>
                                          <p:attrName>ppt_y</p:attrName>
                                        </p:attrNameLst>
                                      </p:cBhvr>
                                      <p:tavLst>
                                        <p:tav tm="0">
                                          <p:val>
                                            <p:strVal val="1+#ppt_h/2"/>
                                          </p:val>
                                        </p:tav>
                                        <p:tav tm="100000">
                                          <p:val>
                                            <p:strVal val="#ppt_y"/>
                                          </p:val>
                                        </p:tav>
                                      </p:tavLst>
                                    </p:anim>
                                  </p:childTnLst>
                                </p:cTn>
                              </p:par>
                            </p:childTnLst>
                          </p:cTn>
                        </p:par>
                      </p:childTnLst>
                    </p:cTn>
                  </p:par>
                  <p:par>
                    <p:cTn id="66" fill="hold">
                      <p:stCondLst>
                        <p:cond delay="indefinite"/>
                      </p:stCondLst>
                      <p:childTnLst>
                        <p:par>
                          <p:cTn id="67" fill="hold">
                            <p:stCondLst>
                              <p:cond delay="0"/>
                            </p:stCondLst>
                            <p:childTnLst>
                              <p:par>
                                <p:cTn id="68" presetID="42" presetClass="entr" presetSubtype="0" fill="hold" grpId="0" nodeType="clickEffect">
                                  <p:stCondLst>
                                    <p:cond delay="0"/>
                                  </p:stCondLst>
                                  <p:childTnLst>
                                    <p:set>
                                      <p:cBhvr>
                                        <p:cTn id="69" dur="1" fill="hold">
                                          <p:stCondLst>
                                            <p:cond delay="0"/>
                                          </p:stCondLst>
                                        </p:cTn>
                                        <p:tgtEl>
                                          <p:spTgt spid="47"/>
                                        </p:tgtEl>
                                        <p:attrNameLst>
                                          <p:attrName>style.visibility</p:attrName>
                                        </p:attrNameLst>
                                      </p:cBhvr>
                                      <p:to>
                                        <p:strVal val="visible"/>
                                      </p:to>
                                    </p:set>
                                    <p:animEffect transition="in" filter="fade">
                                      <p:cBhvr>
                                        <p:cTn id="70" dur="1000"/>
                                        <p:tgtEl>
                                          <p:spTgt spid="47"/>
                                        </p:tgtEl>
                                      </p:cBhvr>
                                    </p:animEffect>
                                    <p:anim calcmode="lin" valueType="num">
                                      <p:cBhvr>
                                        <p:cTn id="71" dur="1000" fill="hold"/>
                                        <p:tgtEl>
                                          <p:spTgt spid="47"/>
                                        </p:tgtEl>
                                        <p:attrNameLst>
                                          <p:attrName>ppt_x</p:attrName>
                                        </p:attrNameLst>
                                      </p:cBhvr>
                                      <p:tavLst>
                                        <p:tav tm="0">
                                          <p:val>
                                            <p:strVal val="#ppt_x"/>
                                          </p:val>
                                        </p:tav>
                                        <p:tav tm="100000">
                                          <p:val>
                                            <p:strVal val="#ppt_x"/>
                                          </p:val>
                                        </p:tav>
                                      </p:tavLst>
                                    </p:anim>
                                    <p:anim calcmode="lin" valueType="num">
                                      <p:cBhvr>
                                        <p:cTn id="72" dur="1000" fill="hold"/>
                                        <p:tgtEl>
                                          <p:spTgt spid="47"/>
                                        </p:tgtEl>
                                        <p:attrNameLst>
                                          <p:attrName>ppt_y</p:attrName>
                                        </p:attrNameLst>
                                      </p:cBhvr>
                                      <p:tavLst>
                                        <p:tav tm="0">
                                          <p:val>
                                            <p:strVal val="#ppt_y+.1"/>
                                          </p:val>
                                        </p:tav>
                                        <p:tav tm="100000">
                                          <p:val>
                                            <p:strVal val="#ppt_y"/>
                                          </p:val>
                                        </p:tav>
                                      </p:tavLst>
                                    </p:anim>
                                  </p:childTnLst>
                                </p:cTn>
                              </p:par>
                              <p:par>
                                <p:cTn id="73" presetID="42" presetClass="entr" presetSubtype="0" fill="hold" grpId="0" nodeType="withEffect">
                                  <p:stCondLst>
                                    <p:cond delay="0"/>
                                  </p:stCondLst>
                                  <p:childTnLst>
                                    <p:set>
                                      <p:cBhvr>
                                        <p:cTn id="74" dur="1" fill="hold">
                                          <p:stCondLst>
                                            <p:cond delay="0"/>
                                          </p:stCondLst>
                                        </p:cTn>
                                        <p:tgtEl>
                                          <p:spTgt spid="48"/>
                                        </p:tgtEl>
                                        <p:attrNameLst>
                                          <p:attrName>style.visibility</p:attrName>
                                        </p:attrNameLst>
                                      </p:cBhvr>
                                      <p:to>
                                        <p:strVal val="visible"/>
                                      </p:to>
                                    </p:set>
                                    <p:animEffect transition="in" filter="fade">
                                      <p:cBhvr>
                                        <p:cTn id="75" dur="1000"/>
                                        <p:tgtEl>
                                          <p:spTgt spid="48"/>
                                        </p:tgtEl>
                                      </p:cBhvr>
                                    </p:animEffect>
                                    <p:anim calcmode="lin" valueType="num">
                                      <p:cBhvr>
                                        <p:cTn id="76" dur="1000" fill="hold"/>
                                        <p:tgtEl>
                                          <p:spTgt spid="48"/>
                                        </p:tgtEl>
                                        <p:attrNameLst>
                                          <p:attrName>ppt_x</p:attrName>
                                        </p:attrNameLst>
                                      </p:cBhvr>
                                      <p:tavLst>
                                        <p:tav tm="0">
                                          <p:val>
                                            <p:strVal val="#ppt_x"/>
                                          </p:val>
                                        </p:tav>
                                        <p:tav tm="100000">
                                          <p:val>
                                            <p:strVal val="#ppt_x"/>
                                          </p:val>
                                        </p:tav>
                                      </p:tavLst>
                                    </p:anim>
                                    <p:anim calcmode="lin" valueType="num">
                                      <p:cBhvr>
                                        <p:cTn id="77" dur="1000" fill="hold"/>
                                        <p:tgtEl>
                                          <p:spTgt spid="48"/>
                                        </p:tgtEl>
                                        <p:attrNameLst>
                                          <p:attrName>ppt_y</p:attrName>
                                        </p:attrNameLst>
                                      </p:cBhvr>
                                      <p:tavLst>
                                        <p:tav tm="0">
                                          <p:val>
                                            <p:strVal val="#ppt_y+.1"/>
                                          </p:val>
                                        </p:tav>
                                        <p:tav tm="100000">
                                          <p:val>
                                            <p:strVal val="#ppt_y"/>
                                          </p:val>
                                        </p:tav>
                                      </p:tavLst>
                                    </p:anim>
                                  </p:childTnLst>
                                </p:cTn>
                              </p:par>
                              <p:par>
                                <p:cTn id="78" presetID="42" presetClass="entr" presetSubtype="0" fill="hold" grpId="0" nodeType="withEffect">
                                  <p:stCondLst>
                                    <p:cond delay="0"/>
                                  </p:stCondLst>
                                  <p:childTnLst>
                                    <p:set>
                                      <p:cBhvr>
                                        <p:cTn id="79" dur="1" fill="hold">
                                          <p:stCondLst>
                                            <p:cond delay="0"/>
                                          </p:stCondLst>
                                        </p:cTn>
                                        <p:tgtEl>
                                          <p:spTgt spid="49"/>
                                        </p:tgtEl>
                                        <p:attrNameLst>
                                          <p:attrName>style.visibility</p:attrName>
                                        </p:attrNameLst>
                                      </p:cBhvr>
                                      <p:to>
                                        <p:strVal val="visible"/>
                                      </p:to>
                                    </p:set>
                                    <p:animEffect transition="in" filter="fade">
                                      <p:cBhvr>
                                        <p:cTn id="80" dur="1000"/>
                                        <p:tgtEl>
                                          <p:spTgt spid="49"/>
                                        </p:tgtEl>
                                      </p:cBhvr>
                                    </p:animEffect>
                                    <p:anim calcmode="lin" valueType="num">
                                      <p:cBhvr>
                                        <p:cTn id="81" dur="1000" fill="hold"/>
                                        <p:tgtEl>
                                          <p:spTgt spid="49"/>
                                        </p:tgtEl>
                                        <p:attrNameLst>
                                          <p:attrName>ppt_x</p:attrName>
                                        </p:attrNameLst>
                                      </p:cBhvr>
                                      <p:tavLst>
                                        <p:tav tm="0">
                                          <p:val>
                                            <p:strVal val="#ppt_x"/>
                                          </p:val>
                                        </p:tav>
                                        <p:tav tm="100000">
                                          <p:val>
                                            <p:strVal val="#ppt_x"/>
                                          </p:val>
                                        </p:tav>
                                      </p:tavLst>
                                    </p:anim>
                                    <p:anim calcmode="lin" valueType="num">
                                      <p:cBhvr>
                                        <p:cTn id="82" dur="1000" fill="hold"/>
                                        <p:tgtEl>
                                          <p:spTgt spid="49"/>
                                        </p:tgtEl>
                                        <p:attrNameLst>
                                          <p:attrName>ppt_y</p:attrName>
                                        </p:attrNameLst>
                                      </p:cBhvr>
                                      <p:tavLst>
                                        <p:tav tm="0">
                                          <p:val>
                                            <p:strVal val="#ppt_y+.1"/>
                                          </p:val>
                                        </p:tav>
                                        <p:tav tm="100000">
                                          <p:val>
                                            <p:strVal val="#ppt_y"/>
                                          </p:val>
                                        </p:tav>
                                      </p:tavLst>
                                    </p:anim>
                                  </p:childTnLst>
                                </p:cTn>
                              </p:par>
                              <p:par>
                                <p:cTn id="83" presetID="42" presetClass="entr" presetSubtype="0" fill="hold" grpId="0" nodeType="withEffect">
                                  <p:stCondLst>
                                    <p:cond delay="0"/>
                                  </p:stCondLst>
                                  <p:childTnLst>
                                    <p:set>
                                      <p:cBhvr>
                                        <p:cTn id="84" dur="1" fill="hold">
                                          <p:stCondLst>
                                            <p:cond delay="0"/>
                                          </p:stCondLst>
                                        </p:cTn>
                                        <p:tgtEl>
                                          <p:spTgt spid="50"/>
                                        </p:tgtEl>
                                        <p:attrNameLst>
                                          <p:attrName>style.visibility</p:attrName>
                                        </p:attrNameLst>
                                      </p:cBhvr>
                                      <p:to>
                                        <p:strVal val="visible"/>
                                      </p:to>
                                    </p:set>
                                    <p:animEffect transition="in" filter="fade">
                                      <p:cBhvr>
                                        <p:cTn id="85" dur="1000"/>
                                        <p:tgtEl>
                                          <p:spTgt spid="50"/>
                                        </p:tgtEl>
                                      </p:cBhvr>
                                    </p:animEffect>
                                    <p:anim calcmode="lin" valueType="num">
                                      <p:cBhvr>
                                        <p:cTn id="86" dur="1000" fill="hold"/>
                                        <p:tgtEl>
                                          <p:spTgt spid="50"/>
                                        </p:tgtEl>
                                        <p:attrNameLst>
                                          <p:attrName>ppt_x</p:attrName>
                                        </p:attrNameLst>
                                      </p:cBhvr>
                                      <p:tavLst>
                                        <p:tav tm="0">
                                          <p:val>
                                            <p:strVal val="#ppt_x"/>
                                          </p:val>
                                        </p:tav>
                                        <p:tav tm="100000">
                                          <p:val>
                                            <p:strVal val="#ppt_x"/>
                                          </p:val>
                                        </p:tav>
                                      </p:tavLst>
                                    </p:anim>
                                    <p:anim calcmode="lin" valueType="num">
                                      <p:cBhvr>
                                        <p:cTn id="87" dur="1000" fill="hold"/>
                                        <p:tgtEl>
                                          <p:spTgt spid="50"/>
                                        </p:tgtEl>
                                        <p:attrNameLst>
                                          <p:attrName>ppt_y</p:attrName>
                                        </p:attrNameLst>
                                      </p:cBhvr>
                                      <p:tavLst>
                                        <p:tav tm="0">
                                          <p:val>
                                            <p:strVal val="#ppt_y+.1"/>
                                          </p:val>
                                        </p:tav>
                                        <p:tav tm="100000">
                                          <p:val>
                                            <p:strVal val="#ppt_y"/>
                                          </p:val>
                                        </p:tav>
                                      </p:tavLst>
                                    </p:anim>
                                  </p:childTnLst>
                                </p:cTn>
                              </p:par>
                              <p:par>
                                <p:cTn id="88" presetID="42" presetClass="entr" presetSubtype="0" fill="hold" nodeType="withEffect">
                                  <p:stCondLst>
                                    <p:cond delay="0"/>
                                  </p:stCondLst>
                                  <p:childTnLst>
                                    <p:set>
                                      <p:cBhvr>
                                        <p:cTn id="89" dur="1" fill="hold">
                                          <p:stCondLst>
                                            <p:cond delay="0"/>
                                          </p:stCondLst>
                                        </p:cTn>
                                        <p:tgtEl>
                                          <p:spTgt spid="51"/>
                                        </p:tgtEl>
                                        <p:attrNameLst>
                                          <p:attrName>style.visibility</p:attrName>
                                        </p:attrNameLst>
                                      </p:cBhvr>
                                      <p:to>
                                        <p:strVal val="visible"/>
                                      </p:to>
                                    </p:set>
                                    <p:animEffect transition="in" filter="fade">
                                      <p:cBhvr>
                                        <p:cTn id="90" dur="1000"/>
                                        <p:tgtEl>
                                          <p:spTgt spid="51"/>
                                        </p:tgtEl>
                                      </p:cBhvr>
                                    </p:animEffect>
                                    <p:anim calcmode="lin" valueType="num">
                                      <p:cBhvr>
                                        <p:cTn id="91" dur="1000" fill="hold"/>
                                        <p:tgtEl>
                                          <p:spTgt spid="51"/>
                                        </p:tgtEl>
                                        <p:attrNameLst>
                                          <p:attrName>ppt_x</p:attrName>
                                        </p:attrNameLst>
                                      </p:cBhvr>
                                      <p:tavLst>
                                        <p:tav tm="0">
                                          <p:val>
                                            <p:strVal val="#ppt_x"/>
                                          </p:val>
                                        </p:tav>
                                        <p:tav tm="100000">
                                          <p:val>
                                            <p:strVal val="#ppt_x"/>
                                          </p:val>
                                        </p:tav>
                                      </p:tavLst>
                                    </p:anim>
                                    <p:anim calcmode="lin" valueType="num">
                                      <p:cBhvr>
                                        <p:cTn id="92" dur="1000" fill="hold"/>
                                        <p:tgtEl>
                                          <p:spTgt spid="51"/>
                                        </p:tgtEl>
                                        <p:attrNameLst>
                                          <p:attrName>ppt_y</p:attrName>
                                        </p:attrNameLst>
                                      </p:cBhvr>
                                      <p:tavLst>
                                        <p:tav tm="0">
                                          <p:val>
                                            <p:strVal val="#ppt_y+.1"/>
                                          </p:val>
                                        </p:tav>
                                        <p:tav tm="100000">
                                          <p:val>
                                            <p:strVal val="#ppt_y"/>
                                          </p:val>
                                        </p:tav>
                                      </p:tavLst>
                                    </p:anim>
                                  </p:childTnLst>
                                </p:cTn>
                              </p:par>
                              <p:par>
                                <p:cTn id="93" presetID="42" presetClass="entr" presetSubtype="0" fill="hold" nodeType="withEffect">
                                  <p:stCondLst>
                                    <p:cond delay="0"/>
                                  </p:stCondLst>
                                  <p:childTnLst>
                                    <p:set>
                                      <p:cBhvr>
                                        <p:cTn id="94" dur="1" fill="hold">
                                          <p:stCondLst>
                                            <p:cond delay="0"/>
                                          </p:stCondLst>
                                        </p:cTn>
                                        <p:tgtEl>
                                          <p:spTgt spid="52"/>
                                        </p:tgtEl>
                                        <p:attrNameLst>
                                          <p:attrName>style.visibility</p:attrName>
                                        </p:attrNameLst>
                                      </p:cBhvr>
                                      <p:to>
                                        <p:strVal val="visible"/>
                                      </p:to>
                                    </p:set>
                                    <p:animEffect transition="in" filter="fade">
                                      <p:cBhvr>
                                        <p:cTn id="95" dur="1000"/>
                                        <p:tgtEl>
                                          <p:spTgt spid="52"/>
                                        </p:tgtEl>
                                      </p:cBhvr>
                                    </p:animEffect>
                                    <p:anim calcmode="lin" valueType="num">
                                      <p:cBhvr>
                                        <p:cTn id="96" dur="1000" fill="hold"/>
                                        <p:tgtEl>
                                          <p:spTgt spid="52"/>
                                        </p:tgtEl>
                                        <p:attrNameLst>
                                          <p:attrName>ppt_x</p:attrName>
                                        </p:attrNameLst>
                                      </p:cBhvr>
                                      <p:tavLst>
                                        <p:tav tm="0">
                                          <p:val>
                                            <p:strVal val="#ppt_x"/>
                                          </p:val>
                                        </p:tav>
                                        <p:tav tm="100000">
                                          <p:val>
                                            <p:strVal val="#ppt_x"/>
                                          </p:val>
                                        </p:tav>
                                      </p:tavLst>
                                    </p:anim>
                                    <p:anim calcmode="lin" valueType="num">
                                      <p:cBhvr>
                                        <p:cTn id="97" dur="1000" fill="hold"/>
                                        <p:tgtEl>
                                          <p:spTgt spid="52"/>
                                        </p:tgtEl>
                                        <p:attrNameLst>
                                          <p:attrName>ppt_y</p:attrName>
                                        </p:attrNameLst>
                                      </p:cBhvr>
                                      <p:tavLst>
                                        <p:tav tm="0">
                                          <p:val>
                                            <p:strVal val="#ppt_y+.1"/>
                                          </p:val>
                                        </p:tav>
                                        <p:tav tm="100000">
                                          <p:val>
                                            <p:strVal val="#ppt_y"/>
                                          </p:val>
                                        </p:tav>
                                      </p:tavLst>
                                    </p:anim>
                                  </p:childTnLst>
                                </p:cTn>
                              </p:par>
                            </p:childTnLst>
                          </p:cTn>
                        </p:par>
                        <p:par>
                          <p:cTn id="98" fill="hold">
                            <p:stCondLst>
                              <p:cond delay="1000"/>
                            </p:stCondLst>
                            <p:childTnLst>
                              <p:par>
                                <p:cTn id="99" presetID="42" presetClass="entr" presetSubtype="0" fill="hold" nodeType="afterEffect">
                                  <p:stCondLst>
                                    <p:cond delay="0"/>
                                  </p:stCondLst>
                                  <p:childTnLst>
                                    <p:set>
                                      <p:cBhvr>
                                        <p:cTn id="100" dur="1" fill="hold">
                                          <p:stCondLst>
                                            <p:cond delay="0"/>
                                          </p:stCondLst>
                                        </p:cTn>
                                        <p:tgtEl>
                                          <p:spTgt spid="53"/>
                                        </p:tgtEl>
                                        <p:attrNameLst>
                                          <p:attrName>style.visibility</p:attrName>
                                        </p:attrNameLst>
                                      </p:cBhvr>
                                      <p:to>
                                        <p:strVal val="visible"/>
                                      </p:to>
                                    </p:set>
                                    <p:animEffect transition="in" filter="fade">
                                      <p:cBhvr>
                                        <p:cTn id="101" dur="1000"/>
                                        <p:tgtEl>
                                          <p:spTgt spid="53"/>
                                        </p:tgtEl>
                                      </p:cBhvr>
                                    </p:animEffect>
                                    <p:anim calcmode="lin" valueType="num">
                                      <p:cBhvr>
                                        <p:cTn id="102" dur="1000" fill="hold"/>
                                        <p:tgtEl>
                                          <p:spTgt spid="53"/>
                                        </p:tgtEl>
                                        <p:attrNameLst>
                                          <p:attrName>ppt_x</p:attrName>
                                        </p:attrNameLst>
                                      </p:cBhvr>
                                      <p:tavLst>
                                        <p:tav tm="0">
                                          <p:val>
                                            <p:strVal val="#ppt_x"/>
                                          </p:val>
                                        </p:tav>
                                        <p:tav tm="100000">
                                          <p:val>
                                            <p:strVal val="#ppt_x"/>
                                          </p:val>
                                        </p:tav>
                                      </p:tavLst>
                                    </p:anim>
                                    <p:anim calcmode="lin" valueType="num">
                                      <p:cBhvr>
                                        <p:cTn id="103" dur="1000" fill="hold"/>
                                        <p:tgtEl>
                                          <p:spTgt spid="53"/>
                                        </p:tgtEl>
                                        <p:attrNameLst>
                                          <p:attrName>ppt_y</p:attrName>
                                        </p:attrNameLst>
                                      </p:cBhvr>
                                      <p:tavLst>
                                        <p:tav tm="0">
                                          <p:val>
                                            <p:strVal val="#ppt_y+.1"/>
                                          </p:val>
                                        </p:tav>
                                        <p:tav tm="100000">
                                          <p:val>
                                            <p:strVal val="#ppt_y"/>
                                          </p:val>
                                        </p:tav>
                                      </p:tavLst>
                                    </p:anim>
                                  </p:childTnLst>
                                </p:cTn>
                              </p:par>
                            </p:childTnLst>
                          </p:cTn>
                        </p:par>
                      </p:childTnLst>
                    </p:cTn>
                  </p:par>
                  <p:par>
                    <p:cTn id="104" fill="hold">
                      <p:stCondLst>
                        <p:cond delay="indefinite"/>
                      </p:stCondLst>
                      <p:childTnLst>
                        <p:par>
                          <p:cTn id="105" fill="hold">
                            <p:stCondLst>
                              <p:cond delay="0"/>
                            </p:stCondLst>
                            <p:childTnLst>
                              <p:par>
                                <p:cTn id="106" presetID="16" presetClass="entr" presetSubtype="21" fill="hold" grpId="0" nodeType="clickEffect">
                                  <p:stCondLst>
                                    <p:cond delay="0"/>
                                  </p:stCondLst>
                                  <p:childTnLst>
                                    <p:set>
                                      <p:cBhvr>
                                        <p:cTn id="107" dur="1" fill="hold">
                                          <p:stCondLst>
                                            <p:cond delay="0"/>
                                          </p:stCondLst>
                                        </p:cTn>
                                        <p:tgtEl>
                                          <p:spTgt spid="54"/>
                                        </p:tgtEl>
                                        <p:attrNameLst>
                                          <p:attrName>style.visibility</p:attrName>
                                        </p:attrNameLst>
                                      </p:cBhvr>
                                      <p:to>
                                        <p:strVal val="visible"/>
                                      </p:to>
                                    </p:set>
                                    <p:animEffect transition="in" filter="barn(inVertical)">
                                      <p:cBhvr>
                                        <p:cTn id="108" dur="500"/>
                                        <p:tgtEl>
                                          <p:spTgt spid="54"/>
                                        </p:tgtEl>
                                      </p:cBhvr>
                                    </p:animEffect>
                                  </p:childTnLst>
                                </p:cTn>
                              </p:par>
                              <p:par>
                                <p:cTn id="109" presetID="16" presetClass="entr" presetSubtype="21" fill="hold" grpId="0" nodeType="withEffect">
                                  <p:stCondLst>
                                    <p:cond delay="0"/>
                                  </p:stCondLst>
                                  <p:childTnLst>
                                    <p:set>
                                      <p:cBhvr>
                                        <p:cTn id="110" dur="1" fill="hold">
                                          <p:stCondLst>
                                            <p:cond delay="0"/>
                                          </p:stCondLst>
                                        </p:cTn>
                                        <p:tgtEl>
                                          <p:spTgt spid="55"/>
                                        </p:tgtEl>
                                        <p:attrNameLst>
                                          <p:attrName>style.visibility</p:attrName>
                                        </p:attrNameLst>
                                      </p:cBhvr>
                                      <p:to>
                                        <p:strVal val="visible"/>
                                      </p:to>
                                    </p:set>
                                    <p:animEffect transition="in" filter="barn(inVertical)">
                                      <p:cBhvr>
                                        <p:cTn id="111" dur="500"/>
                                        <p:tgtEl>
                                          <p:spTgt spid="55"/>
                                        </p:tgtEl>
                                      </p:cBhvr>
                                    </p:animEffect>
                                  </p:childTnLst>
                                </p:cTn>
                              </p:par>
                              <p:par>
                                <p:cTn id="112" presetID="16" presetClass="entr" presetSubtype="21" fill="hold" nodeType="withEffect">
                                  <p:stCondLst>
                                    <p:cond delay="0"/>
                                  </p:stCondLst>
                                  <p:childTnLst>
                                    <p:set>
                                      <p:cBhvr>
                                        <p:cTn id="113" dur="1" fill="hold">
                                          <p:stCondLst>
                                            <p:cond delay="0"/>
                                          </p:stCondLst>
                                        </p:cTn>
                                        <p:tgtEl>
                                          <p:spTgt spid="56"/>
                                        </p:tgtEl>
                                        <p:attrNameLst>
                                          <p:attrName>style.visibility</p:attrName>
                                        </p:attrNameLst>
                                      </p:cBhvr>
                                      <p:to>
                                        <p:strVal val="visible"/>
                                      </p:to>
                                    </p:set>
                                    <p:animEffect transition="in" filter="barn(inVertical)">
                                      <p:cBhvr>
                                        <p:cTn id="114" dur="500"/>
                                        <p:tgtEl>
                                          <p:spTgt spid="56"/>
                                        </p:tgtEl>
                                      </p:cBhvr>
                                    </p:animEffect>
                                  </p:childTnLst>
                                </p:cTn>
                              </p:par>
                            </p:childTnLst>
                          </p:cTn>
                        </p:par>
                      </p:childTnLst>
                    </p:cTn>
                  </p:par>
                  <p:par>
                    <p:cTn id="115" fill="hold">
                      <p:stCondLst>
                        <p:cond delay="indefinite"/>
                      </p:stCondLst>
                      <p:childTnLst>
                        <p:par>
                          <p:cTn id="116" fill="hold">
                            <p:stCondLst>
                              <p:cond delay="0"/>
                            </p:stCondLst>
                            <p:childTnLst>
                              <p:par>
                                <p:cTn id="117" presetID="2" presetClass="entr" presetSubtype="4" fill="hold" grpId="0" nodeType="clickEffect">
                                  <p:stCondLst>
                                    <p:cond delay="0"/>
                                  </p:stCondLst>
                                  <p:childTnLst>
                                    <p:set>
                                      <p:cBhvr>
                                        <p:cTn id="118" dur="1" fill="hold">
                                          <p:stCondLst>
                                            <p:cond delay="0"/>
                                          </p:stCondLst>
                                        </p:cTn>
                                        <p:tgtEl>
                                          <p:spTgt spid="57"/>
                                        </p:tgtEl>
                                        <p:attrNameLst>
                                          <p:attrName>style.visibility</p:attrName>
                                        </p:attrNameLst>
                                      </p:cBhvr>
                                      <p:to>
                                        <p:strVal val="visible"/>
                                      </p:to>
                                    </p:set>
                                    <p:anim calcmode="lin" valueType="num">
                                      <p:cBhvr additive="base">
                                        <p:cTn id="119" dur="500" fill="hold"/>
                                        <p:tgtEl>
                                          <p:spTgt spid="57"/>
                                        </p:tgtEl>
                                        <p:attrNameLst>
                                          <p:attrName>ppt_x</p:attrName>
                                        </p:attrNameLst>
                                      </p:cBhvr>
                                      <p:tavLst>
                                        <p:tav tm="0">
                                          <p:val>
                                            <p:strVal val="#ppt_x"/>
                                          </p:val>
                                        </p:tav>
                                        <p:tav tm="100000">
                                          <p:val>
                                            <p:strVal val="#ppt_x"/>
                                          </p:val>
                                        </p:tav>
                                      </p:tavLst>
                                    </p:anim>
                                    <p:anim calcmode="lin" valueType="num">
                                      <p:cBhvr additive="base">
                                        <p:cTn id="120" dur="500" fill="hold"/>
                                        <p:tgtEl>
                                          <p:spTgt spid="57"/>
                                        </p:tgtEl>
                                        <p:attrNameLst>
                                          <p:attrName>ppt_y</p:attrName>
                                        </p:attrNameLst>
                                      </p:cBhvr>
                                      <p:tavLst>
                                        <p:tav tm="0">
                                          <p:val>
                                            <p:strVal val="1+#ppt_h/2"/>
                                          </p:val>
                                        </p:tav>
                                        <p:tav tm="100000">
                                          <p:val>
                                            <p:strVal val="#ppt_y"/>
                                          </p:val>
                                        </p:tav>
                                      </p:tavLst>
                                    </p:anim>
                                  </p:childTnLst>
                                </p:cTn>
                              </p:par>
                              <p:par>
                                <p:cTn id="121" presetID="2" presetClass="entr" presetSubtype="4" fill="hold" grpId="0" nodeType="withEffect">
                                  <p:stCondLst>
                                    <p:cond delay="0"/>
                                  </p:stCondLst>
                                  <p:childTnLst>
                                    <p:set>
                                      <p:cBhvr>
                                        <p:cTn id="122" dur="1" fill="hold">
                                          <p:stCondLst>
                                            <p:cond delay="0"/>
                                          </p:stCondLst>
                                        </p:cTn>
                                        <p:tgtEl>
                                          <p:spTgt spid="58"/>
                                        </p:tgtEl>
                                        <p:attrNameLst>
                                          <p:attrName>style.visibility</p:attrName>
                                        </p:attrNameLst>
                                      </p:cBhvr>
                                      <p:to>
                                        <p:strVal val="visible"/>
                                      </p:to>
                                    </p:set>
                                    <p:anim calcmode="lin" valueType="num">
                                      <p:cBhvr additive="base">
                                        <p:cTn id="123" dur="500" fill="hold"/>
                                        <p:tgtEl>
                                          <p:spTgt spid="58"/>
                                        </p:tgtEl>
                                        <p:attrNameLst>
                                          <p:attrName>ppt_x</p:attrName>
                                        </p:attrNameLst>
                                      </p:cBhvr>
                                      <p:tavLst>
                                        <p:tav tm="0">
                                          <p:val>
                                            <p:strVal val="#ppt_x"/>
                                          </p:val>
                                        </p:tav>
                                        <p:tav tm="100000">
                                          <p:val>
                                            <p:strVal val="#ppt_x"/>
                                          </p:val>
                                        </p:tav>
                                      </p:tavLst>
                                    </p:anim>
                                    <p:anim calcmode="lin" valueType="num">
                                      <p:cBhvr additive="base">
                                        <p:cTn id="124" dur="500" fill="hold"/>
                                        <p:tgtEl>
                                          <p:spTgt spid="58"/>
                                        </p:tgtEl>
                                        <p:attrNameLst>
                                          <p:attrName>ppt_y</p:attrName>
                                        </p:attrNameLst>
                                      </p:cBhvr>
                                      <p:tavLst>
                                        <p:tav tm="0">
                                          <p:val>
                                            <p:strVal val="1+#ppt_h/2"/>
                                          </p:val>
                                        </p:tav>
                                        <p:tav tm="100000">
                                          <p:val>
                                            <p:strVal val="#ppt_y"/>
                                          </p:val>
                                        </p:tav>
                                      </p:tavLst>
                                    </p:anim>
                                  </p:childTnLst>
                                </p:cTn>
                              </p:par>
                              <p:par>
                                <p:cTn id="125" presetID="2" presetClass="entr" presetSubtype="4" fill="hold" nodeType="withEffect">
                                  <p:stCondLst>
                                    <p:cond delay="0"/>
                                  </p:stCondLst>
                                  <p:childTnLst>
                                    <p:set>
                                      <p:cBhvr>
                                        <p:cTn id="126" dur="1" fill="hold">
                                          <p:stCondLst>
                                            <p:cond delay="0"/>
                                          </p:stCondLst>
                                        </p:cTn>
                                        <p:tgtEl>
                                          <p:spTgt spid="59"/>
                                        </p:tgtEl>
                                        <p:attrNameLst>
                                          <p:attrName>style.visibility</p:attrName>
                                        </p:attrNameLst>
                                      </p:cBhvr>
                                      <p:to>
                                        <p:strVal val="visible"/>
                                      </p:to>
                                    </p:set>
                                    <p:anim calcmode="lin" valueType="num">
                                      <p:cBhvr additive="base">
                                        <p:cTn id="127" dur="500" fill="hold"/>
                                        <p:tgtEl>
                                          <p:spTgt spid="59"/>
                                        </p:tgtEl>
                                        <p:attrNameLst>
                                          <p:attrName>ppt_x</p:attrName>
                                        </p:attrNameLst>
                                      </p:cBhvr>
                                      <p:tavLst>
                                        <p:tav tm="0">
                                          <p:val>
                                            <p:strVal val="#ppt_x"/>
                                          </p:val>
                                        </p:tav>
                                        <p:tav tm="100000">
                                          <p:val>
                                            <p:strVal val="#ppt_x"/>
                                          </p:val>
                                        </p:tav>
                                      </p:tavLst>
                                    </p:anim>
                                    <p:anim calcmode="lin" valueType="num">
                                      <p:cBhvr additive="base">
                                        <p:cTn id="128" dur="500" fill="hold"/>
                                        <p:tgtEl>
                                          <p:spTgt spid="5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8850" grpId="0" build="p"/>
      <p:bldP spid="78852" grpId="0" animBg="1"/>
      <p:bldP spid="78853" grpId="0"/>
      <p:bldP spid="78854" grpId="0"/>
      <p:bldP spid="36" grpId="0" animBg="1"/>
      <p:bldP spid="37" grpId="0" animBg="1"/>
      <p:bldP spid="38" grpId="0" animBg="1"/>
      <p:bldP spid="39" grpId="0" animBg="1"/>
      <p:bldP spid="40" grpId="0" animBg="1"/>
      <p:bldP spid="41" grpId="0" animBg="1"/>
      <p:bldP spid="47" grpId="0" animBg="1"/>
      <p:bldP spid="48" grpId="0" animBg="1"/>
      <p:bldP spid="49" grpId="0" animBg="1"/>
      <p:bldP spid="50" grpId="0" animBg="1"/>
      <p:bldP spid="54" grpId="0" animBg="1"/>
      <p:bldP spid="55" grpId="0" animBg="1"/>
      <p:bldP spid="57" grpId="0" animBg="1"/>
      <p:bldP spid="58" grpId="0" animBg="1"/>
    </p:bldLst>
  </p:timing>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2"/>
          <p:cNvSpPr>
            <a:spLocks noGrp="1"/>
          </p:cNvSpPr>
          <p:nvPr>
            <p:ph type="body" idx="4294967295"/>
          </p:nvPr>
        </p:nvSpPr>
        <p:spPr>
          <a:xfrm>
            <a:off x="636588" y="721155"/>
            <a:ext cx="8229600" cy="1152525"/>
          </a:xfrm>
        </p:spPr>
        <p:txBody>
          <a:bodyPr vert="horz" wrap="square" lIns="91440" tIns="45720" rIns="91440" bIns="45720" anchor="t" anchorCtr="0"/>
          <a:lstStyle/>
          <a:p>
            <a:pPr>
              <a:lnSpc>
                <a:spcPct val="90000"/>
              </a:lnSpc>
              <a:buFontTx/>
              <a:buNone/>
            </a:pPr>
            <a:r>
              <a:rPr lang="en-US" altLang="zh-CN" sz="2800" b="1" dirty="0">
                <a:solidFill>
                  <a:schemeClr val="bg1"/>
                </a:solidFill>
              </a:rPr>
              <a:t>3) </a:t>
            </a:r>
            <a:r>
              <a:rPr lang="zh-CN" altLang="en-US" sz="2800" b="1" dirty="0">
                <a:solidFill>
                  <a:schemeClr val="bg1"/>
                </a:solidFill>
              </a:rPr>
              <a:t>一般二阶连续时间系统的模拟</a:t>
            </a:r>
            <a:endParaRPr lang="zh-CN" altLang="en-US" sz="2800" b="1" dirty="0">
              <a:solidFill>
                <a:schemeClr val="bg1"/>
              </a:solidFill>
            </a:endParaRPr>
          </a:p>
          <a:p>
            <a:pPr>
              <a:lnSpc>
                <a:spcPct val="90000"/>
              </a:lnSpc>
              <a:buFontTx/>
              <a:buNone/>
            </a:pPr>
            <a:r>
              <a:rPr lang="zh-CN" altLang="en-US" sz="2800" b="1" dirty="0">
                <a:solidFill>
                  <a:schemeClr val="bg1"/>
                </a:solidFill>
              </a:rPr>
              <a:t>     </a:t>
            </a:r>
            <a:endParaRPr lang="zh-CN" altLang="en-US" sz="2800" b="1" dirty="0">
              <a:solidFill>
                <a:schemeClr val="bg1"/>
              </a:solidFill>
            </a:endParaRPr>
          </a:p>
          <a:p>
            <a:pPr>
              <a:lnSpc>
                <a:spcPct val="90000"/>
              </a:lnSpc>
              <a:buFontTx/>
              <a:buNone/>
            </a:pPr>
            <a:endParaRPr lang="en-US" altLang="zh-CN" sz="2800" b="1" dirty="0">
              <a:solidFill>
                <a:schemeClr val="bg1"/>
              </a:solidFill>
            </a:endParaRPr>
          </a:p>
        </p:txBody>
      </p:sp>
      <mc:AlternateContent xmlns:mc="http://schemas.openxmlformats.org/markup-compatibility/2006">
        <mc:Choice xmlns:a14="http://schemas.microsoft.com/office/drawing/2010/main" Requires="a14">
          <p:sp>
            <p:nvSpPr>
              <p:cNvPr id="78852" name="Object 3"/>
              <p:cNvSpPr txBox="1"/>
              <p:nvPr/>
            </p:nvSpPr>
            <p:spPr>
              <a:xfrm>
                <a:off x="1043609" y="1317218"/>
                <a:ext cx="7822580" cy="653406"/>
              </a:xfrm>
              <a:prstGeom prst="rect">
                <a:avLst/>
              </a:prstGeom>
              <a:noFill/>
              <a:ln w="28575" cap="flat" cmpd="sng">
                <a:solidFill>
                  <a:srgbClr val="008000"/>
                </a:solidFill>
                <a:prstDash val="solid"/>
                <a:miter/>
                <a:headEnd type="none" w="med" len="med"/>
                <a:tailEnd type="none" w="med" len="med"/>
              </a:ln>
            </p:spPr>
            <p:txBody>
              <a:bodyPr>
                <a:normAutofit/>
              </a:bodyPr>
              <a:lstStyle/>
              <a:p>
                <a:r>
                  <a:rPr lang="en-US" altLang="zh-CN" sz="2800" dirty="0">
                    <a:solidFill>
                      <a:srgbClr val="000000"/>
                    </a:solidFill>
                  </a:rPr>
                  <a:t>r</a:t>
                </a:r>
                <a14:m>
                  <m:oMath xmlns:m="http://schemas.openxmlformats.org/officeDocument/2006/math">
                    <m:r>
                      <a:rPr lang="zh-CN" altLang="en-US" sz="2800" i="1" dirty="0">
                        <a:solidFill>
                          <a:srgbClr val="000000"/>
                        </a:solidFill>
                        <a:latin typeface="Cambria Math" panose="02040503050406030204" pitchFamily="18" charset="0"/>
                      </a:rPr>
                      <m:t>”</m:t>
                    </m:r>
                    <m:d>
                      <m:dPr>
                        <m:ctrlPr>
                          <a:rPr lang="zh-CN" altLang="en-US" sz="2800" i="1">
                            <a:solidFill>
                              <a:srgbClr val="000000"/>
                            </a:solidFill>
                            <a:latin typeface="Cambria Math" panose="02040503050406030204" pitchFamily="18" charset="0"/>
                          </a:rPr>
                        </m:ctrlPr>
                      </m:dPr>
                      <m:e>
                        <m:r>
                          <m:rPr>
                            <m:sty m:val="p"/>
                          </m:rPr>
                          <a:rPr lang="en-US" altLang="zh-CN" sz="2800" i="1">
                            <a:solidFill>
                              <a:srgbClr val="000000"/>
                            </a:solidFill>
                            <a:latin typeface="Cambria Math" panose="02040503050406030204" pitchFamily="18" charset="0"/>
                          </a:rPr>
                          <m:t>t</m:t>
                        </m:r>
                      </m:e>
                    </m:d>
                    <m:r>
                      <a:rPr lang="zh-CN" altLang="en-US" sz="2800" i="1">
                        <a:solidFill>
                          <a:srgbClr val="000000"/>
                        </a:solidFill>
                        <a:latin typeface="Cambria Math" panose="02040503050406030204" pitchFamily="18" charset="0"/>
                      </a:rPr>
                      <m:t>+</m:t>
                    </m:r>
                    <m:r>
                      <a:rPr lang="zh-CN" altLang="en-US" sz="2800" i="1">
                        <a:solidFill>
                          <a:srgbClr val="000000"/>
                        </a:solidFill>
                        <a:latin typeface="Cambria Math" panose="02040503050406030204" pitchFamily="18" charset="0"/>
                      </a:rPr>
                      <m:t>𝑎</m:t>
                    </m:r>
                    <m:r>
                      <a:rPr lang="en-US" altLang="zh-CN" sz="2800" i="1" baseline="-25000">
                        <a:solidFill>
                          <a:srgbClr val="000000"/>
                        </a:solidFill>
                        <a:latin typeface="Cambria Math" panose="02040503050406030204" pitchFamily="18" charset="0"/>
                      </a:rPr>
                      <m:t>1</m:t>
                    </m:r>
                    <m:r>
                      <a:rPr lang="en-US" altLang="zh-CN" sz="2800" b="1" i="1" smtClean="0">
                        <a:solidFill>
                          <a:srgbClr val="000000"/>
                        </a:solidFill>
                        <a:latin typeface="Cambria Math" panose="02040503050406030204" pitchFamily="18" charset="0"/>
                      </a:rPr>
                      <m:t>𝒓</m:t>
                    </m:r>
                    <m:r>
                      <a:rPr lang="zh-CN" altLang="en-US" sz="2800" i="1">
                        <a:solidFill>
                          <a:srgbClr val="000000"/>
                        </a:solidFill>
                        <a:latin typeface="Cambria Math" panose="02040503050406030204" pitchFamily="18" charset="0"/>
                      </a:rPr>
                      <m:t>’</m:t>
                    </m:r>
                    <m:d>
                      <m:dPr>
                        <m:ctrlPr>
                          <a:rPr lang="zh-CN" altLang="en-US" sz="2800" b="1" i="1">
                            <a:solidFill>
                              <a:srgbClr val="000000"/>
                            </a:solidFill>
                            <a:latin typeface="Cambria Math" panose="02040503050406030204" pitchFamily="18" charset="0"/>
                          </a:rPr>
                        </m:ctrlPr>
                      </m:dPr>
                      <m:e>
                        <m:r>
                          <m:rPr>
                            <m:sty m:val="p"/>
                          </m:rPr>
                          <a:rPr lang="en-US" altLang="zh-CN" sz="2800" i="1">
                            <a:solidFill>
                              <a:srgbClr val="000000"/>
                            </a:solidFill>
                            <a:latin typeface="Cambria Math" panose="02040503050406030204" pitchFamily="18" charset="0"/>
                          </a:rPr>
                          <m:t>t</m:t>
                        </m:r>
                      </m:e>
                    </m:d>
                    <m:r>
                      <a:rPr lang="en-US" altLang="zh-CN" sz="2800" i="1">
                        <a:solidFill>
                          <a:srgbClr val="000000"/>
                        </a:solidFill>
                        <a:latin typeface="Cambria Math" panose="02040503050406030204" pitchFamily="18" charset="0"/>
                      </a:rPr>
                      <m:t>+</m:t>
                    </m:r>
                    <m:r>
                      <m:rPr>
                        <m:sty m:val="p"/>
                      </m:rPr>
                      <a:rPr lang="en-US" altLang="zh-CN" sz="2800" i="1">
                        <a:solidFill>
                          <a:srgbClr val="000000"/>
                        </a:solidFill>
                        <a:latin typeface="Cambria Math" panose="02040503050406030204" pitchFamily="18" charset="0"/>
                      </a:rPr>
                      <m:t>a</m:t>
                    </m:r>
                    <m:r>
                      <a:rPr lang="en-US" altLang="zh-CN" sz="2800" i="1" baseline="-25000">
                        <a:solidFill>
                          <a:srgbClr val="000000"/>
                        </a:solidFill>
                        <a:latin typeface="Cambria Math" panose="02040503050406030204" pitchFamily="18" charset="0"/>
                      </a:rPr>
                      <m:t>𝟎</m:t>
                    </m:r>
                    <m:r>
                      <m:rPr>
                        <m:sty m:val="p"/>
                      </m:rPr>
                      <a:rPr lang="en-US" altLang="zh-CN" sz="2800" i="1">
                        <a:solidFill>
                          <a:srgbClr val="000000"/>
                        </a:solidFill>
                        <a:latin typeface="Cambria Math" panose="02040503050406030204" pitchFamily="18" charset="0"/>
                      </a:rPr>
                      <m:t>r</m:t>
                    </m:r>
                    <m:d>
                      <m:dPr>
                        <m:ctrlPr>
                          <a:rPr lang="zh-CN" altLang="en-US" sz="2800" i="1">
                            <a:solidFill>
                              <a:srgbClr val="000000"/>
                            </a:solidFill>
                            <a:latin typeface="Cambria Math" panose="02040503050406030204" pitchFamily="18" charset="0"/>
                          </a:rPr>
                        </m:ctrlPr>
                      </m:dPr>
                      <m:e>
                        <m:r>
                          <a:rPr lang="en-US" altLang="zh-CN" sz="2800" i="1">
                            <a:solidFill>
                              <a:srgbClr val="000000"/>
                            </a:solidFill>
                            <a:latin typeface="Cambria Math" panose="02040503050406030204" pitchFamily="18" charset="0"/>
                          </a:rPr>
                          <m:t>𝒕</m:t>
                        </m:r>
                      </m:e>
                    </m:d>
                    <m:r>
                      <a:rPr lang="zh-CN" altLang="en-US" sz="2800" i="1">
                        <a:solidFill>
                          <a:srgbClr val="000000"/>
                        </a:solidFill>
                        <a:latin typeface="Cambria Math" panose="02040503050406030204" pitchFamily="18" charset="0"/>
                      </a:rPr>
                      <m:t>=</m:t>
                    </m:r>
                    <m:r>
                      <a:rPr lang="en-US" altLang="zh-CN" sz="2800" i="1">
                        <a:solidFill>
                          <a:srgbClr val="000000"/>
                        </a:solidFill>
                        <a:latin typeface="Cambria Math" panose="02040503050406030204" pitchFamily="18" charset="0"/>
                      </a:rPr>
                      <m:t>𝒃</m:t>
                    </m:r>
                    <m:r>
                      <a:rPr lang="en-US" altLang="zh-CN" sz="2800" i="1" baseline="-25000">
                        <a:solidFill>
                          <a:srgbClr val="000000"/>
                        </a:solidFill>
                        <a:latin typeface="Cambria Math" panose="02040503050406030204" pitchFamily="18" charset="0"/>
                      </a:rPr>
                      <m:t>1</m:t>
                    </m:r>
                    <m:r>
                      <a:rPr lang="zh-CN" altLang="en-US" sz="2800" i="1">
                        <a:solidFill>
                          <a:srgbClr val="000000"/>
                        </a:solidFill>
                        <a:latin typeface="Cambria Math" panose="02040503050406030204" pitchFamily="18" charset="0"/>
                      </a:rPr>
                      <m:t>𝑒</m:t>
                    </m:r>
                    <m:r>
                      <a:rPr lang="en-US" altLang="zh-CN" sz="2800" b="1" i="1" smtClean="0">
                        <a:solidFill>
                          <a:srgbClr val="000000"/>
                        </a:solidFill>
                        <a:latin typeface="Cambria Math" panose="02040503050406030204" pitchFamily="18" charset="0"/>
                      </a:rPr>
                      <m:t>′</m:t>
                    </m:r>
                    <m:d>
                      <m:dPr>
                        <m:ctrlPr>
                          <a:rPr lang="zh-CN" altLang="en-US" sz="2800" i="1">
                            <a:solidFill>
                              <a:srgbClr val="000000"/>
                            </a:solidFill>
                            <a:latin typeface="Cambria Math" panose="02040503050406030204" pitchFamily="18" charset="0"/>
                          </a:rPr>
                        </m:ctrlPr>
                      </m:dPr>
                      <m:e>
                        <m:r>
                          <a:rPr lang="en-US" altLang="zh-CN" sz="2800" i="1">
                            <a:solidFill>
                              <a:srgbClr val="000000"/>
                            </a:solidFill>
                            <a:latin typeface="Cambria Math" panose="02040503050406030204" pitchFamily="18" charset="0"/>
                          </a:rPr>
                          <m:t>𝒕</m:t>
                        </m:r>
                      </m:e>
                    </m:d>
                    <m:r>
                      <a:rPr lang="en-US" altLang="zh-CN" sz="2800" b="1" i="1" smtClean="0">
                        <a:solidFill>
                          <a:srgbClr val="000000"/>
                        </a:solidFill>
                        <a:latin typeface="Cambria Math" panose="02040503050406030204" pitchFamily="18" charset="0"/>
                      </a:rPr>
                      <m:t>+</m:t>
                    </m:r>
                    <m:r>
                      <a:rPr lang="en-US" altLang="zh-CN" sz="2800" b="1" i="1" smtClean="0">
                        <a:solidFill>
                          <a:srgbClr val="000000"/>
                        </a:solidFill>
                        <a:latin typeface="Cambria Math" panose="02040503050406030204" pitchFamily="18" charset="0"/>
                      </a:rPr>
                      <m:t>𝒃</m:t>
                    </m:r>
                    <m:r>
                      <a:rPr lang="en-US" altLang="zh-CN" sz="2800" b="1" i="1" baseline="-25000" smtClean="0">
                        <a:solidFill>
                          <a:srgbClr val="000000"/>
                        </a:solidFill>
                        <a:latin typeface="Cambria Math" panose="02040503050406030204" pitchFamily="18" charset="0"/>
                      </a:rPr>
                      <m:t>𝟎</m:t>
                    </m:r>
                    <m:r>
                      <a:rPr lang="zh-CN" altLang="en-US" sz="2800" i="1">
                        <a:solidFill>
                          <a:srgbClr val="000000"/>
                        </a:solidFill>
                        <a:latin typeface="Cambria Math" panose="02040503050406030204" pitchFamily="18" charset="0"/>
                      </a:rPr>
                      <m:t>𝑒</m:t>
                    </m:r>
                    <m:d>
                      <m:dPr>
                        <m:ctrlPr>
                          <a:rPr lang="zh-CN" altLang="en-US" sz="2800" i="1">
                            <a:solidFill>
                              <a:srgbClr val="000000"/>
                            </a:solidFill>
                            <a:latin typeface="Cambria Math" panose="02040503050406030204" pitchFamily="18" charset="0"/>
                          </a:rPr>
                        </m:ctrlPr>
                      </m:dPr>
                      <m:e>
                        <m:r>
                          <a:rPr lang="en-US" altLang="zh-CN" sz="2800" b="1" i="1" smtClean="0">
                            <a:solidFill>
                              <a:srgbClr val="000000"/>
                            </a:solidFill>
                            <a:latin typeface="Cambria Math" panose="02040503050406030204" pitchFamily="18" charset="0"/>
                          </a:rPr>
                          <m:t>𝒕</m:t>
                        </m:r>
                      </m:e>
                    </m:d>
                  </m:oMath>
                </a14:m>
                <a:endParaRPr lang="en-US" altLang="zh-CN" sz="2800" dirty="0">
                  <a:solidFill>
                    <a:srgbClr val="000000"/>
                  </a:solidFill>
                </a:endParaRPr>
              </a:p>
            </p:txBody>
          </p:sp>
        </mc:Choice>
        <mc:Fallback>
          <p:sp>
            <p:nvSpPr>
              <p:cNvPr id="78852" name="Object 3"/>
              <p:cNvSpPr txBox="1">
                <a:spLocks noRot="1" noChangeAspect="1" noMove="1" noResize="1" noEditPoints="1" noAdjustHandles="1" noChangeArrowheads="1" noChangeShapeType="1" noTextEdit="1"/>
              </p:cNvSpPr>
              <p:nvPr/>
            </p:nvSpPr>
            <p:spPr>
              <a:xfrm>
                <a:off x="1043609" y="1317218"/>
                <a:ext cx="7822580" cy="653406"/>
              </a:xfrm>
              <a:prstGeom prst="rect">
                <a:avLst/>
              </a:prstGeom>
              <a:blipFill rotWithShape="1">
                <a:blip r:embed="rId1"/>
                <a:stretch>
                  <a:fillRect l="-191" t="-2270" r="-183" b="-2105"/>
                </a:stretch>
              </a:blipFill>
              <a:ln w="28575" cap="flat" cmpd="sng">
                <a:solidFill>
                  <a:srgbClr val="008000"/>
                </a:solidFill>
                <a:prstDash val="solid"/>
                <a:miter/>
                <a:headEnd type="none" w="med" len="med"/>
                <a:tailEnd type="none" w="med" len="med"/>
              </a:ln>
            </p:spPr>
            <p:txBody>
              <a:bodyPr/>
              <a:lstStyle/>
              <a:p>
                <a:r>
                  <a:rPr lang="zh-CN" altLang="en-US">
                    <a:noFill/>
                  </a:rPr>
                  <a:t> </a:t>
                </a:r>
              </a:p>
            </p:txBody>
          </p:sp>
        </mc:Fallback>
      </mc:AlternateContent>
      <p:sp>
        <p:nvSpPr>
          <p:cNvPr id="7" name="日期占位符 6"/>
          <p:cNvSpPr txBox="1">
            <a:spLocks noGrp="1"/>
          </p:cNvSpPr>
          <p:nvPr>
            <p:ph type="dt" sz="half" idx="2"/>
          </p:nvPr>
        </p:nvSpPr>
        <p:spPr bwMode="auto">
          <a:xfrm>
            <a:off x="0" y="6488113"/>
            <a:ext cx="1190625" cy="369888"/>
          </a:xfrm>
          <a:prstGeom prst="rect">
            <a:avLst/>
          </a:prstGeom>
          <a:noFill/>
          <a:ln w="9525">
            <a:noFill/>
            <a:miter lim="800000"/>
          </a:ln>
          <a:effectLst/>
        </p:spPr>
        <p:txBody>
          <a:bodyPr vert="horz" wrap="square" lIns="91440" tIns="45720" rIns="91440" bIns="45720" numCol="1" anchor="t" anchorCtr="0" compatLnSpc="1"/>
          <a:lstStyle>
            <a:defPPr>
              <a:defRPr lang="en-US"/>
            </a:defPPr>
            <a:lvl1pPr marL="0" lvl="0" indent="0" algn="l" defTabSz="914400" rtl="0" eaLnBrk="0" fontAlgn="base" latinLnBrk="0" hangingPunct="0">
              <a:lnSpc>
                <a:spcPct val="100000"/>
              </a:lnSpc>
              <a:spcBef>
                <a:spcPct val="0"/>
              </a:spcBef>
              <a:spcAft>
                <a:spcPct val="0"/>
              </a:spcAft>
              <a:buClrTx/>
              <a:buFontTx/>
              <a:buNone/>
              <a:defRPr sz="1200" b="1" i="0" u="none" kern="1200" baseline="0">
                <a:solidFill>
                  <a:schemeClr val="tx1"/>
                </a:solidFill>
                <a:latin typeface="+mn-lt"/>
                <a:ea typeface="+mj-ea"/>
                <a:cs typeface="+mn-cs"/>
              </a:defRPr>
            </a:lvl1pPr>
            <a:lvl2pPr marL="457200" lvl="1" indent="0" algn="l" defTabSz="914400" rtl="0" eaLnBrk="0" fontAlgn="base" latinLnBrk="0" hangingPunct="0">
              <a:lnSpc>
                <a:spcPct val="100000"/>
              </a:lnSpc>
              <a:spcBef>
                <a:spcPct val="0"/>
              </a:spcBef>
              <a:spcAft>
                <a:spcPct val="0"/>
              </a:spcAft>
              <a:buNone/>
              <a:defRPr sz="2800" b="1" i="0" u="none" kern="1200" baseline="0">
                <a:solidFill>
                  <a:schemeClr val="tx1"/>
                </a:solidFill>
                <a:latin typeface="黑体" panose="02010609060101010101" charset="-122"/>
                <a:ea typeface="黑体" panose="02010609060101010101" charset="-122"/>
                <a:cs typeface="+mn-cs"/>
              </a:defRPr>
            </a:lvl2pPr>
            <a:lvl3pPr marL="914400" lvl="2" indent="0" algn="l" defTabSz="914400" rtl="0" eaLnBrk="0" fontAlgn="base" latinLnBrk="0" hangingPunct="0">
              <a:lnSpc>
                <a:spcPct val="100000"/>
              </a:lnSpc>
              <a:spcBef>
                <a:spcPct val="0"/>
              </a:spcBef>
              <a:spcAft>
                <a:spcPct val="0"/>
              </a:spcAft>
              <a:buNone/>
              <a:defRPr sz="2800" b="1" i="0" u="none" kern="1200" baseline="0">
                <a:solidFill>
                  <a:schemeClr val="tx1"/>
                </a:solidFill>
                <a:latin typeface="黑体" panose="02010609060101010101" charset="-122"/>
                <a:ea typeface="黑体" panose="02010609060101010101" charset="-122"/>
                <a:cs typeface="+mn-cs"/>
              </a:defRPr>
            </a:lvl3pPr>
            <a:lvl4pPr marL="1371600" lvl="3" indent="0" algn="l" defTabSz="914400" rtl="0" eaLnBrk="0" fontAlgn="base" latinLnBrk="0" hangingPunct="0">
              <a:lnSpc>
                <a:spcPct val="100000"/>
              </a:lnSpc>
              <a:spcBef>
                <a:spcPct val="0"/>
              </a:spcBef>
              <a:spcAft>
                <a:spcPct val="0"/>
              </a:spcAft>
              <a:buNone/>
              <a:defRPr sz="2800" b="1" i="0" u="none" kern="1200" baseline="0">
                <a:solidFill>
                  <a:schemeClr val="tx1"/>
                </a:solidFill>
                <a:latin typeface="黑体" panose="02010609060101010101" charset="-122"/>
                <a:ea typeface="黑体" panose="02010609060101010101" charset="-122"/>
                <a:cs typeface="+mn-cs"/>
              </a:defRPr>
            </a:lvl4pPr>
            <a:lvl5pPr marL="1828800" lvl="4" indent="0" algn="l" defTabSz="914400" rtl="0" eaLnBrk="0" fontAlgn="base" latinLnBrk="0" hangingPunct="0">
              <a:lnSpc>
                <a:spcPct val="100000"/>
              </a:lnSpc>
              <a:spcBef>
                <a:spcPct val="0"/>
              </a:spcBef>
              <a:spcAft>
                <a:spcPct val="0"/>
              </a:spcAft>
              <a:buNone/>
              <a:defRPr sz="2800" b="1" i="0" u="none" kern="1200" baseline="0">
                <a:solidFill>
                  <a:schemeClr val="tx1"/>
                </a:solidFill>
                <a:latin typeface="黑体" panose="02010609060101010101" charset="-122"/>
                <a:ea typeface="黑体" panose="02010609060101010101" charset="-122"/>
                <a:cs typeface="+mn-cs"/>
              </a:defRPr>
            </a:lvl5pPr>
            <a:lvl6pPr marL="2286000" lvl="5" indent="0" algn="l" defTabSz="914400" rtl="0" eaLnBrk="0" fontAlgn="base" latinLnBrk="0" hangingPunct="0">
              <a:lnSpc>
                <a:spcPct val="100000"/>
              </a:lnSpc>
              <a:spcBef>
                <a:spcPct val="0"/>
              </a:spcBef>
              <a:spcAft>
                <a:spcPct val="0"/>
              </a:spcAft>
              <a:buNone/>
              <a:defRPr sz="2800" b="1" i="0" u="none" kern="1200" baseline="0">
                <a:solidFill>
                  <a:schemeClr val="tx1"/>
                </a:solidFill>
                <a:latin typeface="黑体" panose="02010609060101010101" charset="-122"/>
                <a:ea typeface="黑体" panose="02010609060101010101" charset="-122"/>
                <a:cs typeface="+mn-cs"/>
              </a:defRPr>
            </a:lvl6pPr>
            <a:lvl7pPr marL="2743200" lvl="6" indent="0" algn="l" defTabSz="914400" rtl="0" eaLnBrk="0" fontAlgn="base" latinLnBrk="0" hangingPunct="0">
              <a:lnSpc>
                <a:spcPct val="100000"/>
              </a:lnSpc>
              <a:spcBef>
                <a:spcPct val="0"/>
              </a:spcBef>
              <a:spcAft>
                <a:spcPct val="0"/>
              </a:spcAft>
              <a:buNone/>
              <a:defRPr sz="2800" b="1" i="0" u="none" kern="1200" baseline="0">
                <a:solidFill>
                  <a:schemeClr val="tx1"/>
                </a:solidFill>
                <a:latin typeface="黑体" panose="02010609060101010101" charset="-122"/>
                <a:ea typeface="黑体" panose="02010609060101010101" charset="-122"/>
                <a:cs typeface="+mn-cs"/>
              </a:defRPr>
            </a:lvl7pPr>
            <a:lvl8pPr marL="3200400" lvl="7" indent="0" algn="l" defTabSz="914400" rtl="0" eaLnBrk="0" fontAlgn="base" latinLnBrk="0" hangingPunct="0">
              <a:lnSpc>
                <a:spcPct val="100000"/>
              </a:lnSpc>
              <a:spcBef>
                <a:spcPct val="0"/>
              </a:spcBef>
              <a:spcAft>
                <a:spcPct val="0"/>
              </a:spcAft>
              <a:buNone/>
              <a:defRPr sz="2800" b="1" i="0" u="none" kern="1200" baseline="0">
                <a:solidFill>
                  <a:schemeClr val="tx1"/>
                </a:solidFill>
                <a:latin typeface="黑体" panose="02010609060101010101" charset="-122"/>
                <a:ea typeface="黑体" panose="02010609060101010101" charset="-122"/>
                <a:cs typeface="+mn-cs"/>
              </a:defRPr>
            </a:lvl8pPr>
            <a:lvl9pPr marL="3657600" lvl="8" indent="0" algn="l" defTabSz="914400" rtl="0" eaLnBrk="0" fontAlgn="base" latinLnBrk="0" hangingPunct="0">
              <a:lnSpc>
                <a:spcPct val="100000"/>
              </a:lnSpc>
              <a:spcBef>
                <a:spcPct val="0"/>
              </a:spcBef>
              <a:spcAft>
                <a:spcPct val="0"/>
              </a:spcAft>
              <a:buNone/>
              <a:defRPr sz="2800" b="1" i="0" u="none" kern="1200" baseline="0">
                <a:solidFill>
                  <a:schemeClr val="tx1"/>
                </a:solidFill>
                <a:latin typeface="黑体" panose="02010609060101010101" charset="-122"/>
                <a:ea typeface="黑体" panose="02010609060101010101" charset="-122"/>
                <a:cs typeface="+mn-cs"/>
              </a:defRPr>
            </a:lvl9pPr>
          </a:lstStyle>
          <a:p>
            <a:pPr marL="0" marR="0" lvl="0" indent="0" algn="l" defTabSz="914400" rtl="0" eaLnBrk="1" fontAlgn="base" latinLnBrk="0" hangingPunct="1">
              <a:lnSpc>
                <a:spcPct val="100000"/>
              </a:lnSpc>
              <a:spcBef>
                <a:spcPct val="0"/>
              </a:spcBef>
              <a:spcAft>
                <a:spcPct val="0"/>
              </a:spcAft>
              <a:buClrTx/>
              <a:buSzTx/>
              <a:buFontTx/>
              <a:buNone/>
              <a:defRPr/>
            </a:pPr>
            <a:fld id="{E18BB722-B993-4D64-9B98-16D1122848EE}" type="datetime1">
              <a:rPr lang="zh-CN" altLang="en-US" smtClean="0"/>
            </a:fld>
            <a:endParaRPr kumimoji="0" lang="en-US" altLang="zh-CN" sz="1200" b="1" i="0" u="none" strike="noStrike" kern="1200" cap="none" spc="0" normalizeH="0" baseline="0" noProof="0">
              <a:ln>
                <a:noFill/>
              </a:ln>
              <a:solidFill>
                <a:schemeClr val="tx1"/>
              </a:solidFill>
              <a:effectLst/>
              <a:uLnTx/>
              <a:uFillTx/>
              <a:latin typeface="+mn-lt"/>
              <a:ea typeface="+mj-ea"/>
              <a:cs typeface="+mn-cs"/>
            </a:endParaRPr>
          </a:p>
        </p:txBody>
      </p:sp>
      <p:sp>
        <p:nvSpPr>
          <p:cNvPr id="3" name="矩形 2"/>
          <p:cNvSpPr/>
          <p:nvPr/>
        </p:nvSpPr>
        <p:spPr>
          <a:xfrm>
            <a:off x="591151" y="156664"/>
            <a:ext cx="4532010" cy="535531"/>
          </a:xfrm>
          <a:prstGeom prst="rect">
            <a:avLst/>
          </a:prstGeom>
        </p:spPr>
        <p:txBody>
          <a:bodyPr wrap="none">
            <a:spAutoFit/>
          </a:bodyPr>
          <a:lstStyle/>
          <a:p>
            <a:pPr>
              <a:lnSpc>
                <a:spcPct val="90000"/>
              </a:lnSpc>
              <a:buFontTx/>
              <a:buNone/>
            </a:pPr>
            <a:r>
              <a:rPr lang="en-US" altLang="zh-CN" sz="3200" dirty="0">
                <a:solidFill>
                  <a:srgbClr val="FF0000"/>
                </a:solidFill>
              </a:rPr>
              <a:t>2</a:t>
            </a:r>
            <a:r>
              <a:rPr lang="zh-CN" altLang="en-US" sz="3200" dirty="0">
                <a:solidFill>
                  <a:srgbClr val="FF0000"/>
                </a:solidFill>
              </a:rPr>
              <a:t>、连续时间系统的模拟</a:t>
            </a:r>
            <a:endParaRPr lang="zh-CN" altLang="en-US" sz="3200" dirty="0">
              <a:solidFill>
                <a:srgbClr val="FF0000"/>
              </a:solidFill>
            </a:endParaRPr>
          </a:p>
        </p:txBody>
      </p:sp>
      <p:sp>
        <p:nvSpPr>
          <p:cNvPr id="4" name="矩形 3"/>
          <p:cNvSpPr/>
          <p:nvPr/>
        </p:nvSpPr>
        <p:spPr>
          <a:xfrm>
            <a:off x="899592" y="2131427"/>
            <a:ext cx="6912768" cy="461665"/>
          </a:xfrm>
          <a:prstGeom prst="rect">
            <a:avLst/>
          </a:prstGeom>
        </p:spPr>
        <p:txBody>
          <a:bodyPr wrap="square">
            <a:spAutoFit/>
          </a:bodyPr>
          <a:lstStyle/>
          <a:p>
            <a:r>
              <a:rPr lang="zh-CN" altLang="en-US" sz="2400" dirty="0">
                <a:solidFill>
                  <a:srgbClr val="000000"/>
                </a:solidFill>
              </a:rPr>
              <a:t>算子方程为：</a:t>
            </a:r>
            <a:r>
              <a:rPr lang="en-US" altLang="zh-CN" sz="2400" dirty="0">
                <a:solidFill>
                  <a:srgbClr val="000000"/>
                </a:solidFill>
              </a:rPr>
              <a:t>(p</a:t>
            </a:r>
            <a:r>
              <a:rPr lang="en-US" altLang="zh-CN" sz="2400" baseline="30000" dirty="0">
                <a:solidFill>
                  <a:srgbClr val="000000"/>
                </a:solidFill>
              </a:rPr>
              <a:t>2</a:t>
            </a:r>
            <a:r>
              <a:rPr lang="en-US" altLang="zh-CN" sz="2400" dirty="0">
                <a:solidFill>
                  <a:srgbClr val="000000"/>
                </a:solidFill>
              </a:rPr>
              <a:t>+a</a:t>
            </a:r>
            <a:r>
              <a:rPr lang="en-US" altLang="zh-CN" sz="2400" baseline="-25000" dirty="0">
                <a:solidFill>
                  <a:srgbClr val="000000"/>
                </a:solidFill>
              </a:rPr>
              <a:t>1</a:t>
            </a:r>
            <a:r>
              <a:rPr lang="en-US" altLang="zh-CN" sz="2400" dirty="0">
                <a:solidFill>
                  <a:srgbClr val="000000"/>
                </a:solidFill>
              </a:rPr>
              <a:t>p+a</a:t>
            </a:r>
            <a:r>
              <a:rPr lang="en-US" altLang="zh-CN" sz="2400" baseline="-25000" dirty="0">
                <a:solidFill>
                  <a:srgbClr val="000000"/>
                </a:solidFill>
              </a:rPr>
              <a:t>0</a:t>
            </a:r>
            <a:r>
              <a:rPr lang="en-US" altLang="zh-CN" sz="2400" dirty="0">
                <a:solidFill>
                  <a:srgbClr val="000000"/>
                </a:solidFill>
              </a:rPr>
              <a:t>)r(t)=(b</a:t>
            </a:r>
            <a:r>
              <a:rPr lang="en-US" altLang="zh-CN" sz="2400" baseline="-25000" dirty="0">
                <a:solidFill>
                  <a:srgbClr val="000000"/>
                </a:solidFill>
              </a:rPr>
              <a:t>1</a:t>
            </a:r>
            <a:r>
              <a:rPr lang="en-US" altLang="zh-CN" sz="2400" dirty="0">
                <a:solidFill>
                  <a:srgbClr val="000000"/>
                </a:solidFill>
              </a:rPr>
              <a:t>p+b</a:t>
            </a:r>
            <a:r>
              <a:rPr lang="en-US" altLang="zh-CN" sz="2400" baseline="-25000" dirty="0">
                <a:solidFill>
                  <a:srgbClr val="000000"/>
                </a:solidFill>
              </a:rPr>
              <a:t>0</a:t>
            </a:r>
            <a:r>
              <a:rPr lang="en-US" altLang="zh-CN" sz="2400" dirty="0">
                <a:solidFill>
                  <a:srgbClr val="000000"/>
                </a:solidFill>
              </a:rPr>
              <a:t>)e(t)</a:t>
            </a:r>
            <a:endParaRPr lang="zh-CN" altLang="en-US" sz="2400" dirty="0">
              <a:solidFill>
                <a:srgbClr val="000000"/>
              </a:solidFill>
            </a:endParaRPr>
          </a:p>
        </p:txBody>
      </p:sp>
      <mc:AlternateContent xmlns:mc="http://schemas.openxmlformats.org/markup-compatibility/2006">
        <mc:Choice xmlns:a14="http://schemas.microsoft.com/office/drawing/2010/main" Requires="a14">
          <p:sp>
            <p:nvSpPr>
              <p:cNvPr id="12" name="文本框 11"/>
              <p:cNvSpPr txBox="1"/>
              <p:nvPr/>
            </p:nvSpPr>
            <p:spPr>
              <a:xfrm>
                <a:off x="895851" y="2660417"/>
                <a:ext cx="4790524" cy="590550"/>
              </a:xfrm>
              <a:prstGeom prst="rect">
                <a:avLst/>
              </a:prstGeom>
              <a:noFill/>
            </p:spPr>
            <p:txBody>
              <a:bodyPr wrap="square" lIns="0" tIns="0" rIns="0" bIns="0" rtlCol="0">
                <a:spAutoFit/>
              </a:bodyPr>
              <a:lstStyle/>
              <a:p>
                <a14:m>
                  <m:oMath xmlns:m="http://schemas.openxmlformats.org/officeDocument/2006/math">
                    <m:r>
                      <a:rPr lang="zh-CN" altLang="en-US" sz="2400" i="1" smtClean="0">
                        <a:solidFill>
                          <a:srgbClr val="000000"/>
                        </a:solidFill>
                        <a:latin typeface="Cambria Math" panose="02040503050406030204" pitchFamily="18" charset="0"/>
                      </a:rPr>
                      <m:t>𝐻</m:t>
                    </m:r>
                    <m:d>
                      <m:dPr>
                        <m:ctrlPr>
                          <a:rPr lang="zh-CN" altLang="en-US" sz="2400" i="1" smtClean="0">
                            <a:solidFill>
                              <a:srgbClr val="000000"/>
                            </a:solidFill>
                            <a:latin typeface="Cambria Math" panose="02040503050406030204" pitchFamily="18" charset="0"/>
                          </a:rPr>
                        </m:ctrlPr>
                      </m:dPr>
                      <m:e>
                        <m:r>
                          <a:rPr lang="zh-CN" altLang="en-US" sz="2400" i="1" smtClean="0">
                            <a:solidFill>
                              <a:srgbClr val="000000"/>
                            </a:solidFill>
                            <a:latin typeface="Cambria Math" panose="02040503050406030204" pitchFamily="18" charset="0"/>
                          </a:rPr>
                          <m:t>𝑝</m:t>
                        </m:r>
                      </m:e>
                    </m:d>
                    <m:r>
                      <a:rPr lang="zh-CN" altLang="en-US" sz="2400" i="0" smtClean="0">
                        <a:solidFill>
                          <a:srgbClr val="000000"/>
                        </a:solidFill>
                        <a:latin typeface="Cambria Math" panose="02040503050406030204" pitchFamily="18" charset="0"/>
                      </a:rPr>
                      <m:t>=</m:t>
                    </m:r>
                    <m:f>
                      <m:fPr>
                        <m:ctrlPr>
                          <a:rPr lang="zh-CN" altLang="en-US" sz="2400" i="1" smtClean="0">
                            <a:solidFill>
                              <a:srgbClr val="000000"/>
                            </a:solidFill>
                            <a:latin typeface="Cambria Math" panose="02040503050406030204" pitchFamily="18" charset="0"/>
                          </a:rPr>
                        </m:ctrlPr>
                      </m:fPr>
                      <m:num>
                        <m:r>
                          <a:rPr lang="zh-CN" altLang="en-US" sz="2400" i="1">
                            <a:solidFill>
                              <a:srgbClr val="000000"/>
                            </a:solidFill>
                            <a:latin typeface="Cambria Math" panose="02040503050406030204" pitchFamily="18" charset="0"/>
                          </a:rPr>
                          <m:t>𝑟</m:t>
                        </m:r>
                        <m:d>
                          <m:dPr>
                            <m:ctrlPr>
                              <a:rPr lang="zh-CN" altLang="en-US" sz="2400" i="1">
                                <a:solidFill>
                                  <a:srgbClr val="000000"/>
                                </a:solidFill>
                                <a:latin typeface="Cambria Math" panose="02040503050406030204" pitchFamily="18" charset="0"/>
                              </a:rPr>
                            </m:ctrlPr>
                          </m:dPr>
                          <m:e>
                            <m:r>
                              <a:rPr lang="zh-CN" altLang="en-US" sz="2400" i="1">
                                <a:solidFill>
                                  <a:srgbClr val="000000"/>
                                </a:solidFill>
                                <a:latin typeface="Cambria Math" panose="02040503050406030204" pitchFamily="18" charset="0"/>
                              </a:rPr>
                              <m:t>𝑡</m:t>
                            </m:r>
                          </m:e>
                        </m:d>
                      </m:num>
                      <m:den>
                        <m:r>
                          <a:rPr lang="en-US" altLang="zh-CN" sz="2400" i="1">
                            <a:solidFill>
                              <a:srgbClr val="000000"/>
                            </a:solidFill>
                            <a:latin typeface="Cambria Math" panose="02040503050406030204" pitchFamily="18" charset="0"/>
                          </a:rPr>
                          <m:t>𝒆</m:t>
                        </m:r>
                        <m:d>
                          <m:dPr>
                            <m:ctrlPr>
                              <a:rPr lang="zh-CN" altLang="en-US" sz="2400" i="1">
                                <a:solidFill>
                                  <a:srgbClr val="000000"/>
                                </a:solidFill>
                                <a:latin typeface="Cambria Math" panose="02040503050406030204" pitchFamily="18" charset="0"/>
                              </a:rPr>
                            </m:ctrlPr>
                          </m:dPr>
                          <m:e>
                            <m:r>
                              <a:rPr lang="zh-CN" altLang="en-US" sz="2400" i="1">
                                <a:solidFill>
                                  <a:srgbClr val="000000"/>
                                </a:solidFill>
                                <a:latin typeface="Cambria Math" panose="02040503050406030204" pitchFamily="18" charset="0"/>
                              </a:rPr>
                              <m:t>𝑡</m:t>
                            </m:r>
                          </m:e>
                        </m:d>
                      </m:den>
                    </m:f>
                    <m:r>
                      <a:rPr lang="zh-CN" altLang="en-US" sz="2400" i="0">
                        <a:solidFill>
                          <a:srgbClr val="000000"/>
                        </a:solidFill>
                        <a:latin typeface="Cambria Math" panose="02040503050406030204" pitchFamily="18" charset="0"/>
                      </a:rPr>
                      <m:t>=</m:t>
                    </m:r>
                    <m:f>
                      <m:fPr>
                        <m:ctrlPr>
                          <a:rPr lang="zh-CN" altLang="en-US" sz="2400" i="1">
                            <a:solidFill>
                              <a:srgbClr val="000000"/>
                            </a:solidFill>
                            <a:latin typeface="Cambria Math" panose="02040503050406030204" pitchFamily="18" charset="0"/>
                          </a:rPr>
                        </m:ctrlPr>
                      </m:fPr>
                      <m:num>
                        <m:sSub>
                          <m:sSubPr>
                            <m:ctrlPr>
                              <a:rPr lang="zh-CN" altLang="en-US" sz="2400" i="1">
                                <a:solidFill>
                                  <a:srgbClr val="000000"/>
                                </a:solidFill>
                                <a:latin typeface="Cambria Math" panose="02040503050406030204" pitchFamily="18" charset="0"/>
                              </a:rPr>
                            </m:ctrlPr>
                          </m:sSubPr>
                          <m:e>
                            <m:r>
                              <a:rPr lang="zh-CN" altLang="en-US" sz="2400" i="1">
                                <a:solidFill>
                                  <a:srgbClr val="000000"/>
                                </a:solidFill>
                                <a:latin typeface="Cambria Math" panose="02040503050406030204" pitchFamily="18" charset="0"/>
                              </a:rPr>
                              <m:t>𝑏</m:t>
                            </m:r>
                          </m:e>
                          <m:sub>
                            <m:r>
                              <a:rPr lang="zh-CN" altLang="en-US" sz="2400" i="0">
                                <a:solidFill>
                                  <a:srgbClr val="000000"/>
                                </a:solidFill>
                                <a:latin typeface="Cambria Math" panose="02040503050406030204" pitchFamily="18" charset="0"/>
                              </a:rPr>
                              <m:t>1</m:t>
                            </m:r>
                          </m:sub>
                        </m:sSub>
                        <m:r>
                          <a:rPr lang="zh-CN" altLang="en-US" sz="2400" i="1">
                            <a:solidFill>
                              <a:srgbClr val="000000"/>
                            </a:solidFill>
                            <a:latin typeface="Cambria Math" panose="02040503050406030204" pitchFamily="18" charset="0"/>
                          </a:rPr>
                          <m:t>𝑝</m:t>
                        </m:r>
                        <m:r>
                          <a:rPr lang="zh-CN" altLang="en-US" sz="2400" i="0">
                            <a:solidFill>
                              <a:srgbClr val="000000"/>
                            </a:solidFill>
                            <a:latin typeface="Cambria Math" panose="02040503050406030204" pitchFamily="18" charset="0"/>
                          </a:rPr>
                          <m:t>+</m:t>
                        </m:r>
                        <m:sSub>
                          <m:sSubPr>
                            <m:ctrlPr>
                              <a:rPr lang="zh-CN" altLang="en-US" sz="2400" i="1">
                                <a:solidFill>
                                  <a:srgbClr val="000000"/>
                                </a:solidFill>
                                <a:latin typeface="Cambria Math" panose="02040503050406030204" pitchFamily="18" charset="0"/>
                              </a:rPr>
                            </m:ctrlPr>
                          </m:sSubPr>
                          <m:e>
                            <m:r>
                              <a:rPr lang="zh-CN" altLang="en-US" sz="2400" i="1">
                                <a:solidFill>
                                  <a:srgbClr val="000000"/>
                                </a:solidFill>
                                <a:latin typeface="Cambria Math" panose="02040503050406030204" pitchFamily="18" charset="0"/>
                              </a:rPr>
                              <m:t>𝑏</m:t>
                            </m:r>
                          </m:e>
                          <m:sub>
                            <m:r>
                              <a:rPr lang="zh-CN" altLang="en-US" sz="2400" i="0">
                                <a:solidFill>
                                  <a:srgbClr val="000000"/>
                                </a:solidFill>
                                <a:latin typeface="Cambria Math" panose="02040503050406030204" pitchFamily="18" charset="0"/>
                              </a:rPr>
                              <m:t>0</m:t>
                            </m:r>
                          </m:sub>
                        </m:sSub>
                      </m:num>
                      <m:den>
                        <m:sSup>
                          <m:sSupPr>
                            <m:ctrlPr>
                              <a:rPr lang="zh-CN" altLang="en-US" sz="2400" i="1">
                                <a:solidFill>
                                  <a:srgbClr val="000000"/>
                                </a:solidFill>
                                <a:latin typeface="Cambria Math" panose="02040503050406030204" pitchFamily="18" charset="0"/>
                              </a:rPr>
                            </m:ctrlPr>
                          </m:sSupPr>
                          <m:e>
                            <m:r>
                              <a:rPr lang="zh-CN" altLang="en-US" sz="2400" i="1">
                                <a:solidFill>
                                  <a:srgbClr val="000000"/>
                                </a:solidFill>
                                <a:latin typeface="Cambria Math" panose="02040503050406030204" pitchFamily="18" charset="0"/>
                              </a:rPr>
                              <m:t>𝑝</m:t>
                            </m:r>
                          </m:e>
                          <m:sup>
                            <m:r>
                              <a:rPr lang="zh-CN" altLang="en-US" sz="2400" i="0">
                                <a:solidFill>
                                  <a:srgbClr val="000000"/>
                                </a:solidFill>
                                <a:latin typeface="Cambria Math" panose="02040503050406030204" pitchFamily="18" charset="0"/>
                              </a:rPr>
                              <m:t>2</m:t>
                            </m:r>
                          </m:sup>
                        </m:sSup>
                        <m:r>
                          <a:rPr lang="zh-CN" altLang="en-US" sz="2400" i="0">
                            <a:solidFill>
                              <a:srgbClr val="000000"/>
                            </a:solidFill>
                            <a:latin typeface="Cambria Math" panose="02040503050406030204" pitchFamily="18" charset="0"/>
                          </a:rPr>
                          <m:t>+</m:t>
                        </m:r>
                        <m:sSub>
                          <m:sSubPr>
                            <m:ctrlPr>
                              <a:rPr lang="zh-CN" altLang="en-US" sz="2400" i="1">
                                <a:solidFill>
                                  <a:srgbClr val="000000"/>
                                </a:solidFill>
                                <a:latin typeface="Cambria Math" panose="02040503050406030204" pitchFamily="18" charset="0"/>
                              </a:rPr>
                            </m:ctrlPr>
                          </m:sSubPr>
                          <m:e>
                            <m:r>
                              <a:rPr lang="zh-CN" altLang="en-US" sz="2400" i="1">
                                <a:solidFill>
                                  <a:srgbClr val="000000"/>
                                </a:solidFill>
                                <a:latin typeface="Cambria Math" panose="02040503050406030204" pitchFamily="18" charset="0"/>
                              </a:rPr>
                              <m:t>𝑎</m:t>
                            </m:r>
                          </m:e>
                          <m:sub>
                            <m:r>
                              <a:rPr lang="zh-CN" altLang="en-US" sz="2400" i="0">
                                <a:solidFill>
                                  <a:srgbClr val="000000"/>
                                </a:solidFill>
                                <a:latin typeface="Cambria Math" panose="02040503050406030204" pitchFamily="18" charset="0"/>
                              </a:rPr>
                              <m:t>1</m:t>
                            </m:r>
                          </m:sub>
                        </m:sSub>
                        <m:r>
                          <a:rPr lang="zh-CN" altLang="en-US" sz="2400" i="1">
                            <a:solidFill>
                              <a:srgbClr val="000000"/>
                            </a:solidFill>
                            <a:latin typeface="Cambria Math" panose="02040503050406030204" pitchFamily="18" charset="0"/>
                          </a:rPr>
                          <m:t>𝑝</m:t>
                        </m:r>
                        <m:r>
                          <a:rPr lang="zh-CN" altLang="en-US" sz="2400" i="0">
                            <a:solidFill>
                              <a:srgbClr val="000000"/>
                            </a:solidFill>
                            <a:latin typeface="Cambria Math" panose="02040503050406030204" pitchFamily="18" charset="0"/>
                          </a:rPr>
                          <m:t>+</m:t>
                        </m:r>
                        <m:sSub>
                          <m:sSubPr>
                            <m:ctrlPr>
                              <a:rPr lang="zh-CN" altLang="en-US" sz="2400" i="1">
                                <a:solidFill>
                                  <a:srgbClr val="000000"/>
                                </a:solidFill>
                                <a:latin typeface="Cambria Math" panose="02040503050406030204" pitchFamily="18" charset="0"/>
                              </a:rPr>
                            </m:ctrlPr>
                          </m:sSubPr>
                          <m:e>
                            <m:r>
                              <a:rPr lang="zh-CN" altLang="en-US" sz="2400" i="1">
                                <a:solidFill>
                                  <a:srgbClr val="000000"/>
                                </a:solidFill>
                                <a:latin typeface="Cambria Math" panose="02040503050406030204" pitchFamily="18" charset="0"/>
                              </a:rPr>
                              <m:t>𝑎</m:t>
                            </m:r>
                          </m:e>
                          <m:sub>
                            <m:r>
                              <a:rPr lang="zh-CN" altLang="en-US" sz="2400" i="0">
                                <a:solidFill>
                                  <a:srgbClr val="000000"/>
                                </a:solidFill>
                                <a:latin typeface="Cambria Math" panose="02040503050406030204" pitchFamily="18" charset="0"/>
                              </a:rPr>
                              <m:t>0</m:t>
                            </m:r>
                          </m:sub>
                        </m:sSub>
                      </m:den>
                    </m:f>
                    <m:f>
                      <m:fPr>
                        <m:ctrlPr>
                          <a:rPr lang="zh-CN" altLang="en-US" sz="2400" i="1" dirty="0" smtClean="0">
                            <a:solidFill>
                              <a:srgbClr val="000000"/>
                            </a:solidFill>
                            <a:latin typeface="Cambria Math" panose="02040503050406030204" pitchFamily="18" charset="0"/>
                          </a:rPr>
                        </m:ctrlPr>
                      </m:fPr>
                      <m:num>
                        <m:r>
                          <a:rPr lang="zh-CN" altLang="en-US" sz="2400" i="1" dirty="0">
                            <a:solidFill>
                              <a:srgbClr val="000000"/>
                            </a:solidFill>
                            <a:latin typeface="Cambria Math" panose="02040503050406030204" pitchFamily="18" charset="0"/>
                          </a:rPr>
                          <m:t>𝑞</m:t>
                        </m:r>
                        <m:d>
                          <m:dPr>
                            <m:ctrlPr>
                              <a:rPr lang="zh-CN" altLang="en-US" sz="2400" i="1" dirty="0">
                                <a:solidFill>
                                  <a:srgbClr val="000000"/>
                                </a:solidFill>
                                <a:latin typeface="Cambria Math" panose="02040503050406030204" pitchFamily="18" charset="0"/>
                              </a:rPr>
                            </m:ctrlPr>
                          </m:dPr>
                          <m:e>
                            <m:r>
                              <a:rPr lang="zh-CN" altLang="en-US" sz="2400" i="1" dirty="0">
                                <a:solidFill>
                                  <a:srgbClr val="000000"/>
                                </a:solidFill>
                                <a:latin typeface="Cambria Math" panose="02040503050406030204" pitchFamily="18" charset="0"/>
                              </a:rPr>
                              <m:t>𝑡</m:t>
                            </m:r>
                          </m:e>
                        </m:d>
                      </m:num>
                      <m:den>
                        <m:r>
                          <a:rPr lang="zh-CN" altLang="en-US" sz="2400" i="1" dirty="0">
                            <a:solidFill>
                              <a:srgbClr val="000000"/>
                            </a:solidFill>
                            <a:latin typeface="Cambria Math" panose="02040503050406030204" pitchFamily="18" charset="0"/>
                          </a:rPr>
                          <m:t>𝑞</m:t>
                        </m:r>
                        <m:d>
                          <m:dPr>
                            <m:ctrlPr>
                              <a:rPr lang="zh-CN" altLang="en-US" sz="2400" i="1" dirty="0">
                                <a:solidFill>
                                  <a:srgbClr val="000000"/>
                                </a:solidFill>
                                <a:latin typeface="Cambria Math" panose="02040503050406030204" pitchFamily="18" charset="0"/>
                              </a:rPr>
                            </m:ctrlPr>
                          </m:dPr>
                          <m:e>
                            <m:r>
                              <a:rPr lang="zh-CN" altLang="en-US" sz="2400" i="1" dirty="0">
                                <a:solidFill>
                                  <a:srgbClr val="000000"/>
                                </a:solidFill>
                                <a:latin typeface="Cambria Math" panose="02040503050406030204" pitchFamily="18" charset="0"/>
                              </a:rPr>
                              <m:t>𝑡</m:t>
                            </m:r>
                          </m:e>
                        </m:d>
                      </m:den>
                    </m:f>
                    <m:r>
                      <a:rPr lang="zh-CN" altLang="en-US" sz="2400" i="1" dirty="0" smtClean="0">
                        <a:solidFill>
                          <a:srgbClr val="000000"/>
                        </a:solidFill>
                        <a:latin typeface="Cambria Math" panose="02040503050406030204" pitchFamily="18" charset="0"/>
                      </a:rPr>
                      <m:t>，</m:t>
                    </m:r>
                  </m:oMath>
                </a14:m>
                <a:r>
                  <a:rPr lang="zh-CN" altLang="en-US" sz="2400" dirty="0">
                    <a:solidFill>
                      <a:srgbClr val="000000"/>
                    </a:solidFill>
                  </a:rPr>
                  <a:t>可知</a:t>
                </a:r>
                <a:endParaRPr lang="zh-CN" altLang="en-US" sz="2400" dirty="0">
                  <a:solidFill>
                    <a:srgbClr val="000000"/>
                  </a:solidFill>
                </a:endParaRPr>
              </a:p>
            </p:txBody>
          </p:sp>
        </mc:Choice>
        <mc:Fallback>
          <p:sp>
            <p:nvSpPr>
              <p:cNvPr id="12" name="文本框 11"/>
              <p:cNvSpPr txBox="1">
                <a:spLocks noRot="1" noChangeAspect="1" noMove="1" noResize="1" noEditPoints="1" noAdjustHandles="1" noChangeArrowheads="1" noChangeShapeType="1" noTextEdit="1"/>
              </p:cNvSpPr>
              <p:nvPr/>
            </p:nvSpPr>
            <p:spPr>
              <a:xfrm>
                <a:off x="895851" y="2660417"/>
                <a:ext cx="4790524" cy="590550"/>
              </a:xfrm>
              <a:prstGeom prst="rect">
                <a:avLst/>
              </a:prstGeom>
              <a:blipFill rotWithShape="1">
                <a:blip r:embed="rId2"/>
                <a:stretch>
                  <a:fillRect l="-10" t="-68" r="12" b="68"/>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3" name="文本框 12"/>
              <p:cNvSpPr txBox="1"/>
              <p:nvPr/>
            </p:nvSpPr>
            <p:spPr>
              <a:xfrm>
                <a:off x="6012160" y="2644395"/>
                <a:ext cx="3024336" cy="623570"/>
              </a:xfrm>
              <a:prstGeom prst="rect">
                <a:avLst/>
              </a:prstGeom>
              <a:noFill/>
            </p:spPr>
            <p:txBody>
              <a:bodyPr wrap="square" lIns="0" tIns="0" rIns="0" bIns="0" rtlCol="0">
                <a:spAutoFit/>
              </a:bodyPr>
              <a:lstStyle/>
              <a:p>
                <a14:m>
                  <m:oMathPara xmlns:m="http://schemas.openxmlformats.org/officeDocument/2006/math">
                    <m:oMathParaPr>
                      <m:jc m:val="left"/>
                    </m:oMathParaPr>
                    <m:oMath xmlns:m="http://schemas.openxmlformats.org/officeDocument/2006/math">
                      <m:m>
                        <m:mPr>
                          <m:mcs>
                            <m:mc>
                              <m:mcPr>
                                <m:count m:val="1"/>
                                <m:mcJc m:val="center"/>
                              </m:mcPr>
                            </m:mc>
                          </m:mcs>
                          <m:plcHide m:val="on"/>
                          <m:ctrlPr>
                            <a:rPr lang="zh-CN" altLang="en-US" sz="2000" i="1" smtClean="0">
                              <a:solidFill>
                                <a:srgbClr val="000000"/>
                              </a:solidFill>
                              <a:latin typeface="Cambria Math" panose="02040503050406030204" pitchFamily="18" charset="0"/>
                            </a:rPr>
                          </m:ctrlPr>
                        </m:mPr>
                        <m:mr>
                          <m:e>
                            <m:r>
                              <a:rPr lang="zh-CN" altLang="en-US" sz="2000" i="1">
                                <a:solidFill>
                                  <a:srgbClr val="000000"/>
                                </a:solidFill>
                                <a:latin typeface="Cambria Math" panose="02040503050406030204" pitchFamily="18" charset="0"/>
                              </a:rPr>
                              <m:t>𝑟</m:t>
                            </m:r>
                            <m:d>
                              <m:dPr>
                                <m:ctrlPr>
                                  <a:rPr lang="zh-CN" altLang="en-US" sz="2000" i="1">
                                    <a:solidFill>
                                      <a:srgbClr val="000000"/>
                                    </a:solidFill>
                                    <a:latin typeface="Cambria Math" panose="02040503050406030204" pitchFamily="18" charset="0"/>
                                  </a:rPr>
                                </m:ctrlPr>
                              </m:dPr>
                              <m:e>
                                <m:r>
                                  <a:rPr lang="zh-CN" altLang="en-US" sz="2000" i="1">
                                    <a:solidFill>
                                      <a:srgbClr val="000000"/>
                                    </a:solidFill>
                                    <a:latin typeface="Cambria Math" panose="02040503050406030204" pitchFamily="18" charset="0"/>
                                  </a:rPr>
                                  <m:t>𝑡</m:t>
                                </m:r>
                              </m:e>
                            </m:d>
                            <m:r>
                              <a:rPr lang="zh-CN" altLang="en-US" sz="2000" i="0">
                                <a:solidFill>
                                  <a:srgbClr val="000000"/>
                                </a:solidFill>
                                <a:latin typeface="Cambria Math" panose="02040503050406030204" pitchFamily="18" charset="0"/>
                              </a:rPr>
                              <m:t>=</m:t>
                            </m:r>
                            <m:d>
                              <m:dPr>
                                <m:ctrlPr>
                                  <a:rPr lang="zh-CN" altLang="en-US" sz="2000" i="1">
                                    <a:solidFill>
                                      <a:srgbClr val="000000"/>
                                    </a:solidFill>
                                    <a:latin typeface="Cambria Math" panose="02040503050406030204" pitchFamily="18" charset="0"/>
                                  </a:rPr>
                                </m:ctrlPr>
                              </m:dPr>
                              <m:e>
                                <m:r>
                                  <a:rPr lang="zh-CN" altLang="en-US" sz="2000" i="1">
                                    <a:solidFill>
                                      <a:srgbClr val="000000"/>
                                    </a:solidFill>
                                    <a:latin typeface="Cambria Math" panose="02040503050406030204" pitchFamily="18" charset="0"/>
                                  </a:rPr>
                                  <m:t>𝑏</m:t>
                                </m:r>
                                <m:r>
                                  <a:rPr lang="en-US" altLang="zh-CN" sz="2000" b="1" i="1" baseline="-25000" smtClean="0">
                                    <a:solidFill>
                                      <a:srgbClr val="000000"/>
                                    </a:solidFill>
                                    <a:latin typeface="Cambria Math" panose="02040503050406030204" pitchFamily="18" charset="0"/>
                                  </a:rPr>
                                  <m:t>𝟏</m:t>
                                </m:r>
                                <m:r>
                                  <a:rPr lang="zh-CN" altLang="en-US" sz="2000" i="1">
                                    <a:solidFill>
                                      <a:srgbClr val="000000"/>
                                    </a:solidFill>
                                    <a:latin typeface="Cambria Math" panose="02040503050406030204" pitchFamily="18" charset="0"/>
                                  </a:rPr>
                                  <m:t>𝑝</m:t>
                                </m:r>
                                <m:r>
                                  <a:rPr lang="zh-CN" altLang="en-US" sz="2000" i="0">
                                    <a:solidFill>
                                      <a:srgbClr val="000000"/>
                                    </a:solidFill>
                                    <a:latin typeface="Cambria Math" panose="02040503050406030204" pitchFamily="18" charset="0"/>
                                  </a:rPr>
                                  <m:t>+</m:t>
                                </m:r>
                                <m:sSub>
                                  <m:sSubPr>
                                    <m:ctrlPr>
                                      <a:rPr lang="zh-CN" altLang="en-US" sz="2000" i="1">
                                        <a:solidFill>
                                          <a:srgbClr val="000000"/>
                                        </a:solidFill>
                                        <a:latin typeface="Cambria Math" panose="02040503050406030204" pitchFamily="18" charset="0"/>
                                      </a:rPr>
                                    </m:ctrlPr>
                                  </m:sSubPr>
                                  <m:e>
                                    <m:r>
                                      <a:rPr lang="zh-CN" altLang="en-US" sz="2000" i="1">
                                        <a:solidFill>
                                          <a:srgbClr val="000000"/>
                                        </a:solidFill>
                                        <a:latin typeface="Cambria Math" panose="02040503050406030204" pitchFamily="18" charset="0"/>
                                      </a:rPr>
                                      <m:t>𝑏</m:t>
                                    </m:r>
                                  </m:e>
                                  <m:sub>
                                    <m:r>
                                      <a:rPr lang="zh-CN" altLang="en-US" sz="2000" i="0">
                                        <a:solidFill>
                                          <a:srgbClr val="000000"/>
                                        </a:solidFill>
                                        <a:latin typeface="Cambria Math" panose="02040503050406030204" pitchFamily="18" charset="0"/>
                                      </a:rPr>
                                      <m:t>0</m:t>
                                    </m:r>
                                  </m:sub>
                                </m:sSub>
                              </m:e>
                            </m:d>
                            <m:r>
                              <a:rPr lang="zh-CN" altLang="en-US" sz="2000" i="1">
                                <a:solidFill>
                                  <a:srgbClr val="000000"/>
                                </a:solidFill>
                                <a:latin typeface="Cambria Math" panose="02040503050406030204" pitchFamily="18" charset="0"/>
                              </a:rPr>
                              <m:t>𝑞</m:t>
                            </m:r>
                            <m:d>
                              <m:dPr>
                                <m:ctrlPr>
                                  <a:rPr lang="zh-CN" altLang="en-US" sz="2000" i="1">
                                    <a:solidFill>
                                      <a:srgbClr val="000000"/>
                                    </a:solidFill>
                                    <a:latin typeface="Cambria Math" panose="02040503050406030204" pitchFamily="18" charset="0"/>
                                  </a:rPr>
                                </m:ctrlPr>
                              </m:dPr>
                              <m:e>
                                <m:r>
                                  <a:rPr lang="zh-CN" altLang="en-US" sz="2000" i="1">
                                    <a:solidFill>
                                      <a:srgbClr val="000000"/>
                                    </a:solidFill>
                                    <a:latin typeface="Cambria Math" panose="02040503050406030204" pitchFamily="18" charset="0"/>
                                  </a:rPr>
                                  <m:t>𝑡</m:t>
                                </m:r>
                              </m:e>
                            </m:d>
                          </m:e>
                        </m:mr>
                        <m:mr>
                          <m:e>
                            <m:r>
                              <a:rPr lang="en-US" altLang="zh-CN" sz="2000" i="1">
                                <a:solidFill>
                                  <a:srgbClr val="000000"/>
                                </a:solidFill>
                                <a:latin typeface="Cambria Math" panose="02040503050406030204" pitchFamily="18" charset="0"/>
                              </a:rPr>
                              <m:t>𝒆</m:t>
                            </m:r>
                            <m:d>
                              <m:dPr>
                                <m:ctrlPr>
                                  <a:rPr lang="zh-CN" altLang="en-US" sz="2000" i="1">
                                    <a:solidFill>
                                      <a:srgbClr val="000000"/>
                                    </a:solidFill>
                                    <a:latin typeface="Cambria Math" panose="02040503050406030204" pitchFamily="18" charset="0"/>
                                  </a:rPr>
                                </m:ctrlPr>
                              </m:dPr>
                              <m:e>
                                <m:r>
                                  <a:rPr lang="zh-CN" altLang="en-US" sz="2000" i="1">
                                    <a:solidFill>
                                      <a:srgbClr val="000000"/>
                                    </a:solidFill>
                                    <a:latin typeface="Cambria Math" panose="02040503050406030204" pitchFamily="18" charset="0"/>
                                  </a:rPr>
                                  <m:t>𝑡</m:t>
                                </m:r>
                              </m:e>
                            </m:d>
                            <m:r>
                              <a:rPr lang="zh-CN" altLang="en-US" sz="2000" i="0">
                                <a:solidFill>
                                  <a:srgbClr val="000000"/>
                                </a:solidFill>
                                <a:latin typeface="Cambria Math" panose="02040503050406030204" pitchFamily="18" charset="0"/>
                              </a:rPr>
                              <m:t>=</m:t>
                            </m:r>
                            <m:d>
                              <m:dPr>
                                <m:ctrlPr>
                                  <a:rPr lang="zh-CN" altLang="en-US" sz="2000" i="1">
                                    <a:solidFill>
                                      <a:srgbClr val="000000"/>
                                    </a:solidFill>
                                    <a:latin typeface="Cambria Math" panose="02040503050406030204" pitchFamily="18" charset="0"/>
                                  </a:rPr>
                                </m:ctrlPr>
                              </m:dPr>
                              <m:e>
                                <m:sSup>
                                  <m:sSupPr>
                                    <m:ctrlPr>
                                      <a:rPr lang="zh-CN" altLang="en-US" sz="2000" i="1">
                                        <a:solidFill>
                                          <a:srgbClr val="000000"/>
                                        </a:solidFill>
                                        <a:latin typeface="Cambria Math" panose="02040503050406030204" pitchFamily="18" charset="0"/>
                                      </a:rPr>
                                    </m:ctrlPr>
                                  </m:sSupPr>
                                  <m:e>
                                    <m:r>
                                      <a:rPr lang="zh-CN" altLang="en-US" sz="2000" i="1">
                                        <a:solidFill>
                                          <a:srgbClr val="000000"/>
                                        </a:solidFill>
                                        <a:latin typeface="Cambria Math" panose="02040503050406030204" pitchFamily="18" charset="0"/>
                                      </a:rPr>
                                      <m:t>𝑝</m:t>
                                    </m:r>
                                  </m:e>
                                  <m:sup>
                                    <m:r>
                                      <a:rPr lang="zh-CN" altLang="en-US" sz="2000" i="0">
                                        <a:solidFill>
                                          <a:srgbClr val="000000"/>
                                        </a:solidFill>
                                        <a:latin typeface="Cambria Math" panose="02040503050406030204" pitchFamily="18" charset="0"/>
                                      </a:rPr>
                                      <m:t>2</m:t>
                                    </m:r>
                                  </m:sup>
                                </m:sSup>
                                <m:r>
                                  <a:rPr lang="zh-CN" altLang="en-US" sz="2000" i="0">
                                    <a:solidFill>
                                      <a:srgbClr val="000000"/>
                                    </a:solidFill>
                                    <a:latin typeface="Cambria Math" panose="02040503050406030204" pitchFamily="18" charset="0"/>
                                  </a:rPr>
                                  <m:t>+</m:t>
                                </m:r>
                                <m:sSub>
                                  <m:sSubPr>
                                    <m:ctrlPr>
                                      <a:rPr lang="zh-CN" altLang="en-US" sz="2000" i="1">
                                        <a:solidFill>
                                          <a:srgbClr val="000000"/>
                                        </a:solidFill>
                                        <a:latin typeface="Cambria Math" panose="02040503050406030204" pitchFamily="18" charset="0"/>
                                      </a:rPr>
                                    </m:ctrlPr>
                                  </m:sSubPr>
                                  <m:e>
                                    <m:r>
                                      <a:rPr lang="zh-CN" altLang="en-US" sz="2000" i="1">
                                        <a:solidFill>
                                          <a:srgbClr val="000000"/>
                                        </a:solidFill>
                                        <a:latin typeface="Cambria Math" panose="02040503050406030204" pitchFamily="18" charset="0"/>
                                      </a:rPr>
                                      <m:t>𝑎</m:t>
                                    </m:r>
                                  </m:e>
                                  <m:sub>
                                    <m:r>
                                      <a:rPr lang="zh-CN" altLang="en-US" sz="2000" i="0">
                                        <a:solidFill>
                                          <a:srgbClr val="000000"/>
                                        </a:solidFill>
                                        <a:latin typeface="Cambria Math" panose="02040503050406030204" pitchFamily="18" charset="0"/>
                                      </a:rPr>
                                      <m:t>1</m:t>
                                    </m:r>
                                  </m:sub>
                                </m:sSub>
                                <m:r>
                                  <a:rPr lang="zh-CN" altLang="en-US" sz="2000" i="1">
                                    <a:solidFill>
                                      <a:srgbClr val="000000"/>
                                    </a:solidFill>
                                    <a:latin typeface="Cambria Math" panose="02040503050406030204" pitchFamily="18" charset="0"/>
                                  </a:rPr>
                                  <m:t>𝑝</m:t>
                                </m:r>
                                <m:r>
                                  <a:rPr lang="zh-CN" altLang="en-US" sz="2000" i="0">
                                    <a:solidFill>
                                      <a:srgbClr val="000000"/>
                                    </a:solidFill>
                                    <a:latin typeface="Cambria Math" panose="02040503050406030204" pitchFamily="18" charset="0"/>
                                  </a:rPr>
                                  <m:t>+</m:t>
                                </m:r>
                                <m:sSub>
                                  <m:sSubPr>
                                    <m:ctrlPr>
                                      <a:rPr lang="zh-CN" altLang="en-US" sz="2000" i="1">
                                        <a:solidFill>
                                          <a:srgbClr val="000000"/>
                                        </a:solidFill>
                                        <a:latin typeface="Cambria Math" panose="02040503050406030204" pitchFamily="18" charset="0"/>
                                      </a:rPr>
                                    </m:ctrlPr>
                                  </m:sSubPr>
                                  <m:e>
                                    <m:r>
                                      <a:rPr lang="zh-CN" altLang="en-US" sz="2000" i="1">
                                        <a:solidFill>
                                          <a:srgbClr val="000000"/>
                                        </a:solidFill>
                                        <a:latin typeface="Cambria Math" panose="02040503050406030204" pitchFamily="18" charset="0"/>
                                      </a:rPr>
                                      <m:t>𝑎</m:t>
                                    </m:r>
                                  </m:e>
                                  <m:sub>
                                    <m:r>
                                      <a:rPr lang="zh-CN" altLang="en-US" sz="2000" i="0">
                                        <a:solidFill>
                                          <a:srgbClr val="000000"/>
                                        </a:solidFill>
                                        <a:latin typeface="Cambria Math" panose="02040503050406030204" pitchFamily="18" charset="0"/>
                                      </a:rPr>
                                      <m:t>0</m:t>
                                    </m:r>
                                  </m:sub>
                                </m:sSub>
                              </m:e>
                            </m:d>
                            <m:r>
                              <a:rPr lang="zh-CN" altLang="en-US" sz="2000" i="1">
                                <a:solidFill>
                                  <a:srgbClr val="000000"/>
                                </a:solidFill>
                                <a:latin typeface="Cambria Math" panose="02040503050406030204" pitchFamily="18" charset="0"/>
                              </a:rPr>
                              <m:t>𝑞</m:t>
                            </m:r>
                            <m:d>
                              <m:dPr>
                                <m:ctrlPr>
                                  <a:rPr lang="zh-CN" altLang="en-US" sz="2000" i="1">
                                    <a:solidFill>
                                      <a:srgbClr val="000000"/>
                                    </a:solidFill>
                                    <a:latin typeface="Cambria Math" panose="02040503050406030204" pitchFamily="18" charset="0"/>
                                  </a:rPr>
                                </m:ctrlPr>
                              </m:dPr>
                              <m:e>
                                <m:r>
                                  <a:rPr lang="zh-CN" altLang="en-US" sz="2000" i="1">
                                    <a:solidFill>
                                      <a:srgbClr val="000000"/>
                                    </a:solidFill>
                                    <a:latin typeface="Cambria Math" panose="02040503050406030204" pitchFamily="18" charset="0"/>
                                  </a:rPr>
                                  <m:t>𝑡</m:t>
                                </m:r>
                              </m:e>
                            </m:d>
                          </m:e>
                        </m:mr>
                      </m:m>
                    </m:oMath>
                  </m:oMathPara>
                </a14:m>
                <a:endParaRPr lang="zh-CN" altLang="en-US" sz="2000" dirty="0">
                  <a:solidFill>
                    <a:srgbClr val="000000"/>
                  </a:solidFill>
                </a:endParaRPr>
              </a:p>
            </p:txBody>
          </p:sp>
        </mc:Choice>
        <mc:Fallback>
          <p:sp>
            <p:nvSpPr>
              <p:cNvPr id="13" name="文本框 12"/>
              <p:cNvSpPr txBox="1">
                <a:spLocks noRot="1" noChangeAspect="1" noMove="1" noResize="1" noEditPoints="1" noAdjustHandles="1" noChangeArrowheads="1" noChangeShapeType="1" noTextEdit="1"/>
              </p:cNvSpPr>
              <p:nvPr/>
            </p:nvSpPr>
            <p:spPr>
              <a:xfrm>
                <a:off x="6012160" y="2644395"/>
                <a:ext cx="3024336" cy="623570"/>
              </a:xfrm>
              <a:prstGeom prst="rect">
                <a:avLst/>
              </a:prstGeom>
              <a:blipFill rotWithShape="1">
                <a:blip r:embed="rId3"/>
                <a:stretch>
                  <a:fillRect l="-20" t="-41" r="15" b="-7189"/>
                </a:stretch>
              </a:blipFill>
            </p:spPr>
            <p:txBody>
              <a:bodyPr/>
              <a:lstStyle/>
              <a:p>
                <a:r>
                  <a:rPr lang="zh-CN" altLang="en-US">
                    <a:noFill/>
                  </a:rPr>
                  <a:t> </a:t>
                </a:r>
              </a:p>
            </p:txBody>
          </p:sp>
        </mc:Fallback>
      </mc:AlternateContent>
      <p:sp>
        <p:nvSpPr>
          <p:cNvPr id="14" name="矩形 13"/>
          <p:cNvSpPr/>
          <p:nvPr/>
        </p:nvSpPr>
        <p:spPr>
          <a:xfrm>
            <a:off x="771713" y="3391159"/>
            <a:ext cx="2929007" cy="523220"/>
          </a:xfrm>
          <a:prstGeom prst="rect">
            <a:avLst/>
          </a:prstGeom>
        </p:spPr>
        <p:txBody>
          <a:bodyPr wrap="none">
            <a:spAutoFit/>
          </a:bodyPr>
          <a:lstStyle/>
          <a:p>
            <a:r>
              <a:rPr lang="zh-CN" altLang="en-US" sz="2800" dirty="0">
                <a:solidFill>
                  <a:schemeClr val="bg1"/>
                </a:solidFill>
              </a:rPr>
              <a:t>引入中间变量</a:t>
            </a:r>
            <a:r>
              <a:rPr lang="en-US" altLang="zh-CN" sz="2800" dirty="0">
                <a:solidFill>
                  <a:schemeClr val="bg1"/>
                </a:solidFill>
              </a:rPr>
              <a:t>q(t)</a:t>
            </a:r>
            <a:endParaRPr lang="zh-CN" altLang="en-US" sz="2800" dirty="0">
              <a:solidFill>
                <a:schemeClr val="bg1"/>
              </a:solidFill>
            </a:endParaRPr>
          </a:p>
        </p:txBody>
      </p:sp>
      <mc:AlternateContent xmlns:mc="http://schemas.openxmlformats.org/markup-compatibility/2006">
        <mc:Choice xmlns:a14="http://schemas.microsoft.com/office/drawing/2010/main" Requires="a14">
          <p:sp>
            <p:nvSpPr>
              <p:cNvPr id="15" name="文本框 14"/>
              <p:cNvSpPr txBox="1"/>
              <p:nvPr/>
            </p:nvSpPr>
            <p:spPr>
              <a:xfrm>
                <a:off x="3843039" y="3464260"/>
                <a:ext cx="4338242" cy="731520"/>
              </a:xfrm>
              <a:prstGeom prst="rect">
                <a:avLst/>
              </a:prstGeom>
              <a:noFill/>
            </p:spPr>
            <p:txBody>
              <a:bodyPr wrap="square" lIns="0" tIns="0" rIns="0" bIns="0" rtlCol="0">
                <a:spAutoFit/>
              </a:bodyPr>
              <a:lstStyle/>
              <a:p>
                <a14:m>
                  <m:oMathPara xmlns:m="http://schemas.openxmlformats.org/officeDocument/2006/math">
                    <m:oMathParaPr>
                      <m:jc m:val="left"/>
                    </m:oMathParaPr>
                    <m:oMath xmlns:m="http://schemas.openxmlformats.org/officeDocument/2006/math">
                      <m:m>
                        <m:mPr>
                          <m:mcs>
                            <m:mc>
                              <m:mcPr>
                                <m:count m:val="1"/>
                                <m:mcJc m:val="center"/>
                              </m:mcPr>
                            </m:mc>
                          </m:mcs>
                          <m:plcHide m:val="on"/>
                          <m:ctrlPr>
                            <a:rPr lang="zh-CN" altLang="en-US" sz="2400" i="1" smtClean="0">
                              <a:solidFill>
                                <a:schemeClr val="bg1"/>
                              </a:solidFill>
                              <a:latin typeface="Cambria Math" panose="02040503050406030204" pitchFamily="18" charset="0"/>
                            </a:rPr>
                          </m:ctrlPr>
                        </m:mPr>
                        <m:mr>
                          <m:e>
                            <m:sSup>
                              <m:sSupPr>
                                <m:ctrlPr>
                                  <a:rPr lang="zh-CN" altLang="en-US" sz="2400" i="1">
                                    <a:solidFill>
                                      <a:schemeClr val="bg1"/>
                                    </a:solidFill>
                                    <a:latin typeface="Cambria Math" panose="02040503050406030204" pitchFamily="18" charset="0"/>
                                  </a:rPr>
                                </m:ctrlPr>
                              </m:sSupPr>
                              <m:e>
                                <m:r>
                                  <a:rPr lang="zh-CN" altLang="en-US" sz="2400" i="1">
                                    <a:solidFill>
                                      <a:schemeClr val="bg1"/>
                                    </a:solidFill>
                                    <a:latin typeface="Cambria Math" panose="02040503050406030204" pitchFamily="18" charset="0"/>
                                  </a:rPr>
                                  <m:t>𝑞</m:t>
                                </m:r>
                              </m:e>
                              <m:sup>
                                <m:r>
                                  <a:rPr lang="zh-CN" altLang="en-US" sz="2400" i="0">
                                    <a:solidFill>
                                      <a:schemeClr val="bg1"/>
                                    </a:solidFill>
                                    <a:latin typeface="Cambria Math" panose="02040503050406030204" pitchFamily="18" charset="0"/>
                                  </a:rPr>
                                  <m:t>′′</m:t>
                                </m:r>
                              </m:sup>
                            </m:sSup>
                            <m:d>
                              <m:dPr>
                                <m:ctrlPr>
                                  <a:rPr lang="zh-CN" altLang="en-US" sz="2400" i="1">
                                    <a:solidFill>
                                      <a:schemeClr val="bg1"/>
                                    </a:solidFill>
                                    <a:latin typeface="Cambria Math" panose="02040503050406030204" pitchFamily="18" charset="0"/>
                                  </a:rPr>
                                </m:ctrlPr>
                              </m:dPr>
                              <m:e>
                                <m:r>
                                  <a:rPr lang="zh-CN" altLang="en-US" sz="2400" i="1">
                                    <a:solidFill>
                                      <a:schemeClr val="bg1"/>
                                    </a:solidFill>
                                    <a:latin typeface="Cambria Math" panose="02040503050406030204" pitchFamily="18" charset="0"/>
                                  </a:rPr>
                                  <m:t>𝑡</m:t>
                                </m:r>
                              </m:e>
                            </m:d>
                            <m:r>
                              <a:rPr lang="zh-CN" altLang="en-US" sz="2400" i="0">
                                <a:solidFill>
                                  <a:schemeClr val="bg1"/>
                                </a:solidFill>
                                <a:latin typeface="Cambria Math" panose="02040503050406030204" pitchFamily="18" charset="0"/>
                              </a:rPr>
                              <m:t>=</m:t>
                            </m:r>
                            <m:r>
                              <a:rPr lang="en-US" altLang="zh-CN" sz="2400" i="0">
                                <a:solidFill>
                                  <a:schemeClr val="bg1"/>
                                </a:solidFill>
                                <a:latin typeface="Cambria Math" panose="02040503050406030204" pitchFamily="18" charset="0"/>
                              </a:rPr>
                              <m:t>𝐞</m:t>
                            </m:r>
                            <m:d>
                              <m:dPr>
                                <m:ctrlPr>
                                  <a:rPr lang="zh-CN" altLang="en-US" sz="2400" i="1">
                                    <a:solidFill>
                                      <a:schemeClr val="bg1"/>
                                    </a:solidFill>
                                    <a:latin typeface="Cambria Math" panose="02040503050406030204" pitchFamily="18" charset="0"/>
                                  </a:rPr>
                                </m:ctrlPr>
                              </m:dPr>
                              <m:e>
                                <m:r>
                                  <a:rPr lang="zh-CN" altLang="en-US" sz="2400" i="1">
                                    <a:solidFill>
                                      <a:schemeClr val="bg1"/>
                                    </a:solidFill>
                                    <a:latin typeface="Cambria Math" panose="02040503050406030204" pitchFamily="18" charset="0"/>
                                  </a:rPr>
                                  <m:t>𝑡</m:t>
                                </m:r>
                              </m:e>
                            </m:d>
                            <m:r>
                              <a:rPr lang="zh-CN" altLang="en-US" sz="2400" i="0">
                                <a:solidFill>
                                  <a:schemeClr val="bg1"/>
                                </a:solidFill>
                                <a:latin typeface="Cambria Math" panose="02040503050406030204" pitchFamily="18" charset="0"/>
                              </a:rPr>
                              <m:t>−</m:t>
                            </m:r>
                            <m:r>
                              <a:rPr lang="zh-CN" altLang="en-US" sz="2400" i="1">
                                <a:solidFill>
                                  <a:schemeClr val="bg1"/>
                                </a:solidFill>
                                <a:latin typeface="Cambria Math" panose="02040503050406030204" pitchFamily="18" charset="0"/>
                              </a:rPr>
                              <m:t>𝑎</m:t>
                            </m:r>
                            <m:r>
                              <a:rPr lang="en-US" altLang="zh-CN" sz="2400" i="1" baseline="-25000" smtClean="0">
                                <a:solidFill>
                                  <a:schemeClr val="bg1"/>
                                </a:solidFill>
                                <a:latin typeface="Cambria Math" panose="02040503050406030204" pitchFamily="18" charset="0"/>
                              </a:rPr>
                              <m:t>1</m:t>
                            </m:r>
                            <m:sSup>
                              <m:sSupPr>
                                <m:ctrlPr>
                                  <a:rPr lang="zh-CN" altLang="en-US" sz="2400" i="1">
                                    <a:solidFill>
                                      <a:schemeClr val="bg1"/>
                                    </a:solidFill>
                                    <a:latin typeface="Cambria Math" panose="02040503050406030204" pitchFamily="18" charset="0"/>
                                  </a:rPr>
                                </m:ctrlPr>
                              </m:sSupPr>
                              <m:e>
                                <m:r>
                                  <a:rPr lang="zh-CN" altLang="en-US" sz="2400" i="1">
                                    <a:solidFill>
                                      <a:schemeClr val="bg1"/>
                                    </a:solidFill>
                                    <a:latin typeface="Cambria Math" panose="02040503050406030204" pitchFamily="18" charset="0"/>
                                  </a:rPr>
                                  <m:t>𝑞</m:t>
                                </m:r>
                              </m:e>
                              <m:sup>
                                <m:r>
                                  <a:rPr lang="zh-CN" altLang="en-US" sz="2400" i="0">
                                    <a:solidFill>
                                      <a:schemeClr val="bg1"/>
                                    </a:solidFill>
                                    <a:latin typeface="Cambria Math" panose="02040503050406030204" pitchFamily="18" charset="0"/>
                                  </a:rPr>
                                  <m:t>′</m:t>
                                </m:r>
                              </m:sup>
                            </m:sSup>
                            <m:d>
                              <m:dPr>
                                <m:ctrlPr>
                                  <a:rPr lang="zh-CN" altLang="en-US" sz="2400" i="1">
                                    <a:solidFill>
                                      <a:schemeClr val="bg1"/>
                                    </a:solidFill>
                                    <a:latin typeface="Cambria Math" panose="02040503050406030204" pitchFamily="18" charset="0"/>
                                  </a:rPr>
                                </m:ctrlPr>
                              </m:dPr>
                              <m:e>
                                <m:r>
                                  <a:rPr lang="zh-CN" altLang="en-US" sz="2400" i="1">
                                    <a:solidFill>
                                      <a:schemeClr val="bg1"/>
                                    </a:solidFill>
                                    <a:latin typeface="Cambria Math" panose="02040503050406030204" pitchFamily="18" charset="0"/>
                                  </a:rPr>
                                  <m:t>𝑡</m:t>
                                </m:r>
                              </m:e>
                            </m:d>
                            <m:r>
                              <a:rPr lang="zh-CN" altLang="en-US" sz="2400" i="0">
                                <a:solidFill>
                                  <a:schemeClr val="bg1"/>
                                </a:solidFill>
                                <a:latin typeface="Cambria Math" panose="02040503050406030204" pitchFamily="18" charset="0"/>
                              </a:rPr>
                              <m:t>−</m:t>
                            </m:r>
                            <m:sSub>
                              <m:sSubPr>
                                <m:ctrlPr>
                                  <a:rPr lang="zh-CN" altLang="en-US" sz="2400" i="1">
                                    <a:solidFill>
                                      <a:schemeClr val="bg1"/>
                                    </a:solidFill>
                                    <a:latin typeface="Cambria Math" panose="02040503050406030204" pitchFamily="18" charset="0"/>
                                  </a:rPr>
                                </m:ctrlPr>
                              </m:sSubPr>
                              <m:e>
                                <m:r>
                                  <a:rPr lang="zh-CN" altLang="en-US" sz="2400" i="1">
                                    <a:solidFill>
                                      <a:schemeClr val="bg1"/>
                                    </a:solidFill>
                                    <a:latin typeface="Cambria Math" panose="02040503050406030204" pitchFamily="18" charset="0"/>
                                  </a:rPr>
                                  <m:t>𝑎</m:t>
                                </m:r>
                              </m:e>
                              <m:sub>
                                <m:r>
                                  <a:rPr lang="zh-CN" altLang="en-US" sz="2400" i="0">
                                    <a:solidFill>
                                      <a:schemeClr val="bg1"/>
                                    </a:solidFill>
                                    <a:latin typeface="Cambria Math" panose="02040503050406030204" pitchFamily="18" charset="0"/>
                                  </a:rPr>
                                  <m:t>0</m:t>
                                </m:r>
                              </m:sub>
                            </m:sSub>
                            <m:r>
                              <a:rPr lang="zh-CN" altLang="en-US" sz="2400" i="1">
                                <a:solidFill>
                                  <a:schemeClr val="bg1"/>
                                </a:solidFill>
                                <a:latin typeface="Cambria Math" panose="02040503050406030204" pitchFamily="18" charset="0"/>
                              </a:rPr>
                              <m:t>𝑞</m:t>
                            </m:r>
                            <m:d>
                              <m:dPr>
                                <m:ctrlPr>
                                  <a:rPr lang="zh-CN" altLang="en-US" sz="2400" i="1">
                                    <a:solidFill>
                                      <a:schemeClr val="bg1"/>
                                    </a:solidFill>
                                    <a:latin typeface="Cambria Math" panose="02040503050406030204" pitchFamily="18" charset="0"/>
                                  </a:rPr>
                                </m:ctrlPr>
                              </m:dPr>
                              <m:e>
                                <m:r>
                                  <a:rPr lang="zh-CN" altLang="en-US" sz="2400" i="1">
                                    <a:solidFill>
                                      <a:schemeClr val="bg1"/>
                                    </a:solidFill>
                                    <a:latin typeface="Cambria Math" panose="02040503050406030204" pitchFamily="18" charset="0"/>
                                  </a:rPr>
                                  <m:t>𝑡</m:t>
                                </m:r>
                              </m:e>
                            </m:d>
                          </m:e>
                        </m:mr>
                        <m:mr>
                          <m:e>
                            <m:r>
                              <a:rPr lang="zh-CN" altLang="en-US" sz="2400" i="1">
                                <a:solidFill>
                                  <a:schemeClr val="bg1"/>
                                </a:solidFill>
                                <a:latin typeface="Cambria Math" panose="02040503050406030204" pitchFamily="18" charset="0"/>
                              </a:rPr>
                              <m:t>𝑟</m:t>
                            </m:r>
                            <m:d>
                              <m:dPr>
                                <m:ctrlPr>
                                  <a:rPr lang="zh-CN" altLang="en-US" sz="2400" i="1">
                                    <a:solidFill>
                                      <a:schemeClr val="bg1"/>
                                    </a:solidFill>
                                    <a:latin typeface="Cambria Math" panose="02040503050406030204" pitchFamily="18" charset="0"/>
                                  </a:rPr>
                                </m:ctrlPr>
                              </m:dPr>
                              <m:e>
                                <m:r>
                                  <a:rPr lang="zh-CN" altLang="en-US" sz="2400" i="1">
                                    <a:solidFill>
                                      <a:schemeClr val="bg1"/>
                                    </a:solidFill>
                                    <a:latin typeface="Cambria Math" panose="02040503050406030204" pitchFamily="18" charset="0"/>
                                  </a:rPr>
                                  <m:t>𝑡</m:t>
                                </m:r>
                              </m:e>
                            </m:d>
                            <m:r>
                              <a:rPr lang="zh-CN" altLang="en-US" sz="2400" i="0">
                                <a:solidFill>
                                  <a:schemeClr val="bg1"/>
                                </a:solidFill>
                                <a:latin typeface="Cambria Math" panose="02040503050406030204" pitchFamily="18" charset="0"/>
                              </a:rPr>
                              <m:t>=</m:t>
                            </m:r>
                            <m:sSub>
                              <m:sSubPr>
                                <m:ctrlPr>
                                  <a:rPr lang="zh-CN" altLang="en-US" sz="2400" i="1">
                                    <a:solidFill>
                                      <a:schemeClr val="bg1"/>
                                    </a:solidFill>
                                    <a:latin typeface="Cambria Math" panose="02040503050406030204" pitchFamily="18" charset="0"/>
                                  </a:rPr>
                                </m:ctrlPr>
                              </m:sSubPr>
                              <m:e>
                                <m:r>
                                  <a:rPr lang="zh-CN" altLang="en-US" sz="2400" i="1">
                                    <a:solidFill>
                                      <a:schemeClr val="bg1"/>
                                    </a:solidFill>
                                    <a:latin typeface="Cambria Math" panose="02040503050406030204" pitchFamily="18" charset="0"/>
                                  </a:rPr>
                                  <m:t>𝑏</m:t>
                                </m:r>
                              </m:e>
                              <m:sub>
                                <m:r>
                                  <a:rPr lang="zh-CN" altLang="en-US" sz="2400" i="0">
                                    <a:solidFill>
                                      <a:schemeClr val="bg1"/>
                                    </a:solidFill>
                                    <a:latin typeface="Cambria Math" panose="02040503050406030204" pitchFamily="18" charset="0"/>
                                  </a:rPr>
                                  <m:t>1</m:t>
                                </m:r>
                              </m:sub>
                            </m:sSub>
                            <m:r>
                              <a:rPr lang="zh-CN" altLang="en-US" sz="2400" i="1">
                                <a:solidFill>
                                  <a:schemeClr val="bg1"/>
                                </a:solidFill>
                                <a:latin typeface="Cambria Math" panose="02040503050406030204" pitchFamily="18" charset="0"/>
                              </a:rPr>
                              <m:t>𝑞</m:t>
                            </m:r>
                            <m:r>
                              <a:rPr lang="en-US" altLang="zh-CN" sz="2400" b="1" i="1" smtClean="0">
                                <a:solidFill>
                                  <a:schemeClr val="bg1"/>
                                </a:solidFill>
                                <a:latin typeface="Cambria Math" panose="02040503050406030204" pitchFamily="18" charset="0"/>
                              </a:rPr>
                              <m:t>′</m:t>
                            </m:r>
                            <m:d>
                              <m:dPr>
                                <m:ctrlPr>
                                  <a:rPr lang="zh-CN" altLang="en-US" sz="2400" i="1">
                                    <a:solidFill>
                                      <a:schemeClr val="bg1"/>
                                    </a:solidFill>
                                    <a:latin typeface="Cambria Math" panose="02040503050406030204" pitchFamily="18" charset="0"/>
                                  </a:rPr>
                                </m:ctrlPr>
                              </m:dPr>
                              <m:e>
                                <m:r>
                                  <a:rPr lang="zh-CN" altLang="en-US" sz="2400" i="1">
                                    <a:solidFill>
                                      <a:schemeClr val="bg1"/>
                                    </a:solidFill>
                                    <a:latin typeface="Cambria Math" panose="02040503050406030204" pitchFamily="18" charset="0"/>
                                  </a:rPr>
                                  <m:t>𝑡</m:t>
                                </m:r>
                              </m:e>
                            </m:d>
                            <m:r>
                              <a:rPr lang="zh-CN" altLang="en-US" sz="2400" i="0">
                                <a:solidFill>
                                  <a:schemeClr val="bg1"/>
                                </a:solidFill>
                                <a:latin typeface="Cambria Math" panose="02040503050406030204" pitchFamily="18" charset="0"/>
                              </a:rPr>
                              <m:t>+</m:t>
                            </m:r>
                            <m:sSub>
                              <m:sSubPr>
                                <m:ctrlPr>
                                  <a:rPr lang="zh-CN" altLang="en-US" sz="2400" i="1">
                                    <a:solidFill>
                                      <a:schemeClr val="bg1"/>
                                    </a:solidFill>
                                    <a:latin typeface="Cambria Math" panose="02040503050406030204" pitchFamily="18" charset="0"/>
                                  </a:rPr>
                                </m:ctrlPr>
                              </m:sSubPr>
                              <m:e>
                                <m:r>
                                  <a:rPr lang="zh-CN" altLang="en-US" sz="2400" i="1">
                                    <a:solidFill>
                                      <a:schemeClr val="bg1"/>
                                    </a:solidFill>
                                    <a:latin typeface="Cambria Math" panose="02040503050406030204" pitchFamily="18" charset="0"/>
                                  </a:rPr>
                                  <m:t>𝑏</m:t>
                                </m:r>
                              </m:e>
                              <m:sub>
                                <m:r>
                                  <a:rPr lang="zh-CN" altLang="en-US" sz="2400" i="0">
                                    <a:solidFill>
                                      <a:schemeClr val="bg1"/>
                                    </a:solidFill>
                                    <a:latin typeface="Cambria Math" panose="02040503050406030204" pitchFamily="18" charset="0"/>
                                  </a:rPr>
                                  <m:t>0</m:t>
                                </m:r>
                              </m:sub>
                            </m:sSub>
                            <m:r>
                              <a:rPr lang="zh-CN" altLang="en-US" sz="2400" i="1">
                                <a:solidFill>
                                  <a:schemeClr val="bg1"/>
                                </a:solidFill>
                                <a:latin typeface="Cambria Math" panose="02040503050406030204" pitchFamily="18" charset="0"/>
                              </a:rPr>
                              <m:t>𝑞</m:t>
                            </m:r>
                            <m:d>
                              <m:dPr>
                                <m:ctrlPr>
                                  <a:rPr lang="zh-CN" altLang="en-US" sz="2400" i="1">
                                    <a:solidFill>
                                      <a:schemeClr val="bg1"/>
                                    </a:solidFill>
                                    <a:latin typeface="Cambria Math" panose="02040503050406030204" pitchFamily="18" charset="0"/>
                                  </a:rPr>
                                </m:ctrlPr>
                              </m:dPr>
                              <m:e>
                                <m:r>
                                  <a:rPr lang="zh-CN" altLang="en-US" sz="2400" i="1">
                                    <a:solidFill>
                                      <a:schemeClr val="bg1"/>
                                    </a:solidFill>
                                    <a:latin typeface="Cambria Math" panose="02040503050406030204" pitchFamily="18" charset="0"/>
                                  </a:rPr>
                                  <m:t>𝑡</m:t>
                                </m:r>
                              </m:e>
                            </m:d>
                          </m:e>
                        </m:mr>
                      </m:m>
                    </m:oMath>
                  </m:oMathPara>
                </a14:m>
                <a:endParaRPr lang="zh-CN" altLang="en-US" sz="2400" dirty="0">
                  <a:solidFill>
                    <a:schemeClr val="bg1"/>
                  </a:solidFill>
                </a:endParaRPr>
              </a:p>
            </p:txBody>
          </p:sp>
        </mc:Choice>
        <mc:Fallback>
          <p:sp>
            <p:nvSpPr>
              <p:cNvPr id="15" name="文本框 14"/>
              <p:cNvSpPr txBox="1">
                <a:spLocks noRot="1" noChangeAspect="1" noMove="1" noResize="1" noEditPoints="1" noAdjustHandles="1" noChangeArrowheads="1" noChangeShapeType="1" noTextEdit="1"/>
              </p:cNvSpPr>
              <p:nvPr/>
            </p:nvSpPr>
            <p:spPr>
              <a:xfrm>
                <a:off x="3843039" y="3464260"/>
                <a:ext cx="4338242" cy="731520"/>
              </a:xfrm>
              <a:prstGeom prst="rect">
                <a:avLst/>
              </a:prstGeom>
              <a:blipFill rotWithShape="1">
                <a:blip r:embed="rId4"/>
                <a:stretch>
                  <a:fillRect t="-46" r="13" b="-7333"/>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80" name="矩形 79"/>
              <p:cNvSpPr/>
              <p:nvPr/>
            </p:nvSpPr>
            <p:spPr>
              <a:xfrm>
                <a:off x="939942" y="4977246"/>
                <a:ext cx="656205" cy="369332"/>
              </a:xfrm>
              <a:prstGeom prst="rect">
                <a:avLst/>
              </a:prstGeom>
              <a:solidFill>
                <a:schemeClr val="tx1"/>
              </a:solidFill>
            </p:spPr>
            <p:txBody>
              <a:bodyPr wrap="none">
                <a:spAutoFit/>
              </a:bodyPr>
              <a:lstStyle/>
              <a:p>
                <a14:m>
                  <m:oMathPara xmlns:m="http://schemas.openxmlformats.org/officeDocument/2006/math">
                    <m:oMathParaPr>
                      <m:jc m:val="centerGroup"/>
                    </m:oMathParaPr>
                    <m:oMath xmlns:m="http://schemas.openxmlformats.org/officeDocument/2006/math">
                      <m:r>
                        <a:rPr lang="zh-CN" altLang="en-US" i="1">
                          <a:solidFill>
                            <a:srgbClr val="000000"/>
                          </a:solidFill>
                          <a:latin typeface="Cambria Math" panose="02040503050406030204" pitchFamily="18" charset="0"/>
                        </a:rPr>
                        <m:t>𝑒</m:t>
                      </m:r>
                      <m:r>
                        <a:rPr lang="zh-CN" altLang="en-US" i="1">
                          <a:solidFill>
                            <a:srgbClr val="000000"/>
                          </a:solidFill>
                          <a:latin typeface="Cambria Math" panose="02040503050406030204" pitchFamily="18" charset="0"/>
                        </a:rPr>
                        <m:t>(</m:t>
                      </m:r>
                      <m:r>
                        <a:rPr lang="en-US" altLang="zh-CN" i="1">
                          <a:solidFill>
                            <a:srgbClr val="000000"/>
                          </a:solidFill>
                          <a:latin typeface="Cambria Math" panose="02040503050406030204" pitchFamily="18" charset="0"/>
                        </a:rPr>
                        <m:t>𝒕</m:t>
                      </m:r>
                      <m:r>
                        <a:rPr lang="zh-CN" altLang="en-US" i="1">
                          <a:solidFill>
                            <a:srgbClr val="000000"/>
                          </a:solidFill>
                          <a:latin typeface="Cambria Math" panose="02040503050406030204" pitchFamily="18" charset="0"/>
                        </a:rPr>
                        <m:t>)</m:t>
                      </m:r>
                    </m:oMath>
                  </m:oMathPara>
                </a14:m>
                <a:endParaRPr lang="zh-CN" altLang="en-US" dirty="0"/>
              </a:p>
            </p:txBody>
          </p:sp>
        </mc:Choice>
        <mc:Fallback>
          <p:sp>
            <p:nvSpPr>
              <p:cNvPr id="80" name="矩形 79"/>
              <p:cNvSpPr>
                <a:spLocks noRot="1" noChangeAspect="1" noMove="1" noResize="1" noEditPoints="1" noAdjustHandles="1" noChangeArrowheads="1" noChangeShapeType="1" noTextEdit="1"/>
              </p:cNvSpPr>
              <p:nvPr/>
            </p:nvSpPr>
            <p:spPr>
              <a:xfrm>
                <a:off x="939942" y="4977246"/>
                <a:ext cx="656205" cy="369332"/>
              </a:xfrm>
              <a:prstGeom prst="rect">
                <a:avLst/>
              </a:prstGeom>
              <a:blipFill rotWithShape="1">
                <a:blip r:embed="rId5"/>
                <a:stretch>
                  <a:fillRect l="-22" t="-31" r="60" b="139"/>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81" name="矩形 80"/>
              <p:cNvSpPr/>
              <p:nvPr/>
            </p:nvSpPr>
            <p:spPr>
              <a:xfrm>
                <a:off x="5429444" y="4909739"/>
                <a:ext cx="596638" cy="369332"/>
              </a:xfrm>
              <a:prstGeom prst="rect">
                <a:avLst/>
              </a:prstGeom>
              <a:solidFill>
                <a:schemeClr val="tx1"/>
              </a:solidFill>
            </p:spPr>
            <p:txBody>
              <a:bodyPr wrap="none">
                <a:spAutoFit/>
              </a:bodyPr>
              <a:lstStyle/>
              <a:p>
                <a:r>
                  <a:rPr lang="en-US" altLang="zh-CN" dirty="0">
                    <a:solidFill>
                      <a:srgbClr val="000000"/>
                    </a:solidFill>
                  </a:rPr>
                  <a:t>q</a:t>
                </a:r>
                <a14:m>
                  <m:oMath xmlns:m="http://schemas.openxmlformats.org/officeDocument/2006/math">
                    <m:r>
                      <a:rPr lang="zh-CN" altLang="en-US" i="1">
                        <a:solidFill>
                          <a:srgbClr val="000000"/>
                        </a:solidFill>
                        <a:latin typeface="Cambria Math" panose="02040503050406030204" pitchFamily="18" charset="0"/>
                      </a:rPr>
                      <m:t>(</m:t>
                    </m:r>
                    <m:r>
                      <m:rPr>
                        <m:sty m:val="p"/>
                      </m:rPr>
                      <a:rPr lang="en-US" altLang="zh-CN" i="1">
                        <a:solidFill>
                          <a:srgbClr val="000000"/>
                        </a:solidFill>
                        <a:latin typeface="Cambria Math" panose="02040503050406030204" pitchFamily="18" charset="0"/>
                      </a:rPr>
                      <m:t>t</m:t>
                    </m:r>
                    <m:r>
                      <a:rPr lang="zh-CN" altLang="en-US" i="1">
                        <a:solidFill>
                          <a:srgbClr val="000000"/>
                        </a:solidFill>
                        <a:latin typeface="Cambria Math" panose="02040503050406030204" pitchFamily="18" charset="0"/>
                      </a:rPr>
                      <m:t>)</m:t>
                    </m:r>
                  </m:oMath>
                </a14:m>
                <a:endParaRPr lang="zh-CN" altLang="en-US" dirty="0"/>
              </a:p>
            </p:txBody>
          </p:sp>
        </mc:Choice>
        <mc:Fallback>
          <p:sp>
            <p:nvSpPr>
              <p:cNvPr id="81" name="矩形 80"/>
              <p:cNvSpPr>
                <a:spLocks noRot="1" noChangeAspect="1" noMove="1" noResize="1" noEditPoints="1" noAdjustHandles="1" noChangeArrowheads="1" noChangeShapeType="1" noTextEdit="1"/>
              </p:cNvSpPr>
              <p:nvPr/>
            </p:nvSpPr>
            <p:spPr>
              <a:xfrm>
                <a:off x="5429444" y="4909739"/>
                <a:ext cx="596638" cy="369332"/>
              </a:xfrm>
              <a:prstGeom prst="rect">
                <a:avLst/>
              </a:prstGeom>
              <a:blipFill rotWithShape="1">
                <a:blip r:embed="rId6"/>
                <a:stretch>
                  <a:fillRect l="-33" t="-150" r="95" b="86"/>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82" name="矩形 81"/>
              <p:cNvSpPr/>
              <p:nvPr/>
            </p:nvSpPr>
            <p:spPr>
              <a:xfrm>
                <a:off x="3940650" y="4858865"/>
                <a:ext cx="655949" cy="369332"/>
              </a:xfrm>
              <a:prstGeom prst="rect">
                <a:avLst/>
              </a:prstGeom>
              <a:solidFill>
                <a:schemeClr val="tx1"/>
              </a:solidFill>
            </p:spPr>
            <p:txBody>
              <a:bodyPr wrap="none">
                <a:spAutoFit/>
              </a:bodyPr>
              <a:lstStyle/>
              <a:p>
                <a:r>
                  <a:rPr lang="en-US" altLang="zh-CN" dirty="0">
                    <a:solidFill>
                      <a:srgbClr val="000000"/>
                    </a:solidFill>
                  </a:rPr>
                  <a:t>q</a:t>
                </a:r>
                <a14:m>
                  <m:oMath xmlns:m="http://schemas.openxmlformats.org/officeDocument/2006/math">
                    <m:r>
                      <a:rPr lang="en-US" altLang="zh-CN" b="1" i="0" smtClean="0">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m:t>
                    </m:r>
                    <m:r>
                      <m:rPr>
                        <m:sty m:val="p"/>
                      </m:rPr>
                      <a:rPr lang="en-US" altLang="zh-CN" i="1">
                        <a:solidFill>
                          <a:srgbClr val="000000"/>
                        </a:solidFill>
                        <a:latin typeface="Cambria Math" panose="02040503050406030204" pitchFamily="18" charset="0"/>
                      </a:rPr>
                      <m:t>t</m:t>
                    </m:r>
                    <m:r>
                      <a:rPr lang="zh-CN" altLang="en-US" i="1">
                        <a:solidFill>
                          <a:srgbClr val="000000"/>
                        </a:solidFill>
                        <a:latin typeface="Cambria Math" panose="02040503050406030204" pitchFamily="18" charset="0"/>
                      </a:rPr>
                      <m:t>)</m:t>
                    </m:r>
                  </m:oMath>
                </a14:m>
                <a:endParaRPr lang="zh-CN" altLang="en-US" dirty="0"/>
              </a:p>
            </p:txBody>
          </p:sp>
        </mc:Choice>
        <mc:Fallback>
          <p:sp>
            <p:nvSpPr>
              <p:cNvPr id="82" name="矩形 81"/>
              <p:cNvSpPr>
                <a:spLocks noRot="1" noChangeAspect="1" noMove="1" noResize="1" noEditPoints="1" noAdjustHandles="1" noChangeArrowheads="1" noChangeShapeType="1" noTextEdit="1"/>
              </p:cNvSpPr>
              <p:nvPr/>
            </p:nvSpPr>
            <p:spPr>
              <a:xfrm>
                <a:off x="3940650" y="4858865"/>
                <a:ext cx="655949" cy="369332"/>
              </a:xfrm>
              <a:prstGeom prst="rect">
                <a:avLst/>
              </a:prstGeom>
              <a:blipFill rotWithShape="1">
                <a:blip r:embed="rId7"/>
                <a:stretch>
                  <a:fillRect l="-72" t="-130" r="71" b="66"/>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83" name="矩形 82"/>
              <p:cNvSpPr/>
              <p:nvPr/>
            </p:nvSpPr>
            <p:spPr>
              <a:xfrm>
                <a:off x="927503" y="4977246"/>
                <a:ext cx="656205" cy="369332"/>
              </a:xfrm>
              <a:prstGeom prst="rect">
                <a:avLst/>
              </a:prstGeom>
              <a:solidFill>
                <a:schemeClr val="tx1"/>
              </a:solidFill>
            </p:spPr>
            <p:txBody>
              <a:bodyPr wrap="none">
                <a:spAutoFit/>
              </a:bodyPr>
              <a:lstStyle/>
              <a:p>
                <a14:m>
                  <m:oMathPara xmlns:m="http://schemas.openxmlformats.org/officeDocument/2006/math">
                    <m:oMathParaPr>
                      <m:jc m:val="centerGroup"/>
                    </m:oMathParaPr>
                    <m:oMath xmlns:m="http://schemas.openxmlformats.org/officeDocument/2006/math">
                      <m:r>
                        <a:rPr lang="zh-CN" altLang="en-US" i="1">
                          <a:solidFill>
                            <a:srgbClr val="000000"/>
                          </a:solidFill>
                          <a:latin typeface="Cambria Math" panose="02040503050406030204" pitchFamily="18" charset="0"/>
                        </a:rPr>
                        <m:t>𝑒</m:t>
                      </m:r>
                      <m:r>
                        <a:rPr lang="zh-CN" altLang="en-US" i="1">
                          <a:solidFill>
                            <a:srgbClr val="000000"/>
                          </a:solidFill>
                          <a:latin typeface="Cambria Math" panose="02040503050406030204" pitchFamily="18" charset="0"/>
                        </a:rPr>
                        <m:t>(</m:t>
                      </m:r>
                      <m:r>
                        <a:rPr lang="en-US" altLang="zh-CN" i="1">
                          <a:solidFill>
                            <a:srgbClr val="000000"/>
                          </a:solidFill>
                          <a:latin typeface="Cambria Math" panose="02040503050406030204" pitchFamily="18" charset="0"/>
                        </a:rPr>
                        <m:t>𝒕</m:t>
                      </m:r>
                      <m:r>
                        <a:rPr lang="zh-CN" altLang="en-US" i="1">
                          <a:solidFill>
                            <a:srgbClr val="000000"/>
                          </a:solidFill>
                          <a:latin typeface="Cambria Math" panose="02040503050406030204" pitchFamily="18" charset="0"/>
                        </a:rPr>
                        <m:t>)</m:t>
                      </m:r>
                    </m:oMath>
                  </m:oMathPara>
                </a14:m>
                <a:endParaRPr lang="zh-CN" altLang="en-US" dirty="0"/>
              </a:p>
            </p:txBody>
          </p:sp>
        </mc:Choice>
        <mc:Fallback>
          <p:sp>
            <p:nvSpPr>
              <p:cNvPr id="83" name="矩形 82"/>
              <p:cNvSpPr>
                <a:spLocks noRot="1" noChangeAspect="1" noMove="1" noResize="1" noEditPoints="1" noAdjustHandles="1" noChangeArrowheads="1" noChangeShapeType="1" noTextEdit="1"/>
              </p:cNvSpPr>
              <p:nvPr/>
            </p:nvSpPr>
            <p:spPr>
              <a:xfrm>
                <a:off x="927503" y="4977246"/>
                <a:ext cx="656205" cy="369332"/>
              </a:xfrm>
              <a:prstGeom prst="rect">
                <a:avLst/>
              </a:prstGeom>
              <a:blipFill rotWithShape="1">
                <a:blip r:embed="rId5"/>
                <a:stretch>
                  <a:fillRect l="-61" t="-31" r="3" b="139"/>
                </a:stretch>
              </a:blipFill>
            </p:spPr>
            <p:txBody>
              <a:bodyPr/>
              <a:lstStyle/>
              <a:p>
                <a:r>
                  <a:rPr lang="zh-CN" altLang="en-US">
                    <a:noFill/>
                  </a:rPr>
                  <a:t> </a:t>
                </a:r>
              </a:p>
            </p:txBody>
          </p:sp>
        </mc:Fallback>
      </mc:AlternateContent>
      <p:sp>
        <p:nvSpPr>
          <p:cNvPr id="84" name="矩形 83"/>
          <p:cNvSpPr/>
          <p:nvPr/>
        </p:nvSpPr>
        <p:spPr>
          <a:xfrm>
            <a:off x="3097701" y="5602329"/>
            <a:ext cx="598415" cy="461665"/>
          </a:xfrm>
          <a:prstGeom prst="rect">
            <a:avLst/>
          </a:prstGeom>
          <a:solidFill>
            <a:schemeClr val="tx1"/>
          </a:solidFill>
          <a:ln w="28575">
            <a:solidFill>
              <a:schemeClr val="bg1"/>
            </a:solidFill>
          </a:ln>
        </p:spPr>
        <p:txBody>
          <a:bodyPr wrap="square">
            <a:spAutoFit/>
          </a:bodyPr>
          <a:lstStyle/>
          <a:p>
            <a:r>
              <a:rPr lang="en-US" altLang="zh-CN" sz="2400" dirty="0">
                <a:solidFill>
                  <a:srgbClr val="FF0000"/>
                </a:solidFill>
              </a:rPr>
              <a:t>-a</a:t>
            </a:r>
            <a:r>
              <a:rPr lang="en-US" altLang="zh-CN" sz="2400" baseline="-25000" dirty="0">
                <a:solidFill>
                  <a:srgbClr val="FF0000"/>
                </a:solidFill>
              </a:rPr>
              <a:t>1</a:t>
            </a:r>
            <a:endParaRPr lang="zh-CN" altLang="en-US" sz="2400" baseline="-25000" dirty="0">
              <a:solidFill>
                <a:srgbClr val="FF0000"/>
              </a:solidFill>
            </a:endParaRPr>
          </a:p>
        </p:txBody>
      </p:sp>
      <p:sp>
        <p:nvSpPr>
          <p:cNvPr id="85" name="椭圆 84"/>
          <p:cNvSpPr/>
          <p:nvPr/>
        </p:nvSpPr>
        <p:spPr bwMode="auto">
          <a:xfrm>
            <a:off x="1951057" y="5041720"/>
            <a:ext cx="494421" cy="474702"/>
          </a:xfrm>
          <a:prstGeom prst="ellipse">
            <a:avLst/>
          </a:prstGeom>
          <a:solidFill>
            <a:schemeClr val="tx1"/>
          </a:solidFill>
          <a:ln w="2857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r>
              <a:rPr kumimoji="0" lang="zh-CN" altLang="en-US" sz="1800" b="1" i="0" u="none" strike="noStrike" cap="none" normalizeH="0" baseline="0" dirty="0">
                <a:ln>
                  <a:noFill/>
                </a:ln>
                <a:solidFill>
                  <a:srgbClr val="FF0000"/>
                </a:solidFill>
                <a:effectLst/>
                <a:latin typeface="Arial" panose="020B0604020202020204" pitchFamily="34" charset="0"/>
                <a:ea typeface="宋体" panose="02010600030101010101" pitchFamily="2" charset="-122"/>
              </a:rPr>
              <a:t>∑</a:t>
            </a:r>
            <a:endParaRPr kumimoji="0" lang="zh-CN" altLang="en-US" sz="1800" b="1" i="0" u="none" strike="noStrike" cap="none" normalizeH="0" baseline="0" dirty="0">
              <a:ln>
                <a:noFill/>
              </a:ln>
              <a:solidFill>
                <a:srgbClr val="FF0000"/>
              </a:solidFill>
              <a:effectLst/>
              <a:latin typeface="Arial" panose="020B0604020202020204" pitchFamily="34" charset="0"/>
              <a:ea typeface="宋体" panose="02010600030101010101" pitchFamily="2" charset="-122"/>
            </a:endParaRPr>
          </a:p>
        </p:txBody>
      </p:sp>
      <p:cxnSp>
        <p:nvCxnSpPr>
          <p:cNvPr id="86" name="直接箭头连接符 85"/>
          <p:cNvCxnSpPr/>
          <p:nvPr/>
        </p:nvCxnSpPr>
        <p:spPr bwMode="auto">
          <a:xfrm>
            <a:off x="1548491" y="5265687"/>
            <a:ext cx="402566" cy="0"/>
          </a:xfrm>
          <a:prstGeom prst="straightConnector1">
            <a:avLst/>
          </a:prstGeom>
          <a:solidFill>
            <a:schemeClr val="tx1"/>
          </a:solidFill>
          <a:ln w="28575">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87" name="连接符: 肘形 86"/>
          <p:cNvCxnSpPr/>
          <p:nvPr/>
        </p:nvCxnSpPr>
        <p:spPr bwMode="auto">
          <a:xfrm rot="10800000" flipV="1">
            <a:off x="3659081" y="5250177"/>
            <a:ext cx="937519" cy="483078"/>
          </a:xfrm>
          <a:prstGeom prst="bentConnector3">
            <a:avLst>
              <a:gd name="adj1" fmla="val 50000"/>
            </a:avLst>
          </a:prstGeom>
          <a:solidFill>
            <a:schemeClr val="tx1"/>
          </a:solidFill>
          <a:ln w="28575">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88" name="连接符: 肘形 87"/>
          <p:cNvCxnSpPr>
            <a:stCxn id="84" idx="1"/>
            <a:endCxn id="85" idx="5"/>
          </p:cNvCxnSpPr>
          <p:nvPr/>
        </p:nvCxnSpPr>
        <p:spPr bwMode="auto">
          <a:xfrm rot="10800000">
            <a:off x="2373073" y="5446904"/>
            <a:ext cx="724629" cy="386258"/>
          </a:xfrm>
          <a:prstGeom prst="bentConnector2">
            <a:avLst/>
          </a:prstGeom>
          <a:solidFill>
            <a:schemeClr val="tx1"/>
          </a:solidFill>
          <a:ln w="28575">
            <a:headEnd type="none" w="med" len="med"/>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89" name="矩形 88"/>
              <p:cNvSpPr/>
              <p:nvPr/>
            </p:nvSpPr>
            <p:spPr>
              <a:xfrm>
                <a:off x="3928211" y="4858865"/>
                <a:ext cx="655949" cy="369332"/>
              </a:xfrm>
              <a:prstGeom prst="rect">
                <a:avLst/>
              </a:prstGeom>
              <a:solidFill>
                <a:schemeClr val="tx1"/>
              </a:solidFill>
            </p:spPr>
            <p:txBody>
              <a:bodyPr wrap="square">
                <a:spAutoFit/>
              </a:bodyPr>
              <a:lstStyle/>
              <a:p>
                <a:r>
                  <a:rPr lang="en-US" altLang="zh-CN" dirty="0">
                    <a:solidFill>
                      <a:srgbClr val="000000"/>
                    </a:solidFill>
                  </a:rPr>
                  <a:t>q</a:t>
                </a:r>
                <a14:m>
                  <m:oMath xmlns:m="http://schemas.openxmlformats.org/officeDocument/2006/math">
                    <m:r>
                      <a:rPr lang="en-US" altLang="zh-CN" b="1" i="0" smtClean="0">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m:t>
                    </m:r>
                    <m:r>
                      <m:rPr>
                        <m:sty m:val="p"/>
                      </m:rPr>
                      <a:rPr lang="en-US" altLang="zh-CN" i="1">
                        <a:solidFill>
                          <a:srgbClr val="000000"/>
                        </a:solidFill>
                        <a:latin typeface="Cambria Math" panose="02040503050406030204" pitchFamily="18" charset="0"/>
                      </a:rPr>
                      <m:t>t</m:t>
                    </m:r>
                    <m:r>
                      <a:rPr lang="zh-CN" altLang="en-US" i="1">
                        <a:solidFill>
                          <a:srgbClr val="000000"/>
                        </a:solidFill>
                        <a:latin typeface="Cambria Math" panose="02040503050406030204" pitchFamily="18" charset="0"/>
                      </a:rPr>
                      <m:t>)</m:t>
                    </m:r>
                  </m:oMath>
                </a14:m>
                <a:endParaRPr lang="zh-CN" altLang="en-US" dirty="0"/>
              </a:p>
            </p:txBody>
          </p:sp>
        </mc:Choice>
        <mc:Fallback>
          <p:sp>
            <p:nvSpPr>
              <p:cNvPr id="89" name="矩形 88"/>
              <p:cNvSpPr>
                <a:spLocks noRot="1" noChangeAspect="1" noMove="1" noResize="1" noEditPoints="1" noAdjustHandles="1" noChangeArrowheads="1" noChangeShapeType="1" noTextEdit="1"/>
              </p:cNvSpPr>
              <p:nvPr/>
            </p:nvSpPr>
            <p:spPr>
              <a:xfrm>
                <a:off x="3928211" y="4858865"/>
                <a:ext cx="655949" cy="369332"/>
              </a:xfrm>
              <a:prstGeom prst="rect">
                <a:avLst/>
              </a:prstGeom>
              <a:blipFill rotWithShape="1">
                <a:blip r:embed="rId7"/>
                <a:stretch>
                  <a:fillRect l="-15" t="-130" r="14" b="66"/>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90" name="矩形 89"/>
              <p:cNvSpPr/>
              <p:nvPr/>
            </p:nvSpPr>
            <p:spPr>
              <a:xfrm>
                <a:off x="2531701" y="4881078"/>
                <a:ext cx="887615" cy="369332"/>
              </a:xfrm>
              <a:prstGeom prst="rect">
                <a:avLst/>
              </a:prstGeom>
              <a:solidFill>
                <a:schemeClr val="tx1"/>
              </a:solidFill>
            </p:spPr>
            <p:txBody>
              <a:bodyPr wrap="none">
                <a:spAutoFit/>
              </a:bodyPr>
              <a:lstStyle/>
              <a:p>
                <a:r>
                  <a:rPr lang="en-US" altLang="zh-CN" dirty="0">
                    <a:solidFill>
                      <a:srgbClr val="000000"/>
                    </a:solidFill>
                  </a:rPr>
                  <a:t>q</a:t>
                </a:r>
                <a14:m>
                  <m:oMath xmlns:m="http://schemas.openxmlformats.org/officeDocument/2006/math">
                    <m:r>
                      <a:rPr lang="zh-CN" altLang="en-US" i="1">
                        <a:solidFill>
                          <a:srgbClr val="000000"/>
                        </a:solidFill>
                        <a:latin typeface="Cambria Math" panose="02040503050406030204" pitchFamily="18" charset="0"/>
                      </a:rPr>
                      <m:t>”</m:t>
                    </m:r>
                    <m:d>
                      <m:dPr>
                        <m:ctrlPr>
                          <a:rPr lang="zh-CN" altLang="en-US" i="1">
                            <a:solidFill>
                              <a:srgbClr val="000000"/>
                            </a:solidFill>
                            <a:latin typeface="Cambria Math" panose="02040503050406030204" pitchFamily="18" charset="0"/>
                          </a:rPr>
                        </m:ctrlPr>
                      </m:dPr>
                      <m:e>
                        <m:r>
                          <m:rPr>
                            <m:sty m:val="p"/>
                          </m:rPr>
                          <a:rPr lang="en-US" altLang="zh-CN" i="1">
                            <a:solidFill>
                              <a:srgbClr val="000000"/>
                            </a:solidFill>
                            <a:latin typeface="Cambria Math" panose="02040503050406030204" pitchFamily="18" charset="0"/>
                          </a:rPr>
                          <m:t>t</m:t>
                        </m:r>
                      </m:e>
                    </m:d>
                    <m:r>
                      <a:rPr lang="en-US" altLang="zh-CN" b="1" i="1" smtClean="0">
                        <a:solidFill>
                          <a:srgbClr val="000000"/>
                        </a:solidFill>
                        <a:latin typeface="Cambria Math" panose="02040503050406030204" pitchFamily="18" charset="0"/>
                      </a:rPr>
                      <m:t>    </m:t>
                    </m:r>
                  </m:oMath>
                </a14:m>
                <a:endParaRPr lang="zh-CN" altLang="en-US" dirty="0"/>
              </a:p>
            </p:txBody>
          </p:sp>
        </mc:Choice>
        <mc:Fallback>
          <p:sp>
            <p:nvSpPr>
              <p:cNvPr id="90" name="矩形 89"/>
              <p:cNvSpPr>
                <a:spLocks noRot="1" noChangeAspect="1" noMove="1" noResize="1" noEditPoints="1" noAdjustHandles="1" noChangeArrowheads="1" noChangeShapeType="1" noTextEdit="1"/>
              </p:cNvSpPr>
              <p:nvPr/>
            </p:nvSpPr>
            <p:spPr>
              <a:xfrm>
                <a:off x="2531701" y="4881078"/>
                <a:ext cx="887615" cy="369332"/>
              </a:xfrm>
              <a:prstGeom prst="rect">
                <a:avLst/>
              </a:prstGeom>
              <a:blipFill rotWithShape="1">
                <a:blip r:embed="rId8"/>
                <a:stretch>
                  <a:fillRect l="-67" t="-127" r="54" b="62"/>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91" name="矩形 90"/>
              <p:cNvSpPr/>
              <p:nvPr/>
            </p:nvSpPr>
            <p:spPr>
              <a:xfrm>
                <a:off x="5405669" y="4917362"/>
                <a:ext cx="596638" cy="369332"/>
              </a:xfrm>
              <a:prstGeom prst="rect">
                <a:avLst/>
              </a:prstGeom>
              <a:solidFill>
                <a:schemeClr val="tx1"/>
              </a:solidFill>
            </p:spPr>
            <p:txBody>
              <a:bodyPr wrap="none">
                <a:spAutoFit/>
              </a:bodyPr>
              <a:lstStyle/>
              <a:p>
                <a:r>
                  <a:rPr lang="en-US" altLang="zh-CN" dirty="0">
                    <a:solidFill>
                      <a:srgbClr val="000000"/>
                    </a:solidFill>
                  </a:rPr>
                  <a:t>q</a:t>
                </a:r>
                <a14:m>
                  <m:oMath xmlns:m="http://schemas.openxmlformats.org/officeDocument/2006/math">
                    <m:r>
                      <a:rPr lang="zh-CN" altLang="en-US" i="1">
                        <a:solidFill>
                          <a:srgbClr val="000000"/>
                        </a:solidFill>
                        <a:latin typeface="Cambria Math" panose="02040503050406030204" pitchFamily="18" charset="0"/>
                      </a:rPr>
                      <m:t>(</m:t>
                    </m:r>
                    <m:r>
                      <m:rPr>
                        <m:sty m:val="p"/>
                      </m:rPr>
                      <a:rPr lang="en-US" altLang="zh-CN" i="1">
                        <a:solidFill>
                          <a:srgbClr val="000000"/>
                        </a:solidFill>
                        <a:latin typeface="Cambria Math" panose="02040503050406030204" pitchFamily="18" charset="0"/>
                      </a:rPr>
                      <m:t>t</m:t>
                    </m:r>
                    <m:r>
                      <a:rPr lang="zh-CN" altLang="en-US" i="1">
                        <a:solidFill>
                          <a:srgbClr val="000000"/>
                        </a:solidFill>
                        <a:latin typeface="Cambria Math" panose="02040503050406030204" pitchFamily="18" charset="0"/>
                      </a:rPr>
                      <m:t>)</m:t>
                    </m:r>
                  </m:oMath>
                </a14:m>
                <a:endParaRPr lang="zh-CN" altLang="en-US" dirty="0"/>
              </a:p>
            </p:txBody>
          </p:sp>
        </mc:Choice>
        <mc:Fallback>
          <p:sp>
            <p:nvSpPr>
              <p:cNvPr id="91" name="矩形 90"/>
              <p:cNvSpPr>
                <a:spLocks noRot="1" noChangeAspect="1" noMove="1" noResize="1" noEditPoints="1" noAdjustHandles="1" noChangeArrowheads="1" noChangeShapeType="1" noTextEdit="1"/>
              </p:cNvSpPr>
              <p:nvPr/>
            </p:nvSpPr>
            <p:spPr>
              <a:xfrm>
                <a:off x="5405669" y="4917362"/>
                <a:ext cx="596638" cy="369332"/>
              </a:xfrm>
              <a:prstGeom prst="rect">
                <a:avLst/>
              </a:prstGeom>
              <a:blipFill rotWithShape="1">
                <a:blip r:embed="rId6"/>
                <a:stretch>
                  <a:fillRect l="-92" t="-151" r="48" b="86"/>
                </a:stretch>
              </a:blipFill>
            </p:spPr>
            <p:txBody>
              <a:bodyPr/>
              <a:lstStyle/>
              <a:p>
                <a:r>
                  <a:rPr lang="zh-CN" altLang="en-US">
                    <a:noFill/>
                  </a:rPr>
                  <a:t> </a:t>
                </a:r>
              </a:p>
            </p:txBody>
          </p:sp>
        </mc:Fallback>
      </mc:AlternateContent>
      <p:sp>
        <p:nvSpPr>
          <p:cNvPr id="92" name="椭圆 91"/>
          <p:cNvSpPr/>
          <p:nvPr/>
        </p:nvSpPr>
        <p:spPr bwMode="auto">
          <a:xfrm>
            <a:off x="1939721" y="5049343"/>
            <a:ext cx="494421" cy="474702"/>
          </a:xfrm>
          <a:prstGeom prst="ellipse">
            <a:avLst/>
          </a:prstGeom>
          <a:solidFill>
            <a:schemeClr val="tx1"/>
          </a:solidFill>
          <a:ln w="2857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r>
              <a:rPr kumimoji="0" lang="zh-CN" altLang="en-US" sz="1800" b="1" i="0" u="none" strike="noStrike" cap="none" normalizeH="0" baseline="0" dirty="0">
                <a:ln>
                  <a:noFill/>
                </a:ln>
                <a:solidFill>
                  <a:srgbClr val="FF0000"/>
                </a:solidFill>
                <a:effectLst/>
                <a:latin typeface="Arial" panose="020B0604020202020204" pitchFamily="34" charset="0"/>
                <a:ea typeface="宋体" panose="02010600030101010101" pitchFamily="2" charset="-122"/>
              </a:rPr>
              <a:t>∑</a:t>
            </a:r>
            <a:endParaRPr kumimoji="0" lang="zh-CN" altLang="en-US" sz="1800" b="1" i="0" u="none" strike="noStrike" cap="none" normalizeH="0" baseline="0" dirty="0">
              <a:ln>
                <a:noFill/>
              </a:ln>
              <a:solidFill>
                <a:srgbClr val="FF0000"/>
              </a:solidFill>
              <a:effectLst/>
              <a:latin typeface="Arial" panose="020B0604020202020204" pitchFamily="34" charset="0"/>
              <a:ea typeface="宋体" panose="02010600030101010101" pitchFamily="2" charset="-122"/>
            </a:endParaRPr>
          </a:p>
        </p:txBody>
      </p:sp>
      <p:cxnSp>
        <p:nvCxnSpPr>
          <p:cNvPr id="93" name="直接箭头连接符 92"/>
          <p:cNvCxnSpPr/>
          <p:nvPr/>
        </p:nvCxnSpPr>
        <p:spPr bwMode="auto">
          <a:xfrm>
            <a:off x="2473259" y="5304203"/>
            <a:ext cx="762606" cy="0"/>
          </a:xfrm>
          <a:prstGeom prst="straightConnector1">
            <a:avLst/>
          </a:prstGeom>
          <a:solidFill>
            <a:schemeClr val="tx1"/>
          </a:solidFill>
          <a:ln w="28575">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94" name="矩形 93"/>
          <p:cNvSpPr/>
          <p:nvPr/>
        </p:nvSpPr>
        <p:spPr>
          <a:xfrm>
            <a:off x="3831949" y="5918234"/>
            <a:ext cx="598415" cy="461665"/>
          </a:xfrm>
          <a:prstGeom prst="rect">
            <a:avLst/>
          </a:prstGeom>
          <a:solidFill>
            <a:schemeClr val="tx1"/>
          </a:solidFill>
          <a:ln w="28575">
            <a:solidFill>
              <a:schemeClr val="bg1"/>
            </a:solidFill>
          </a:ln>
        </p:spPr>
        <p:txBody>
          <a:bodyPr wrap="square">
            <a:spAutoFit/>
          </a:bodyPr>
          <a:lstStyle/>
          <a:p>
            <a:r>
              <a:rPr lang="en-US" altLang="zh-CN" sz="2400" dirty="0">
                <a:solidFill>
                  <a:srgbClr val="FF0000"/>
                </a:solidFill>
              </a:rPr>
              <a:t>-a</a:t>
            </a:r>
            <a:r>
              <a:rPr lang="en-US" altLang="zh-CN" sz="2400" baseline="-25000" dirty="0">
                <a:solidFill>
                  <a:srgbClr val="FF0000"/>
                </a:solidFill>
              </a:rPr>
              <a:t>0</a:t>
            </a:r>
            <a:endParaRPr lang="zh-CN" altLang="en-US" sz="2400" baseline="-25000" dirty="0">
              <a:solidFill>
                <a:srgbClr val="FF0000"/>
              </a:solidFill>
            </a:endParaRPr>
          </a:p>
        </p:txBody>
      </p:sp>
      <p:cxnSp>
        <p:nvCxnSpPr>
          <p:cNvPr id="95" name="连接符: 肘形 94"/>
          <p:cNvCxnSpPr/>
          <p:nvPr/>
        </p:nvCxnSpPr>
        <p:spPr bwMode="auto">
          <a:xfrm rot="10800000" flipV="1">
            <a:off x="4430365" y="5299779"/>
            <a:ext cx="1439717" cy="824436"/>
          </a:xfrm>
          <a:prstGeom prst="bentConnector3">
            <a:avLst>
              <a:gd name="adj1" fmla="val 14959"/>
            </a:avLst>
          </a:prstGeom>
          <a:solidFill>
            <a:schemeClr val="tx1"/>
          </a:solidFill>
          <a:ln w="28575">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96" name="连接符: 肘形 95"/>
          <p:cNvCxnSpPr>
            <a:stCxn id="94" idx="1"/>
            <a:endCxn id="92" idx="4"/>
          </p:cNvCxnSpPr>
          <p:nvPr/>
        </p:nvCxnSpPr>
        <p:spPr bwMode="auto">
          <a:xfrm rot="10800000">
            <a:off x="2186933" y="5524045"/>
            <a:ext cx="1645017" cy="625022"/>
          </a:xfrm>
          <a:prstGeom prst="bentConnector2">
            <a:avLst/>
          </a:prstGeom>
          <a:solidFill>
            <a:schemeClr val="tx1"/>
          </a:solidFill>
          <a:ln w="28575">
            <a:headEnd type="none" w="med" len="med"/>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97" name="矩形 96"/>
              <p:cNvSpPr/>
              <p:nvPr/>
            </p:nvSpPr>
            <p:spPr>
              <a:xfrm>
                <a:off x="3203848" y="5027865"/>
                <a:ext cx="633815" cy="475643"/>
              </a:xfrm>
              <a:prstGeom prst="rect">
                <a:avLst/>
              </a:prstGeom>
              <a:solidFill>
                <a:schemeClr val="tx1"/>
              </a:solidFill>
              <a:ln w="28575">
                <a:solidFill>
                  <a:schemeClr val="bg1"/>
                </a:solidFill>
              </a:ln>
            </p:spPr>
            <p:txBody>
              <a:bodyPr wrap="square">
                <a:spAutoFit/>
              </a:bodyPr>
              <a:lstStyle/>
              <a:p>
                <a14:m>
                  <m:oMathPara xmlns:m="http://schemas.openxmlformats.org/officeDocument/2006/math">
                    <m:oMathParaPr>
                      <m:jc m:val="centerGroup"/>
                    </m:oMathParaPr>
                    <m:oMath xmlns:m="http://schemas.openxmlformats.org/officeDocument/2006/math">
                      <m:r>
                        <a:rPr lang="zh-CN" altLang="en-US" sz="2400" i="1" smtClean="0">
                          <a:solidFill>
                            <a:srgbClr val="FF0000"/>
                          </a:solidFill>
                          <a:latin typeface="Cambria Math" panose="02040503050406030204" pitchFamily="18" charset="0"/>
                        </a:rPr>
                        <m:t>∫</m:t>
                      </m:r>
                    </m:oMath>
                  </m:oMathPara>
                </a14:m>
                <a:endParaRPr lang="zh-CN" altLang="en-US" sz="2400" dirty="0">
                  <a:solidFill>
                    <a:srgbClr val="FF0000"/>
                  </a:solidFill>
                </a:endParaRPr>
              </a:p>
            </p:txBody>
          </p:sp>
        </mc:Choice>
        <mc:Fallback>
          <p:sp>
            <p:nvSpPr>
              <p:cNvPr id="97" name="矩形 96"/>
              <p:cNvSpPr>
                <a:spLocks noRot="1" noChangeAspect="1" noMove="1" noResize="1" noEditPoints="1" noAdjustHandles="1" noChangeArrowheads="1" noChangeShapeType="1" noTextEdit="1"/>
              </p:cNvSpPr>
              <p:nvPr/>
            </p:nvSpPr>
            <p:spPr>
              <a:xfrm>
                <a:off x="3203848" y="5027865"/>
                <a:ext cx="633815" cy="475643"/>
              </a:xfrm>
              <a:prstGeom prst="rect">
                <a:avLst/>
              </a:prstGeom>
              <a:blipFill rotWithShape="1">
                <a:blip r:embed="rId9"/>
                <a:stretch>
                  <a:fillRect l="-2347" t="-3057" r="-2248" b="-2945"/>
                </a:stretch>
              </a:blipFill>
              <a:ln w="28575">
                <a:solidFill>
                  <a:schemeClr val="bg1"/>
                </a:solidFill>
              </a:ln>
            </p:spPr>
            <p:txBody>
              <a:bodyPr/>
              <a:lstStyle/>
              <a:p>
                <a:r>
                  <a:rPr lang="zh-CN" altLang="en-US">
                    <a:noFill/>
                  </a:rPr>
                  <a:t> </a:t>
                </a:r>
              </a:p>
            </p:txBody>
          </p:sp>
        </mc:Fallback>
      </mc:AlternateContent>
      <p:cxnSp>
        <p:nvCxnSpPr>
          <p:cNvPr id="98" name="直接箭头连接符 97"/>
          <p:cNvCxnSpPr>
            <a:stCxn id="97" idx="3"/>
            <a:endCxn id="101" idx="1"/>
          </p:cNvCxnSpPr>
          <p:nvPr/>
        </p:nvCxnSpPr>
        <p:spPr bwMode="auto">
          <a:xfrm>
            <a:off x="3837663" y="5265687"/>
            <a:ext cx="950452" cy="0"/>
          </a:xfrm>
          <a:prstGeom prst="straightConnector1">
            <a:avLst/>
          </a:prstGeom>
          <a:solidFill>
            <a:schemeClr val="tx1"/>
          </a:solidFill>
          <a:ln w="28575">
            <a:headEnd type="none" w="med" len="med"/>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99" name="矩形 98"/>
              <p:cNvSpPr/>
              <p:nvPr/>
            </p:nvSpPr>
            <p:spPr>
              <a:xfrm>
                <a:off x="3885010" y="4763016"/>
                <a:ext cx="655949" cy="369332"/>
              </a:xfrm>
              <a:prstGeom prst="rect">
                <a:avLst/>
              </a:prstGeom>
              <a:solidFill>
                <a:schemeClr val="tx1"/>
              </a:solidFill>
            </p:spPr>
            <p:txBody>
              <a:bodyPr wrap="square">
                <a:spAutoFit/>
              </a:bodyPr>
              <a:lstStyle/>
              <a:p>
                <a:r>
                  <a:rPr lang="en-US" altLang="zh-CN" dirty="0">
                    <a:solidFill>
                      <a:srgbClr val="000000"/>
                    </a:solidFill>
                  </a:rPr>
                  <a:t>q</a:t>
                </a:r>
                <a14:m>
                  <m:oMath xmlns:m="http://schemas.openxmlformats.org/officeDocument/2006/math">
                    <m:r>
                      <a:rPr lang="en-US" altLang="zh-CN" b="1" i="0" smtClean="0">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m:t>
                    </m:r>
                    <m:r>
                      <m:rPr>
                        <m:sty m:val="p"/>
                      </m:rPr>
                      <a:rPr lang="en-US" altLang="zh-CN" i="1">
                        <a:solidFill>
                          <a:srgbClr val="000000"/>
                        </a:solidFill>
                        <a:latin typeface="Cambria Math" panose="02040503050406030204" pitchFamily="18" charset="0"/>
                      </a:rPr>
                      <m:t>t</m:t>
                    </m:r>
                    <m:r>
                      <a:rPr lang="zh-CN" altLang="en-US" i="1">
                        <a:solidFill>
                          <a:srgbClr val="000000"/>
                        </a:solidFill>
                        <a:latin typeface="Cambria Math" panose="02040503050406030204" pitchFamily="18" charset="0"/>
                      </a:rPr>
                      <m:t>)</m:t>
                    </m:r>
                  </m:oMath>
                </a14:m>
                <a:endParaRPr lang="zh-CN" altLang="en-US" dirty="0"/>
              </a:p>
            </p:txBody>
          </p:sp>
        </mc:Choice>
        <mc:Fallback>
          <p:sp>
            <p:nvSpPr>
              <p:cNvPr id="99" name="矩形 98"/>
              <p:cNvSpPr>
                <a:spLocks noRot="1" noChangeAspect="1" noMove="1" noResize="1" noEditPoints="1" noAdjustHandles="1" noChangeArrowheads="1" noChangeShapeType="1" noTextEdit="1"/>
              </p:cNvSpPr>
              <p:nvPr/>
            </p:nvSpPr>
            <p:spPr>
              <a:xfrm>
                <a:off x="3885010" y="4763016"/>
                <a:ext cx="655949" cy="369332"/>
              </a:xfrm>
              <a:prstGeom prst="rect">
                <a:avLst/>
              </a:prstGeom>
              <a:blipFill rotWithShape="1">
                <a:blip r:embed="rId7"/>
                <a:stretch>
                  <a:fillRect l="-12" t="-140" r="11" b="75"/>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00" name="矩形 99"/>
              <p:cNvSpPr/>
              <p:nvPr/>
            </p:nvSpPr>
            <p:spPr>
              <a:xfrm>
                <a:off x="5481070" y="4899476"/>
                <a:ext cx="596638" cy="369332"/>
              </a:xfrm>
              <a:prstGeom prst="rect">
                <a:avLst/>
              </a:prstGeom>
              <a:solidFill>
                <a:schemeClr val="tx1"/>
              </a:solidFill>
            </p:spPr>
            <p:txBody>
              <a:bodyPr wrap="none">
                <a:spAutoFit/>
              </a:bodyPr>
              <a:lstStyle/>
              <a:p>
                <a:r>
                  <a:rPr lang="en-US" altLang="zh-CN" dirty="0">
                    <a:solidFill>
                      <a:srgbClr val="000000"/>
                    </a:solidFill>
                  </a:rPr>
                  <a:t>q</a:t>
                </a:r>
                <a14:m>
                  <m:oMath xmlns:m="http://schemas.openxmlformats.org/officeDocument/2006/math">
                    <m:r>
                      <a:rPr lang="zh-CN" altLang="en-US" i="1">
                        <a:solidFill>
                          <a:srgbClr val="000000"/>
                        </a:solidFill>
                        <a:latin typeface="Cambria Math" panose="02040503050406030204" pitchFamily="18" charset="0"/>
                      </a:rPr>
                      <m:t>(</m:t>
                    </m:r>
                    <m:r>
                      <m:rPr>
                        <m:sty m:val="p"/>
                      </m:rPr>
                      <a:rPr lang="en-US" altLang="zh-CN" i="1">
                        <a:solidFill>
                          <a:srgbClr val="000000"/>
                        </a:solidFill>
                        <a:latin typeface="Cambria Math" panose="02040503050406030204" pitchFamily="18" charset="0"/>
                      </a:rPr>
                      <m:t>t</m:t>
                    </m:r>
                    <m:r>
                      <a:rPr lang="zh-CN" altLang="en-US" i="1">
                        <a:solidFill>
                          <a:srgbClr val="000000"/>
                        </a:solidFill>
                        <a:latin typeface="Cambria Math" panose="02040503050406030204" pitchFamily="18" charset="0"/>
                      </a:rPr>
                      <m:t>)</m:t>
                    </m:r>
                  </m:oMath>
                </a14:m>
                <a:endParaRPr lang="zh-CN" altLang="en-US" dirty="0"/>
              </a:p>
            </p:txBody>
          </p:sp>
        </mc:Choice>
        <mc:Fallback>
          <p:sp>
            <p:nvSpPr>
              <p:cNvPr id="100" name="矩形 99"/>
              <p:cNvSpPr>
                <a:spLocks noRot="1" noChangeAspect="1" noMove="1" noResize="1" noEditPoints="1" noAdjustHandles="1" noChangeArrowheads="1" noChangeShapeType="1" noTextEdit="1"/>
              </p:cNvSpPr>
              <p:nvPr/>
            </p:nvSpPr>
            <p:spPr>
              <a:xfrm>
                <a:off x="5481070" y="4899476"/>
                <a:ext cx="596638" cy="369332"/>
              </a:xfrm>
              <a:prstGeom prst="rect">
                <a:avLst/>
              </a:prstGeom>
              <a:blipFill rotWithShape="1">
                <a:blip r:embed="rId6"/>
                <a:stretch>
                  <a:fillRect l="-65" t="-122" r="21" b="58"/>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01" name="矩形 100"/>
              <p:cNvSpPr/>
              <p:nvPr/>
            </p:nvSpPr>
            <p:spPr>
              <a:xfrm>
                <a:off x="4788115" y="5027865"/>
                <a:ext cx="633815" cy="475643"/>
              </a:xfrm>
              <a:prstGeom prst="rect">
                <a:avLst/>
              </a:prstGeom>
              <a:solidFill>
                <a:schemeClr val="tx1"/>
              </a:solidFill>
              <a:ln w="28575">
                <a:solidFill>
                  <a:schemeClr val="bg1"/>
                </a:solidFill>
              </a:ln>
            </p:spPr>
            <p:txBody>
              <a:bodyPr wrap="square">
                <a:spAutoFit/>
              </a:bodyPr>
              <a:lstStyle/>
              <a:p>
                <a14:m>
                  <m:oMathPara xmlns:m="http://schemas.openxmlformats.org/officeDocument/2006/math">
                    <m:oMathParaPr>
                      <m:jc m:val="centerGroup"/>
                    </m:oMathParaPr>
                    <m:oMath xmlns:m="http://schemas.openxmlformats.org/officeDocument/2006/math">
                      <m:r>
                        <a:rPr lang="zh-CN" altLang="en-US" sz="2400" i="1" smtClean="0">
                          <a:solidFill>
                            <a:srgbClr val="FF0000"/>
                          </a:solidFill>
                          <a:latin typeface="Cambria Math" panose="02040503050406030204" pitchFamily="18" charset="0"/>
                        </a:rPr>
                        <m:t>∫</m:t>
                      </m:r>
                    </m:oMath>
                  </m:oMathPara>
                </a14:m>
                <a:endParaRPr lang="zh-CN" altLang="en-US" sz="2400" dirty="0">
                  <a:solidFill>
                    <a:srgbClr val="FF0000"/>
                  </a:solidFill>
                </a:endParaRPr>
              </a:p>
            </p:txBody>
          </p:sp>
        </mc:Choice>
        <mc:Fallback>
          <p:sp>
            <p:nvSpPr>
              <p:cNvPr id="101" name="矩形 100"/>
              <p:cNvSpPr>
                <a:spLocks noRot="1" noChangeAspect="1" noMove="1" noResize="1" noEditPoints="1" noAdjustHandles="1" noChangeArrowheads="1" noChangeShapeType="1" noTextEdit="1"/>
              </p:cNvSpPr>
              <p:nvPr/>
            </p:nvSpPr>
            <p:spPr>
              <a:xfrm>
                <a:off x="4788115" y="5027865"/>
                <a:ext cx="633815" cy="475643"/>
              </a:xfrm>
              <a:prstGeom prst="rect">
                <a:avLst/>
              </a:prstGeom>
              <a:blipFill rotWithShape="1">
                <a:blip r:embed="rId9"/>
                <a:stretch>
                  <a:fillRect l="-2338" t="-3057" r="-2157" b="-2945"/>
                </a:stretch>
              </a:blipFill>
              <a:ln w="28575">
                <a:solidFill>
                  <a:schemeClr val="bg1"/>
                </a:solidFill>
              </a:ln>
            </p:spPr>
            <p:txBody>
              <a:bodyPr/>
              <a:lstStyle/>
              <a:p>
                <a:r>
                  <a:rPr lang="zh-CN" altLang="en-US">
                    <a:noFill/>
                  </a:rPr>
                  <a:t> </a:t>
                </a:r>
              </a:p>
            </p:txBody>
          </p:sp>
        </mc:Fallback>
      </mc:AlternateContent>
      <p:cxnSp>
        <p:nvCxnSpPr>
          <p:cNvPr id="102" name="直接箭头连接符 101"/>
          <p:cNvCxnSpPr/>
          <p:nvPr/>
        </p:nvCxnSpPr>
        <p:spPr bwMode="auto">
          <a:xfrm>
            <a:off x="5417917" y="5290913"/>
            <a:ext cx="762606" cy="0"/>
          </a:xfrm>
          <a:prstGeom prst="straightConnector1">
            <a:avLst/>
          </a:prstGeom>
          <a:solidFill>
            <a:schemeClr val="tx1"/>
          </a:solidFill>
          <a:ln w="28575">
            <a:headEnd type="none" w="med" len="med"/>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103" name="矩形 102"/>
              <p:cNvSpPr/>
              <p:nvPr/>
            </p:nvSpPr>
            <p:spPr>
              <a:xfrm>
                <a:off x="4007778" y="4854066"/>
                <a:ext cx="655949" cy="369332"/>
              </a:xfrm>
              <a:prstGeom prst="rect">
                <a:avLst/>
              </a:prstGeom>
              <a:solidFill>
                <a:schemeClr val="tx1"/>
              </a:solidFill>
            </p:spPr>
            <p:txBody>
              <a:bodyPr wrap="square">
                <a:spAutoFit/>
              </a:bodyPr>
              <a:lstStyle/>
              <a:p>
                <a:r>
                  <a:rPr lang="en-US" altLang="zh-CN" dirty="0">
                    <a:solidFill>
                      <a:srgbClr val="000000"/>
                    </a:solidFill>
                  </a:rPr>
                  <a:t>q</a:t>
                </a:r>
                <a14:m>
                  <m:oMath xmlns:m="http://schemas.openxmlformats.org/officeDocument/2006/math">
                    <m:r>
                      <a:rPr lang="en-US" altLang="zh-CN" b="1" i="0" smtClean="0">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m:t>
                    </m:r>
                    <m:r>
                      <m:rPr>
                        <m:sty m:val="p"/>
                      </m:rPr>
                      <a:rPr lang="en-US" altLang="zh-CN" i="1">
                        <a:solidFill>
                          <a:srgbClr val="000000"/>
                        </a:solidFill>
                        <a:latin typeface="Cambria Math" panose="02040503050406030204" pitchFamily="18" charset="0"/>
                      </a:rPr>
                      <m:t>t</m:t>
                    </m:r>
                    <m:r>
                      <a:rPr lang="zh-CN" altLang="en-US" i="1">
                        <a:solidFill>
                          <a:srgbClr val="000000"/>
                        </a:solidFill>
                        <a:latin typeface="Cambria Math" panose="02040503050406030204" pitchFamily="18" charset="0"/>
                      </a:rPr>
                      <m:t>)</m:t>
                    </m:r>
                  </m:oMath>
                </a14:m>
                <a:endParaRPr lang="zh-CN" altLang="en-US" dirty="0"/>
              </a:p>
            </p:txBody>
          </p:sp>
        </mc:Choice>
        <mc:Fallback>
          <p:sp>
            <p:nvSpPr>
              <p:cNvPr id="103" name="矩形 102"/>
              <p:cNvSpPr>
                <a:spLocks noRot="1" noChangeAspect="1" noMove="1" noResize="1" noEditPoints="1" noAdjustHandles="1" noChangeArrowheads="1" noChangeShapeType="1" noTextEdit="1"/>
              </p:cNvSpPr>
              <p:nvPr/>
            </p:nvSpPr>
            <p:spPr>
              <a:xfrm>
                <a:off x="4007778" y="4854066"/>
                <a:ext cx="655949" cy="369332"/>
              </a:xfrm>
              <a:prstGeom prst="rect">
                <a:avLst/>
              </a:prstGeom>
              <a:blipFill rotWithShape="1">
                <a:blip r:embed="rId7"/>
                <a:stretch>
                  <a:fillRect l="-45" t="-34" r="44" b="142"/>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04" name="矩形 103"/>
              <p:cNvSpPr/>
              <p:nvPr/>
            </p:nvSpPr>
            <p:spPr>
              <a:xfrm>
                <a:off x="5472645" y="4906988"/>
                <a:ext cx="596638" cy="369332"/>
              </a:xfrm>
              <a:prstGeom prst="rect">
                <a:avLst/>
              </a:prstGeom>
              <a:solidFill>
                <a:schemeClr val="tx1"/>
              </a:solidFill>
            </p:spPr>
            <p:txBody>
              <a:bodyPr wrap="none">
                <a:spAutoFit/>
              </a:bodyPr>
              <a:lstStyle/>
              <a:p>
                <a:r>
                  <a:rPr lang="en-US" altLang="zh-CN" dirty="0">
                    <a:solidFill>
                      <a:srgbClr val="000000"/>
                    </a:solidFill>
                  </a:rPr>
                  <a:t>q</a:t>
                </a:r>
                <a14:m>
                  <m:oMath xmlns:m="http://schemas.openxmlformats.org/officeDocument/2006/math">
                    <m:r>
                      <a:rPr lang="zh-CN" altLang="en-US" i="1">
                        <a:solidFill>
                          <a:srgbClr val="000000"/>
                        </a:solidFill>
                        <a:latin typeface="Cambria Math" panose="02040503050406030204" pitchFamily="18" charset="0"/>
                      </a:rPr>
                      <m:t>(</m:t>
                    </m:r>
                    <m:r>
                      <m:rPr>
                        <m:sty m:val="p"/>
                      </m:rPr>
                      <a:rPr lang="en-US" altLang="zh-CN" i="1">
                        <a:solidFill>
                          <a:srgbClr val="000000"/>
                        </a:solidFill>
                        <a:latin typeface="Cambria Math" panose="02040503050406030204" pitchFamily="18" charset="0"/>
                      </a:rPr>
                      <m:t>t</m:t>
                    </m:r>
                    <m:r>
                      <a:rPr lang="zh-CN" altLang="en-US" i="1">
                        <a:solidFill>
                          <a:srgbClr val="000000"/>
                        </a:solidFill>
                        <a:latin typeface="Cambria Math" panose="02040503050406030204" pitchFamily="18" charset="0"/>
                      </a:rPr>
                      <m:t>)</m:t>
                    </m:r>
                  </m:oMath>
                </a14:m>
                <a:endParaRPr lang="zh-CN" altLang="en-US" dirty="0"/>
              </a:p>
            </p:txBody>
          </p:sp>
        </mc:Choice>
        <mc:Fallback>
          <p:sp>
            <p:nvSpPr>
              <p:cNvPr id="104" name="矩形 103"/>
              <p:cNvSpPr>
                <a:spLocks noRot="1" noChangeAspect="1" noMove="1" noResize="1" noEditPoints="1" noAdjustHandles="1" noChangeArrowheads="1" noChangeShapeType="1" noTextEdit="1"/>
              </p:cNvSpPr>
              <p:nvPr/>
            </p:nvSpPr>
            <p:spPr>
              <a:xfrm>
                <a:off x="5472645" y="4906988"/>
                <a:ext cx="596638" cy="369332"/>
              </a:xfrm>
              <a:prstGeom prst="rect">
                <a:avLst/>
              </a:prstGeom>
              <a:blipFill rotWithShape="1">
                <a:blip r:embed="rId6"/>
                <a:stretch>
                  <a:fillRect l="-36" t="-93" r="99" b="28"/>
                </a:stretch>
              </a:blipFill>
            </p:spPr>
            <p:txBody>
              <a:bodyPr/>
              <a:lstStyle/>
              <a:p>
                <a:r>
                  <a:rPr lang="zh-CN" altLang="en-US">
                    <a:noFill/>
                  </a:rPr>
                  <a:t> </a:t>
                </a:r>
              </a:p>
            </p:txBody>
          </p:sp>
        </mc:Fallback>
      </mc:AlternateContent>
      <p:sp>
        <p:nvSpPr>
          <p:cNvPr id="105" name="矩形 104"/>
          <p:cNvSpPr/>
          <p:nvPr/>
        </p:nvSpPr>
        <p:spPr>
          <a:xfrm>
            <a:off x="6146116" y="5069052"/>
            <a:ext cx="633815" cy="461665"/>
          </a:xfrm>
          <a:prstGeom prst="rect">
            <a:avLst/>
          </a:prstGeom>
          <a:solidFill>
            <a:schemeClr val="tx1"/>
          </a:solidFill>
          <a:ln w="28575">
            <a:solidFill>
              <a:schemeClr val="bg1"/>
            </a:solidFill>
          </a:ln>
        </p:spPr>
        <p:txBody>
          <a:bodyPr wrap="square">
            <a:spAutoFit/>
          </a:bodyPr>
          <a:lstStyle/>
          <a:p>
            <a:r>
              <a:rPr lang="en-US" altLang="zh-CN" sz="2400" dirty="0">
                <a:solidFill>
                  <a:srgbClr val="FF0000"/>
                </a:solidFill>
              </a:rPr>
              <a:t>b</a:t>
            </a:r>
            <a:r>
              <a:rPr lang="en-US" altLang="zh-CN" sz="2400" baseline="-25000" dirty="0">
                <a:solidFill>
                  <a:srgbClr val="FF0000"/>
                </a:solidFill>
              </a:rPr>
              <a:t>0</a:t>
            </a:r>
            <a:endParaRPr lang="zh-CN" altLang="en-US" sz="2400" baseline="-25000" dirty="0">
              <a:solidFill>
                <a:srgbClr val="FF0000"/>
              </a:solidFill>
            </a:endParaRPr>
          </a:p>
        </p:txBody>
      </p:sp>
      <p:sp>
        <p:nvSpPr>
          <p:cNvPr id="106" name="矩形 105"/>
          <p:cNvSpPr/>
          <p:nvPr/>
        </p:nvSpPr>
        <p:spPr>
          <a:xfrm>
            <a:off x="5733913" y="4469112"/>
            <a:ext cx="589098" cy="461665"/>
          </a:xfrm>
          <a:prstGeom prst="rect">
            <a:avLst/>
          </a:prstGeom>
          <a:solidFill>
            <a:schemeClr val="tx1"/>
          </a:solidFill>
          <a:ln w="28575">
            <a:solidFill>
              <a:schemeClr val="bg1"/>
            </a:solidFill>
          </a:ln>
        </p:spPr>
        <p:txBody>
          <a:bodyPr wrap="square">
            <a:spAutoFit/>
          </a:bodyPr>
          <a:lstStyle/>
          <a:p>
            <a:r>
              <a:rPr lang="en-US" altLang="zh-CN" sz="2400" dirty="0">
                <a:solidFill>
                  <a:srgbClr val="FF0000"/>
                </a:solidFill>
              </a:rPr>
              <a:t>b</a:t>
            </a:r>
            <a:r>
              <a:rPr lang="en-US" altLang="zh-CN" sz="2400" baseline="-25000" dirty="0">
                <a:solidFill>
                  <a:srgbClr val="FF0000"/>
                </a:solidFill>
              </a:rPr>
              <a:t>1</a:t>
            </a:r>
            <a:endParaRPr lang="zh-CN" altLang="en-US" sz="2400" baseline="-25000" dirty="0">
              <a:solidFill>
                <a:srgbClr val="FF0000"/>
              </a:solidFill>
            </a:endParaRPr>
          </a:p>
        </p:txBody>
      </p:sp>
      <p:sp>
        <p:nvSpPr>
          <p:cNvPr id="107" name="椭圆 106"/>
          <p:cNvSpPr/>
          <p:nvPr/>
        </p:nvSpPr>
        <p:spPr bwMode="auto">
          <a:xfrm>
            <a:off x="7124733" y="5073381"/>
            <a:ext cx="494421" cy="474702"/>
          </a:xfrm>
          <a:prstGeom prst="ellipse">
            <a:avLst/>
          </a:prstGeom>
          <a:solidFill>
            <a:schemeClr val="tx1"/>
          </a:solidFill>
          <a:ln w="2857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r>
              <a:rPr kumimoji="0" lang="zh-CN" altLang="en-US" sz="1800" b="1" i="0" u="none" strike="noStrike" cap="none" normalizeH="0" baseline="0" dirty="0">
                <a:ln>
                  <a:noFill/>
                </a:ln>
                <a:solidFill>
                  <a:srgbClr val="FF0000"/>
                </a:solidFill>
                <a:effectLst/>
                <a:latin typeface="Arial" panose="020B0604020202020204" pitchFamily="34" charset="0"/>
                <a:ea typeface="宋体" panose="02010600030101010101" pitchFamily="2" charset="-122"/>
              </a:rPr>
              <a:t>∑</a:t>
            </a:r>
            <a:endParaRPr kumimoji="0" lang="zh-CN" altLang="en-US" sz="1800" b="1" i="0" u="none" strike="noStrike" cap="none" normalizeH="0" baseline="0" dirty="0">
              <a:ln>
                <a:noFill/>
              </a:ln>
              <a:solidFill>
                <a:srgbClr val="FF0000"/>
              </a:solidFill>
              <a:effectLst/>
              <a:latin typeface="Arial" panose="020B0604020202020204" pitchFamily="34" charset="0"/>
              <a:ea typeface="宋体" panose="02010600030101010101" pitchFamily="2" charset="-122"/>
            </a:endParaRPr>
          </a:p>
        </p:txBody>
      </p:sp>
      <p:cxnSp>
        <p:nvCxnSpPr>
          <p:cNvPr id="108" name="直接箭头连接符 107"/>
          <p:cNvCxnSpPr>
            <a:stCxn id="105" idx="3"/>
            <a:endCxn id="107" idx="2"/>
          </p:cNvCxnSpPr>
          <p:nvPr/>
        </p:nvCxnSpPr>
        <p:spPr bwMode="auto">
          <a:xfrm>
            <a:off x="6779931" y="5299885"/>
            <a:ext cx="344802" cy="10847"/>
          </a:xfrm>
          <a:prstGeom prst="straightConnector1">
            <a:avLst/>
          </a:prstGeom>
          <a:solidFill>
            <a:schemeClr val="tx1"/>
          </a:solidFill>
          <a:ln w="28575">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109" name="连接符: 肘形 108"/>
          <p:cNvCxnSpPr/>
          <p:nvPr/>
        </p:nvCxnSpPr>
        <p:spPr bwMode="auto">
          <a:xfrm flipV="1">
            <a:off x="4211955" y="4725035"/>
            <a:ext cx="1497965" cy="504190"/>
          </a:xfrm>
          <a:prstGeom prst="bentConnector3">
            <a:avLst>
              <a:gd name="adj1" fmla="val 27426"/>
            </a:avLst>
          </a:prstGeom>
          <a:solidFill>
            <a:schemeClr val="tx1"/>
          </a:solidFill>
          <a:ln w="28575">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110" name="连接符: 肘形 109"/>
          <p:cNvCxnSpPr>
            <a:stCxn id="106" idx="3"/>
            <a:endCxn id="107" idx="0"/>
          </p:cNvCxnSpPr>
          <p:nvPr/>
        </p:nvCxnSpPr>
        <p:spPr bwMode="auto">
          <a:xfrm>
            <a:off x="6323011" y="4699945"/>
            <a:ext cx="1048933" cy="373436"/>
          </a:xfrm>
          <a:prstGeom prst="bentConnector2">
            <a:avLst/>
          </a:prstGeom>
          <a:solidFill>
            <a:schemeClr val="tx1"/>
          </a:solidFill>
          <a:ln w="28575">
            <a:headEnd type="none" w="med" len="med"/>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111" name="矩形 110"/>
              <p:cNvSpPr/>
              <p:nvPr/>
            </p:nvSpPr>
            <p:spPr>
              <a:xfrm>
                <a:off x="3983290" y="4873360"/>
                <a:ext cx="655949" cy="369332"/>
              </a:xfrm>
              <a:prstGeom prst="rect">
                <a:avLst/>
              </a:prstGeom>
              <a:solidFill>
                <a:schemeClr val="tx1"/>
              </a:solidFill>
            </p:spPr>
            <p:txBody>
              <a:bodyPr wrap="square">
                <a:spAutoFit/>
              </a:bodyPr>
              <a:lstStyle/>
              <a:p>
                <a:r>
                  <a:rPr lang="en-US" altLang="zh-CN" dirty="0">
                    <a:solidFill>
                      <a:srgbClr val="000000"/>
                    </a:solidFill>
                  </a:rPr>
                  <a:t>q</a:t>
                </a:r>
                <a14:m>
                  <m:oMath xmlns:m="http://schemas.openxmlformats.org/officeDocument/2006/math">
                    <m:r>
                      <a:rPr lang="en-US" altLang="zh-CN" b="1" i="0" smtClean="0">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m:t>
                    </m:r>
                    <m:r>
                      <m:rPr>
                        <m:sty m:val="p"/>
                      </m:rPr>
                      <a:rPr lang="en-US" altLang="zh-CN" i="1">
                        <a:solidFill>
                          <a:srgbClr val="000000"/>
                        </a:solidFill>
                        <a:latin typeface="Cambria Math" panose="02040503050406030204" pitchFamily="18" charset="0"/>
                      </a:rPr>
                      <m:t>t</m:t>
                    </m:r>
                    <m:r>
                      <a:rPr lang="zh-CN" altLang="en-US" i="1">
                        <a:solidFill>
                          <a:srgbClr val="000000"/>
                        </a:solidFill>
                        <a:latin typeface="Cambria Math" panose="02040503050406030204" pitchFamily="18" charset="0"/>
                      </a:rPr>
                      <m:t>)</m:t>
                    </m:r>
                  </m:oMath>
                </a14:m>
                <a:endParaRPr lang="zh-CN" altLang="en-US" dirty="0"/>
              </a:p>
            </p:txBody>
          </p:sp>
        </mc:Choice>
        <mc:Fallback>
          <p:sp>
            <p:nvSpPr>
              <p:cNvPr id="111" name="矩形 110"/>
              <p:cNvSpPr>
                <a:spLocks noRot="1" noChangeAspect="1" noMove="1" noResize="1" noEditPoints="1" noAdjustHandles="1" noChangeArrowheads="1" noChangeShapeType="1" noTextEdit="1"/>
              </p:cNvSpPr>
              <p:nvPr/>
            </p:nvSpPr>
            <p:spPr>
              <a:xfrm>
                <a:off x="3983290" y="4873360"/>
                <a:ext cx="655949" cy="369332"/>
              </a:xfrm>
              <a:prstGeom prst="rect">
                <a:avLst/>
              </a:prstGeom>
              <a:blipFill rotWithShape="1">
                <a:blip r:embed="rId7"/>
                <a:stretch>
                  <a:fillRect l="-87" t="-100" r="86" b="36"/>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12" name="矩形 111"/>
              <p:cNvSpPr/>
              <p:nvPr/>
            </p:nvSpPr>
            <p:spPr>
              <a:xfrm>
                <a:off x="7942300" y="5081021"/>
                <a:ext cx="643125" cy="369332"/>
              </a:xfrm>
              <a:prstGeom prst="rect">
                <a:avLst/>
              </a:prstGeom>
              <a:solidFill>
                <a:schemeClr val="tx1"/>
              </a:solidFill>
            </p:spPr>
            <p:txBody>
              <a:bodyPr wrap="none">
                <a:spAutoFit/>
              </a:bodyPr>
              <a:lstStyle/>
              <a:p>
                <a14:m>
                  <m:oMathPara xmlns:m="http://schemas.openxmlformats.org/officeDocument/2006/math">
                    <m:oMathParaPr>
                      <m:jc m:val="centerGroup"/>
                    </m:oMathParaPr>
                    <m:oMath xmlns:m="http://schemas.openxmlformats.org/officeDocument/2006/math">
                      <m:r>
                        <a:rPr lang="en-US" altLang="zh-CN" i="1" smtClean="0">
                          <a:solidFill>
                            <a:srgbClr val="000000"/>
                          </a:solidFill>
                          <a:latin typeface="Cambria Math" panose="02040503050406030204" pitchFamily="18" charset="0"/>
                        </a:rPr>
                        <m:t>𝒓</m:t>
                      </m:r>
                      <m:r>
                        <a:rPr lang="en-US" altLang="zh-CN" b="1" i="1" smtClean="0">
                          <a:solidFill>
                            <a:srgbClr val="000000"/>
                          </a:solidFill>
                          <a:latin typeface="Cambria Math" panose="02040503050406030204" pitchFamily="18" charset="0"/>
                        </a:rPr>
                        <m:t>(</m:t>
                      </m:r>
                      <m:r>
                        <m:rPr>
                          <m:sty m:val="p"/>
                        </m:rPr>
                        <a:rPr lang="en-US" altLang="zh-CN" i="1">
                          <a:solidFill>
                            <a:srgbClr val="000000"/>
                          </a:solidFill>
                          <a:latin typeface="Cambria Math" panose="02040503050406030204" pitchFamily="18" charset="0"/>
                        </a:rPr>
                        <m:t>t</m:t>
                      </m:r>
                      <m:r>
                        <a:rPr lang="zh-CN" altLang="en-US" i="1">
                          <a:solidFill>
                            <a:srgbClr val="000000"/>
                          </a:solidFill>
                          <a:latin typeface="Cambria Math" panose="02040503050406030204" pitchFamily="18" charset="0"/>
                        </a:rPr>
                        <m:t>)</m:t>
                      </m:r>
                    </m:oMath>
                  </m:oMathPara>
                </a14:m>
                <a:endParaRPr lang="zh-CN" altLang="en-US" dirty="0"/>
              </a:p>
            </p:txBody>
          </p:sp>
        </mc:Choice>
        <mc:Fallback>
          <p:sp>
            <p:nvSpPr>
              <p:cNvPr id="112" name="矩形 111"/>
              <p:cNvSpPr>
                <a:spLocks noRot="1" noChangeAspect="1" noMove="1" noResize="1" noEditPoints="1" noAdjustHandles="1" noChangeArrowheads="1" noChangeShapeType="1" noTextEdit="1"/>
              </p:cNvSpPr>
              <p:nvPr/>
            </p:nvSpPr>
            <p:spPr>
              <a:xfrm>
                <a:off x="7942300" y="5081021"/>
                <a:ext cx="643125" cy="369332"/>
              </a:xfrm>
              <a:prstGeom prst="rect">
                <a:avLst/>
              </a:prstGeom>
              <a:blipFill rotWithShape="1">
                <a:blip r:embed="rId10"/>
                <a:stretch>
                  <a:fillRect l="-55" t="-105" r="35" b="40"/>
                </a:stretch>
              </a:blipFill>
            </p:spPr>
            <p:txBody>
              <a:bodyPr/>
              <a:lstStyle/>
              <a:p>
                <a:r>
                  <a:rPr lang="zh-CN" altLang="en-US">
                    <a:noFill/>
                  </a:rPr>
                  <a:t> </a:t>
                </a:r>
              </a:p>
            </p:txBody>
          </p:sp>
        </mc:Fallback>
      </mc:AlternateContent>
      <p:cxnSp>
        <p:nvCxnSpPr>
          <p:cNvPr id="113" name="直接箭头连接符 112"/>
          <p:cNvCxnSpPr/>
          <p:nvPr/>
        </p:nvCxnSpPr>
        <p:spPr bwMode="auto">
          <a:xfrm flipV="1">
            <a:off x="7625487" y="5282599"/>
            <a:ext cx="303131" cy="6653"/>
          </a:xfrm>
          <a:prstGeom prst="straightConnector1">
            <a:avLst/>
          </a:prstGeom>
          <a:solidFill>
            <a:schemeClr val="tx1"/>
          </a:solidFill>
          <a:ln w="28575">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2" name="墨迹 1"/>
          <p:cNvSpPr/>
          <p:nvPr/>
        </p:nvSpPr>
        <p:spPr bwMode="auto">
          <a:xfrm>
            <a:off x="632880" y="1383840"/>
            <a:ext cx="8089560" cy="2781720"/>
          </a:xfrm>
        </p:spPr>
      </p:sp>
    </p:spTree>
    <p:custDataLst>
      <p:tags r:id="rId11"/>
    </p:custDataLst>
  </p:cSld>
  <p:clrMapOvr>
    <a:masterClrMapping/>
  </p:clrMapOvr>
  <mc:AlternateContent xmlns:mc="http://schemas.openxmlformats.org/markup-compatibility/2006">
    <mc:Choice xmlns:p14="http://schemas.microsoft.com/office/powerpoint/2010/main" Requires="p14">
      <p:transition spd="slow" p14:dur="2000" advTm="203415"/>
    </mc:Choice>
    <mc:Fallback>
      <p:transition spd="slow" advTm="203415"/>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nodeType="withEffect">
                                  <p:stCondLst>
                                    <p:cond delay="0"/>
                                  </p:stCondLst>
                                  <p:childTnLst>
                                    <p:set>
                                      <p:cBhvr>
                                        <p:cTn id="6" dur="1" fill="hold">
                                          <p:stCondLst>
                                            <p:cond delay="0"/>
                                          </p:stCondLst>
                                        </p:cTn>
                                        <p:tgtEl>
                                          <p:spTgt spid="2"/>
                                        </p:tgtEl>
                                        <p:attrNameLst>
                                          <p:attrName>style.visibility</p:attrName>
                                        </p:attrNameLst>
                                      </p:cBhvr>
                                      <p:to>
                                        <p:strVal val="visible"/>
                                      </p:to>
                                    </p:set>
                                    <p:cmd type="call" cmd="playFrom(0.0)">
                                      <p:cBhvr>
                                        <p:cTn id="7" dur="1" fill="hold"/>
                                        <p:tgtEl>
                                          <p:spTgt spid="2"/>
                                        </p:tgtEl>
                                      </p:cBhvr>
                                    </p:cmd>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12"/>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0" nodeType="clickEffect">
                                  <p:stCondLst>
                                    <p:cond delay="0"/>
                                  </p:stCondLst>
                                  <p:childTnLst>
                                    <p:set>
                                      <p:cBhvr>
                                        <p:cTn id="19" dur="1" fill="hold">
                                          <p:stCondLst>
                                            <p:cond delay="0"/>
                                          </p:stCondLst>
                                        </p:cTn>
                                        <p:tgtEl>
                                          <p:spTgt spid="13"/>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14"/>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grpId="0" nodeType="clickEffect">
                                  <p:stCondLst>
                                    <p:cond delay="0"/>
                                  </p:stCondLst>
                                  <p:childTnLst>
                                    <p:set>
                                      <p:cBhvr>
                                        <p:cTn id="27" dur="1" fill="hold">
                                          <p:stCondLst>
                                            <p:cond delay="0"/>
                                          </p:stCondLst>
                                        </p:cTn>
                                        <p:tgtEl>
                                          <p:spTgt spid="15"/>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grpId="0" nodeType="clickEffect">
                                  <p:stCondLst>
                                    <p:cond delay="0"/>
                                  </p:stCondLst>
                                  <p:childTnLst>
                                    <p:set>
                                      <p:cBhvr>
                                        <p:cTn id="31" dur="1" fill="hold">
                                          <p:stCondLst>
                                            <p:cond delay="0"/>
                                          </p:stCondLst>
                                        </p:cTn>
                                        <p:tgtEl>
                                          <p:spTgt spid="80"/>
                                        </p:tgtEl>
                                        <p:attrNameLst>
                                          <p:attrName>style.visibility</p:attrName>
                                        </p:attrNameLst>
                                      </p:cBhvr>
                                      <p:to>
                                        <p:strVal val="visible"/>
                                      </p:to>
                                    </p:set>
                                  </p:childTnLst>
                                </p:cTn>
                              </p:par>
                              <p:par>
                                <p:cTn id="32" presetID="1" presetClass="entr" presetSubtype="0" fill="hold" grpId="0" nodeType="withEffect">
                                  <p:stCondLst>
                                    <p:cond delay="0"/>
                                  </p:stCondLst>
                                  <p:childTnLst>
                                    <p:set>
                                      <p:cBhvr>
                                        <p:cTn id="33" dur="1" fill="hold">
                                          <p:stCondLst>
                                            <p:cond delay="0"/>
                                          </p:stCondLst>
                                        </p:cTn>
                                        <p:tgtEl>
                                          <p:spTgt spid="81"/>
                                        </p:tgtEl>
                                        <p:attrNameLst>
                                          <p:attrName>style.visibility</p:attrName>
                                        </p:attrNameLst>
                                      </p:cBhvr>
                                      <p:to>
                                        <p:strVal val="visible"/>
                                      </p:to>
                                    </p:set>
                                  </p:childTnLst>
                                </p:cTn>
                              </p:par>
                              <p:par>
                                <p:cTn id="34" presetID="1" presetClass="entr" presetSubtype="0" fill="hold" grpId="0" nodeType="withEffect">
                                  <p:stCondLst>
                                    <p:cond delay="0"/>
                                  </p:stCondLst>
                                  <p:childTnLst>
                                    <p:set>
                                      <p:cBhvr>
                                        <p:cTn id="35" dur="1" fill="hold">
                                          <p:stCondLst>
                                            <p:cond delay="0"/>
                                          </p:stCondLst>
                                        </p:cTn>
                                        <p:tgtEl>
                                          <p:spTgt spid="82"/>
                                        </p:tgtEl>
                                        <p:attrNameLst>
                                          <p:attrName>style.visibility</p:attrName>
                                        </p:attrNameLst>
                                      </p:cBhvr>
                                      <p:to>
                                        <p:strVal val="visible"/>
                                      </p:to>
                                    </p:set>
                                  </p:childTnLst>
                                </p:cTn>
                              </p:par>
                            </p:childTnLst>
                          </p:cTn>
                        </p:par>
                      </p:childTnLst>
                    </p:cTn>
                  </p:par>
                  <p:par>
                    <p:cTn id="36" fill="hold">
                      <p:stCondLst>
                        <p:cond delay="indefinite"/>
                      </p:stCondLst>
                      <p:childTnLst>
                        <p:par>
                          <p:cTn id="37" fill="hold">
                            <p:stCondLst>
                              <p:cond delay="0"/>
                            </p:stCondLst>
                            <p:childTnLst>
                              <p:par>
                                <p:cTn id="38" presetID="2" presetClass="entr" presetSubtype="4" fill="hold" grpId="0" nodeType="clickEffect">
                                  <p:stCondLst>
                                    <p:cond delay="0"/>
                                  </p:stCondLst>
                                  <p:childTnLst>
                                    <p:set>
                                      <p:cBhvr>
                                        <p:cTn id="39" dur="1" fill="hold">
                                          <p:stCondLst>
                                            <p:cond delay="0"/>
                                          </p:stCondLst>
                                        </p:cTn>
                                        <p:tgtEl>
                                          <p:spTgt spid="83"/>
                                        </p:tgtEl>
                                        <p:attrNameLst>
                                          <p:attrName>style.visibility</p:attrName>
                                        </p:attrNameLst>
                                      </p:cBhvr>
                                      <p:to>
                                        <p:strVal val="visible"/>
                                      </p:to>
                                    </p:set>
                                    <p:anim calcmode="lin" valueType="num">
                                      <p:cBhvr additive="base">
                                        <p:cTn id="40" dur="500" fill="hold"/>
                                        <p:tgtEl>
                                          <p:spTgt spid="83"/>
                                        </p:tgtEl>
                                        <p:attrNameLst>
                                          <p:attrName>ppt_x</p:attrName>
                                        </p:attrNameLst>
                                      </p:cBhvr>
                                      <p:tavLst>
                                        <p:tav tm="0">
                                          <p:val>
                                            <p:strVal val="#ppt_x"/>
                                          </p:val>
                                        </p:tav>
                                        <p:tav tm="100000">
                                          <p:val>
                                            <p:strVal val="#ppt_x"/>
                                          </p:val>
                                        </p:tav>
                                      </p:tavLst>
                                    </p:anim>
                                    <p:anim calcmode="lin" valueType="num">
                                      <p:cBhvr additive="base">
                                        <p:cTn id="41" dur="500" fill="hold"/>
                                        <p:tgtEl>
                                          <p:spTgt spid="83"/>
                                        </p:tgtEl>
                                        <p:attrNameLst>
                                          <p:attrName>ppt_y</p:attrName>
                                        </p:attrNameLst>
                                      </p:cBhvr>
                                      <p:tavLst>
                                        <p:tav tm="0">
                                          <p:val>
                                            <p:strVal val="1+#ppt_h/2"/>
                                          </p:val>
                                        </p:tav>
                                        <p:tav tm="100000">
                                          <p:val>
                                            <p:strVal val="#ppt_y"/>
                                          </p:val>
                                        </p:tav>
                                      </p:tavLst>
                                    </p:anim>
                                  </p:childTnLst>
                                </p:cTn>
                              </p:par>
                              <p:par>
                                <p:cTn id="42" presetID="2" presetClass="entr" presetSubtype="4" fill="hold" nodeType="withEffect">
                                  <p:stCondLst>
                                    <p:cond delay="0"/>
                                  </p:stCondLst>
                                  <p:childTnLst>
                                    <p:set>
                                      <p:cBhvr>
                                        <p:cTn id="43" dur="1" fill="hold">
                                          <p:stCondLst>
                                            <p:cond delay="0"/>
                                          </p:stCondLst>
                                        </p:cTn>
                                        <p:tgtEl>
                                          <p:spTgt spid="86"/>
                                        </p:tgtEl>
                                        <p:attrNameLst>
                                          <p:attrName>style.visibility</p:attrName>
                                        </p:attrNameLst>
                                      </p:cBhvr>
                                      <p:to>
                                        <p:strVal val="visible"/>
                                      </p:to>
                                    </p:set>
                                    <p:anim calcmode="lin" valueType="num">
                                      <p:cBhvr additive="base">
                                        <p:cTn id="44" dur="500" fill="hold"/>
                                        <p:tgtEl>
                                          <p:spTgt spid="86"/>
                                        </p:tgtEl>
                                        <p:attrNameLst>
                                          <p:attrName>ppt_x</p:attrName>
                                        </p:attrNameLst>
                                      </p:cBhvr>
                                      <p:tavLst>
                                        <p:tav tm="0">
                                          <p:val>
                                            <p:strVal val="#ppt_x"/>
                                          </p:val>
                                        </p:tav>
                                        <p:tav tm="100000">
                                          <p:val>
                                            <p:strVal val="#ppt_x"/>
                                          </p:val>
                                        </p:tav>
                                      </p:tavLst>
                                    </p:anim>
                                    <p:anim calcmode="lin" valueType="num">
                                      <p:cBhvr additive="base">
                                        <p:cTn id="45" dur="500" fill="hold"/>
                                        <p:tgtEl>
                                          <p:spTgt spid="86"/>
                                        </p:tgtEl>
                                        <p:attrNameLst>
                                          <p:attrName>ppt_y</p:attrName>
                                        </p:attrNameLst>
                                      </p:cBhvr>
                                      <p:tavLst>
                                        <p:tav tm="0">
                                          <p:val>
                                            <p:strVal val="1+#ppt_h/2"/>
                                          </p:val>
                                        </p:tav>
                                        <p:tav tm="100000">
                                          <p:val>
                                            <p:strVal val="#ppt_y"/>
                                          </p:val>
                                        </p:tav>
                                      </p:tavLst>
                                    </p:anim>
                                  </p:childTnLst>
                                </p:cTn>
                              </p:par>
                              <p:par>
                                <p:cTn id="46" presetID="2" presetClass="entr" presetSubtype="4" fill="hold" grpId="0" nodeType="withEffect">
                                  <p:stCondLst>
                                    <p:cond delay="0"/>
                                  </p:stCondLst>
                                  <p:childTnLst>
                                    <p:set>
                                      <p:cBhvr>
                                        <p:cTn id="47" dur="1" fill="hold">
                                          <p:stCondLst>
                                            <p:cond delay="0"/>
                                          </p:stCondLst>
                                        </p:cTn>
                                        <p:tgtEl>
                                          <p:spTgt spid="89"/>
                                        </p:tgtEl>
                                        <p:attrNameLst>
                                          <p:attrName>style.visibility</p:attrName>
                                        </p:attrNameLst>
                                      </p:cBhvr>
                                      <p:to>
                                        <p:strVal val="visible"/>
                                      </p:to>
                                    </p:set>
                                    <p:anim calcmode="lin" valueType="num">
                                      <p:cBhvr additive="base">
                                        <p:cTn id="48" dur="500" fill="hold"/>
                                        <p:tgtEl>
                                          <p:spTgt spid="89"/>
                                        </p:tgtEl>
                                        <p:attrNameLst>
                                          <p:attrName>ppt_x</p:attrName>
                                        </p:attrNameLst>
                                      </p:cBhvr>
                                      <p:tavLst>
                                        <p:tav tm="0">
                                          <p:val>
                                            <p:strVal val="#ppt_x"/>
                                          </p:val>
                                        </p:tav>
                                        <p:tav tm="100000">
                                          <p:val>
                                            <p:strVal val="#ppt_x"/>
                                          </p:val>
                                        </p:tav>
                                      </p:tavLst>
                                    </p:anim>
                                    <p:anim calcmode="lin" valueType="num">
                                      <p:cBhvr additive="base">
                                        <p:cTn id="49" dur="500" fill="hold"/>
                                        <p:tgtEl>
                                          <p:spTgt spid="89"/>
                                        </p:tgtEl>
                                        <p:attrNameLst>
                                          <p:attrName>ppt_y</p:attrName>
                                        </p:attrNameLst>
                                      </p:cBhvr>
                                      <p:tavLst>
                                        <p:tav tm="0">
                                          <p:val>
                                            <p:strVal val="1+#ppt_h/2"/>
                                          </p:val>
                                        </p:tav>
                                        <p:tav tm="100000">
                                          <p:val>
                                            <p:strVal val="#ppt_y"/>
                                          </p:val>
                                        </p:tav>
                                      </p:tavLst>
                                    </p:anim>
                                  </p:childTnLst>
                                </p:cTn>
                              </p:par>
                              <p:par>
                                <p:cTn id="50" presetID="2" presetClass="entr" presetSubtype="4" fill="hold" nodeType="withEffect">
                                  <p:stCondLst>
                                    <p:cond delay="0"/>
                                  </p:stCondLst>
                                  <p:childTnLst>
                                    <p:set>
                                      <p:cBhvr>
                                        <p:cTn id="51" dur="1" fill="hold">
                                          <p:stCondLst>
                                            <p:cond delay="0"/>
                                          </p:stCondLst>
                                        </p:cTn>
                                        <p:tgtEl>
                                          <p:spTgt spid="87"/>
                                        </p:tgtEl>
                                        <p:attrNameLst>
                                          <p:attrName>style.visibility</p:attrName>
                                        </p:attrNameLst>
                                      </p:cBhvr>
                                      <p:to>
                                        <p:strVal val="visible"/>
                                      </p:to>
                                    </p:set>
                                    <p:anim calcmode="lin" valueType="num">
                                      <p:cBhvr additive="base">
                                        <p:cTn id="52" dur="500" fill="hold"/>
                                        <p:tgtEl>
                                          <p:spTgt spid="87"/>
                                        </p:tgtEl>
                                        <p:attrNameLst>
                                          <p:attrName>ppt_x</p:attrName>
                                        </p:attrNameLst>
                                      </p:cBhvr>
                                      <p:tavLst>
                                        <p:tav tm="0">
                                          <p:val>
                                            <p:strVal val="#ppt_x"/>
                                          </p:val>
                                        </p:tav>
                                        <p:tav tm="100000">
                                          <p:val>
                                            <p:strVal val="#ppt_x"/>
                                          </p:val>
                                        </p:tav>
                                      </p:tavLst>
                                    </p:anim>
                                    <p:anim calcmode="lin" valueType="num">
                                      <p:cBhvr additive="base">
                                        <p:cTn id="53" dur="500" fill="hold"/>
                                        <p:tgtEl>
                                          <p:spTgt spid="87"/>
                                        </p:tgtEl>
                                        <p:attrNameLst>
                                          <p:attrName>ppt_y</p:attrName>
                                        </p:attrNameLst>
                                      </p:cBhvr>
                                      <p:tavLst>
                                        <p:tav tm="0">
                                          <p:val>
                                            <p:strVal val="1+#ppt_h/2"/>
                                          </p:val>
                                        </p:tav>
                                        <p:tav tm="100000">
                                          <p:val>
                                            <p:strVal val="#ppt_y"/>
                                          </p:val>
                                        </p:tav>
                                      </p:tavLst>
                                    </p:anim>
                                  </p:childTnLst>
                                </p:cTn>
                              </p:par>
                              <p:par>
                                <p:cTn id="54" presetID="2" presetClass="entr" presetSubtype="4" fill="hold" grpId="0" nodeType="withEffect">
                                  <p:stCondLst>
                                    <p:cond delay="0"/>
                                  </p:stCondLst>
                                  <p:childTnLst>
                                    <p:set>
                                      <p:cBhvr>
                                        <p:cTn id="55" dur="1" fill="hold">
                                          <p:stCondLst>
                                            <p:cond delay="0"/>
                                          </p:stCondLst>
                                        </p:cTn>
                                        <p:tgtEl>
                                          <p:spTgt spid="84"/>
                                        </p:tgtEl>
                                        <p:attrNameLst>
                                          <p:attrName>style.visibility</p:attrName>
                                        </p:attrNameLst>
                                      </p:cBhvr>
                                      <p:to>
                                        <p:strVal val="visible"/>
                                      </p:to>
                                    </p:set>
                                    <p:anim calcmode="lin" valueType="num">
                                      <p:cBhvr additive="base">
                                        <p:cTn id="56" dur="500" fill="hold"/>
                                        <p:tgtEl>
                                          <p:spTgt spid="84"/>
                                        </p:tgtEl>
                                        <p:attrNameLst>
                                          <p:attrName>ppt_x</p:attrName>
                                        </p:attrNameLst>
                                      </p:cBhvr>
                                      <p:tavLst>
                                        <p:tav tm="0">
                                          <p:val>
                                            <p:strVal val="#ppt_x"/>
                                          </p:val>
                                        </p:tav>
                                        <p:tav tm="100000">
                                          <p:val>
                                            <p:strVal val="#ppt_x"/>
                                          </p:val>
                                        </p:tav>
                                      </p:tavLst>
                                    </p:anim>
                                    <p:anim calcmode="lin" valueType="num">
                                      <p:cBhvr additive="base">
                                        <p:cTn id="57" dur="500" fill="hold"/>
                                        <p:tgtEl>
                                          <p:spTgt spid="84"/>
                                        </p:tgtEl>
                                        <p:attrNameLst>
                                          <p:attrName>ppt_y</p:attrName>
                                        </p:attrNameLst>
                                      </p:cBhvr>
                                      <p:tavLst>
                                        <p:tav tm="0">
                                          <p:val>
                                            <p:strVal val="1+#ppt_h/2"/>
                                          </p:val>
                                        </p:tav>
                                        <p:tav tm="100000">
                                          <p:val>
                                            <p:strVal val="#ppt_y"/>
                                          </p:val>
                                        </p:tav>
                                      </p:tavLst>
                                    </p:anim>
                                  </p:childTnLst>
                                </p:cTn>
                              </p:par>
                              <p:par>
                                <p:cTn id="58" presetID="2" presetClass="entr" presetSubtype="4" fill="hold" nodeType="withEffect">
                                  <p:stCondLst>
                                    <p:cond delay="0"/>
                                  </p:stCondLst>
                                  <p:childTnLst>
                                    <p:set>
                                      <p:cBhvr>
                                        <p:cTn id="59" dur="1" fill="hold">
                                          <p:stCondLst>
                                            <p:cond delay="0"/>
                                          </p:stCondLst>
                                        </p:cTn>
                                        <p:tgtEl>
                                          <p:spTgt spid="88"/>
                                        </p:tgtEl>
                                        <p:attrNameLst>
                                          <p:attrName>style.visibility</p:attrName>
                                        </p:attrNameLst>
                                      </p:cBhvr>
                                      <p:to>
                                        <p:strVal val="visible"/>
                                      </p:to>
                                    </p:set>
                                    <p:anim calcmode="lin" valueType="num">
                                      <p:cBhvr additive="base">
                                        <p:cTn id="60" dur="500" fill="hold"/>
                                        <p:tgtEl>
                                          <p:spTgt spid="88"/>
                                        </p:tgtEl>
                                        <p:attrNameLst>
                                          <p:attrName>ppt_x</p:attrName>
                                        </p:attrNameLst>
                                      </p:cBhvr>
                                      <p:tavLst>
                                        <p:tav tm="0">
                                          <p:val>
                                            <p:strVal val="#ppt_x"/>
                                          </p:val>
                                        </p:tav>
                                        <p:tav tm="100000">
                                          <p:val>
                                            <p:strVal val="#ppt_x"/>
                                          </p:val>
                                        </p:tav>
                                      </p:tavLst>
                                    </p:anim>
                                    <p:anim calcmode="lin" valueType="num">
                                      <p:cBhvr additive="base">
                                        <p:cTn id="61" dur="500" fill="hold"/>
                                        <p:tgtEl>
                                          <p:spTgt spid="88"/>
                                        </p:tgtEl>
                                        <p:attrNameLst>
                                          <p:attrName>ppt_y</p:attrName>
                                        </p:attrNameLst>
                                      </p:cBhvr>
                                      <p:tavLst>
                                        <p:tav tm="0">
                                          <p:val>
                                            <p:strVal val="1+#ppt_h/2"/>
                                          </p:val>
                                        </p:tav>
                                        <p:tav tm="100000">
                                          <p:val>
                                            <p:strVal val="#ppt_y"/>
                                          </p:val>
                                        </p:tav>
                                      </p:tavLst>
                                    </p:anim>
                                  </p:childTnLst>
                                </p:cTn>
                              </p:par>
                              <p:par>
                                <p:cTn id="62" presetID="2" presetClass="entr" presetSubtype="4" fill="hold" grpId="0" nodeType="withEffect">
                                  <p:stCondLst>
                                    <p:cond delay="0"/>
                                  </p:stCondLst>
                                  <p:childTnLst>
                                    <p:set>
                                      <p:cBhvr>
                                        <p:cTn id="63" dur="1" fill="hold">
                                          <p:stCondLst>
                                            <p:cond delay="0"/>
                                          </p:stCondLst>
                                        </p:cTn>
                                        <p:tgtEl>
                                          <p:spTgt spid="85"/>
                                        </p:tgtEl>
                                        <p:attrNameLst>
                                          <p:attrName>style.visibility</p:attrName>
                                        </p:attrNameLst>
                                      </p:cBhvr>
                                      <p:to>
                                        <p:strVal val="visible"/>
                                      </p:to>
                                    </p:set>
                                    <p:anim calcmode="lin" valueType="num">
                                      <p:cBhvr additive="base">
                                        <p:cTn id="64" dur="500" fill="hold"/>
                                        <p:tgtEl>
                                          <p:spTgt spid="85"/>
                                        </p:tgtEl>
                                        <p:attrNameLst>
                                          <p:attrName>ppt_x</p:attrName>
                                        </p:attrNameLst>
                                      </p:cBhvr>
                                      <p:tavLst>
                                        <p:tav tm="0">
                                          <p:val>
                                            <p:strVal val="#ppt_x"/>
                                          </p:val>
                                        </p:tav>
                                        <p:tav tm="100000">
                                          <p:val>
                                            <p:strVal val="#ppt_x"/>
                                          </p:val>
                                        </p:tav>
                                      </p:tavLst>
                                    </p:anim>
                                    <p:anim calcmode="lin" valueType="num">
                                      <p:cBhvr additive="base">
                                        <p:cTn id="65" dur="500" fill="hold"/>
                                        <p:tgtEl>
                                          <p:spTgt spid="85"/>
                                        </p:tgtEl>
                                        <p:attrNameLst>
                                          <p:attrName>ppt_y</p:attrName>
                                        </p:attrNameLst>
                                      </p:cBhvr>
                                      <p:tavLst>
                                        <p:tav tm="0">
                                          <p:val>
                                            <p:strVal val="1+#ppt_h/2"/>
                                          </p:val>
                                        </p:tav>
                                        <p:tav tm="100000">
                                          <p:val>
                                            <p:strVal val="#ppt_y"/>
                                          </p:val>
                                        </p:tav>
                                      </p:tavLst>
                                    </p:anim>
                                  </p:childTnLst>
                                </p:cTn>
                              </p:par>
                            </p:childTnLst>
                          </p:cTn>
                        </p:par>
                      </p:childTnLst>
                    </p:cTn>
                  </p:par>
                  <p:par>
                    <p:cTn id="66" fill="hold">
                      <p:stCondLst>
                        <p:cond delay="indefinite"/>
                      </p:stCondLst>
                      <p:childTnLst>
                        <p:par>
                          <p:cTn id="67" fill="hold">
                            <p:stCondLst>
                              <p:cond delay="0"/>
                            </p:stCondLst>
                            <p:childTnLst>
                              <p:par>
                                <p:cTn id="68" presetID="42" presetClass="entr" presetSubtype="0" fill="hold" grpId="0" nodeType="clickEffect">
                                  <p:stCondLst>
                                    <p:cond delay="0"/>
                                  </p:stCondLst>
                                  <p:childTnLst>
                                    <p:set>
                                      <p:cBhvr>
                                        <p:cTn id="69" dur="1" fill="hold">
                                          <p:stCondLst>
                                            <p:cond delay="0"/>
                                          </p:stCondLst>
                                        </p:cTn>
                                        <p:tgtEl>
                                          <p:spTgt spid="90"/>
                                        </p:tgtEl>
                                        <p:attrNameLst>
                                          <p:attrName>style.visibility</p:attrName>
                                        </p:attrNameLst>
                                      </p:cBhvr>
                                      <p:to>
                                        <p:strVal val="visible"/>
                                      </p:to>
                                    </p:set>
                                    <p:animEffect transition="in" filter="fade">
                                      <p:cBhvr>
                                        <p:cTn id="70" dur="1000"/>
                                        <p:tgtEl>
                                          <p:spTgt spid="90"/>
                                        </p:tgtEl>
                                      </p:cBhvr>
                                    </p:animEffect>
                                    <p:anim calcmode="lin" valueType="num">
                                      <p:cBhvr>
                                        <p:cTn id="71" dur="1000" fill="hold"/>
                                        <p:tgtEl>
                                          <p:spTgt spid="90"/>
                                        </p:tgtEl>
                                        <p:attrNameLst>
                                          <p:attrName>ppt_x</p:attrName>
                                        </p:attrNameLst>
                                      </p:cBhvr>
                                      <p:tavLst>
                                        <p:tav tm="0">
                                          <p:val>
                                            <p:strVal val="#ppt_x"/>
                                          </p:val>
                                        </p:tav>
                                        <p:tav tm="100000">
                                          <p:val>
                                            <p:strVal val="#ppt_x"/>
                                          </p:val>
                                        </p:tav>
                                      </p:tavLst>
                                    </p:anim>
                                    <p:anim calcmode="lin" valueType="num">
                                      <p:cBhvr>
                                        <p:cTn id="72" dur="1000" fill="hold"/>
                                        <p:tgtEl>
                                          <p:spTgt spid="90"/>
                                        </p:tgtEl>
                                        <p:attrNameLst>
                                          <p:attrName>ppt_y</p:attrName>
                                        </p:attrNameLst>
                                      </p:cBhvr>
                                      <p:tavLst>
                                        <p:tav tm="0">
                                          <p:val>
                                            <p:strVal val="#ppt_y+.1"/>
                                          </p:val>
                                        </p:tav>
                                        <p:tav tm="100000">
                                          <p:val>
                                            <p:strVal val="#ppt_y"/>
                                          </p:val>
                                        </p:tav>
                                      </p:tavLst>
                                    </p:anim>
                                  </p:childTnLst>
                                </p:cTn>
                              </p:par>
                              <p:par>
                                <p:cTn id="73" presetID="42" presetClass="entr" presetSubtype="0" fill="hold" grpId="0" nodeType="withEffect">
                                  <p:stCondLst>
                                    <p:cond delay="0"/>
                                  </p:stCondLst>
                                  <p:childTnLst>
                                    <p:set>
                                      <p:cBhvr>
                                        <p:cTn id="74" dur="1" fill="hold">
                                          <p:stCondLst>
                                            <p:cond delay="0"/>
                                          </p:stCondLst>
                                        </p:cTn>
                                        <p:tgtEl>
                                          <p:spTgt spid="91"/>
                                        </p:tgtEl>
                                        <p:attrNameLst>
                                          <p:attrName>style.visibility</p:attrName>
                                        </p:attrNameLst>
                                      </p:cBhvr>
                                      <p:to>
                                        <p:strVal val="visible"/>
                                      </p:to>
                                    </p:set>
                                    <p:animEffect transition="in" filter="fade">
                                      <p:cBhvr>
                                        <p:cTn id="75" dur="1000"/>
                                        <p:tgtEl>
                                          <p:spTgt spid="91"/>
                                        </p:tgtEl>
                                      </p:cBhvr>
                                    </p:animEffect>
                                    <p:anim calcmode="lin" valueType="num">
                                      <p:cBhvr>
                                        <p:cTn id="76" dur="1000" fill="hold"/>
                                        <p:tgtEl>
                                          <p:spTgt spid="91"/>
                                        </p:tgtEl>
                                        <p:attrNameLst>
                                          <p:attrName>ppt_x</p:attrName>
                                        </p:attrNameLst>
                                      </p:cBhvr>
                                      <p:tavLst>
                                        <p:tav tm="0">
                                          <p:val>
                                            <p:strVal val="#ppt_x"/>
                                          </p:val>
                                        </p:tav>
                                        <p:tav tm="100000">
                                          <p:val>
                                            <p:strVal val="#ppt_x"/>
                                          </p:val>
                                        </p:tav>
                                      </p:tavLst>
                                    </p:anim>
                                    <p:anim calcmode="lin" valueType="num">
                                      <p:cBhvr>
                                        <p:cTn id="77" dur="1000" fill="hold"/>
                                        <p:tgtEl>
                                          <p:spTgt spid="91"/>
                                        </p:tgtEl>
                                        <p:attrNameLst>
                                          <p:attrName>ppt_y</p:attrName>
                                        </p:attrNameLst>
                                      </p:cBhvr>
                                      <p:tavLst>
                                        <p:tav tm="0">
                                          <p:val>
                                            <p:strVal val="#ppt_y+.1"/>
                                          </p:val>
                                        </p:tav>
                                        <p:tav tm="100000">
                                          <p:val>
                                            <p:strVal val="#ppt_y"/>
                                          </p:val>
                                        </p:tav>
                                      </p:tavLst>
                                    </p:anim>
                                  </p:childTnLst>
                                </p:cTn>
                              </p:par>
                              <p:par>
                                <p:cTn id="78" presetID="42" presetClass="entr" presetSubtype="0" fill="hold" grpId="0" nodeType="withEffect">
                                  <p:stCondLst>
                                    <p:cond delay="0"/>
                                  </p:stCondLst>
                                  <p:childTnLst>
                                    <p:set>
                                      <p:cBhvr>
                                        <p:cTn id="79" dur="1" fill="hold">
                                          <p:stCondLst>
                                            <p:cond delay="0"/>
                                          </p:stCondLst>
                                        </p:cTn>
                                        <p:tgtEl>
                                          <p:spTgt spid="92"/>
                                        </p:tgtEl>
                                        <p:attrNameLst>
                                          <p:attrName>style.visibility</p:attrName>
                                        </p:attrNameLst>
                                      </p:cBhvr>
                                      <p:to>
                                        <p:strVal val="visible"/>
                                      </p:to>
                                    </p:set>
                                    <p:animEffect transition="in" filter="fade">
                                      <p:cBhvr>
                                        <p:cTn id="80" dur="1000"/>
                                        <p:tgtEl>
                                          <p:spTgt spid="92"/>
                                        </p:tgtEl>
                                      </p:cBhvr>
                                    </p:animEffect>
                                    <p:anim calcmode="lin" valueType="num">
                                      <p:cBhvr>
                                        <p:cTn id="81" dur="1000" fill="hold"/>
                                        <p:tgtEl>
                                          <p:spTgt spid="92"/>
                                        </p:tgtEl>
                                        <p:attrNameLst>
                                          <p:attrName>ppt_x</p:attrName>
                                        </p:attrNameLst>
                                      </p:cBhvr>
                                      <p:tavLst>
                                        <p:tav tm="0">
                                          <p:val>
                                            <p:strVal val="#ppt_x"/>
                                          </p:val>
                                        </p:tav>
                                        <p:tav tm="100000">
                                          <p:val>
                                            <p:strVal val="#ppt_x"/>
                                          </p:val>
                                        </p:tav>
                                      </p:tavLst>
                                    </p:anim>
                                    <p:anim calcmode="lin" valueType="num">
                                      <p:cBhvr>
                                        <p:cTn id="82" dur="1000" fill="hold"/>
                                        <p:tgtEl>
                                          <p:spTgt spid="92"/>
                                        </p:tgtEl>
                                        <p:attrNameLst>
                                          <p:attrName>ppt_y</p:attrName>
                                        </p:attrNameLst>
                                      </p:cBhvr>
                                      <p:tavLst>
                                        <p:tav tm="0">
                                          <p:val>
                                            <p:strVal val="#ppt_y+.1"/>
                                          </p:val>
                                        </p:tav>
                                        <p:tav tm="100000">
                                          <p:val>
                                            <p:strVal val="#ppt_y"/>
                                          </p:val>
                                        </p:tav>
                                      </p:tavLst>
                                    </p:anim>
                                  </p:childTnLst>
                                </p:cTn>
                              </p:par>
                              <p:par>
                                <p:cTn id="83" presetID="42" presetClass="entr" presetSubtype="0" fill="hold" nodeType="withEffect">
                                  <p:stCondLst>
                                    <p:cond delay="0"/>
                                  </p:stCondLst>
                                  <p:childTnLst>
                                    <p:set>
                                      <p:cBhvr>
                                        <p:cTn id="84" dur="1" fill="hold">
                                          <p:stCondLst>
                                            <p:cond delay="0"/>
                                          </p:stCondLst>
                                        </p:cTn>
                                        <p:tgtEl>
                                          <p:spTgt spid="93"/>
                                        </p:tgtEl>
                                        <p:attrNameLst>
                                          <p:attrName>style.visibility</p:attrName>
                                        </p:attrNameLst>
                                      </p:cBhvr>
                                      <p:to>
                                        <p:strVal val="visible"/>
                                      </p:to>
                                    </p:set>
                                    <p:animEffect transition="in" filter="fade">
                                      <p:cBhvr>
                                        <p:cTn id="85" dur="1000"/>
                                        <p:tgtEl>
                                          <p:spTgt spid="93"/>
                                        </p:tgtEl>
                                      </p:cBhvr>
                                    </p:animEffect>
                                    <p:anim calcmode="lin" valueType="num">
                                      <p:cBhvr>
                                        <p:cTn id="86" dur="1000" fill="hold"/>
                                        <p:tgtEl>
                                          <p:spTgt spid="93"/>
                                        </p:tgtEl>
                                        <p:attrNameLst>
                                          <p:attrName>ppt_x</p:attrName>
                                        </p:attrNameLst>
                                      </p:cBhvr>
                                      <p:tavLst>
                                        <p:tav tm="0">
                                          <p:val>
                                            <p:strVal val="#ppt_x"/>
                                          </p:val>
                                        </p:tav>
                                        <p:tav tm="100000">
                                          <p:val>
                                            <p:strVal val="#ppt_x"/>
                                          </p:val>
                                        </p:tav>
                                      </p:tavLst>
                                    </p:anim>
                                    <p:anim calcmode="lin" valueType="num">
                                      <p:cBhvr>
                                        <p:cTn id="87" dur="1000" fill="hold"/>
                                        <p:tgtEl>
                                          <p:spTgt spid="93"/>
                                        </p:tgtEl>
                                        <p:attrNameLst>
                                          <p:attrName>ppt_y</p:attrName>
                                        </p:attrNameLst>
                                      </p:cBhvr>
                                      <p:tavLst>
                                        <p:tav tm="0">
                                          <p:val>
                                            <p:strVal val="#ppt_y+.1"/>
                                          </p:val>
                                        </p:tav>
                                        <p:tav tm="100000">
                                          <p:val>
                                            <p:strVal val="#ppt_y"/>
                                          </p:val>
                                        </p:tav>
                                      </p:tavLst>
                                    </p:anim>
                                  </p:childTnLst>
                                </p:cTn>
                              </p:par>
                              <p:par>
                                <p:cTn id="88" presetID="42" presetClass="entr" presetSubtype="0" fill="hold" grpId="0" nodeType="withEffect">
                                  <p:stCondLst>
                                    <p:cond delay="0"/>
                                  </p:stCondLst>
                                  <p:childTnLst>
                                    <p:set>
                                      <p:cBhvr>
                                        <p:cTn id="89" dur="1" fill="hold">
                                          <p:stCondLst>
                                            <p:cond delay="0"/>
                                          </p:stCondLst>
                                        </p:cTn>
                                        <p:tgtEl>
                                          <p:spTgt spid="94"/>
                                        </p:tgtEl>
                                        <p:attrNameLst>
                                          <p:attrName>style.visibility</p:attrName>
                                        </p:attrNameLst>
                                      </p:cBhvr>
                                      <p:to>
                                        <p:strVal val="visible"/>
                                      </p:to>
                                    </p:set>
                                    <p:animEffect transition="in" filter="fade">
                                      <p:cBhvr>
                                        <p:cTn id="90" dur="1000"/>
                                        <p:tgtEl>
                                          <p:spTgt spid="94"/>
                                        </p:tgtEl>
                                      </p:cBhvr>
                                    </p:animEffect>
                                    <p:anim calcmode="lin" valueType="num">
                                      <p:cBhvr>
                                        <p:cTn id="91" dur="1000" fill="hold"/>
                                        <p:tgtEl>
                                          <p:spTgt spid="94"/>
                                        </p:tgtEl>
                                        <p:attrNameLst>
                                          <p:attrName>ppt_x</p:attrName>
                                        </p:attrNameLst>
                                      </p:cBhvr>
                                      <p:tavLst>
                                        <p:tav tm="0">
                                          <p:val>
                                            <p:strVal val="#ppt_x"/>
                                          </p:val>
                                        </p:tav>
                                        <p:tav tm="100000">
                                          <p:val>
                                            <p:strVal val="#ppt_x"/>
                                          </p:val>
                                        </p:tav>
                                      </p:tavLst>
                                    </p:anim>
                                    <p:anim calcmode="lin" valueType="num">
                                      <p:cBhvr>
                                        <p:cTn id="92" dur="1000" fill="hold"/>
                                        <p:tgtEl>
                                          <p:spTgt spid="94"/>
                                        </p:tgtEl>
                                        <p:attrNameLst>
                                          <p:attrName>ppt_y</p:attrName>
                                        </p:attrNameLst>
                                      </p:cBhvr>
                                      <p:tavLst>
                                        <p:tav tm="0">
                                          <p:val>
                                            <p:strVal val="#ppt_y+.1"/>
                                          </p:val>
                                        </p:tav>
                                        <p:tav tm="100000">
                                          <p:val>
                                            <p:strVal val="#ppt_y"/>
                                          </p:val>
                                        </p:tav>
                                      </p:tavLst>
                                    </p:anim>
                                  </p:childTnLst>
                                </p:cTn>
                              </p:par>
                              <p:par>
                                <p:cTn id="93" presetID="42" presetClass="entr" presetSubtype="0" fill="hold" nodeType="withEffect">
                                  <p:stCondLst>
                                    <p:cond delay="0"/>
                                  </p:stCondLst>
                                  <p:childTnLst>
                                    <p:set>
                                      <p:cBhvr>
                                        <p:cTn id="94" dur="1" fill="hold">
                                          <p:stCondLst>
                                            <p:cond delay="0"/>
                                          </p:stCondLst>
                                        </p:cTn>
                                        <p:tgtEl>
                                          <p:spTgt spid="95"/>
                                        </p:tgtEl>
                                        <p:attrNameLst>
                                          <p:attrName>style.visibility</p:attrName>
                                        </p:attrNameLst>
                                      </p:cBhvr>
                                      <p:to>
                                        <p:strVal val="visible"/>
                                      </p:to>
                                    </p:set>
                                    <p:animEffect transition="in" filter="fade">
                                      <p:cBhvr>
                                        <p:cTn id="95" dur="1000"/>
                                        <p:tgtEl>
                                          <p:spTgt spid="95"/>
                                        </p:tgtEl>
                                      </p:cBhvr>
                                    </p:animEffect>
                                    <p:anim calcmode="lin" valueType="num">
                                      <p:cBhvr>
                                        <p:cTn id="96" dur="1000" fill="hold"/>
                                        <p:tgtEl>
                                          <p:spTgt spid="95"/>
                                        </p:tgtEl>
                                        <p:attrNameLst>
                                          <p:attrName>ppt_x</p:attrName>
                                        </p:attrNameLst>
                                      </p:cBhvr>
                                      <p:tavLst>
                                        <p:tav tm="0">
                                          <p:val>
                                            <p:strVal val="#ppt_x"/>
                                          </p:val>
                                        </p:tav>
                                        <p:tav tm="100000">
                                          <p:val>
                                            <p:strVal val="#ppt_x"/>
                                          </p:val>
                                        </p:tav>
                                      </p:tavLst>
                                    </p:anim>
                                    <p:anim calcmode="lin" valueType="num">
                                      <p:cBhvr>
                                        <p:cTn id="97" dur="1000" fill="hold"/>
                                        <p:tgtEl>
                                          <p:spTgt spid="95"/>
                                        </p:tgtEl>
                                        <p:attrNameLst>
                                          <p:attrName>ppt_y</p:attrName>
                                        </p:attrNameLst>
                                      </p:cBhvr>
                                      <p:tavLst>
                                        <p:tav tm="0">
                                          <p:val>
                                            <p:strVal val="#ppt_y+.1"/>
                                          </p:val>
                                        </p:tav>
                                        <p:tav tm="100000">
                                          <p:val>
                                            <p:strVal val="#ppt_y"/>
                                          </p:val>
                                        </p:tav>
                                      </p:tavLst>
                                    </p:anim>
                                  </p:childTnLst>
                                </p:cTn>
                              </p:par>
                              <p:par>
                                <p:cTn id="98" presetID="42" presetClass="entr" presetSubtype="0" fill="hold" nodeType="withEffect">
                                  <p:stCondLst>
                                    <p:cond delay="0"/>
                                  </p:stCondLst>
                                  <p:childTnLst>
                                    <p:set>
                                      <p:cBhvr>
                                        <p:cTn id="99" dur="1" fill="hold">
                                          <p:stCondLst>
                                            <p:cond delay="0"/>
                                          </p:stCondLst>
                                        </p:cTn>
                                        <p:tgtEl>
                                          <p:spTgt spid="96"/>
                                        </p:tgtEl>
                                        <p:attrNameLst>
                                          <p:attrName>style.visibility</p:attrName>
                                        </p:attrNameLst>
                                      </p:cBhvr>
                                      <p:to>
                                        <p:strVal val="visible"/>
                                      </p:to>
                                    </p:set>
                                    <p:animEffect transition="in" filter="fade">
                                      <p:cBhvr>
                                        <p:cTn id="100" dur="1000"/>
                                        <p:tgtEl>
                                          <p:spTgt spid="96"/>
                                        </p:tgtEl>
                                      </p:cBhvr>
                                    </p:animEffect>
                                    <p:anim calcmode="lin" valueType="num">
                                      <p:cBhvr>
                                        <p:cTn id="101" dur="1000" fill="hold"/>
                                        <p:tgtEl>
                                          <p:spTgt spid="96"/>
                                        </p:tgtEl>
                                        <p:attrNameLst>
                                          <p:attrName>ppt_x</p:attrName>
                                        </p:attrNameLst>
                                      </p:cBhvr>
                                      <p:tavLst>
                                        <p:tav tm="0">
                                          <p:val>
                                            <p:strVal val="#ppt_x"/>
                                          </p:val>
                                        </p:tav>
                                        <p:tav tm="100000">
                                          <p:val>
                                            <p:strVal val="#ppt_x"/>
                                          </p:val>
                                        </p:tav>
                                      </p:tavLst>
                                    </p:anim>
                                    <p:anim calcmode="lin" valueType="num">
                                      <p:cBhvr>
                                        <p:cTn id="102" dur="1000" fill="hold"/>
                                        <p:tgtEl>
                                          <p:spTgt spid="96"/>
                                        </p:tgtEl>
                                        <p:attrNameLst>
                                          <p:attrName>ppt_y</p:attrName>
                                        </p:attrNameLst>
                                      </p:cBhvr>
                                      <p:tavLst>
                                        <p:tav tm="0">
                                          <p:val>
                                            <p:strVal val="#ppt_y+.1"/>
                                          </p:val>
                                        </p:tav>
                                        <p:tav tm="100000">
                                          <p:val>
                                            <p:strVal val="#ppt_y"/>
                                          </p:val>
                                        </p:tav>
                                      </p:tavLst>
                                    </p:anim>
                                  </p:childTnLst>
                                </p:cTn>
                              </p:par>
                            </p:childTnLst>
                          </p:cTn>
                        </p:par>
                      </p:childTnLst>
                    </p:cTn>
                  </p:par>
                  <p:par>
                    <p:cTn id="103" fill="hold">
                      <p:stCondLst>
                        <p:cond delay="indefinite"/>
                      </p:stCondLst>
                      <p:childTnLst>
                        <p:par>
                          <p:cTn id="104" fill="hold">
                            <p:stCondLst>
                              <p:cond delay="0"/>
                            </p:stCondLst>
                            <p:childTnLst>
                              <p:par>
                                <p:cTn id="105" presetID="42" presetClass="entr" presetSubtype="0" fill="hold" grpId="0" nodeType="clickEffect">
                                  <p:stCondLst>
                                    <p:cond delay="0"/>
                                  </p:stCondLst>
                                  <p:childTnLst>
                                    <p:set>
                                      <p:cBhvr>
                                        <p:cTn id="106" dur="1" fill="hold">
                                          <p:stCondLst>
                                            <p:cond delay="0"/>
                                          </p:stCondLst>
                                        </p:cTn>
                                        <p:tgtEl>
                                          <p:spTgt spid="97"/>
                                        </p:tgtEl>
                                        <p:attrNameLst>
                                          <p:attrName>style.visibility</p:attrName>
                                        </p:attrNameLst>
                                      </p:cBhvr>
                                      <p:to>
                                        <p:strVal val="visible"/>
                                      </p:to>
                                    </p:set>
                                    <p:animEffect transition="in" filter="fade">
                                      <p:cBhvr>
                                        <p:cTn id="107" dur="1000"/>
                                        <p:tgtEl>
                                          <p:spTgt spid="97"/>
                                        </p:tgtEl>
                                      </p:cBhvr>
                                    </p:animEffect>
                                    <p:anim calcmode="lin" valueType="num">
                                      <p:cBhvr>
                                        <p:cTn id="108" dur="1000" fill="hold"/>
                                        <p:tgtEl>
                                          <p:spTgt spid="97"/>
                                        </p:tgtEl>
                                        <p:attrNameLst>
                                          <p:attrName>ppt_x</p:attrName>
                                        </p:attrNameLst>
                                      </p:cBhvr>
                                      <p:tavLst>
                                        <p:tav tm="0">
                                          <p:val>
                                            <p:strVal val="#ppt_x"/>
                                          </p:val>
                                        </p:tav>
                                        <p:tav tm="100000">
                                          <p:val>
                                            <p:strVal val="#ppt_x"/>
                                          </p:val>
                                        </p:tav>
                                      </p:tavLst>
                                    </p:anim>
                                    <p:anim calcmode="lin" valueType="num">
                                      <p:cBhvr>
                                        <p:cTn id="109" dur="1000" fill="hold"/>
                                        <p:tgtEl>
                                          <p:spTgt spid="97"/>
                                        </p:tgtEl>
                                        <p:attrNameLst>
                                          <p:attrName>ppt_y</p:attrName>
                                        </p:attrNameLst>
                                      </p:cBhvr>
                                      <p:tavLst>
                                        <p:tav tm="0">
                                          <p:val>
                                            <p:strVal val="#ppt_y+.1"/>
                                          </p:val>
                                        </p:tav>
                                        <p:tav tm="100000">
                                          <p:val>
                                            <p:strVal val="#ppt_y"/>
                                          </p:val>
                                        </p:tav>
                                      </p:tavLst>
                                    </p:anim>
                                  </p:childTnLst>
                                </p:cTn>
                              </p:par>
                              <p:par>
                                <p:cTn id="110" presetID="42" presetClass="entr" presetSubtype="0" fill="hold" nodeType="withEffect">
                                  <p:stCondLst>
                                    <p:cond delay="0"/>
                                  </p:stCondLst>
                                  <p:childTnLst>
                                    <p:set>
                                      <p:cBhvr>
                                        <p:cTn id="111" dur="1" fill="hold">
                                          <p:stCondLst>
                                            <p:cond delay="0"/>
                                          </p:stCondLst>
                                        </p:cTn>
                                        <p:tgtEl>
                                          <p:spTgt spid="98"/>
                                        </p:tgtEl>
                                        <p:attrNameLst>
                                          <p:attrName>style.visibility</p:attrName>
                                        </p:attrNameLst>
                                      </p:cBhvr>
                                      <p:to>
                                        <p:strVal val="visible"/>
                                      </p:to>
                                    </p:set>
                                    <p:animEffect transition="in" filter="fade">
                                      <p:cBhvr>
                                        <p:cTn id="112" dur="1000"/>
                                        <p:tgtEl>
                                          <p:spTgt spid="98"/>
                                        </p:tgtEl>
                                      </p:cBhvr>
                                    </p:animEffect>
                                    <p:anim calcmode="lin" valueType="num">
                                      <p:cBhvr>
                                        <p:cTn id="113" dur="1000" fill="hold"/>
                                        <p:tgtEl>
                                          <p:spTgt spid="98"/>
                                        </p:tgtEl>
                                        <p:attrNameLst>
                                          <p:attrName>ppt_x</p:attrName>
                                        </p:attrNameLst>
                                      </p:cBhvr>
                                      <p:tavLst>
                                        <p:tav tm="0">
                                          <p:val>
                                            <p:strVal val="#ppt_x"/>
                                          </p:val>
                                        </p:tav>
                                        <p:tav tm="100000">
                                          <p:val>
                                            <p:strVal val="#ppt_x"/>
                                          </p:val>
                                        </p:tav>
                                      </p:tavLst>
                                    </p:anim>
                                    <p:anim calcmode="lin" valueType="num">
                                      <p:cBhvr>
                                        <p:cTn id="114" dur="1000" fill="hold"/>
                                        <p:tgtEl>
                                          <p:spTgt spid="98"/>
                                        </p:tgtEl>
                                        <p:attrNameLst>
                                          <p:attrName>ppt_y</p:attrName>
                                        </p:attrNameLst>
                                      </p:cBhvr>
                                      <p:tavLst>
                                        <p:tav tm="0">
                                          <p:val>
                                            <p:strVal val="#ppt_y+.1"/>
                                          </p:val>
                                        </p:tav>
                                        <p:tav tm="100000">
                                          <p:val>
                                            <p:strVal val="#ppt_y"/>
                                          </p:val>
                                        </p:tav>
                                      </p:tavLst>
                                    </p:anim>
                                  </p:childTnLst>
                                </p:cTn>
                              </p:par>
                              <p:par>
                                <p:cTn id="115" presetID="42" presetClass="entr" presetSubtype="0" fill="hold" grpId="0" nodeType="withEffect">
                                  <p:stCondLst>
                                    <p:cond delay="0"/>
                                  </p:stCondLst>
                                  <p:childTnLst>
                                    <p:set>
                                      <p:cBhvr>
                                        <p:cTn id="116" dur="1" fill="hold">
                                          <p:stCondLst>
                                            <p:cond delay="0"/>
                                          </p:stCondLst>
                                        </p:cTn>
                                        <p:tgtEl>
                                          <p:spTgt spid="99"/>
                                        </p:tgtEl>
                                        <p:attrNameLst>
                                          <p:attrName>style.visibility</p:attrName>
                                        </p:attrNameLst>
                                      </p:cBhvr>
                                      <p:to>
                                        <p:strVal val="visible"/>
                                      </p:to>
                                    </p:set>
                                    <p:animEffect transition="in" filter="fade">
                                      <p:cBhvr>
                                        <p:cTn id="117" dur="1000"/>
                                        <p:tgtEl>
                                          <p:spTgt spid="99"/>
                                        </p:tgtEl>
                                      </p:cBhvr>
                                    </p:animEffect>
                                    <p:anim calcmode="lin" valueType="num">
                                      <p:cBhvr>
                                        <p:cTn id="118" dur="1000" fill="hold"/>
                                        <p:tgtEl>
                                          <p:spTgt spid="99"/>
                                        </p:tgtEl>
                                        <p:attrNameLst>
                                          <p:attrName>ppt_x</p:attrName>
                                        </p:attrNameLst>
                                      </p:cBhvr>
                                      <p:tavLst>
                                        <p:tav tm="0">
                                          <p:val>
                                            <p:strVal val="#ppt_x"/>
                                          </p:val>
                                        </p:tav>
                                        <p:tav tm="100000">
                                          <p:val>
                                            <p:strVal val="#ppt_x"/>
                                          </p:val>
                                        </p:tav>
                                      </p:tavLst>
                                    </p:anim>
                                    <p:anim calcmode="lin" valueType="num">
                                      <p:cBhvr>
                                        <p:cTn id="119" dur="1000" fill="hold"/>
                                        <p:tgtEl>
                                          <p:spTgt spid="99"/>
                                        </p:tgtEl>
                                        <p:attrNameLst>
                                          <p:attrName>ppt_y</p:attrName>
                                        </p:attrNameLst>
                                      </p:cBhvr>
                                      <p:tavLst>
                                        <p:tav tm="0">
                                          <p:val>
                                            <p:strVal val="#ppt_y+.1"/>
                                          </p:val>
                                        </p:tav>
                                        <p:tav tm="100000">
                                          <p:val>
                                            <p:strVal val="#ppt_y"/>
                                          </p:val>
                                        </p:tav>
                                      </p:tavLst>
                                    </p:anim>
                                  </p:childTnLst>
                                </p:cTn>
                              </p:par>
                            </p:childTnLst>
                          </p:cTn>
                        </p:par>
                      </p:childTnLst>
                    </p:cTn>
                  </p:par>
                  <p:par>
                    <p:cTn id="120" fill="hold">
                      <p:stCondLst>
                        <p:cond delay="indefinite"/>
                      </p:stCondLst>
                      <p:childTnLst>
                        <p:par>
                          <p:cTn id="121" fill="hold">
                            <p:stCondLst>
                              <p:cond delay="0"/>
                            </p:stCondLst>
                            <p:childTnLst>
                              <p:par>
                                <p:cTn id="122" presetID="42" presetClass="entr" presetSubtype="0" fill="hold" grpId="0" nodeType="clickEffect">
                                  <p:stCondLst>
                                    <p:cond delay="0"/>
                                  </p:stCondLst>
                                  <p:childTnLst>
                                    <p:set>
                                      <p:cBhvr>
                                        <p:cTn id="123" dur="1" fill="hold">
                                          <p:stCondLst>
                                            <p:cond delay="0"/>
                                          </p:stCondLst>
                                        </p:cTn>
                                        <p:tgtEl>
                                          <p:spTgt spid="100"/>
                                        </p:tgtEl>
                                        <p:attrNameLst>
                                          <p:attrName>style.visibility</p:attrName>
                                        </p:attrNameLst>
                                      </p:cBhvr>
                                      <p:to>
                                        <p:strVal val="visible"/>
                                      </p:to>
                                    </p:set>
                                    <p:animEffect transition="in" filter="fade">
                                      <p:cBhvr>
                                        <p:cTn id="124" dur="1000"/>
                                        <p:tgtEl>
                                          <p:spTgt spid="100"/>
                                        </p:tgtEl>
                                      </p:cBhvr>
                                    </p:animEffect>
                                    <p:anim calcmode="lin" valueType="num">
                                      <p:cBhvr>
                                        <p:cTn id="125" dur="1000" fill="hold"/>
                                        <p:tgtEl>
                                          <p:spTgt spid="100"/>
                                        </p:tgtEl>
                                        <p:attrNameLst>
                                          <p:attrName>ppt_x</p:attrName>
                                        </p:attrNameLst>
                                      </p:cBhvr>
                                      <p:tavLst>
                                        <p:tav tm="0">
                                          <p:val>
                                            <p:strVal val="#ppt_x"/>
                                          </p:val>
                                        </p:tav>
                                        <p:tav tm="100000">
                                          <p:val>
                                            <p:strVal val="#ppt_x"/>
                                          </p:val>
                                        </p:tav>
                                      </p:tavLst>
                                    </p:anim>
                                    <p:anim calcmode="lin" valueType="num">
                                      <p:cBhvr>
                                        <p:cTn id="126" dur="1000" fill="hold"/>
                                        <p:tgtEl>
                                          <p:spTgt spid="100"/>
                                        </p:tgtEl>
                                        <p:attrNameLst>
                                          <p:attrName>ppt_y</p:attrName>
                                        </p:attrNameLst>
                                      </p:cBhvr>
                                      <p:tavLst>
                                        <p:tav tm="0">
                                          <p:val>
                                            <p:strVal val="#ppt_y+.1"/>
                                          </p:val>
                                        </p:tav>
                                        <p:tav tm="100000">
                                          <p:val>
                                            <p:strVal val="#ppt_y"/>
                                          </p:val>
                                        </p:tav>
                                      </p:tavLst>
                                    </p:anim>
                                  </p:childTnLst>
                                </p:cTn>
                              </p:par>
                              <p:par>
                                <p:cTn id="127" presetID="42" presetClass="entr" presetSubtype="0" fill="hold" grpId="0" nodeType="withEffect">
                                  <p:stCondLst>
                                    <p:cond delay="0"/>
                                  </p:stCondLst>
                                  <p:childTnLst>
                                    <p:set>
                                      <p:cBhvr>
                                        <p:cTn id="128" dur="1" fill="hold">
                                          <p:stCondLst>
                                            <p:cond delay="0"/>
                                          </p:stCondLst>
                                        </p:cTn>
                                        <p:tgtEl>
                                          <p:spTgt spid="101"/>
                                        </p:tgtEl>
                                        <p:attrNameLst>
                                          <p:attrName>style.visibility</p:attrName>
                                        </p:attrNameLst>
                                      </p:cBhvr>
                                      <p:to>
                                        <p:strVal val="visible"/>
                                      </p:to>
                                    </p:set>
                                    <p:animEffect transition="in" filter="fade">
                                      <p:cBhvr>
                                        <p:cTn id="129" dur="1000"/>
                                        <p:tgtEl>
                                          <p:spTgt spid="101"/>
                                        </p:tgtEl>
                                      </p:cBhvr>
                                    </p:animEffect>
                                    <p:anim calcmode="lin" valueType="num">
                                      <p:cBhvr>
                                        <p:cTn id="130" dur="1000" fill="hold"/>
                                        <p:tgtEl>
                                          <p:spTgt spid="101"/>
                                        </p:tgtEl>
                                        <p:attrNameLst>
                                          <p:attrName>ppt_x</p:attrName>
                                        </p:attrNameLst>
                                      </p:cBhvr>
                                      <p:tavLst>
                                        <p:tav tm="0">
                                          <p:val>
                                            <p:strVal val="#ppt_x"/>
                                          </p:val>
                                        </p:tav>
                                        <p:tav tm="100000">
                                          <p:val>
                                            <p:strVal val="#ppt_x"/>
                                          </p:val>
                                        </p:tav>
                                      </p:tavLst>
                                    </p:anim>
                                    <p:anim calcmode="lin" valueType="num">
                                      <p:cBhvr>
                                        <p:cTn id="131" dur="1000" fill="hold"/>
                                        <p:tgtEl>
                                          <p:spTgt spid="101"/>
                                        </p:tgtEl>
                                        <p:attrNameLst>
                                          <p:attrName>ppt_y</p:attrName>
                                        </p:attrNameLst>
                                      </p:cBhvr>
                                      <p:tavLst>
                                        <p:tav tm="0">
                                          <p:val>
                                            <p:strVal val="#ppt_y+.1"/>
                                          </p:val>
                                        </p:tav>
                                        <p:tav tm="100000">
                                          <p:val>
                                            <p:strVal val="#ppt_y"/>
                                          </p:val>
                                        </p:tav>
                                      </p:tavLst>
                                    </p:anim>
                                  </p:childTnLst>
                                </p:cTn>
                              </p:par>
                              <p:par>
                                <p:cTn id="132" presetID="42" presetClass="entr" presetSubtype="0" fill="hold" nodeType="withEffect">
                                  <p:stCondLst>
                                    <p:cond delay="0"/>
                                  </p:stCondLst>
                                  <p:childTnLst>
                                    <p:set>
                                      <p:cBhvr>
                                        <p:cTn id="133" dur="1" fill="hold">
                                          <p:stCondLst>
                                            <p:cond delay="0"/>
                                          </p:stCondLst>
                                        </p:cTn>
                                        <p:tgtEl>
                                          <p:spTgt spid="102"/>
                                        </p:tgtEl>
                                        <p:attrNameLst>
                                          <p:attrName>style.visibility</p:attrName>
                                        </p:attrNameLst>
                                      </p:cBhvr>
                                      <p:to>
                                        <p:strVal val="visible"/>
                                      </p:to>
                                    </p:set>
                                    <p:animEffect transition="in" filter="fade">
                                      <p:cBhvr>
                                        <p:cTn id="134" dur="1000"/>
                                        <p:tgtEl>
                                          <p:spTgt spid="102"/>
                                        </p:tgtEl>
                                      </p:cBhvr>
                                    </p:animEffect>
                                    <p:anim calcmode="lin" valueType="num">
                                      <p:cBhvr>
                                        <p:cTn id="135" dur="1000" fill="hold"/>
                                        <p:tgtEl>
                                          <p:spTgt spid="102"/>
                                        </p:tgtEl>
                                        <p:attrNameLst>
                                          <p:attrName>ppt_x</p:attrName>
                                        </p:attrNameLst>
                                      </p:cBhvr>
                                      <p:tavLst>
                                        <p:tav tm="0">
                                          <p:val>
                                            <p:strVal val="#ppt_x"/>
                                          </p:val>
                                        </p:tav>
                                        <p:tav tm="100000">
                                          <p:val>
                                            <p:strVal val="#ppt_x"/>
                                          </p:val>
                                        </p:tav>
                                      </p:tavLst>
                                    </p:anim>
                                    <p:anim calcmode="lin" valueType="num">
                                      <p:cBhvr>
                                        <p:cTn id="136" dur="1000" fill="hold"/>
                                        <p:tgtEl>
                                          <p:spTgt spid="102"/>
                                        </p:tgtEl>
                                        <p:attrNameLst>
                                          <p:attrName>ppt_y</p:attrName>
                                        </p:attrNameLst>
                                      </p:cBhvr>
                                      <p:tavLst>
                                        <p:tav tm="0">
                                          <p:val>
                                            <p:strVal val="#ppt_y+.1"/>
                                          </p:val>
                                        </p:tav>
                                        <p:tav tm="100000">
                                          <p:val>
                                            <p:strVal val="#ppt_y"/>
                                          </p:val>
                                        </p:tav>
                                      </p:tavLst>
                                    </p:anim>
                                  </p:childTnLst>
                                </p:cTn>
                              </p:par>
                              <p:par>
                                <p:cTn id="137" presetID="42" presetClass="entr" presetSubtype="0" fill="hold" grpId="0" nodeType="withEffect">
                                  <p:stCondLst>
                                    <p:cond delay="0"/>
                                  </p:stCondLst>
                                  <p:childTnLst>
                                    <p:set>
                                      <p:cBhvr>
                                        <p:cTn id="138" dur="1" fill="hold">
                                          <p:stCondLst>
                                            <p:cond delay="0"/>
                                          </p:stCondLst>
                                        </p:cTn>
                                        <p:tgtEl>
                                          <p:spTgt spid="103"/>
                                        </p:tgtEl>
                                        <p:attrNameLst>
                                          <p:attrName>style.visibility</p:attrName>
                                        </p:attrNameLst>
                                      </p:cBhvr>
                                      <p:to>
                                        <p:strVal val="visible"/>
                                      </p:to>
                                    </p:set>
                                    <p:animEffect transition="in" filter="fade">
                                      <p:cBhvr>
                                        <p:cTn id="139" dur="1000"/>
                                        <p:tgtEl>
                                          <p:spTgt spid="103"/>
                                        </p:tgtEl>
                                      </p:cBhvr>
                                    </p:animEffect>
                                    <p:anim calcmode="lin" valueType="num">
                                      <p:cBhvr>
                                        <p:cTn id="140" dur="1000" fill="hold"/>
                                        <p:tgtEl>
                                          <p:spTgt spid="103"/>
                                        </p:tgtEl>
                                        <p:attrNameLst>
                                          <p:attrName>ppt_x</p:attrName>
                                        </p:attrNameLst>
                                      </p:cBhvr>
                                      <p:tavLst>
                                        <p:tav tm="0">
                                          <p:val>
                                            <p:strVal val="#ppt_x"/>
                                          </p:val>
                                        </p:tav>
                                        <p:tav tm="100000">
                                          <p:val>
                                            <p:strVal val="#ppt_x"/>
                                          </p:val>
                                        </p:tav>
                                      </p:tavLst>
                                    </p:anim>
                                    <p:anim calcmode="lin" valueType="num">
                                      <p:cBhvr>
                                        <p:cTn id="141" dur="1000" fill="hold"/>
                                        <p:tgtEl>
                                          <p:spTgt spid="103"/>
                                        </p:tgtEl>
                                        <p:attrNameLst>
                                          <p:attrName>ppt_y</p:attrName>
                                        </p:attrNameLst>
                                      </p:cBhvr>
                                      <p:tavLst>
                                        <p:tav tm="0">
                                          <p:val>
                                            <p:strVal val="#ppt_y+.1"/>
                                          </p:val>
                                        </p:tav>
                                        <p:tav tm="100000">
                                          <p:val>
                                            <p:strVal val="#ppt_y"/>
                                          </p:val>
                                        </p:tav>
                                      </p:tavLst>
                                    </p:anim>
                                  </p:childTnLst>
                                </p:cTn>
                              </p:par>
                            </p:childTnLst>
                          </p:cTn>
                        </p:par>
                      </p:childTnLst>
                    </p:cTn>
                  </p:par>
                  <p:par>
                    <p:cTn id="142" fill="hold">
                      <p:stCondLst>
                        <p:cond delay="indefinite"/>
                      </p:stCondLst>
                      <p:childTnLst>
                        <p:par>
                          <p:cTn id="143" fill="hold">
                            <p:stCondLst>
                              <p:cond delay="0"/>
                            </p:stCondLst>
                            <p:childTnLst>
                              <p:par>
                                <p:cTn id="144" presetID="16" presetClass="entr" presetSubtype="21" fill="hold" grpId="0" nodeType="clickEffect">
                                  <p:stCondLst>
                                    <p:cond delay="0"/>
                                  </p:stCondLst>
                                  <p:childTnLst>
                                    <p:set>
                                      <p:cBhvr>
                                        <p:cTn id="145" dur="1" fill="hold">
                                          <p:stCondLst>
                                            <p:cond delay="0"/>
                                          </p:stCondLst>
                                        </p:cTn>
                                        <p:tgtEl>
                                          <p:spTgt spid="104"/>
                                        </p:tgtEl>
                                        <p:attrNameLst>
                                          <p:attrName>style.visibility</p:attrName>
                                        </p:attrNameLst>
                                      </p:cBhvr>
                                      <p:to>
                                        <p:strVal val="visible"/>
                                      </p:to>
                                    </p:set>
                                    <p:animEffect transition="in" filter="barn(inVertical)">
                                      <p:cBhvr>
                                        <p:cTn id="146" dur="500"/>
                                        <p:tgtEl>
                                          <p:spTgt spid="104"/>
                                        </p:tgtEl>
                                      </p:cBhvr>
                                    </p:animEffect>
                                  </p:childTnLst>
                                </p:cTn>
                              </p:par>
                              <p:par>
                                <p:cTn id="147" presetID="16" presetClass="entr" presetSubtype="21" fill="hold" grpId="0" nodeType="withEffect">
                                  <p:stCondLst>
                                    <p:cond delay="0"/>
                                  </p:stCondLst>
                                  <p:childTnLst>
                                    <p:set>
                                      <p:cBhvr>
                                        <p:cTn id="148" dur="1" fill="hold">
                                          <p:stCondLst>
                                            <p:cond delay="0"/>
                                          </p:stCondLst>
                                        </p:cTn>
                                        <p:tgtEl>
                                          <p:spTgt spid="105"/>
                                        </p:tgtEl>
                                        <p:attrNameLst>
                                          <p:attrName>style.visibility</p:attrName>
                                        </p:attrNameLst>
                                      </p:cBhvr>
                                      <p:to>
                                        <p:strVal val="visible"/>
                                      </p:to>
                                    </p:set>
                                    <p:animEffect transition="in" filter="barn(inVertical)">
                                      <p:cBhvr>
                                        <p:cTn id="149" dur="500"/>
                                        <p:tgtEl>
                                          <p:spTgt spid="105"/>
                                        </p:tgtEl>
                                      </p:cBhvr>
                                    </p:animEffect>
                                  </p:childTnLst>
                                </p:cTn>
                              </p:par>
                              <p:par>
                                <p:cTn id="150" presetID="16" presetClass="entr" presetSubtype="21" fill="hold" grpId="0" nodeType="withEffect">
                                  <p:stCondLst>
                                    <p:cond delay="0"/>
                                  </p:stCondLst>
                                  <p:childTnLst>
                                    <p:set>
                                      <p:cBhvr>
                                        <p:cTn id="151" dur="1" fill="hold">
                                          <p:stCondLst>
                                            <p:cond delay="0"/>
                                          </p:stCondLst>
                                        </p:cTn>
                                        <p:tgtEl>
                                          <p:spTgt spid="106"/>
                                        </p:tgtEl>
                                        <p:attrNameLst>
                                          <p:attrName>style.visibility</p:attrName>
                                        </p:attrNameLst>
                                      </p:cBhvr>
                                      <p:to>
                                        <p:strVal val="visible"/>
                                      </p:to>
                                    </p:set>
                                    <p:animEffect transition="in" filter="barn(inVertical)">
                                      <p:cBhvr>
                                        <p:cTn id="152" dur="500"/>
                                        <p:tgtEl>
                                          <p:spTgt spid="106"/>
                                        </p:tgtEl>
                                      </p:cBhvr>
                                    </p:animEffect>
                                  </p:childTnLst>
                                </p:cTn>
                              </p:par>
                              <p:par>
                                <p:cTn id="153" presetID="16" presetClass="entr" presetSubtype="21" fill="hold" grpId="0" nodeType="withEffect">
                                  <p:stCondLst>
                                    <p:cond delay="0"/>
                                  </p:stCondLst>
                                  <p:childTnLst>
                                    <p:set>
                                      <p:cBhvr>
                                        <p:cTn id="154" dur="1" fill="hold">
                                          <p:stCondLst>
                                            <p:cond delay="0"/>
                                          </p:stCondLst>
                                        </p:cTn>
                                        <p:tgtEl>
                                          <p:spTgt spid="107"/>
                                        </p:tgtEl>
                                        <p:attrNameLst>
                                          <p:attrName>style.visibility</p:attrName>
                                        </p:attrNameLst>
                                      </p:cBhvr>
                                      <p:to>
                                        <p:strVal val="visible"/>
                                      </p:to>
                                    </p:set>
                                    <p:animEffect transition="in" filter="barn(inVertical)">
                                      <p:cBhvr>
                                        <p:cTn id="155" dur="500"/>
                                        <p:tgtEl>
                                          <p:spTgt spid="107"/>
                                        </p:tgtEl>
                                      </p:cBhvr>
                                    </p:animEffect>
                                  </p:childTnLst>
                                </p:cTn>
                              </p:par>
                              <p:par>
                                <p:cTn id="156" presetID="16" presetClass="entr" presetSubtype="21" fill="hold" nodeType="withEffect">
                                  <p:stCondLst>
                                    <p:cond delay="0"/>
                                  </p:stCondLst>
                                  <p:childTnLst>
                                    <p:set>
                                      <p:cBhvr>
                                        <p:cTn id="157" dur="1" fill="hold">
                                          <p:stCondLst>
                                            <p:cond delay="0"/>
                                          </p:stCondLst>
                                        </p:cTn>
                                        <p:tgtEl>
                                          <p:spTgt spid="108"/>
                                        </p:tgtEl>
                                        <p:attrNameLst>
                                          <p:attrName>style.visibility</p:attrName>
                                        </p:attrNameLst>
                                      </p:cBhvr>
                                      <p:to>
                                        <p:strVal val="visible"/>
                                      </p:to>
                                    </p:set>
                                    <p:animEffect transition="in" filter="barn(inVertical)">
                                      <p:cBhvr>
                                        <p:cTn id="158" dur="500"/>
                                        <p:tgtEl>
                                          <p:spTgt spid="108"/>
                                        </p:tgtEl>
                                      </p:cBhvr>
                                    </p:animEffect>
                                  </p:childTnLst>
                                </p:cTn>
                              </p:par>
                              <p:par>
                                <p:cTn id="159" presetID="16" presetClass="entr" presetSubtype="21" fill="hold" nodeType="withEffect">
                                  <p:stCondLst>
                                    <p:cond delay="0"/>
                                  </p:stCondLst>
                                  <p:childTnLst>
                                    <p:set>
                                      <p:cBhvr>
                                        <p:cTn id="160" dur="1" fill="hold">
                                          <p:stCondLst>
                                            <p:cond delay="0"/>
                                          </p:stCondLst>
                                        </p:cTn>
                                        <p:tgtEl>
                                          <p:spTgt spid="109"/>
                                        </p:tgtEl>
                                        <p:attrNameLst>
                                          <p:attrName>style.visibility</p:attrName>
                                        </p:attrNameLst>
                                      </p:cBhvr>
                                      <p:to>
                                        <p:strVal val="visible"/>
                                      </p:to>
                                    </p:set>
                                    <p:animEffect transition="in" filter="barn(inVertical)">
                                      <p:cBhvr>
                                        <p:cTn id="161" dur="500"/>
                                        <p:tgtEl>
                                          <p:spTgt spid="109"/>
                                        </p:tgtEl>
                                      </p:cBhvr>
                                    </p:animEffect>
                                  </p:childTnLst>
                                </p:cTn>
                              </p:par>
                              <p:par>
                                <p:cTn id="162" presetID="16" presetClass="entr" presetSubtype="21" fill="hold" nodeType="withEffect">
                                  <p:stCondLst>
                                    <p:cond delay="0"/>
                                  </p:stCondLst>
                                  <p:childTnLst>
                                    <p:set>
                                      <p:cBhvr>
                                        <p:cTn id="163" dur="1" fill="hold">
                                          <p:stCondLst>
                                            <p:cond delay="0"/>
                                          </p:stCondLst>
                                        </p:cTn>
                                        <p:tgtEl>
                                          <p:spTgt spid="110"/>
                                        </p:tgtEl>
                                        <p:attrNameLst>
                                          <p:attrName>style.visibility</p:attrName>
                                        </p:attrNameLst>
                                      </p:cBhvr>
                                      <p:to>
                                        <p:strVal val="visible"/>
                                      </p:to>
                                    </p:set>
                                    <p:animEffect transition="in" filter="barn(inVertical)">
                                      <p:cBhvr>
                                        <p:cTn id="164" dur="500"/>
                                        <p:tgtEl>
                                          <p:spTgt spid="110"/>
                                        </p:tgtEl>
                                      </p:cBhvr>
                                    </p:animEffect>
                                  </p:childTnLst>
                                </p:cTn>
                              </p:par>
                              <p:par>
                                <p:cTn id="165" presetID="16" presetClass="entr" presetSubtype="21" fill="hold" grpId="0" nodeType="withEffect">
                                  <p:stCondLst>
                                    <p:cond delay="0"/>
                                  </p:stCondLst>
                                  <p:childTnLst>
                                    <p:set>
                                      <p:cBhvr>
                                        <p:cTn id="166" dur="1" fill="hold">
                                          <p:stCondLst>
                                            <p:cond delay="0"/>
                                          </p:stCondLst>
                                        </p:cTn>
                                        <p:tgtEl>
                                          <p:spTgt spid="111"/>
                                        </p:tgtEl>
                                        <p:attrNameLst>
                                          <p:attrName>style.visibility</p:attrName>
                                        </p:attrNameLst>
                                      </p:cBhvr>
                                      <p:to>
                                        <p:strVal val="visible"/>
                                      </p:to>
                                    </p:set>
                                    <p:animEffect transition="in" filter="barn(inVertical)">
                                      <p:cBhvr>
                                        <p:cTn id="167" dur="500"/>
                                        <p:tgtEl>
                                          <p:spTgt spid="111"/>
                                        </p:tgtEl>
                                      </p:cBhvr>
                                    </p:animEffect>
                                  </p:childTnLst>
                                </p:cTn>
                              </p:par>
                            </p:childTnLst>
                          </p:cTn>
                        </p:par>
                      </p:childTnLst>
                    </p:cTn>
                  </p:par>
                  <p:par>
                    <p:cTn id="168" fill="hold">
                      <p:stCondLst>
                        <p:cond delay="indefinite"/>
                      </p:stCondLst>
                      <p:childTnLst>
                        <p:par>
                          <p:cTn id="169" fill="hold">
                            <p:stCondLst>
                              <p:cond delay="0"/>
                            </p:stCondLst>
                            <p:childTnLst>
                              <p:par>
                                <p:cTn id="170" presetID="42" presetClass="entr" presetSubtype="0" fill="hold" grpId="0" nodeType="clickEffect">
                                  <p:stCondLst>
                                    <p:cond delay="0"/>
                                  </p:stCondLst>
                                  <p:childTnLst>
                                    <p:set>
                                      <p:cBhvr>
                                        <p:cTn id="171" dur="1" fill="hold">
                                          <p:stCondLst>
                                            <p:cond delay="0"/>
                                          </p:stCondLst>
                                        </p:cTn>
                                        <p:tgtEl>
                                          <p:spTgt spid="112"/>
                                        </p:tgtEl>
                                        <p:attrNameLst>
                                          <p:attrName>style.visibility</p:attrName>
                                        </p:attrNameLst>
                                      </p:cBhvr>
                                      <p:to>
                                        <p:strVal val="visible"/>
                                      </p:to>
                                    </p:set>
                                    <p:animEffect transition="in" filter="fade">
                                      <p:cBhvr>
                                        <p:cTn id="172" dur="1000"/>
                                        <p:tgtEl>
                                          <p:spTgt spid="112"/>
                                        </p:tgtEl>
                                      </p:cBhvr>
                                    </p:animEffect>
                                    <p:anim calcmode="lin" valueType="num">
                                      <p:cBhvr>
                                        <p:cTn id="173" dur="1000" fill="hold"/>
                                        <p:tgtEl>
                                          <p:spTgt spid="112"/>
                                        </p:tgtEl>
                                        <p:attrNameLst>
                                          <p:attrName>ppt_x</p:attrName>
                                        </p:attrNameLst>
                                      </p:cBhvr>
                                      <p:tavLst>
                                        <p:tav tm="0">
                                          <p:val>
                                            <p:strVal val="#ppt_x"/>
                                          </p:val>
                                        </p:tav>
                                        <p:tav tm="100000">
                                          <p:val>
                                            <p:strVal val="#ppt_x"/>
                                          </p:val>
                                        </p:tav>
                                      </p:tavLst>
                                    </p:anim>
                                    <p:anim calcmode="lin" valueType="num">
                                      <p:cBhvr>
                                        <p:cTn id="174" dur="1000" fill="hold"/>
                                        <p:tgtEl>
                                          <p:spTgt spid="112"/>
                                        </p:tgtEl>
                                        <p:attrNameLst>
                                          <p:attrName>ppt_y</p:attrName>
                                        </p:attrNameLst>
                                      </p:cBhvr>
                                      <p:tavLst>
                                        <p:tav tm="0">
                                          <p:val>
                                            <p:strVal val="#ppt_y+.1"/>
                                          </p:val>
                                        </p:tav>
                                        <p:tav tm="100000">
                                          <p:val>
                                            <p:strVal val="#ppt_y"/>
                                          </p:val>
                                        </p:tav>
                                      </p:tavLst>
                                    </p:anim>
                                  </p:childTnLst>
                                </p:cTn>
                              </p:par>
                              <p:par>
                                <p:cTn id="175" presetID="42" presetClass="entr" presetSubtype="0" fill="hold" nodeType="withEffect">
                                  <p:stCondLst>
                                    <p:cond delay="0"/>
                                  </p:stCondLst>
                                  <p:childTnLst>
                                    <p:set>
                                      <p:cBhvr>
                                        <p:cTn id="176" dur="1" fill="hold">
                                          <p:stCondLst>
                                            <p:cond delay="0"/>
                                          </p:stCondLst>
                                        </p:cTn>
                                        <p:tgtEl>
                                          <p:spTgt spid="113"/>
                                        </p:tgtEl>
                                        <p:attrNameLst>
                                          <p:attrName>style.visibility</p:attrName>
                                        </p:attrNameLst>
                                      </p:cBhvr>
                                      <p:to>
                                        <p:strVal val="visible"/>
                                      </p:to>
                                    </p:set>
                                    <p:animEffect transition="in" filter="fade">
                                      <p:cBhvr>
                                        <p:cTn id="177" dur="1000"/>
                                        <p:tgtEl>
                                          <p:spTgt spid="113"/>
                                        </p:tgtEl>
                                      </p:cBhvr>
                                    </p:animEffect>
                                    <p:anim calcmode="lin" valueType="num">
                                      <p:cBhvr>
                                        <p:cTn id="178" dur="1000" fill="hold"/>
                                        <p:tgtEl>
                                          <p:spTgt spid="113"/>
                                        </p:tgtEl>
                                        <p:attrNameLst>
                                          <p:attrName>ppt_x</p:attrName>
                                        </p:attrNameLst>
                                      </p:cBhvr>
                                      <p:tavLst>
                                        <p:tav tm="0">
                                          <p:val>
                                            <p:strVal val="#ppt_x"/>
                                          </p:val>
                                        </p:tav>
                                        <p:tav tm="100000">
                                          <p:val>
                                            <p:strVal val="#ppt_x"/>
                                          </p:val>
                                        </p:tav>
                                      </p:tavLst>
                                    </p:anim>
                                    <p:anim calcmode="lin" valueType="num">
                                      <p:cBhvr>
                                        <p:cTn id="179" dur="1000" fill="hold"/>
                                        <p:tgtEl>
                                          <p:spTgt spid="11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 grpId="0" animBg="1"/>
      <p:bldP spid="81" grpId="0" animBg="1"/>
      <p:bldP spid="82" grpId="0" animBg="1"/>
      <p:bldP spid="83" grpId="0" animBg="1"/>
      <p:bldP spid="84" grpId="0" animBg="1"/>
      <p:bldP spid="85" grpId="0" animBg="1"/>
      <p:bldP spid="89" grpId="0" animBg="1"/>
      <p:bldP spid="90" grpId="0" animBg="1"/>
      <p:bldP spid="91" grpId="0" animBg="1"/>
      <p:bldP spid="92" grpId="0" animBg="1"/>
      <p:bldP spid="94" grpId="0" animBg="1"/>
      <p:bldP spid="97" grpId="0" animBg="1"/>
      <p:bldP spid="99" grpId="0" animBg="1"/>
      <p:bldP spid="100" grpId="0" animBg="1"/>
      <p:bldP spid="101" grpId="0" animBg="1"/>
      <p:bldP spid="103" grpId="0" bldLvl="0" animBg="1"/>
      <p:bldP spid="104" grpId="0" animBg="1"/>
      <p:bldP spid="105" grpId="0" animBg="1"/>
      <p:bldP spid="106" grpId="0" animBg="1"/>
      <p:bldP spid="107" grpId="0" animBg="1"/>
      <p:bldP spid="111" grpId="0" bldLvl="0" animBg="1"/>
      <p:bldP spid="112" grpId="0" animBg="1"/>
      <p:bldP spid="4" grpId="0"/>
      <p:bldP spid="4" grpId="1"/>
      <p:bldP spid="12" grpId="0"/>
      <p:bldP spid="12" grpId="1"/>
      <p:bldP spid="13" grpId="0"/>
      <p:bldP spid="13" grpId="1"/>
      <p:bldP spid="14" grpId="0"/>
      <p:bldP spid="14" grpId="1"/>
      <p:bldP spid="15" grpId="0"/>
      <p:bldP spid="15" grpId="1"/>
    </p:bldLst>
  </p:timing>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2"/>
          <p:cNvSpPr>
            <a:spLocks noGrp="1"/>
          </p:cNvSpPr>
          <p:nvPr>
            <p:ph type="body" idx="4294967295"/>
          </p:nvPr>
        </p:nvSpPr>
        <p:spPr>
          <a:xfrm>
            <a:off x="636588" y="721155"/>
            <a:ext cx="8229600" cy="1152525"/>
          </a:xfrm>
        </p:spPr>
        <p:txBody>
          <a:bodyPr vert="horz" wrap="square" lIns="91440" tIns="45720" rIns="91440" bIns="45720" anchor="t" anchorCtr="0"/>
          <a:lstStyle/>
          <a:p>
            <a:pPr>
              <a:lnSpc>
                <a:spcPct val="90000"/>
              </a:lnSpc>
              <a:buFontTx/>
              <a:buNone/>
            </a:pPr>
            <a:r>
              <a:rPr lang="en-US" altLang="zh-CN" sz="2800" b="1" dirty="0">
                <a:solidFill>
                  <a:schemeClr val="bg1"/>
                </a:solidFill>
              </a:rPr>
              <a:t>3) </a:t>
            </a:r>
            <a:r>
              <a:rPr lang="zh-CN" altLang="en-US" sz="2800" b="1" dirty="0">
                <a:solidFill>
                  <a:schemeClr val="bg1"/>
                </a:solidFill>
              </a:rPr>
              <a:t>一般</a:t>
            </a:r>
            <a:r>
              <a:rPr lang="en-US" altLang="zh-CN" sz="2800" b="1" dirty="0">
                <a:solidFill>
                  <a:schemeClr val="bg1"/>
                </a:solidFill>
              </a:rPr>
              <a:t>n</a:t>
            </a:r>
            <a:r>
              <a:rPr lang="zh-CN" altLang="en-US" sz="2800" b="1" dirty="0">
                <a:solidFill>
                  <a:schemeClr val="bg1"/>
                </a:solidFill>
              </a:rPr>
              <a:t>阶连续时间系统的模拟</a:t>
            </a:r>
            <a:endParaRPr lang="zh-CN" altLang="en-US" sz="2800" b="1" dirty="0">
              <a:solidFill>
                <a:schemeClr val="bg1"/>
              </a:solidFill>
            </a:endParaRPr>
          </a:p>
          <a:p>
            <a:pPr>
              <a:lnSpc>
                <a:spcPct val="90000"/>
              </a:lnSpc>
              <a:buFontTx/>
              <a:buNone/>
            </a:pPr>
            <a:r>
              <a:rPr lang="zh-CN" altLang="en-US" sz="2800" b="1" dirty="0">
                <a:solidFill>
                  <a:schemeClr val="bg1"/>
                </a:solidFill>
              </a:rPr>
              <a:t>     </a:t>
            </a:r>
            <a:endParaRPr lang="zh-CN" altLang="en-US" sz="2800" b="1" dirty="0">
              <a:solidFill>
                <a:schemeClr val="bg1"/>
              </a:solidFill>
            </a:endParaRPr>
          </a:p>
          <a:p>
            <a:pPr>
              <a:lnSpc>
                <a:spcPct val="90000"/>
              </a:lnSpc>
              <a:buFontTx/>
              <a:buNone/>
            </a:pPr>
            <a:endParaRPr lang="en-US" altLang="zh-CN" sz="2800" b="1" dirty="0">
              <a:solidFill>
                <a:schemeClr val="bg1"/>
              </a:solidFill>
            </a:endParaRPr>
          </a:p>
        </p:txBody>
      </p:sp>
      <mc:AlternateContent xmlns:mc="http://schemas.openxmlformats.org/markup-compatibility/2006">
        <mc:Choice xmlns:a14="http://schemas.microsoft.com/office/drawing/2010/main" Requires="a14">
          <p:sp>
            <p:nvSpPr>
              <p:cNvPr id="78852" name="Object 3"/>
              <p:cNvSpPr txBox="1"/>
              <p:nvPr/>
            </p:nvSpPr>
            <p:spPr>
              <a:xfrm>
                <a:off x="601394" y="1267044"/>
                <a:ext cx="8542606" cy="496997"/>
              </a:xfrm>
              <a:prstGeom prst="rect">
                <a:avLst/>
              </a:prstGeom>
              <a:noFill/>
              <a:ln w="28575" cap="flat" cmpd="sng">
                <a:solidFill>
                  <a:srgbClr val="008000"/>
                </a:solidFill>
                <a:prstDash val="solid"/>
                <a:miter/>
                <a:headEnd type="none" w="med" len="med"/>
                <a:tailEnd type="none" w="med" len="med"/>
              </a:ln>
            </p:spPr>
            <p:txBody>
              <a:bodyPr>
                <a:normAutofit fontScale="85000" lnSpcReduction="10000"/>
              </a:bodyPr>
              <a:lstStyle/>
              <a:p>
                <a:pPr>
                  <a:lnSpc>
                    <a:spcPct val="160000"/>
                  </a:lnSpc>
                </a:pPr>
                <a:r>
                  <a:rPr lang="en-US" altLang="zh-CN" sz="1600" dirty="0">
                    <a:solidFill>
                      <a:srgbClr val="000000"/>
                    </a:solidFill>
                  </a:rPr>
                  <a:t>r</a:t>
                </a:r>
                <a14:m>
                  <m:oMath xmlns:m="http://schemas.openxmlformats.org/officeDocument/2006/math">
                    <m:d>
                      <m:dPr>
                        <m:ctrlPr>
                          <a:rPr lang="en-US" altLang="zh-CN" sz="1600" i="1" baseline="30000" dirty="0">
                            <a:solidFill>
                              <a:srgbClr val="000000"/>
                            </a:solidFill>
                            <a:latin typeface="Cambria Math" panose="02040503050406030204" pitchFamily="18" charset="0"/>
                          </a:rPr>
                        </m:ctrlPr>
                      </m:dPr>
                      <m:e>
                        <m:r>
                          <a:rPr lang="en-US" altLang="zh-CN" sz="1600" i="1" baseline="30000" dirty="0">
                            <a:solidFill>
                              <a:srgbClr val="000000"/>
                            </a:solidFill>
                            <a:latin typeface="Cambria Math" panose="02040503050406030204" pitchFamily="18" charset="0"/>
                          </a:rPr>
                          <m:t>𝒏</m:t>
                        </m:r>
                      </m:e>
                    </m:d>
                    <m:d>
                      <m:dPr>
                        <m:ctrlPr>
                          <a:rPr lang="zh-CN" altLang="en-US" sz="1600" i="1">
                            <a:solidFill>
                              <a:srgbClr val="000000"/>
                            </a:solidFill>
                            <a:latin typeface="Cambria Math" panose="02040503050406030204" pitchFamily="18" charset="0"/>
                          </a:rPr>
                        </m:ctrlPr>
                      </m:dPr>
                      <m:e>
                        <m:r>
                          <m:rPr>
                            <m:sty m:val="p"/>
                          </m:rPr>
                          <a:rPr lang="en-US" altLang="zh-CN" sz="1600" i="1">
                            <a:solidFill>
                              <a:srgbClr val="000000"/>
                            </a:solidFill>
                            <a:latin typeface="Cambria Math" panose="02040503050406030204" pitchFamily="18" charset="0"/>
                          </a:rPr>
                          <m:t>t</m:t>
                        </m:r>
                      </m:e>
                    </m:d>
                    <m:r>
                      <a:rPr lang="zh-CN" altLang="en-US" sz="1600" i="1">
                        <a:solidFill>
                          <a:srgbClr val="000000"/>
                        </a:solidFill>
                        <a:latin typeface="Cambria Math" panose="02040503050406030204" pitchFamily="18" charset="0"/>
                      </a:rPr>
                      <m:t>+</m:t>
                    </m:r>
                    <m:r>
                      <a:rPr lang="zh-CN" altLang="en-US" sz="1600" i="1">
                        <a:solidFill>
                          <a:srgbClr val="000000"/>
                        </a:solidFill>
                        <a:latin typeface="Cambria Math" panose="02040503050406030204" pitchFamily="18" charset="0"/>
                      </a:rPr>
                      <m:t>𝑎</m:t>
                    </m:r>
                    <m:r>
                      <a:rPr lang="en-US" altLang="zh-CN" sz="1600" i="1" baseline="-25000">
                        <a:solidFill>
                          <a:srgbClr val="000000"/>
                        </a:solidFill>
                        <a:latin typeface="Cambria Math" panose="02040503050406030204" pitchFamily="18" charset="0"/>
                      </a:rPr>
                      <m:t>𝒏</m:t>
                    </m:r>
                    <m:r>
                      <a:rPr lang="en-US" altLang="zh-CN" sz="1600" b="1" i="1" baseline="-25000">
                        <a:solidFill>
                          <a:srgbClr val="000000"/>
                        </a:solidFill>
                        <a:latin typeface="Cambria Math" panose="02040503050406030204" pitchFamily="18" charset="0"/>
                      </a:rPr>
                      <m:t>−</m:t>
                    </m:r>
                    <m:r>
                      <a:rPr lang="en-US" altLang="zh-CN" sz="1600" i="1" baseline="-25000">
                        <a:solidFill>
                          <a:srgbClr val="000000"/>
                        </a:solidFill>
                        <a:latin typeface="Cambria Math" panose="02040503050406030204" pitchFamily="18" charset="0"/>
                      </a:rPr>
                      <m:t>𝟏</m:t>
                    </m:r>
                    <m:r>
                      <a:rPr lang="en-US" altLang="zh-CN" sz="1600" i="1">
                        <a:solidFill>
                          <a:srgbClr val="000000"/>
                        </a:solidFill>
                        <a:latin typeface="Cambria Math" panose="02040503050406030204" pitchFamily="18" charset="0"/>
                      </a:rPr>
                      <m:t>𝒓</m:t>
                    </m:r>
                    <m:r>
                      <a:rPr lang="zh-CN" altLang="en-US" sz="1600" i="1" baseline="30000">
                        <a:solidFill>
                          <a:srgbClr val="000000"/>
                        </a:solidFill>
                        <a:latin typeface="Cambria Math" panose="02040503050406030204" pitchFamily="18" charset="0"/>
                      </a:rPr>
                      <m:t>（</m:t>
                    </m:r>
                    <m:r>
                      <m:rPr>
                        <m:sty m:val="p"/>
                      </m:rPr>
                      <a:rPr lang="en-US" altLang="zh-CN" sz="1600" i="1" baseline="30000">
                        <a:solidFill>
                          <a:srgbClr val="000000"/>
                        </a:solidFill>
                        <a:latin typeface="Cambria Math" panose="02040503050406030204" pitchFamily="18" charset="0"/>
                      </a:rPr>
                      <m:t>n</m:t>
                    </m:r>
                    <m:r>
                      <a:rPr lang="en-US" altLang="zh-CN" sz="1600" i="1" baseline="30000">
                        <a:solidFill>
                          <a:srgbClr val="000000"/>
                        </a:solidFill>
                        <a:latin typeface="Cambria Math" panose="02040503050406030204" pitchFamily="18" charset="0"/>
                      </a:rPr>
                      <m:t>−</m:t>
                    </m:r>
                    <m:r>
                      <a:rPr lang="en-US" altLang="zh-CN" sz="1600" i="1" baseline="30000">
                        <a:solidFill>
                          <a:srgbClr val="000000"/>
                        </a:solidFill>
                        <a:latin typeface="Cambria Math" panose="02040503050406030204" pitchFamily="18" charset="0"/>
                      </a:rPr>
                      <m:t>1</m:t>
                    </m:r>
                    <m:r>
                      <a:rPr lang="zh-CN" altLang="en-US" sz="1600" i="1" baseline="30000">
                        <a:solidFill>
                          <a:srgbClr val="000000"/>
                        </a:solidFill>
                        <a:latin typeface="Cambria Math" panose="02040503050406030204" pitchFamily="18" charset="0"/>
                      </a:rPr>
                      <m:t>）</m:t>
                    </m:r>
                    <m:d>
                      <m:dPr>
                        <m:ctrlPr>
                          <a:rPr lang="zh-CN" altLang="en-US" sz="1600" i="1">
                            <a:solidFill>
                              <a:srgbClr val="000000"/>
                            </a:solidFill>
                            <a:latin typeface="Cambria Math" panose="02040503050406030204" pitchFamily="18" charset="0"/>
                          </a:rPr>
                        </m:ctrlPr>
                      </m:dPr>
                      <m:e>
                        <m:r>
                          <m:rPr>
                            <m:sty m:val="p"/>
                          </m:rPr>
                          <a:rPr lang="en-US" altLang="zh-CN" sz="1600" i="1">
                            <a:solidFill>
                              <a:srgbClr val="000000"/>
                            </a:solidFill>
                            <a:latin typeface="Cambria Math" panose="02040503050406030204" pitchFamily="18" charset="0"/>
                          </a:rPr>
                          <m:t>t</m:t>
                        </m:r>
                      </m:e>
                    </m:d>
                    <m:r>
                      <a:rPr lang="en-US" altLang="zh-CN" sz="1600" i="1">
                        <a:solidFill>
                          <a:srgbClr val="000000"/>
                        </a:solidFill>
                        <a:latin typeface="Cambria Math" panose="02040503050406030204" pitchFamily="18" charset="0"/>
                      </a:rPr>
                      <m:t>+…+</m:t>
                    </m:r>
                    <m:r>
                      <a:rPr lang="en-US" altLang="zh-CN" sz="1600" i="1">
                        <a:solidFill>
                          <a:srgbClr val="000000"/>
                        </a:solidFill>
                        <a:latin typeface="Cambria Math" panose="02040503050406030204" pitchFamily="18" charset="0"/>
                      </a:rPr>
                      <m:t>𝒂</m:t>
                    </m:r>
                    <m:r>
                      <a:rPr lang="en-US" altLang="zh-CN" sz="1600" i="1" baseline="-25000">
                        <a:solidFill>
                          <a:srgbClr val="000000"/>
                        </a:solidFill>
                        <a:latin typeface="Cambria Math" panose="02040503050406030204" pitchFamily="18" charset="0"/>
                      </a:rPr>
                      <m:t>1</m:t>
                    </m:r>
                    <m:r>
                      <a:rPr lang="en-US" altLang="zh-CN" sz="1600" i="1">
                        <a:solidFill>
                          <a:srgbClr val="000000"/>
                        </a:solidFill>
                        <a:latin typeface="Cambria Math" panose="02040503050406030204" pitchFamily="18" charset="0"/>
                      </a:rPr>
                      <m:t>𝒓</m:t>
                    </m:r>
                    <m:r>
                      <a:rPr lang="en-US" altLang="zh-CN" sz="1600" i="1" baseline="30000">
                        <a:solidFill>
                          <a:srgbClr val="000000"/>
                        </a:solidFill>
                        <a:latin typeface="Cambria Math" panose="02040503050406030204" pitchFamily="18" charset="0"/>
                      </a:rPr>
                      <m:t>′</m:t>
                    </m:r>
                    <m:d>
                      <m:dPr>
                        <m:ctrlPr>
                          <a:rPr lang="zh-CN" altLang="en-US" sz="1600" i="1">
                            <a:solidFill>
                              <a:srgbClr val="000000"/>
                            </a:solidFill>
                            <a:latin typeface="Cambria Math" panose="02040503050406030204" pitchFamily="18" charset="0"/>
                          </a:rPr>
                        </m:ctrlPr>
                      </m:dPr>
                      <m:e>
                        <m:r>
                          <a:rPr lang="en-US" altLang="zh-CN" sz="1600" i="1">
                            <a:solidFill>
                              <a:srgbClr val="000000"/>
                            </a:solidFill>
                            <a:latin typeface="Cambria Math" panose="02040503050406030204" pitchFamily="18" charset="0"/>
                          </a:rPr>
                          <m:t>𝒕</m:t>
                        </m:r>
                      </m:e>
                    </m:d>
                    <m:r>
                      <a:rPr lang="en-US" altLang="zh-CN" sz="1600" i="1">
                        <a:solidFill>
                          <a:srgbClr val="000000"/>
                        </a:solidFill>
                        <a:latin typeface="Cambria Math" panose="02040503050406030204" pitchFamily="18" charset="0"/>
                      </a:rPr>
                      <m:t>+</m:t>
                    </m:r>
                    <m:r>
                      <a:rPr lang="en-US" altLang="zh-CN" sz="1600" i="1">
                        <a:solidFill>
                          <a:srgbClr val="000000"/>
                        </a:solidFill>
                        <a:latin typeface="Cambria Math" panose="02040503050406030204" pitchFamily="18" charset="0"/>
                      </a:rPr>
                      <m:t>𝒂</m:t>
                    </m:r>
                    <m:r>
                      <a:rPr lang="en-US" altLang="zh-CN" sz="1600" i="1" baseline="-25000">
                        <a:solidFill>
                          <a:srgbClr val="000000"/>
                        </a:solidFill>
                        <a:latin typeface="Cambria Math" panose="02040503050406030204" pitchFamily="18" charset="0"/>
                      </a:rPr>
                      <m:t>1</m:t>
                    </m:r>
                    <m:r>
                      <a:rPr lang="en-US" altLang="zh-CN" sz="1600" i="1">
                        <a:solidFill>
                          <a:srgbClr val="000000"/>
                        </a:solidFill>
                        <a:latin typeface="Cambria Math" panose="02040503050406030204" pitchFamily="18" charset="0"/>
                      </a:rPr>
                      <m:t>𝒓</m:t>
                    </m:r>
                    <m:d>
                      <m:dPr>
                        <m:ctrlPr>
                          <a:rPr lang="zh-CN" altLang="en-US" sz="1600" i="1">
                            <a:solidFill>
                              <a:srgbClr val="000000"/>
                            </a:solidFill>
                            <a:latin typeface="Cambria Math" panose="02040503050406030204" pitchFamily="18" charset="0"/>
                          </a:rPr>
                        </m:ctrlPr>
                      </m:dPr>
                      <m:e>
                        <m:r>
                          <a:rPr lang="en-US" altLang="zh-CN" sz="1600" i="1">
                            <a:solidFill>
                              <a:srgbClr val="000000"/>
                            </a:solidFill>
                            <a:latin typeface="Cambria Math" panose="02040503050406030204" pitchFamily="18" charset="0"/>
                          </a:rPr>
                          <m:t>𝒕</m:t>
                        </m:r>
                      </m:e>
                    </m:d>
                    <m:r>
                      <a:rPr lang="en-US" altLang="zh-CN" sz="1600" i="1">
                        <a:solidFill>
                          <a:srgbClr val="000000"/>
                        </a:solidFill>
                        <a:latin typeface="Cambria Math" panose="02040503050406030204" pitchFamily="18" charset="0"/>
                      </a:rPr>
                      <m:t>=</m:t>
                    </m:r>
                    <m:r>
                      <m:rPr>
                        <m:sty m:val="p"/>
                      </m:rPr>
                      <a:rPr lang="en-US" altLang="zh-CN" sz="1600" i="1" smtClean="0">
                        <a:solidFill>
                          <a:srgbClr val="000000"/>
                        </a:solidFill>
                        <a:latin typeface="Cambria Math" panose="02040503050406030204" pitchFamily="18" charset="0"/>
                      </a:rPr>
                      <m:t>b</m:t>
                    </m:r>
                    <m:r>
                      <m:rPr>
                        <m:sty m:val="p"/>
                      </m:rPr>
                      <a:rPr lang="en-US" altLang="zh-CN" sz="1600" i="1" baseline="-25000">
                        <a:solidFill>
                          <a:srgbClr val="000000"/>
                        </a:solidFill>
                        <a:latin typeface="Cambria Math" panose="02040503050406030204" pitchFamily="18" charset="0"/>
                      </a:rPr>
                      <m:t>m</m:t>
                    </m:r>
                    <m:r>
                      <m:rPr>
                        <m:sty m:val="p"/>
                      </m:rPr>
                      <a:rPr lang="en-US" altLang="zh-CN" sz="1600" i="1" smtClean="0">
                        <a:solidFill>
                          <a:srgbClr val="000000"/>
                        </a:solidFill>
                        <a:latin typeface="Cambria Math" panose="02040503050406030204" pitchFamily="18" charset="0"/>
                      </a:rPr>
                      <m:t>e</m:t>
                    </m:r>
                    <m:d>
                      <m:dPr>
                        <m:ctrlPr>
                          <a:rPr lang="en-US" altLang="zh-CN" sz="1600" i="1" baseline="30000" dirty="0">
                            <a:solidFill>
                              <a:srgbClr val="000000"/>
                            </a:solidFill>
                            <a:latin typeface="Cambria Math" panose="02040503050406030204" pitchFamily="18" charset="0"/>
                          </a:rPr>
                        </m:ctrlPr>
                      </m:dPr>
                      <m:e>
                        <m:r>
                          <m:rPr>
                            <m:sty m:val="p"/>
                          </m:rPr>
                          <a:rPr lang="en-US" altLang="zh-CN" sz="1600" i="1" baseline="30000" dirty="0">
                            <a:solidFill>
                              <a:srgbClr val="000000"/>
                            </a:solidFill>
                            <a:latin typeface="Cambria Math" panose="02040503050406030204" pitchFamily="18" charset="0"/>
                          </a:rPr>
                          <m:t>m</m:t>
                        </m:r>
                      </m:e>
                    </m:d>
                    <m:d>
                      <m:dPr>
                        <m:ctrlPr>
                          <a:rPr lang="zh-CN" altLang="en-US" sz="1600" i="1">
                            <a:solidFill>
                              <a:srgbClr val="000000"/>
                            </a:solidFill>
                            <a:latin typeface="Cambria Math" panose="02040503050406030204" pitchFamily="18" charset="0"/>
                          </a:rPr>
                        </m:ctrlPr>
                      </m:dPr>
                      <m:e>
                        <m:r>
                          <m:rPr>
                            <m:sty m:val="p"/>
                          </m:rPr>
                          <a:rPr lang="en-US" altLang="zh-CN" sz="1600" i="1">
                            <a:solidFill>
                              <a:srgbClr val="000000"/>
                            </a:solidFill>
                            <a:latin typeface="Cambria Math" panose="02040503050406030204" pitchFamily="18" charset="0"/>
                          </a:rPr>
                          <m:t>t</m:t>
                        </m:r>
                      </m:e>
                    </m:d>
                    <m:r>
                      <a:rPr lang="zh-CN" altLang="en-US" sz="1600" i="1">
                        <a:solidFill>
                          <a:srgbClr val="000000"/>
                        </a:solidFill>
                        <a:latin typeface="Cambria Math" panose="02040503050406030204" pitchFamily="18" charset="0"/>
                      </a:rPr>
                      <m:t>+</m:t>
                    </m:r>
                    <m:r>
                      <m:rPr>
                        <m:sty m:val="p"/>
                      </m:rPr>
                      <a:rPr lang="en-US" altLang="zh-CN" sz="1600" i="1">
                        <a:solidFill>
                          <a:srgbClr val="000000"/>
                        </a:solidFill>
                        <a:latin typeface="Cambria Math" panose="02040503050406030204" pitchFamily="18" charset="0"/>
                      </a:rPr>
                      <m:t>b</m:t>
                    </m:r>
                    <m:r>
                      <m:rPr>
                        <m:sty m:val="p"/>
                      </m:rPr>
                      <a:rPr lang="en-US" altLang="zh-CN" sz="1600" i="1" baseline="-25000">
                        <a:solidFill>
                          <a:srgbClr val="000000"/>
                        </a:solidFill>
                        <a:latin typeface="Cambria Math" panose="02040503050406030204" pitchFamily="18" charset="0"/>
                      </a:rPr>
                      <m:t>m</m:t>
                    </m:r>
                    <m:r>
                      <a:rPr lang="en-US" altLang="zh-CN" sz="1600" i="1" baseline="-25000">
                        <a:solidFill>
                          <a:srgbClr val="000000"/>
                        </a:solidFill>
                        <a:latin typeface="Cambria Math" panose="02040503050406030204" pitchFamily="18" charset="0"/>
                      </a:rPr>
                      <m:t>−</m:t>
                    </m:r>
                    <m:r>
                      <a:rPr lang="en-US" altLang="zh-CN" sz="1600" i="1" baseline="-25000">
                        <a:solidFill>
                          <a:srgbClr val="000000"/>
                        </a:solidFill>
                        <a:latin typeface="Cambria Math" panose="02040503050406030204" pitchFamily="18" charset="0"/>
                      </a:rPr>
                      <m:t>1</m:t>
                    </m:r>
                    <m:r>
                      <m:rPr>
                        <m:sty m:val="p"/>
                      </m:rPr>
                      <a:rPr lang="en-US" altLang="zh-CN" sz="1600" i="1">
                        <a:solidFill>
                          <a:srgbClr val="000000"/>
                        </a:solidFill>
                        <a:latin typeface="Cambria Math" panose="02040503050406030204" pitchFamily="18" charset="0"/>
                      </a:rPr>
                      <m:t>e</m:t>
                    </m:r>
                    <m:r>
                      <a:rPr lang="zh-CN" altLang="en-US" sz="1600" i="1" baseline="30000">
                        <a:solidFill>
                          <a:srgbClr val="000000"/>
                        </a:solidFill>
                        <a:latin typeface="Cambria Math" panose="02040503050406030204" pitchFamily="18" charset="0"/>
                      </a:rPr>
                      <m:t>（</m:t>
                    </m:r>
                    <m:r>
                      <m:rPr>
                        <m:sty m:val="p"/>
                      </m:rPr>
                      <a:rPr lang="en-US" altLang="zh-CN" sz="1600" i="1" baseline="30000">
                        <a:solidFill>
                          <a:srgbClr val="000000"/>
                        </a:solidFill>
                        <a:latin typeface="Cambria Math" panose="02040503050406030204" pitchFamily="18" charset="0"/>
                      </a:rPr>
                      <m:t>m</m:t>
                    </m:r>
                    <m:r>
                      <a:rPr lang="en-US" altLang="zh-CN" sz="1600" i="1" baseline="30000">
                        <a:solidFill>
                          <a:srgbClr val="000000"/>
                        </a:solidFill>
                        <a:latin typeface="Cambria Math" panose="02040503050406030204" pitchFamily="18" charset="0"/>
                      </a:rPr>
                      <m:t>−</m:t>
                    </m:r>
                    <m:r>
                      <a:rPr lang="en-US" altLang="zh-CN" sz="1600" i="1" baseline="30000">
                        <a:solidFill>
                          <a:srgbClr val="000000"/>
                        </a:solidFill>
                        <a:latin typeface="Cambria Math" panose="02040503050406030204" pitchFamily="18" charset="0"/>
                      </a:rPr>
                      <m:t>1</m:t>
                    </m:r>
                    <m:r>
                      <a:rPr lang="zh-CN" altLang="en-US" sz="1600" i="1" baseline="30000">
                        <a:solidFill>
                          <a:srgbClr val="000000"/>
                        </a:solidFill>
                        <a:latin typeface="Cambria Math" panose="02040503050406030204" pitchFamily="18" charset="0"/>
                      </a:rPr>
                      <m:t>）</m:t>
                    </m:r>
                    <m:r>
                      <m:rPr>
                        <m:sty m:val="p"/>
                      </m:rPr>
                      <a:rPr lang="en-US" altLang="zh-CN" sz="1600" i="1">
                        <a:solidFill>
                          <a:srgbClr val="000000"/>
                        </a:solidFill>
                        <a:latin typeface="Cambria Math" panose="02040503050406030204" pitchFamily="18" charset="0"/>
                      </a:rPr>
                      <m:t>e</m:t>
                    </m:r>
                    <m:d>
                      <m:dPr>
                        <m:ctrlPr>
                          <a:rPr lang="zh-CN" altLang="en-US" sz="1600" i="1">
                            <a:solidFill>
                              <a:srgbClr val="000000"/>
                            </a:solidFill>
                            <a:latin typeface="Cambria Math" panose="02040503050406030204" pitchFamily="18" charset="0"/>
                          </a:rPr>
                        </m:ctrlPr>
                      </m:dPr>
                      <m:e>
                        <m:r>
                          <m:rPr>
                            <m:sty m:val="p"/>
                          </m:rPr>
                          <a:rPr lang="en-US" altLang="zh-CN" sz="1600" i="1">
                            <a:solidFill>
                              <a:srgbClr val="000000"/>
                            </a:solidFill>
                            <a:latin typeface="Cambria Math" panose="02040503050406030204" pitchFamily="18" charset="0"/>
                          </a:rPr>
                          <m:t>t</m:t>
                        </m:r>
                      </m:e>
                    </m:d>
                    <m:r>
                      <a:rPr lang="en-US" altLang="zh-CN" sz="1600" i="1">
                        <a:solidFill>
                          <a:srgbClr val="000000"/>
                        </a:solidFill>
                        <a:latin typeface="Cambria Math" panose="02040503050406030204" pitchFamily="18" charset="0"/>
                      </a:rPr>
                      <m:t>+…+</m:t>
                    </m:r>
                    <m:r>
                      <m:rPr>
                        <m:sty m:val="p"/>
                      </m:rPr>
                      <a:rPr lang="en-US" altLang="zh-CN" sz="1600" i="1">
                        <a:solidFill>
                          <a:srgbClr val="000000"/>
                        </a:solidFill>
                        <a:latin typeface="Cambria Math" panose="02040503050406030204" pitchFamily="18" charset="0"/>
                      </a:rPr>
                      <m:t>b</m:t>
                    </m:r>
                    <m:r>
                      <a:rPr lang="en-US" altLang="zh-CN" sz="1600" i="1" baseline="-25000">
                        <a:solidFill>
                          <a:srgbClr val="000000"/>
                        </a:solidFill>
                        <a:latin typeface="Cambria Math" panose="02040503050406030204" pitchFamily="18" charset="0"/>
                      </a:rPr>
                      <m:t>1</m:t>
                    </m:r>
                    <m:r>
                      <m:rPr>
                        <m:sty m:val="p"/>
                      </m:rPr>
                      <a:rPr lang="en-US" altLang="zh-CN" sz="1600" i="1">
                        <a:solidFill>
                          <a:srgbClr val="000000"/>
                        </a:solidFill>
                        <a:latin typeface="Cambria Math" panose="02040503050406030204" pitchFamily="18" charset="0"/>
                      </a:rPr>
                      <m:t>e</m:t>
                    </m:r>
                    <m:r>
                      <a:rPr lang="en-US" altLang="zh-CN" sz="1600" i="1" baseline="30000">
                        <a:solidFill>
                          <a:srgbClr val="000000"/>
                        </a:solidFill>
                        <a:latin typeface="Cambria Math" panose="02040503050406030204" pitchFamily="18" charset="0"/>
                      </a:rPr>
                      <m:t>′</m:t>
                    </m:r>
                    <m:d>
                      <m:dPr>
                        <m:ctrlPr>
                          <a:rPr lang="zh-CN" altLang="en-US" sz="1600" i="1">
                            <a:solidFill>
                              <a:srgbClr val="000000"/>
                            </a:solidFill>
                            <a:latin typeface="Cambria Math" panose="02040503050406030204" pitchFamily="18" charset="0"/>
                          </a:rPr>
                        </m:ctrlPr>
                      </m:dPr>
                      <m:e>
                        <m:r>
                          <a:rPr lang="en-US" altLang="zh-CN" sz="1600" i="1">
                            <a:solidFill>
                              <a:srgbClr val="000000"/>
                            </a:solidFill>
                            <a:latin typeface="Cambria Math" panose="02040503050406030204" pitchFamily="18" charset="0"/>
                          </a:rPr>
                          <m:t>𝒕</m:t>
                        </m:r>
                      </m:e>
                    </m:d>
                    <m:r>
                      <a:rPr lang="en-US" altLang="zh-CN" sz="1600" i="1">
                        <a:solidFill>
                          <a:srgbClr val="000000"/>
                        </a:solidFill>
                        <a:latin typeface="Cambria Math" panose="02040503050406030204" pitchFamily="18" charset="0"/>
                      </a:rPr>
                      <m:t>+</m:t>
                    </m:r>
                    <m:r>
                      <m:rPr>
                        <m:sty m:val="p"/>
                      </m:rPr>
                      <a:rPr lang="en-US" altLang="zh-CN" sz="1600" i="1">
                        <a:solidFill>
                          <a:srgbClr val="000000"/>
                        </a:solidFill>
                        <a:latin typeface="Cambria Math" panose="02040503050406030204" pitchFamily="18" charset="0"/>
                      </a:rPr>
                      <m:t>b</m:t>
                    </m:r>
                    <m:r>
                      <a:rPr lang="en-US" altLang="zh-CN" sz="1600" i="1" baseline="-25000">
                        <a:solidFill>
                          <a:srgbClr val="000000"/>
                        </a:solidFill>
                        <a:latin typeface="Cambria Math" panose="02040503050406030204" pitchFamily="18" charset="0"/>
                      </a:rPr>
                      <m:t>1</m:t>
                    </m:r>
                    <m:r>
                      <m:rPr>
                        <m:sty m:val="p"/>
                      </m:rPr>
                      <a:rPr lang="en-US" altLang="zh-CN" sz="1600" i="1">
                        <a:solidFill>
                          <a:srgbClr val="000000"/>
                        </a:solidFill>
                        <a:latin typeface="Cambria Math" panose="02040503050406030204" pitchFamily="18" charset="0"/>
                      </a:rPr>
                      <m:t>e</m:t>
                    </m:r>
                    <m:d>
                      <m:dPr>
                        <m:ctrlPr>
                          <a:rPr lang="zh-CN" altLang="en-US" sz="1600" i="1">
                            <a:solidFill>
                              <a:srgbClr val="000000"/>
                            </a:solidFill>
                            <a:latin typeface="Cambria Math" panose="02040503050406030204" pitchFamily="18" charset="0"/>
                          </a:rPr>
                        </m:ctrlPr>
                      </m:dPr>
                      <m:e>
                        <m:r>
                          <a:rPr lang="en-US" altLang="zh-CN" sz="1600" i="1">
                            <a:solidFill>
                              <a:srgbClr val="000000"/>
                            </a:solidFill>
                            <a:latin typeface="Cambria Math" panose="02040503050406030204" pitchFamily="18" charset="0"/>
                          </a:rPr>
                          <m:t>𝒕</m:t>
                        </m:r>
                      </m:e>
                    </m:d>
                  </m:oMath>
                </a14:m>
                <a:endParaRPr lang="en-US" altLang="zh-CN" sz="1600" i="1" baseline="30000" dirty="0">
                  <a:solidFill>
                    <a:srgbClr val="000000"/>
                  </a:solidFill>
                  <a:latin typeface="Cambria Math" panose="02040503050406030204" pitchFamily="18" charset="0"/>
                </a:endParaRPr>
              </a:p>
            </p:txBody>
          </p:sp>
        </mc:Choice>
        <mc:Fallback>
          <p:sp>
            <p:nvSpPr>
              <p:cNvPr id="78852" name="Object 3"/>
              <p:cNvSpPr txBox="1">
                <a:spLocks noRot="1" noChangeAspect="1" noMove="1" noResize="1" noEditPoints="1" noAdjustHandles="1" noChangeArrowheads="1" noChangeShapeType="1" noTextEdit="1"/>
              </p:cNvSpPr>
              <p:nvPr/>
            </p:nvSpPr>
            <p:spPr>
              <a:xfrm>
                <a:off x="601394" y="1267044"/>
                <a:ext cx="8542606" cy="496997"/>
              </a:xfrm>
              <a:prstGeom prst="rect">
                <a:avLst/>
              </a:prstGeom>
              <a:blipFill rotWithShape="1">
                <a:blip r:embed="rId1"/>
                <a:stretch>
                  <a:fillRect l="-172" t="-2983" r="-164" b="-2809"/>
                </a:stretch>
              </a:blipFill>
              <a:ln w="28575" cap="flat" cmpd="sng">
                <a:solidFill>
                  <a:srgbClr val="008000"/>
                </a:solidFill>
                <a:prstDash val="solid"/>
                <a:miter/>
                <a:headEnd type="none" w="med" len="med"/>
                <a:tailEnd type="none" w="med" len="med"/>
              </a:ln>
            </p:spPr>
            <p:txBody>
              <a:bodyPr/>
              <a:lstStyle/>
              <a:p>
                <a:r>
                  <a:rPr lang="zh-CN" altLang="en-US">
                    <a:noFill/>
                  </a:rPr>
                  <a:t> </a:t>
                </a:r>
              </a:p>
            </p:txBody>
          </p:sp>
        </mc:Fallback>
      </mc:AlternateContent>
      <p:sp>
        <p:nvSpPr>
          <p:cNvPr id="7" name="日期占位符 6"/>
          <p:cNvSpPr txBox="1">
            <a:spLocks noGrp="1"/>
          </p:cNvSpPr>
          <p:nvPr>
            <p:ph type="dt" sz="half" idx="2"/>
          </p:nvPr>
        </p:nvSpPr>
        <p:spPr bwMode="auto">
          <a:xfrm>
            <a:off x="0" y="6488113"/>
            <a:ext cx="1190625" cy="369888"/>
          </a:xfrm>
          <a:prstGeom prst="rect">
            <a:avLst/>
          </a:prstGeom>
          <a:noFill/>
          <a:ln w="9525">
            <a:noFill/>
            <a:miter lim="800000"/>
          </a:ln>
          <a:effectLst/>
        </p:spPr>
        <p:txBody>
          <a:bodyPr vert="horz" wrap="square" lIns="91440" tIns="45720" rIns="91440" bIns="45720" numCol="1" anchor="t" anchorCtr="0" compatLnSpc="1"/>
          <a:lstStyle>
            <a:defPPr>
              <a:defRPr lang="en-US"/>
            </a:defPPr>
            <a:lvl1pPr marL="0" lvl="0" indent="0" algn="l" defTabSz="914400" rtl="0" eaLnBrk="0" fontAlgn="base" latinLnBrk="0" hangingPunct="0">
              <a:lnSpc>
                <a:spcPct val="100000"/>
              </a:lnSpc>
              <a:spcBef>
                <a:spcPct val="0"/>
              </a:spcBef>
              <a:spcAft>
                <a:spcPct val="0"/>
              </a:spcAft>
              <a:buClrTx/>
              <a:buFontTx/>
              <a:buNone/>
              <a:defRPr sz="1200" b="1" i="0" u="none" kern="1200" baseline="0">
                <a:solidFill>
                  <a:schemeClr val="tx1"/>
                </a:solidFill>
                <a:latin typeface="+mn-lt"/>
                <a:ea typeface="+mj-ea"/>
                <a:cs typeface="+mn-cs"/>
              </a:defRPr>
            </a:lvl1pPr>
            <a:lvl2pPr marL="457200" lvl="1" indent="0" algn="l" defTabSz="914400" rtl="0" eaLnBrk="0" fontAlgn="base" latinLnBrk="0" hangingPunct="0">
              <a:lnSpc>
                <a:spcPct val="100000"/>
              </a:lnSpc>
              <a:spcBef>
                <a:spcPct val="0"/>
              </a:spcBef>
              <a:spcAft>
                <a:spcPct val="0"/>
              </a:spcAft>
              <a:buNone/>
              <a:defRPr sz="2800" b="1" i="0" u="none" kern="1200" baseline="0">
                <a:solidFill>
                  <a:schemeClr val="tx1"/>
                </a:solidFill>
                <a:latin typeface="黑体" panose="02010609060101010101" charset="-122"/>
                <a:ea typeface="黑体" panose="02010609060101010101" charset="-122"/>
                <a:cs typeface="+mn-cs"/>
              </a:defRPr>
            </a:lvl2pPr>
            <a:lvl3pPr marL="914400" lvl="2" indent="0" algn="l" defTabSz="914400" rtl="0" eaLnBrk="0" fontAlgn="base" latinLnBrk="0" hangingPunct="0">
              <a:lnSpc>
                <a:spcPct val="100000"/>
              </a:lnSpc>
              <a:spcBef>
                <a:spcPct val="0"/>
              </a:spcBef>
              <a:spcAft>
                <a:spcPct val="0"/>
              </a:spcAft>
              <a:buNone/>
              <a:defRPr sz="2800" b="1" i="0" u="none" kern="1200" baseline="0">
                <a:solidFill>
                  <a:schemeClr val="tx1"/>
                </a:solidFill>
                <a:latin typeface="黑体" panose="02010609060101010101" charset="-122"/>
                <a:ea typeface="黑体" panose="02010609060101010101" charset="-122"/>
                <a:cs typeface="+mn-cs"/>
              </a:defRPr>
            </a:lvl3pPr>
            <a:lvl4pPr marL="1371600" lvl="3" indent="0" algn="l" defTabSz="914400" rtl="0" eaLnBrk="0" fontAlgn="base" latinLnBrk="0" hangingPunct="0">
              <a:lnSpc>
                <a:spcPct val="100000"/>
              </a:lnSpc>
              <a:spcBef>
                <a:spcPct val="0"/>
              </a:spcBef>
              <a:spcAft>
                <a:spcPct val="0"/>
              </a:spcAft>
              <a:buNone/>
              <a:defRPr sz="2800" b="1" i="0" u="none" kern="1200" baseline="0">
                <a:solidFill>
                  <a:schemeClr val="tx1"/>
                </a:solidFill>
                <a:latin typeface="黑体" panose="02010609060101010101" charset="-122"/>
                <a:ea typeface="黑体" panose="02010609060101010101" charset="-122"/>
                <a:cs typeface="+mn-cs"/>
              </a:defRPr>
            </a:lvl4pPr>
            <a:lvl5pPr marL="1828800" lvl="4" indent="0" algn="l" defTabSz="914400" rtl="0" eaLnBrk="0" fontAlgn="base" latinLnBrk="0" hangingPunct="0">
              <a:lnSpc>
                <a:spcPct val="100000"/>
              </a:lnSpc>
              <a:spcBef>
                <a:spcPct val="0"/>
              </a:spcBef>
              <a:spcAft>
                <a:spcPct val="0"/>
              </a:spcAft>
              <a:buNone/>
              <a:defRPr sz="2800" b="1" i="0" u="none" kern="1200" baseline="0">
                <a:solidFill>
                  <a:schemeClr val="tx1"/>
                </a:solidFill>
                <a:latin typeface="黑体" panose="02010609060101010101" charset="-122"/>
                <a:ea typeface="黑体" panose="02010609060101010101" charset="-122"/>
                <a:cs typeface="+mn-cs"/>
              </a:defRPr>
            </a:lvl5pPr>
            <a:lvl6pPr marL="2286000" lvl="5" indent="0" algn="l" defTabSz="914400" rtl="0" eaLnBrk="0" fontAlgn="base" latinLnBrk="0" hangingPunct="0">
              <a:lnSpc>
                <a:spcPct val="100000"/>
              </a:lnSpc>
              <a:spcBef>
                <a:spcPct val="0"/>
              </a:spcBef>
              <a:spcAft>
                <a:spcPct val="0"/>
              </a:spcAft>
              <a:buNone/>
              <a:defRPr sz="2800" b="1" i="0" u="none" kern="1200" baseline="0">
                <a:solidFill>
                  <a:schemeClr val="tx1"/>
                </a:solidFill>
                <a:latin typeface="黑体" panose="02010609060101010101" charset="-122"/>
                <a:ea typeface="黑体" panose="02010609060101010101" charset="-122"/>
                <a:cs typeface="+mn-cs"/>
              </a:defRPr>
            </a:lvl6pPr>
            <a:lvl7pPr marL="2743200" lvl="6" indent="0" algn="l" defTabSz="914400" rtl="0" eaLnBrk="0" fontAlgn="base" latinLnBrk="0" hangingPunct="0">
              <a:lnSpc>
                <a:spcPct val="100000"/>
              </a:lnSpc>
              <a:spcBef>
                <a:spcPct val="0"/>
              </a:spcBef>
              <a:spcAft>
                <a:spcPct val="0"/>
              </a:spcAft>
              <a:buNone/>
              <a:defRPr sz="2800" b="1" i="0" u="none" kern="1200" baseline="0">
                <a:solidFill>
                  <a:schemeClr val="tx1"/>
                </a:solidFill>
                <a:latin typeface="黑体" panose="02010609060101010101" charset="-122"/>
                <a:ea typeface="黑体" panose="02010609060101010101" charset="-122"/>
                <a:cs typeface="+mn-cs"/>
              </a:defRPr>
            </a:lvl7pPr>
            <a:lvl8pPr marL="3200400" lvl="7" indent="0" algn="l" defTabSz="914400" rtl="0" eaLnBrk="0" fontAlgn="base" latinLnBrk="0" hangingPunct="0">
              <a:lnSpc>
                <a:spcPct val="100000"/>
              </a:lnSpc>
              <a:spcBef>
                <a:spcPct val="0"/>
              </a:spcBef>
              <a:spcAft>
                <a:spcPct val="0"/>
              </a:spcAft>
              <a:buNone/>
              <a:defRPr sz="2800" b="1" i="0" u="none" kern="1200" baseline="0">
                <a:solidFill>
                  <a:schemeClr val="tx1"/>
                </a:solidFill>
                <a:latin typeface="黑体" panose="02010609060101010101" charset="-122"/>
                <a:ea typeface="黑体" panose="02010609060101010101" charset="-122"/>
                <a:cs typeface="+mn-cs"/>
              </a:defRPr>
            </a:lvl8pPr>
            <a:lvl9pPr marL="3657600" lvl="8" indent="0" algn="l" defTabSz="914400" rtl="0" eaLnBrk="0" fontAlgn="base" latinLnBrk="0" hangingPunct="0">
              <a:lnSpc>
                <a:spcPct val="100000"/>
              </a:lnSpc>
              <a:spcBef>
                <a:spcPct val="0"/>
              </a:spcBef>
              <a:spcAft>
                <a:spcPct val="0"/>
              </a:spcAft>
              <a:buNone/>
              <a:defRPr sz="2800" b="1" i="0" u="none" kern="1200" baseline="0">
                <a:solidFill>
                  <a:schemeClr val="tx1"/>
                </a:solidFill>
                <a:latin typeface="黑体" panose="02010609060101010101" charset="-122"/>
                <a:ea typeface="黑体" panose="02010609060101010101" charset="-122"/>
                <a:cs typeface="+mn-cs"/>
              </a:defRPr>
            </a:lvl9pPr>
          </a:lstStyle>
          <a:p>
            <a:pPr marL="0" marR="0" lvl="0" indent="0" algn="l" defTabSz="914400" rtl="0" eaLnBrk="1" fontAlgn="base" latinLnBrk="0" hangingPunct="1">
              <a:lnSpc>
                <a:spcPct val="100000"/>
              </a:lnSpc>
              <a:spcBef>
                <a:spcPct val="0"/>
              </a:spcBef>
              <a:spcAft>
                <a:spcPct val="0"/>
              </a:spcAft>
              <a:buClrTx/>
              <a:buSzTx/>
              <a:buFontTx/>
              <a:buNone/>
              <a:defRPr/>
            </a:pPr>
            <a:fld id="{E18BB722-B993-4D64-9B98-16D1122848EE}" type="datetime1">
              <a:rPr lang="zh-CN" altLang="en-US" smtClean="0"/>
            </a:fld>
            <a:endParaRPr kumimoji="0" lang="en-US" altLang="zh-CN" sz="1200" b="1" i="0" u="none" strike="noStrike" kern="1200" cap="none" spc="0" normalizeH="0" baseline="0" noProof="0">
              <a:ln>
                <a:noFill/>
              </a:ln>
              <a:solidFill>
                <a:schemeClr val="tx1"/>
              </a:solidFill>
              <a:effectLst/>
              <a:uLnTx/>
              <a:uFillTx/>
              <a:latin typeface="+mn-lt"/>
              <a:ea typeface="+mj-ea"/>
              <a:cs typeface="+mn-cs"/>
            </a:endParaRPr>
          </a:p>
        </p:txBody>
      </p:sp>
      <p:sp>
        <p:nvSpPr>
          <p:cNvPr id="3" name="矩形 2"/>
          <p:cNvSpPr/>
          <p:nvPr/>
        </p:nvSpPr>
        <p:spPr>
          <a:xfrm>
            <a:off x="591151" y="156664"/>
            <a:ext cx="4532010" cy="535531"/>
          </a:xfrm>
          <a:prstGeom prst="rect">
            <a:avLst/>
          </a:prstGeom>
        </p:spPr>
        <p:txBody>
          <a:bodyPr wrap="none">
            <a:spAutoFit/>
          </a:bodyPr>
          <a:lstStyle/>
          <a:p>
            <a:pPr>
              <a:lnSpc>
                <a:spcPct val="90000"/>
              </a:lnSpc>
              <a:buFontTx/>
              <a:buNone/>
            </a:pPr>
            <a:r>
              <a:rPr lang="en-US" altLang="zh-CN" sz="3200" dirty="0">
                <a:solidFill>
                  <a:srgbClr val="FF0000"/>
                </a:solidFill>
              </a:rPr>
              <a:t>2</a:t>
            </a:r>
            <a:r>
              <a:rPr lang="zh-CN" altLang="en-US" sz="3200" dirty="0">
                <a:solidFill>
                  <a:srgbClr val="FF0000"/>
                </a:solidFill>
              </a:rPr>
              <a:t>、连续时间系统的模拟</a:t>
            </a:r>
            <a:endParaRPr lang="zh-CN" altLang="en-US" sz="3200" dirty="0">
              <a:solidFill>
                <a:srgbClr val="FF0000"/>
              </a:solidFill>
            </a:endParaRPr>
          </a:p>
        </p:txBody>
      </p:sp>
      <p:sp>
        <p:nvSpPr>
          <p:cNvPr id="4" name="矩形 3"/>
          <p:cNvSpPr/>
          <p:nvPr/>
        </p:nvSpPr>
        <p:spPr>
          <a:xfrm>
            <a:off x="564546" y="1912856"/>
            <a:ext cx="8542606" cy="1200329"/>
          </a:xfrm>
          <a:prstGeom prst="rect">
            <a:avLst/>
          </a:prstGeom>
        </p:spPr>
        <p:txBody>
          <a:bodyPr wrap="square">
            <a:spAutoFit/>
          </a:bodyPr>
          <a:lstStyle/>
          <a:p>
            <a:r>
              <a:rPr lang="zh-CN" altLang="en-US" sz="2400" dirty="0">
                <a:solidFill>
                  <a:srgbClr val="000000"/>
                </a:solidFill>
              </a:rPr>
              <a:t>算子方程为：</a:t>
            </a:r>
            <a:r>
              <a:rPr lang="en-US" altLang="zh-CN" sz="2000" dirty="0">
                <a:solidFill>
                  <a:srgbClr val="000000"/>
                </a:solidFill>
              </a:rPr>
              <a:t>(p</a:t>
            </a:r>
            <a:r>
              <a:rPr lang="en-US" altLang="zh-CN" sz="2000" baseline="30000" dirty="0">
                <a:solidFill>
                  <a:srgbClr val="000000"/>
                </a:solidFill>
              </a:rPr>
              <a:t>n</a:t>
            </a:r>
            <a:r>
              <a:rPr lang="en-US" altLang="zh-CN" sz="2000" dirty="0">
                <a:solidFill>
                  <a:srgbClr val="000000"/>
                </a:solidFill>
              </a:rPr>
              <a:t>+a</a:t>
            </a:r>
            <a:r>
              <a:rPr lang="en-US" altLang="zh-CN" sz="2000" baseline="-25000" dirty="0">
                <a:solidFill>
                  <a:srgbClr val="000000"/>
                </a:solidFill>
              </a:rPr>
              <a:t>n-1</a:t>
            </a:r>
            <a:r>
              <a:rPr lang="en-US" altLang="zh-CN" sz="2000" dirty="0">
                <a:solidFill>
                  <a:srgbClr val="000000"/>
                </a:solidFill>
              </a:rPr>
              <a:t>p</a:t>
            </a:r>
            <a:r>
              <a:rPr lang="en-US" altLang="zh-CN" sz="2000" baseline="30000" dirty="0">
                <a:solidFill>
                  <a:srgbClr val="000000"/>
                </a:solidFill>
              </a:rPr>
              <a:t>n-1</a:t>
            </a:r>
            <a:r>
              <a:rPr lang="en-US" altLang="zh-CN" sz="2000" dirty="0">
                <a:solidFill>
                  <a:srgbClr val="000000"/>
                </a:solidFill>
              </a:rPr>
              <a:t>+…+a</a:t>
            </a:r>
            <a:r>
              <a:rPr lang="en-US" altLang="zh-CN" sz="2000" baseline="-25000" dirty="0">
                <a:solidFill>
                  <a:srgbClr val="000000"/>
                </a:solidFill>
              </a:rPr>
              <a:t>0</a:t>
            </a:r>
            <a:r>
              <a:rPr lang="en-US" altLang="zh-CN" sz="2000" dirty="0">
                <a:solidFill>
                  <a:srgbClr val="000000"/>
                </a:solidFill>
              </a:rPr>
              <a:t>)r(t)=(</a:t>
            </a:r>
            <a:r>
              <a:rPr lang="en-US" altLang="zh-CN" sz="2000" dirty="0" err="1">
                <a:solidFill>
                  <a:srgbClr val="000000"/>
                </a:solidFill>
              </a:rPr>
              <a:t>b</a:t>
            </a:r>
            <a:r>
              <a:rPr lang="en-US" altLang="zh-CN" sz="2000" baseline="-25000" dirty="0" err="1">
                <a:solidFill>
                  <a:srgbClr val="000000"/>
                </a:solidFill>
              </a:rPr>
              <a:t>m</a:t>
            </a:r>
            <a:r>
              <a:rPr lang="en-US" altLang="zh-CN" sz="2000" dirty="0" err="1">
                <a:solidFill>
                  <a:srgbClr val="000000"/>
                </a:solidFill>
              </a:rPr>
              <a:t>p</a:t>
            </a:r>
            <a:r>
              <a:rPr lang="en-US" altLang="zh-CN" sz="2000" baseline="30000" dirty="0" err="1">
                <a:solidFill>
                  <a:srgbClr val="000000"/>
                </a:solidFill>
              </a:rPr>
              <a:t>m</a:t>
            </a:r>
            <a:r>
              <a:rPr lang="en-US" altLang="zh-CN" sz="2000" dirty="0">
                <a:solidFill>
                  <a:srgbClr val="000000"/>
                </a:solidFill>
              </a:rPr>
              <a:t>+ b</a:t>
            </a:r>
            <a:r>
              <a:rPr lang="en-US" altLang="zh-CN" sz="2000" baseline="-25000" dirty="0">
                <a:solidFill>
                  <a:srgbClr val="000000"/>
                </a:solidFill>
              </a:rPr>
              <a:t>m-1</a:t>
            </a:r>
            <a:r>
              <a:rPr lang="en-US" altLang="zh-CN" sz="2000" dirty="0">
                <a:solidFill>
                  <a:srgbClr val="000000"/>
                </a:solidFill>
              </a:rPr>
              <a:t>p</a:t>
            </a:r>
            <a:r>
              <a:rPr lang="en-US" altLang="zh-CN" sz="2000" baseline="30000" dirty="0">
                <a:solidFill>
                  <a:srgbClr val="000000"/>
                </a:solidFill>
              </a:rPr>
              <a:t>m-1 </a:t>
            </a:r>
            <a:r>
              <a:rPr lang="en-US" altLang="zh-CN" sz="2000" dirty="0">
                <a:solidFill>
                  <a:srgbClr val="000000"/>
                </a:solidFill>
              </a:rPr>
              <a:t>+…+b</a:t>
            </a:r>
            <a:r>
              <a:rPr lang="en-US" altLang="zh-CN" sz="2000" baseline="-25000" dirty="0">
                <a:solidFill>
                  <a:srgbClr val="000000"/>
                </a:solidFill>
              </a:rPr>
              <a:t>0</a:t>
            </a:r>
            <a:r>
              <a:rPr lang="en-US" altLang="zh-CN" sz="2000" dirty="0">
                <a:solidFill>
                  <a:srgbClr val="000000"/>
                </a:solidFill>
              </a:rPr>
              <a:t>)e(t)</a:t>
            </a:r>
            <a:endParaRPr lang="en-US" altLang="zh-CN" sz="2400" dirty="0">
              <a:solidFill>
                <a:srgbClr val="000000"/>
              </a:solidFill>
            </a:endParaRPr>
          </a:p>
          <a:p>
            <a:r>
              <a:rPr lang="en-US" altLang="zh-CN" sz="2400" dirty="0">
                <a:solidFill>
                  <a:srgbClr val="000000"/>
                </a:solidFill>
              </a:rPr>
              <a:t>                </a:t>
            </a:r>
            <a:endParaRPr lang="en-US" altLang="zh-CN" sz="2400" dirty="0">
              <a:solidFill>
                <a:srgbClr val="000000"/>
              </a:solidFill>
            </a:endParaRPr>
          </a:p>
          <a:p>
            <a:r>
              <a:rPr lang="en-US" altLang="zh-CN" sz="2400" dirty="0">
                <a:solidFill>
                  <a:srgbClr val="000000"/>
                </a:solidFill>
              </a:rPr>
              <a:t>         D(p)r(t)=N(p)e(t)</a:t>
            </a:r>
            <a:endParaRPr lang="zh-CN" altLang="en-US" sz="2400" dirty="0">
              <a:solidFill>
                <a:srgbClr val="000000"/>
              </a:solidFill>
            </a:endParaRPr>
          </a:p>
        </p:txBody>
      </p:sp>
      <mc:AlternateContent xmlns:mc="http://schemas.openxmlformats.org/markup-compatibility/2006">
        <mc:Choice xmlns:a14="http://schemas.microsoft.com/office/drawing/2010/main" Requires="a14">
          <p:sp>
            <p:nvSpPr>
              <p:cNvPr id="12" name="文本框 11"/>
              <p:cNvSpPr txBox="1"/>
              <p:nvPr/>
            </p:nvSpPr>
            <p:spPr>
              <a:xfrm>
                <a:off x="790603" y="3303290"/>
                <a:ext cx="8076836" cy="592455"/>
              </a:xfrm>
              <a:prstGeom prst="rect">
                <a:avLst/>
              </a:prstGeom>
              <a:noFill/>
            </p:spPr>
            <p:txBody>
              <a:bodyPr wrap="square" lIns="0" tIns="0" rIns="0" bIns="0" rtlCol="0">
                <a:spAutoFit/>
              </a:bodyPr>
              <a:lstStyle/>
              <a:p>
                <a14:m>
                  <m:oMath xmlns:m="http://schemas.openxmlformats.org/officeDocument/2006/math">
                    <m:r>
                      <a:rPr lang="zh-CN" altLang="en-US" sz="2400" i="1" smtClean="0">
                        <a:solidFill>
                          <a:srgbClr val="000000"/>
                        </a:solidFill>
                        <a:latin typeface="Cambria Math" panose="02040503050406030204" pitchFamily="18" charset="0"/>
                      </a:rPr>
                      <m:t>𝐻</m:t>
                    </m:r>
                    <m:d>
                      <m:dPr>
                        <m:ctrlPr>
                          <a:rPr lang="zh-CN" altLang="en-US" sz="2400" i="1" smtClean="0">
                            <a:solidFill>
                              <a:srgbClr val="000000"/>
                            </a:solidFill>
                            <a:latin typeface="Cambria Math" panose="02040503050406030204" pitchFamily="18" charset="0"/>
                          </a:rPr>
                        </m:ctrlPr>
                      </m:dPr>
                      <m:e>
                        <m:r>
                          <a:rPr lang="zh-CN" altLang="en-US" sz="2400" i="1" smtClean="0">
                            <a:solidFill>
                              <a:srgbClr val="000000"/>
                            </a:solidFill>
                            <a:latin typeface="Cambria Math" panose="02040503050406030204" pitchFamily="18" charset="0"/>
                          </a:rPr>
                          <m:t>𝑝</m:t>
                        </m:r>
                      </m:e>
                    </m:d>
                    <m:r>
                      <a:rPr lang="zh-CN" altLang="en-US" sz="2400" i="0" smtClean="0">
                        <a:solidFill>
                          <a:srgbClr val="000000"/>
                        </a:solidFill>
                        <a:latin typeface="Cambria Math" panose="02040503050406030204" pitchFamily="18" charset="0"/>
                      </a:rPr>
                      <m:t>=</m:t>
                    </m:r>
                    <m:f>
                      <m:fPr>
                        <m:ctrlPr>
                          <a:rPr lang="zh-CN" altLang="en-US" sz="2400" i="1" smtClean="0">
                            <a:solidFill>
                              <a:srgbClr val="000000"/>
                            </a:solidFill>
                            <a:latin typeface="Cambria Math" panose="02040503050406030204" pitchFamily="18" charset="0"/>
                          </a:rPr>
                        </m:ctrlPr>
                      </m:fPr>
                      <m:num>
                        <m:r>
                          <a:rPr lang="zh-CN" altLang="en-US" sz="2400" i="1">
                            <a:solidFill>
                              <a:srgbClr val="000000"/>
                            </a:solidFill>
                            <a:latin typeface="Cambria Math" panose="02040503050406030204" pitchFamily="18" charset="0"/>
                          </a:rPr>
                          <m:t>𝑟</m:t>
                        </m:r>
                        <m:d>
                          <m:dPr>
                            <m:ctrlPr>
                              <a:rPr lang="zh-CN" altLang="en-US" sz="2400" i="1">
                                <a:solidFill>
                                  <a:srgbClr val="000000"/>
                                </a:solidFill>
                                <a:latin typeface="Cambria Math" panose="02040503050406030204" pitchFamily="18" charset="0"/>
                              </a:rPr>
                            </m:ctrlPr>
                          </m:dPr>
                          <m:e>
                            <m:r>
                              <a:rPr lang="zh-CN" altLang="en-US" sz="2400" i="1">
                                <a:solidFill>
                                  <a:srgbClr val="000000"/>
                                </a:solidFill>
                                <a:latin typeface="Cambria Math" panose="02040503050406030204" pitchFamily="18" charset="0"/>
                              </a:rPr>
                              <m:t>𝑡</m:t>
                            </m:r>
                          </m:e>
                        </m:d>
                      </m:num>
                      <m:den>
                        <m:r>
                          <a:rPr lang="en-US" altLang="zh-CN" sz="2400" i="0">
                            <a:solidFill>
                              <a:srgbClr val="000000"/>
                            </a:solidFill>
                            <a:latin typeface="Cambria Math" panose="02040503050406030204" pitchFamily="18" charset="0"/>
                          </a:rPr>
                          <m:t>𝐞</m:t>
                        </m:r>
                        <m:d>
                          <m:dPr>
                            <m:ctrlPr>
                              <a:rPr lang="zh-CN" altLang="en-US" sz="2400" i="1">
                                <a:solidFill>
                                  <a:srgbClr val="000000"/>
                                </a:solidFill>
                                <a:latin typeface="Cambria Math" panose="02040503050406030204" pitchFamily="18" charset="0"/>
                              </a:rPr>
                            </m:ctrlPr>
                          </m:dPr>
                          <m:e>
                            <m:r>
                              <a:rPr lang="zh-CN" altLang="en-US" sz="2400" i="1">
                                <a:solidFill>
                                  <a:srgbClr val="000000"/>
                                </a:solidFill>
                                <a:latin typeface="Cambria Math" panose="02040503050406030204" pitchFamily="18" charset="0"/>
                              </a:rPr>
                              <m:t>𝑡</m:t>
                            </m:r>
                          </m:e>
                        </m:d>
                      </m:den>
                    </m:f>
                    <m:r>
                      <a:rPr lang="zh-CN" altLang="en-US" sz="2400" i="0">
                        <a:solidFill>
                          <a:srgbClr val="000000"/>
                        </a:solidFill>
                        <a:latin typeface="Cambria Math" panose="02040503050406030204" pitchFamily="18" charset="0"/>
                      </a:rPr>
                      <m:t>=</m:t>
                    </m:r>
                    <m:f>
                      <m:fPr>
                        <m:ctrlPr>
                          <a:rPr lang="zh-CN" altLang="en-US" sz="2400" i="1">
                            <a:solidFill>
                              <a:srgbClr val="000000"/>
                            </a:solidFill>
                            <a:latin typeface="Cambria Math" panose="02040503050406030204" pitchFamily="18" charset="0"/>
                          </a:rPr>
                        </m:ctrlPr>
                      </m:fPr>
                      <m:num>
                        <m:r>
                          <a:rPr lang="en-US" altLang="zh-CN" sz="2400" b="1" i="1" smtClean="0">
                            <a:solidFill>
                              <a:srgbClr val="000000"/>
                            </a:solidFill>
                            <a:latin typeface="Cambria Math" panose="02040503050406030204" pitchFamily="18" charset="0"/>
                          </a:rPr>
                          <m:t>𝑵</m:t>
                        </m:r>
                        <m:r>
                          <a:rPr lang="en-US" altLang="zh-CN" sz="2400" b="1" i="1" smtClean="0">
                            <a:solidFill>
                              <a:srgbClr val="000000"/>
                            </a:solidFill>
                            <a:latin typeface="Cambria Math" panose="02040503050406030204" pitchFamily="18" charset="0"/>
                          </a:rPr>
                          <m:t>(</m:t>
                        </m:r>
                        <m:r>
                          <a:rPr lang="en-US" altLang="zh-CN" sz="2400" b="1" i="1" smtClean="0">
                            <a:solidFill>
                              <a:srgbClr val="000000"/>
                            </a:solidFill>
                            <a:latin typeface="Cambria Math" panose="02040503050406030204" pitchFamily="18" charset="0"/>
                          </a:rPr>
                          <m:t>𝒑</m:t>
                        </m:r>
                        <m:r>
                          <a:rPr lang="en-US" altLang="zh-CN" sz="2400" b="1" i="1" smtClean="0">
                            <a:solidFill>
                              <a:srgbClr val="000000"/>
                            </a:solidFill>
                            <a:latin typeface="Cambria Math" panose="02040503050406030204" pitchFamily="18" charset="0"/>
                          </a:rPr>
                          <m:t>)</m:t>
                        </m:r>
                      </m:num>
                      <m:den>
                        <m:r>
                          <a:rPr lang="en-US" altLang="zh-CN" sz="2400" b="1" i="1" smtClean="0">
                            <a:solidFill>
                              <a:srgbClr val="000000"/>
                            </a:solidFill>
                            <a:latin typeface="Cambria Math" panose="02040503050406030204" pitchFamily="18" charset="0"/>
                          </a:rPr>
                          <m:t>𝑫</m:t>
                        </m:r>
                        <m:r>
                          <a:rPr lang="en-US" altLang="zh-CN" sz="2400" b="1" i="1" smtClean="0">
                            <a:solidFill>
                              <a:srgbClr val="000000"/>
                            </a:solidFill>
                            <a:latin typeface="Cambria Math" panose="02040503050406030204" pitchFamily="18" charset="0"/>
                          </a:rPr>
                          <m:t>(</m:t>
                        </m:r>
                        <m:r>
                          <a:rPr lang="en-US" altLang="zh-CN" sz="2400" b="1" i="1" smtClean="0">
                            <a:solidFill>
                              <a:srgbClr val="000000"/>
                            </a:solidFill>
                            <a:latin typeface="Cambria Math" panose="02040503050406030204" pitchFamily="18" charset="0"/>
                          </a:rPr>
                          <m:t>𝒑</m:t>
                        </m:r>
                        <m:r>
                          <a:rPr lang="en-US" altLang="zh-CN" sz="2400" b="1" i="1" smtClean="0">
                            <a:solidFill>
                              <a:srgbClr val="000000"/>
                            </a:solidFill>
                            <a:latin typeface="Cambria Math" panose="02040503050406030204" pitchFamily="18" charset="0"/>
                          </a:rPr>
                          <m:t>)</m:t>
                        </m:r>
                      </m:den>
                    </m:f>
                    <m:f>
                      <m:fPr>
                        <m:ctrlPr>
                          <a:rPr lang="zh-CN" altLang="en-US" sz="2400" i="1" dirty="0" smtClean="0">
                            <a:solidFill>
                              <a:srgbClr val="000000"/>
                            </a:solidFill>
                            <a:latin typeface="Cambria Math" panose="02040503050406030204" pitchFamily="18" charset="0"/>
                          </a:rPr>
                        </m:ctrlPr>
                      </m:fPr>
                      <m:num>
                        <m:r>
                          <a:rPr lang="zh-CN" altLang="en-US" sz="2400" i="1" dirty="0">
                            <a:solidFill>
                              <a:srgbClr val="000000"/>
                            </a:solidFill>
                            <a:latin typeface="Cambria Math" panose="02040503050406030204" pitchFamily="18" charset="0"/>
                          </a:rPr>
                          <m:t>𝑞</m:t>
                        </m:r>
                        <m:d>
                          <m:dPr>
                            <m:ctrlPr>
                              <a:rPr lang="zh-CN" altLang="en-US" sz="2400" i="1" dirty="0">
                                <a:solidFill>
                                  <a:srgbClr val="000000"/>
                                </a:solidFill>
                                <a:latin typeface="Cambria Math" panose="02040503050406030204" pitchFamily="18" charset="0"/>
                              </a:rPr>
                            </m:ctrlPr>
                          </m:dPr>
                          <m:e>
                            <m:r>
                              <a:rPr lang="zh-CN" altLang="en-US" sz="2400" i="1" dirty="0">
                                <a:solidFill>
                                  <a:srgbClr val="000000"/>
                                </a:solidFill>
                                <a:latin typeface="Cambria Math" panose="02040503050406030204" pitchFamily="18" charset="0"/>
                              </a:rPr>
                              <m:t>𝑡</m:t>
                            </m:r>
                          </m:e>
                        </m:d>
                      </m:num>
                      <m:den>
                        <m:r>
                          <a:rPr lang="zh-CN" altLang="en-US" sz="2400" i="1" dirty="0">
                            <a:solidFill>
                              <a:srgbClr val="000000"/>
                            </a:solidFill>
                            <a:latin typeface="Cambria Math" panose="02040503050406030204" pitchFamily="18" charset="0"/>
                          </a:rPr>
                          <m:t>𝑞</m:t>
                        </m:r>
                        <m:d>
                          <m:dPr>
                            <m:ctrlPr>
                              <a:rPr lang="zh-CN" altLang="en-US" sz="2400" i="1" dirty="0">
                                <a:solidFill>
                                  <a:srgbClr val="000000"/>
                                </a:solidFill>
                                <a:latin typeface="Cambria Math" panose="02040503050406030204" pitchFamily="18" charset="0"/>
                              </a:rPr>
                            </m:ctrlPr>
                          </m:dPr>
                          <m:e>
                            <m:r>
                              <a:rPr lang="zh-CN" altLang="en-US" sz="2400" i="1" dirty="0">
                                <a:solidFill>
                                  <a:srgbClr val="000000"/>
                                </a:solidFill>
                                <a:latin typeface="Cambria Math" panose="02040503050406030204" pitchFamily="18" charset="0"/>
                              </a:rPr>
                              <m:t>𝑡</m:t>
                            </m:r>
                          </m:e>
                        </m:d>
                      </m:den>
                    </m:f>
                    <m:r>
                      <a:rPr lang="zh-CN" altLang="en-US" sz="2400" i="1" dirty="0" smtClean="0">
                        <a:solidFill>
                          <a:srgbClr val="000000"/>
                        </a:solidFill>
                        <a:latin typeface="Cambria Math" panose="02040503050406030204" pitchFamily="18" charset="0"/>
                      </a:rPr>
                      <m:t>，</m:t>
                    </m:r>
                    <m:r>
                      <a:rPr lang="zh-CN" altLang="en-US" sz="2400" i="1" dirty="0">
                        <a:solidFill>
                          <a:srgbClr val="000000"/>
                        </a:solidFill>
                        <a:latin typeface="Cambria Math" panose="02040503050406030204" pitchFamily="18" charset="0"/>
                      </a:rPr>
                      <m:t>引入</m:t>
                    </m:r>
                  </m:oMath>
                </a14:m>
                <a:r>
                  <a:rPr lang="zh-CN" altLang="en-US" sz="2400" dirty="0">
                    <a:solidFill>
                      <a:srgbClr val="000000"/>
                    </a:solidFill>
                  </a:rPr>
                  <a:t>中间变量</a:t>
                </a:r>
                <a:r>
                  <a:rPr lang="en-US" altLang="zh-CN" sz="2400" dirty="0">
                    <a:solidFill>
                      <a:srgbClr val="000000"/>
                    </a:solidFill>
                  </a:rPr>
                  <a:t>q(t)</a:t>
                </a:r>
                <a:r>
                  <a:rPr lang="zh-CN" altLang="en-US" sz="2400" dirty="0">
                    <a:solidFill>
                      <a:srgbClr val="000000"/>
                    </a:solidFill>
                  </a:rPr>
                  <a:t>，可得：</a:t>
                </a:r>
                <a:endParaRPr lang="zh-CN" altLang="en-US" sz="2400" dirty="0">
                  <a:solidFill>
                    <a:srgbClr val="000000"/>
                  </a:solidFill>
                </a:endParaRPr>
              </a:p>
            </p:txBody>
          </p:sp>
        </mc:Choice>
        <mc:Fallback>
          <p:sp>
            <p:nvSpPr>
              <p:cNvPr id="12" name="文本框 11"/>
              <p:cNvSpPr txBox="1">
                <a:spLocks noRot="1" noChangeAspect="1" noMove="1" noResize="1" noEditPoints="1" noAdjustHandles="1" noChangeArrowheads="1" noChangeShapeType="1" noTextEdit="1"/>
              </p:cNvSpPr>
              <p:nvPr/>
            </p:nvSpPr>
            <p:spPr>
              <a:xfrm>
                <a:off x="790603" y="3303290"/>
                <a:ext cx="8076836" cy="592455"/>
              </a:xfrm>
              <a:prstGeom prst="rect">
                <a:avLst/>
              </a:prstGeom>
              <a:blipFill rotWithShape="1">
                <a:blip r:embed="rId2"/>
                <a:stretch>
                  <a:fillRect t="-3" r="4" b="3"/>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3" name="文本框 12"/>
              <p:cNvSpPr txBox="1"/>
              <p:nvPr/>
            </p:nvSpPr>
            <p:spPr>
              <a:xfrm>
                <a:off x="636905" y="3959860"/>
                <a:ext cx="9013190" cy="1282700"/>
              </a:xfrm>
              <a:prstGeom prst="rect">
                <a:avLst/>
              </a:prstGeom>
              <a:noFill/>
            </p:spPr>
            <p:txBody>
              <a:bodyPr wrap="square" lIns="0" tIns="0" rIns="0" bIns="0" rtlCol="0">
                <a:noAutofit/>
              </a:bodyPr>
              <a:lstStyle/>
              <a:p>
                <a14:m>
                  <m:oMathPara xmlns:m="http://schemas.openxmlformats.org/officeDocument/2006/math">
                    <m:oMathParaPr>
                      <m:jc m:val="left"/>
                    </m:oMathParaPr>
                    <m:oMath xmlns:m="http://schemas.openxmlformats.org/officeDocument/2006/math">
                      <m:m>
                        <m:mPr>
                          <m:mcs>
                            <m:mc>
                              <m:mcPr>
                                <m:count m:val="1"/>
                                <m:mcJc m:val="center"/>
                              </m:mcPr>
                            </m:mc>
                          </m:mcs>
                          <m:plcHide m:val="on"/>
                          <m:ctrlPr>
                            <a:rPr lang="zh-CN" altLang="en-US" sz="2400" i="1" smtClean="0">
                              <a:solidFill>
                                <a:srgbClr val="000000"/>
                              </a:solidFill>
                              <a:latin typeface="Cambria Math" panose="02040503050406030204" pitchFamily="18" charset="0"/>
                            </a:rPr>
                          </m:ctrlPr>
                        </m:mPr>
                        <m:mr>
                          <m:e>
                            <m:eqArr>
                              <m:eqArrPr>
                                <m:ctrlPr>
                                  <a:rPr lang="zh-CN" altLang="en-US" sz="2400" i="1">
                                    <a:solidFill>
                                      <a:srgbClr val="000000"/>
                                    </a:solidFill>
                                    <a:latin typeface="Cambria Math" panose="02040503050406030204" pitchFamily="18" charset="0"/>
                                  </a:rPr>
                                </m:ctrlPr>
                              </m:eqArrPr>
                              <m:e>
                                <m:eqArr>
                                  <m:eqArrPr>
                                    <m:ctrlPr>
                                      <a:rPr lang="zh-CN" altLang="en-US" sz="2400" i="1">
                                        <a:solidFill>
                                          <a:srgbClr val="000000"/>
                                        </a:solidFill>
                                        <a:latin typeface="Cambria Math" panose="02040503050406030204" pitchFamily="18" charset="0"/>
                                      </a:rPr>
                                    </m:ctrlPr>
                                  </m:eqArrPr>
                                  <m:e>
                                    <m:r>
                                      <a:rPr lang="en-US" altLang="zh-CN" sz="2400" i="1">
                                        <a:solidFill>
                                          <a:srgbClr val="000000"/>
                                        </a:solidFill>
                                        <a:latin typeface="Cambria Math" panose="02040503050406030204" pitchFamily="18" charset="0"/>
                                      </a:rPr>
                                      <m:t>𝒆</m:t>
                                    </m:r>
                                    <m:d>
                                      <m:dPr>
                                        <m:ctrlPr>
                                          <a:rPr lang="en-US" altLang="zh-CN" sz="2400" i="1">
                                            <a:solidFill>
                                              <a:srgbClr val="000000"/>
                                            </a:solidFill>
                                            <a:latin typeface="Cambria Math" panose="02040503050406030204" pitchFamily="18" charset="0"/>
                                          </a:rPr>
                                        </m:ctrlPr>
                                      </m:dPr>
                                      <m:e>
                                        <m:r>
                                          <a:rPr lang="en-US" altLang="zh-CN" sz="2400" i="1">
                                            <a:solidFill>
                                              <a:srgbClr val="000000"/>
                                            </a:solidFill>
                                            <a:latin typeface="Cambria Math" panose="02040503050406030204" pitchFamily="18" charset="0"/>
                                          </a:rPr>
                                          <m:t>𝑡</m:t>
                                        </m:r>
                                      </m:e>
                                    </m:d>
                                    <m:r>
                                      <a:rPr lang="en-US" altLang="zh-CN" sz="2400" i="1">
                                        <a:solidFill>
                                          <a:srgbClr val="000000"/>
                                        </a:solidFill>
                                        <a:latin typeface="Cambria Math" panose="02040503050406030204" pitchFamily="18" charset="0"/>
                                      </a:rPr>
                                      <m:t>=</m:t>
                                    </m:r>
                                    <m:r>
                                      <a:rPr lang="en-US" altLang="zh-CN" sz="2400" i="1">
                                        <a:solidFill>
                                          <a:srgbClr val="000000"/>
                                        </a:solidFill>
                                        <a:latin typeface="Cambria Math" panose="02040503050406030204" pitchFamily="18" charset="0"/>
                                      </a:rPr>
                                      <m:t>𝐷</m:t>
                                    </m:r>
                                    <m:d>
                                      <m:dPr>
                                        <m:ctrlPr>
                                          <a:rPr lang="en-US" altLang="zh-CN" sz="2400" i="1">
                                            <a:solidFill>
                                              <a:srgbClr val="000000"/>
                                            </a:solidFill>
                                            <a:latin typeface="Cambria Math" panose="02040503050406030204" pitchFamily="18" charset="0"/>
                                          </a:rPr>
                                        </m:ctrlPr>
                                      </m:dPr>
                                      <m:e>
                                        <m:r>
                                          <a:rPr lang="en-US" altLang="zh-CN" sz="2400" i="1">
                                            <a:solidFill>
                                              <a:srgbClr val="000000"/>
                                            </a:solidFill>
                                            <a:latin typeface="Cambria Math" panose="02040503050406030204" pitchFamily="18" charset="0"/>
                                          </a:rPr>
                                          <m:t>𝑃</m:t>
                                        </m:r>
                                      </m:e>
                                    </m:d>
                                    <m:r>
                                      <a:rPr lang="en-US" altLang="zh-CN" sz="2400" i="1">
                                        <a:solidFill>
                                          <a:srgbClr val="000000"/>
                                        </a:solidFill>
                                        <a:latin typeface="Cambria Math" panose="02040503050406030204" pitchFamily="18" charset="0"/>
                                      </a:rPr>
                                      <m:t>𝑞</m:t>
                                    </m:r>
                                    <m:d>
                                      <m:dPr>
                                        <m:ctrlPr>
                                          <a:rPr lang="en-US" altLang="zh-CN" sz="2400" i="1">
                                            <a:solidFill>
                                              <a:srgbClr val="000000"/>
                                            </a:solidFill>
                                            <a:latin typeface="Cambria Math" panose="02040503050406030204" pitchFamily="18" charset="0"/>
                                          </a:rPr>
                                        </m:ctrlPr>
                                      </m:dPr>
                                      <m:e>
                                        <m:r>
                                          <a:rPr lang="en-US" altLang="zh-CN" sz="2400" i="1">
                                            <a:solidFill>
                                              <a:srgbClr val="000000"/>
                                            </a:solidFill>
                                            <a:latin typeface="Cambria Math" panose="02040503050406030204" pitchFamily="18" charset="0"/>
                                          </a:rPr>
                                          <m:t>𝑡</m:t>
                                        </m:r>
                                      </m:e>
                                    </m:d>
                                    <m:r>
                                      <a:rPr lang="en-US" altLang="zh-CN" sz="2400" i="1">
                                        <a:solidFill>
                                          <a:srgbClr val="000000"/>
                                        </a:solidFill>
                                        <a:latin typeface="Cambria Math" panose="02040503050406030204" pitchFamily="18" charset="0"/>
                                      </a:rPr>
                                      <m:t>=</m:t>
                                    </m:r>
                                    <m:d>
                                      <m:dPr>
                                        <m:ctrlPr>
                                          <a:rPr lang="en-US" altLang="zh-CN" sz="2400" i="1">
                                            <a:solidFill>
                                              <a:srgbClr val="000000"/>
                                            </a:solidFill>
                                            <a:latin typeface="Cambria Math" panose="02040503050406030204" pitchFamily="18" charset="0"/>
                                          </a:rPr>
                                        </m:ctrlPr>
                                      </m:dPr>
                                      <m:e>
                                        <m:sSup>
                                          <m:sSupPr>
                                            <m:ctrlPr>
                                              <a:rPr lang="en-US" altLang="zh-CN" sz="2400" i="1">
                                                <a:solidFill>
                                                  <a:srgbClr val="000000"/>
                                                </a:solidFill>
                                                <a:latin typeface="Cambria Math" panose="02040503050406030204" pitchFamily="18" charset="0"/>
                                              </a:rPr>
                                            </m:ctrlPr>
                                          </m:sSupPr>
                                          <m:e>
                                            <m:r>
                                              <a:rPr lang="en-US" altLang="zh-CN" sz="2400" i="1">
                                                <a:solidFill>
                                                  <a:srgbClr val="000000"/>
                                                </a:solidFill>
                                                <a:latin typeface="Cambria Math" panose="02040503050406030204" pitchFamily="18" charset="0"/>
                                              </a:rPr>
                                              <m:t>𝑝</m:t>
                                            </m:r>
                                          </m:e>
                                          <m:sup>
                                            <m:r>
                                              <a:rPr lang="en-US" altLang="zh-CN" sz="2400" i="1">
                                                <a:solidFill>
                                                  <a:srgbClr val="000000"/>
                                                </a:solidFill>
                                                <a:latin typeface="Cambria Math" panose="02040503050406030204" pitchFamily="18" charset="0"/>
                                              </a:rPr>
                                              <m:t>𝑛</m:t>
                                            </m:r>
                                          </m:sup>
                                        </m:sSup>
                                        <m:r>
                                          <a:rPr lang="en-US" altLang="zh-CN" sz="2400" i="1">
                                            <a:solidFill>
                                              <a:srgbClr val="000000"/>
                                            </a:solidFill>
                                            <a:latin typeface="Cambria Math" panose="02040503050406030204" pitchFamily="18" charset="0"/>
                                          </a:rPr>
                                          <m:t>+</m:t>
                                        </m:r>
                                        <m:sSub>
                                          <m:sSubPr>
                                            <m:ctrlPr>
                                              <a:rPr lang="en-US" altLang="zh-CN" sz="2400" i="1">
                                                <a:solidFill>
                                                  <a:srgbClr val="000000"/>
                                                </a:solidFill>
                                                <a:latin typeface="Cambria Math" panose="02040503050406030204" pitchFamily="18" charset="0"/>
                                              </a:rPr>
                                            </m:ctrlPr>
                                          </m:sSubPr>
                                          <m:e>
                                            <m:r>
                                              <a:rPr lang="en-US" altLang="zh-CN" sz="2400" i="1">
                                                <a:solidFill>
                                                  <a:srgbClr val="000000"/>
                                                </a:solidFill>
                                                <a:latin typeface="Cambria Math" panose="02040503050406030204" pitchFamily="18" charset="0"/>
                                              </a:rPr>
                                              <m:t>𝑎</m:t>
                                            </m:r>
                                          </m:e>
                                          <m:sub>
                                            <m:r>
                                              <a:rPr lang="en-US" altLang="zh-CN" sz="2400" i="1">
                                                <a:solidFill>
                                                  <a:srgbClr val="000000"/>
                                                </a:solidFill>
                                                <a:latin typeface="Cambria Math" panose="02040503050406030204" pitchFamily="18" charset="0"/>
                                              </a:rPr>
                                              <m:t>𝑛</m:t>
                                            </m:r>
                                            <m:r>
                                              <a:rPr lang="en-US" altLang="zh-CN" sz="2400" i="1">
                                                <a:solidFill>
                                                  <a:srgbClr val="000000"/>
                                                </a:solidFill>
                                                <a:latin typeface="Cambria Math" panose="02040503050406030204" pitchFamily="18" charset="0"/>
                                              </a:rPr>
                                              <m:t>−</m:t>
                                            </m:r>
                                            <m:r>
                                              <a:rPr lang="en-US" altLang="zh-CN" sz="2400" i="1">
                                                <a:solidFill>
                                                  <a:srgbClr val="000000"/>
                                                </a:solidFill>
                                                <a:latin typeface="Cambria Math" panose="02040503050406030204" pitchFamily="18" charset="0"/>
                                              </a:rPr>
                                              <m:t>1</m:t>
                                            </m:r>
                                          </m:sub>
                                        </m:sSub>
                                        <m:sSup>
                                          <m:sSupPr>
                                            <m:ctrlPr>
                                              <a:rPr lang="en-US" altLang="zh-CN" sz="2400" i="1">
                                                <a:solidFill>
                                                  <a:srgbClr val="000000"/>
                                                </a:solidFill>
                                                <a:latin typeface="Cambria Math" panose="02040503050406030204" pitchFamily="18" charset="0"/>
                                              </a:rPr>
                                            </m:ctrlPr>
                                          </m:sSupPr>
                                          <m:e>
                                            <m:r>
                                              <a:rPr lang="en-US" altLang="zh-CN" sz="2400" i="1">
                                                <a:solidFill>
                                                  <a:srgbClr val="000000"/>
                                                </a:solidFill>
                                                <a:latin typeface="Cambria Math" panose="02040503050406030204" pitchFamily="18" charset="0"/>
                                              </a:rPr>
                                              <m:t>𝑝</m:t>
                                            </m:r>
                                          </m:e>
                                          <m:sup>
                                            <m:r>
                                              <a:rPr lang="en-US" altLang="zh-CN" sz="2400" i="1">
                                                <a:solidFill>
                                                  <a:srgbClr val="000000"/>
                                                </a:solidFill>
                                                <a:latin typeface="Cambria Math" panose="02040503050406030204" pitchFamily="18" charset="0"/>
                                              </a:rPr>
                                              <m:t>𝑛</m:t>
                                            </m:r>
                                            <m:r>
                                              <a:rPr lang="en-US" altLang="zh-CN" sz="2400" i="1">
                                                <a:solidFill>
                                                  <a:srgbClr val="000000"/>
                                                </a:solidFill>
                                                <a:latin typeface="Cambria Math" panose="02040503050406030204" pitchFamily="18" charset="0"/>
                                              </a:rPr>
                                              <m:t>−</m:t>
                                            </m:r>
                                            <m:r>
                                              <a:rPr lang="en-US" altLang="zh-CN" sz="2400" i="1">
                                                <a:solidFill>
                                                  <a:srgbClr val="000000"/>
                                                </a:solidFill>
                                                <a:latin typeface="Cambria Math" panose="02040503050406030204" pitchFamily="18" charset="0"/>
                                              </a:rPr>
                                              <m:t>1</m:t>
                                            </m:r>
                                          </m:sup>
                                        </m:sSup>
                                        <m:r>
                                          <a:rPr lang="en-US" altLang="zh-CN" sz="2400" i="1">
                                            <a:solidFill>
                                              <a:srgbClr val="000000"/>
                                            </a:solidFill>
                                            <a:latin typeface="Cambria Math" panose="02040503050406030204" pitchFamily="18" charset="0"/>
                                          </a:rPr>
                                          <m:t>+…+</m:t>
                                        </m:r>
                                        <m:sSub>
                                          <m:sSubPr>
                                            <m:ctrlPr>
                                              <a:rPr lang="en-US" altLang="zh-CN" sz="2400" i="1">
                                                <a:solidFill>
                                                  <a:srgbClr val="000000"/>
                                                </a:solidFill>
                                                <a:latin typeface="Cambria Math" panose="02040503050406030204" pitchFamily="18" charset="0"/>
                                              </a:rPr>
                                            </m:ctrlPr>
                                          </m:sSubPr>
                                          <m:e>
                                            <m:r>
                                              <a:rPr lang="en-US" altLang="zh-CN" sz="2400" i="1">
                                                <a:solidFill>
                                                  <a:srgbClr val="000000"/>
                                                </a:solidFill>
                                                <a:latin typeface="Cambria Math" panose="02040503050406030204" pitchFamily="18" charset="0"/>
                                              </a:rPr>
                                              <m:t>𝑎</m:t>
                                            </m:r>
                                          </m:e>
                                          <m:sub>
                                            <m:r>
                                              <a:rPr lang="en-US" altLang="zh-CN" sz="2400" i="1">
                                                <a:solidFill>
                                                  <a:srgbClr val="000000"/>
                                                </a:solidFill>
                                                <a:latin typeface="Cambria Math" panose="02040503050406030204" pitchFamily="18" charset="0"/>
                                              </a:rPr>
                                              <m:t>1</m:t>
                                            </m:r>
                                          </m:sub>
                                        </m:sSub>
                                        <m:r>
                                          <a:rPr lang="en-US" altLang="zh-CN" sz="2400" i="1">
                                            <a:solidFill>
                                              <a:srgbClr val="000000"/>
                                            </a:solidFill>
                                            <a:latin typeface="Cambria Math" panose="02040503050406030204" pitchFamily="18" charset="0"/>
                                          </a:rPr>
                                          <m:t>𝑝</m:t>
                                        </m:r>
                                        <m:r>
                                          <a:rPr lang="en-US" altLang="zh-CN" sz="2400" i="1">
                                            <a:solidFill>
                                              <a:srgbClr val="000000"/>
                                            </a:solidFill>
                                            <a:latin typeface="Cambria Math" panose="02040503050406030204" pitchFamily="18" charset="0"/>
                                          </a:rPr>
                                          <m:t>+</m:t>
                                        </m:r>
                                        <m:sSub>
                                          <m:sSubPr>
                                            <m:ctrlPr>
                                              <a:rPr lang="en-US" altLang="zh-CN" sz="2400" i="1">
                                                <a:solidFill>
                                                  <a:srgbClr val="000000"/>
                                                </a:solidFill>
                                                <a:latin typeface="Cambria Math" panose="02040503050406030204" pitchFamily="18" charset="0"/>
                                              </a:rPr>
                                            </m:ctrlPr>
                                          </m:sSubPr>
                                          <m:e>
                                            <m:r>
                                              <a:rPr lang="en-US" altLang="zh-CN" sz="2400" i="1">
                                                <a:solidFill>
                                                  <a:srgbClr val="000000"/>
                                                </a:solidFill>
                                                <a:latin typeface="Cambria Math" panose="02040503050406030204" pitchFamily="18" charset="0"/>
                                              </a:rPr>
                                              <m:t>𝑎</m:t>
                                            </m:r>
                                          </m:e>
                                          <m:sub>
                                            <m:r>
                                              <a:rPr lang="en-US" altLang="zh-CN" sz="2400" i="1">
                                                <a:solidFill>
                                                  <a:srgbClr val="000000"/>
                                                </a:solidFill>
                                                <a:latin typeface="Cambria Math" panose="02040503050406030204" pitchFamily="18" charset="0"/>
                                              </a:rPr>
                                              <m:t>0</m:t>
                                            </m:r>
                                          </m:sub>
                                        </m:sSub>
                                      </m:e>
                                    </m:d>
                                    <m:r>
                                      <a:rPr lang="en-US" altLang="zh-CN" sz="2400" i="1">
                                        <a:solidFill>
                                          <a:srgbClr val="000000"/>
                                        </a:solidFill>
                                        <a:latin typeface="Cambria Math" panose="02040503050406030204" pitchFamily="18" charset="0"/>
                                      </a:rPr>
                                      <m:t>𝑞</m:t>
                                    </m:r>
                                    <m:d>
                                      <m:dPr>
                                        <m:ctrlPr>
                                          <a:rPr lang="en-US" altLang="zh-CN" sz="2400" i="1">
                                            <a:solidFill>
                                              <a:srgbClr val="000000"/>
                                            </a:solidFill>
                                            <a:latin typeface="Cambria Math" panose="02040503050406030204" pitchFamily="18" charset="0"/>
                                          </a:rPr>
                                        </m:ctrlPr>
                                      </m:dPr>
                                      <m:e>
                                        <m:r>
                                          <a:rPr lang="en-US" altLang="zh-CN" sz="2400" i="1">
                                            <a:solidFill>
                                              <a:srgbClr val="000000"/>
                                            </a:solidFill>
                                            <a:latin typeface="Cambria Math" panose="02040503050406030204" pitchFamily="18" charset="0"/>
                                          </a:rPr>
                                          <m:t>𝑡</m:t>
                                        </m:r>
                                      </m:e>
                                    </m:d>
                                  </m:e>
                                  <m:e/>
                                  <m:e>
                                    <m:r>
                                      <a:rPr lang="en-US" altLang="zh-CN" sz="2400" i="1">
                                        <a:solidFill>
                                          <a:srgbClr val="000000"/>
                                        </a:solidFill>
                                        <a:latin typeface="Cambria Math" panose="02040503050406030204" pitchFamily="18" charset="0"/>
                                      </a:rPr>
                                      <m:t>    </m:t>
                                    </m:r>
                                    <m:r>
                                      <m:rPr>
                                        <m:sty m:val="p"/>
                                      </m:rPr>
                                      <a:rPr lang="en-US" altLang="zh-CN" sz="2400" i="1">
                                        <a:solidFill>
                                          <a:srgbClr val="000000"/>
                                        </a:solidFill>
                                        <a:latin typeface="Cambria Math" panose="02040503050406030204" pitchFamily="18" charset="0"/>
                                      </a:rPr>
                                      <m:t>r</m:t>
                                    </m:r>
                                    <m:d>
                                      <m:dPr>
                                        <m:ctrlPr>
                                          <a:rPr lang="zh-CN" altLang="en-US" sz="2400" i="1">
                                            <a:solidFill>
                                              <a:srgbClr val="000000"/>
                                            </a:solidFill>
                                            <a:latin typeface="Cambria Math" panose="02040503050406030204" pitchFamily="18" charset="0"/>
                                          </a:rPr>
                                        </m:ctrlPr>
                                      </m:dPr>
                                      <m:e>
                                        <m:r>
                                          <a:rPr lang="zh-CN" altLang="en-US" sz="2400" i="1">
                                            <a:solidFill>
                                              <a:srgbClr val="000000"/>
                                            </a:solidFill>
                                            <a:latin typeface="Cambria Math" panose="02040503050406030204" pitchFamily="18" charset="0"/>
                                          </a:rPr>
                                          <m:t>𝑡</m:t>
                                        </m:r>
                                      </m:e>
                                    </m:d>
                                    <m:r>
                                      <a:rPr lang="zh-CN" altLang="en-US" sz="2400" i="0">
                                        <a:solidFill>
                                          <a:srgbClr val="000000"/>
                                        </a:solidFill>
                                        <a:latin typeface="Cambria Math" panose="02040503050406030204" pitchFamily="18" charset="0"/>
                                      </a:rPr>
                                      <m:t>=</m:t>
                                    </m:r>
                                    <m:r>
                                      <m:rPr>
                                        <m:sty m:val="p"/>
                                      </m:rPr>
                                      <a:rPr lang="en-US" altLang="zh-CN" sz="2400" i="1" smtClean="0">
                                        <a:solidFill>
                                          <a:srgbClr val="000000"/>
                                        </a:solidFill>
                                        <a:latin typeface="Cambria Math" panose="02040503050406030204" pitchFamily="18" charset="0"/>
                                      </a:rPr>
                                      <m:t>N</m:t>
                                    </m:r>
                                    <m:d>
                                      <m:dPr>
                                        <m:ctrlPr>
                                          <a:rPr lang="en-US" altLang="zh-CN" sz="2400" b="1" i="1" smtClean="0">
                                            <a:solidFill>
                                              <a:srgbClr val="000000"/>
                                            </a:solidFill>
                                            <a:latin typeface="Cambria Math" panose="02040503050406030204" pitchFamily="18" charset="0"/>
                                          </a:rPr>
                                        </m:ctrlPr>
                                      </m:dPr>
                                      <m:e>
                                        <m:r>
                                          <a:rPr lang="en-US" altLang="zh-CN" sz="2400" b="1" i="1" smtClean="0">
                                            <a:solidFill>
                                              <a:srgbClr val="000000"/>
                                            </a:solidFill>
                                            <a:latin typeface="Cambria Math" panose="02040503050406030204" pitchFamily="18" charset="0"/>
                                          </a:rPr>
                                          <m:t>𝒑</m:t>
                                        </m:r>
                                      </m:e>
                                    </m:d>
                                    <m:r>
                                      <a:rPr lang="zh-CN" altLang="en-US" sz="2400" i="1">
                                        <a:solidFill>
                                          <a:srgbClr val="000000"/>
                                        </a:solidFill>
                                        <a:latin typeface="Cambria Math" panose="02040503050406030204" pitchFamily="18" charset="0"/>
                                      </a:rPr>
                                      <m:t>𝑞</m:t>
                                    </m:r>
                                    <m:d>
                                      <m:dPr>
                                        <m:ctrlPr>
                                          <a:rPr lang="zh-CN" altLang="en-US" sz="2400" i="1">
                                            <a:solidFill>
                                              <a:srgbClr val="000000"/>
                                            </a:solidFill>
                                            <a:latin typeface="Cambria Math" panose="02040503050406030204" pitchFamily="18" charset="0"/>
                                          </a:rPr>
                                        </m:ctrlPr>
                                      </m:dPr>
                                      <m:e>
                                        <m:r>
                                          <a:rPr lang="zh-CN" altLang="en-US" sz="2400" i="1">
                                            <a:solidFill>
                                              <a:srgbClr val="000000"/>
                                            </a:solidFill>
                                            <a:latin typeface="Cambria Math" panose="02040503050406030204" pitchFamily="18" charset="0"/>
                                          </a:rPr>
                                          <m:t>𝑡</m:t>
                                        </m:r>
                                      </m:e>
                                    </m:d>
                                    <m:r>
                                      <a:rPr lang="en-US" altLang="zh-CN" sz="2400" b="1" i="1" smtClean="0">
                                        <a:solidFill>
                                          <a:srgbClr val="000000"/>
                                        </a:solidFill>
                                        <a:latin typeface="Cambria Math" panose="02040503050406030204" pitchFamily="18" charset="0"/>
                                      </a:rPr>
                                      <m:t>=</m:t>
                                    </m:r>
                                    <m:d>
                                      <m:dPr>
                                        <m:ctrlPr>
                                          <a:rPr lang="zh-CN" altLang="en-US" sz="2400" i="1">
                                            <a:solidFill>
                                              <a:srgbClr val="000000"/>
                                            </a:solidFill>
                                            <a:latin typeface="Cambria Math" panose="02040503050406030204" pitchFamily="18" charset="0"/>
                                          </a:rPr>
                                        </m:ctrlPr>
                                      </m:dPr>
                                      <m:e>
                                        <m:sSub>
                                          <m:sSubPr>
                                            <m:ctrlPr>
                                              <a:rPr lang="zh-CN" altLang="en-US" sz="2400" i="1">
                                                <a:solidFill>
                                                  <a:srgbClr val="000000"/>
                                                </a:solidFill>
                                                <a:latin typeface="Cambria Math" panose="02040503050406030204" pitchFamily="18" charset="0"/>
                                              </a:rPr>
                                            </m:ctrlPr>
                                          </m:sSubPr>
                                          <m:e>
                                            <m:r>
                                              <a:rPr lang="zh-CN" altLang="en-US" sz="2400">
                                                <a:solidFill>
                                                  <a:srgbClr val="000000"/>
                                                </a:solidFill>
                                                <a:latin typeface="Cambria Math" panose="02040503050406030204" pitchFamily="18" charset="0"/>
                                              </a:rPr>
                                              <m:t>𝑏</m:t>
                                            </m:r>
                                          </m:e>
                                          <m:sub>
                                            <m:r>
                                              <a:rPr lang="zh-CN" altLang="en-US" sz="2400">
                                                <a:solidFill>
                                                  <a:srgbClr val="000000"/>
                                                </a:solidFill>
                                                <a:latin typeface="Cambria Math" panose="02040503050406030204" pitchFamily="18" charset="0"/>
                                              </a:rPr>
                                              <m:t>𝑚</m:t>
                                            </m:r>
                                          </m:sub>
                                        </m:sSub>
                                        <m:sSup>
                                          <m:sSupPr>
                                            <m:ctrlPr>
                                              <a:rPr lang="zh-CN" altLang="en-US" sz="2400" i="1">
                                                <a:solidFill>
                                                  <a:srgbClr val="000000"/>
                                                </a:solidFill>
                                                <a:latin typeface="Cambria Math" panose="02040503050406030204" pitchFamily="18" charset="0"/>
                                              </a:rPr>
                                            </m:ctrlPr>
                                          </m:sSupPr>
                                          <m:e>
                                            <m:r>
                                              <a:rPr lang="zh-CN" altLang="en-US" sz="2400">
                                                <a:solidFill>
                                                  <a:srgbClr val="000000"/>
                                                </a:solidFill>
                                                <a:latin typeface="Cambria Math" panose="02040503050406030204" pitchFamily="18" charset="0"/>
                                              </a:rPr>
                                              <m:t>𝑝</m:t>
                                            </m:r>
                                          </m:e>
                                          <m:sup>
                                            <m:r>
                                              <a:rPr lang="zh-CN" altLang="en-US" sz="2400">
                                                <a:solidFill>
                                                  <a:srgbClr val="000000"/>
                                                </a:solidFill>
                                                <a:latin typeface="Cambria Math" panose="02040503050406030204" pitchFamily="18" charset="0"/>
                                              </a:rPr>
                                              <m:t>𝑚</m:t>
                                            </m:r>
                                          </m:sup>
                                        </m:sSup>
                                        <m:r>
                                          <a:rPr lang="zh-CN" altLang="en-US" sz="2400">
                                            <a:solidFill>
                                              <a:srgbClr val="000000"/>
                                            </a:solidFill>
                                            <a:latin typeface="Cambria Math" panose="02040503050406030204" pitchFamily="18" charset="0"/>
                                          </a:rPr>
                                          <m:t>+</m:t>
                                        </m:r>
                                        <m:sSub>
                                          <m:sSubPr>
                                            <m:ctrlPr>
                                              <a:rPr lang="zh-CN" altLang="en-US" sz="2400" i="1">
                                                <a:solidFill>
                                                  <a:srgbClr val="000000"/>
                                                </a:solidFill>
                                                <a:latin typeface="Cambria Math" panose="02040503050406030204" pitchFamily="18" charset="0"/>
                                              </a:rPr>
                                            </m:ctrlPr>
                                          </m:sSubPr>
                                          <m:e>
                                            <m:r>
                                              <a:rPr lang="zh-CN" altLang="en-US" sz="2400">
                                                <a:solidFill>
                                                  <a:srgbClr val="000000"/>
                                                </a:solidFill>
                                                <a:latin typeface="Cambria Math" panose="02040503050406030204" pitchFamily="18" charset="0"/>
                                              </a:rPr>
                                              <m:t>𝑏</m:t>
                                            </m:r>
                                          </m:e>
                                          <m:sub>
                                            <m:r>
                                              <a:rPr lang="zh-CN" altLang="en-US" sz="2400">
                                                <a:solidFill>
                                                  <a:srgbClr val="000000"/>
                                                </a:solidFill>
                                                <a:latin typeface="Cambria Math" panose="02040503050406030204" pitchFamily="18" charset="0"/>
                                              </a:rPr>
                                              <m:t>𝑚</m:t>
                                            </m:r>
                                            <m:r>
                                              <a:rPr lang="en-US" altLang="zh-CN" sz="2400">
                                                <a:solidFill>
                                                  <a:srgbClr val="000000"/>
                                                </a:solidFill>
                                                <a:latin typeface="Cambria Math" panose="02040503050406030204" pitchFamily="18" charset="0"/>
                                              </a:rPr>
                                              <m:t>−</m:t>
                                            </m:r>
                                            <m:r>
                                              <a:rPr lang="en-US" altLang="zh-CN" sz="2400">
                                                <a:solidFill>
                                                  <a:srgbClr val="000000"/>
                                                </a:solidFill>
                                                <a:latin typeface="Cambria Math" panose="02040503050406030204" pitchFamily="18" charset="0"/>
                                              </a:rPr>
                                              <m:t>𝟏</m:t>
                                            </m:r>
                                          </m:sub>
                                        </m:sSub>
                                        <m:sSup>
                                          <m:sSupPr>
                                            <m:ctrlPr>
                                              <a:rPr lang="zh-CN" altLang="en-US" sz="2400" i="1">
                                                <a:solidFill>
                                                  <a:srgbClr val="000000"/>
                                                </a:solidFill>
                                                <a:latin typeface="Cambria Math" panose="02040503050406030204" pitchFamily="18" charset="0"/>
                                              </a:rPr>
                                            </m:ctrlPr>
                                          </m:sSupPr>
                                          <m:e>
                                            <m:r>
                                              <a:rPr lang="zh-CN" altLang="en-US" sz="2400">
                                                <a:solidFill>
                                                  <a:srgbClr val="000000"/>
                                                </a:solidFill>
                                                <a:latin typeface="Cambria Math" panose="02040503050406030204" pitchFamily="18" charset="0"/>
                                              </a:rPr>
                                              <m:t>𝑝</m:t>
                                            </m:r>
                                          </m:e>
                                          <m:sup>
                                            <m:r>
                                              <a:rPr lang="zh-CN" altLang="en-US" sz="2400">
                                                <a:solidFill>
                                                  <a:srgbClr val="000000"/>
                                                </a:solidFill>
                                                <a:latin typeface="Cambria Math" panose="02040503050406030204" pitchFamily="18" charset="0"/>
                                              </a:rPr>
                                              <m:t>𝑚</m:t>
                                            </m:r>
                                            <m:r>
                                              <a:rPr lang="en-US" altLang="zh-CN" sz="2400" i="1">
                                                <a:solidFill>
                                                  <a:srgbClr val="000000"/>
                                                </a:solidFill>
                                                <a:latin typeface="Cambria Math" panose="02040503050406030204" pitchFamily="18" charset="0"/>
                                              </a:rPr>
                                              <m:t>−</m:t>
                                            </m:r>
                                            <m:r>
                                              <a:rPr lang="en-US" altLang="zh-CN" sz="2400" i="1">
                                                <a:solidFill>
                                                  <a:srgbClr val="000000"/>
                                                </a:solidFill>
                                                <a:latin typeface="Cambria Math" panose="02040503050406030204" pitchFamily="18" charset="0"/>
                                              </a:rPr>
                                              <m:t>1</m:t>
                                            </m:r>
                                          </m:sup>
                                        </m:sSup>
                                        <m:r>
                                          <a:rPr lang="zh-CN" altLang="en-US" sz="2400">
                                            <a:solidFill>
                                              <a:srgbClr val="000000"/>
                                            </a:solidFill>
                                            <a:latin typeface="Cambria Math" panose="02040503050406030204" pitchFamily="18" charset="0"/>
                                          </a:rPr>
                                          <m:t>+⋯+</m:t>
                                        </m:r>
                                        <m:sSub>
                                          <m:sSubPr>
                                            <m:ctrlPr>
                                              <a:rPr lang="zh-CN" altLang="en-US" sz="2400" i="1">
                                                <a:solidFill>
                                                  <a:srgbClr val="000000"/>
                                                </a:solidFill>
                                                <a:latin typeface="Cambria Math" panose="02040503050406030204" pitchFamily="18" charset="0"/>
                                              </a:rPr>
                                            </m:ctrlPr>
                                          </m:sSubPr>
                                          <m:e>
                                            <m:r>
                                              <a:rPr lang="zh-CN" altLang="en-US" sz="2400">
                                                <a:solidFill>
                                                  <a:srgbClr val="000000"/>
                                                </a:solidFill>
                                                <a:latin typeface="Cambria Math" panose="02040503050406030204" pitchFamily="18" charset="0"/>
                                              </a:rPr>
                                              <m:t>𝑏</m:t>
                                            </m:r>
                                          </m:e>
                                          <m:sub>
                                            <m:r>
                                              <a:rPr lang="zh-CN" altLang="en-US" sz="2400">
                                                <a:solidFill>
                                                  <a:srgbClr val="000000"/>
                                                </a:solidFill>
                                                <a:latin typeface="Cambria Math" panose="02040503050406030204" pitchFamily="18" charset="0"/>
                                              </a:rPr>
                                              <m:t>1</m:t>
                                            </m:r>
                                          </m:sub>
                                        </m:sSub>
                                        <m:r>
                                          <a:rPr lang="zh-CN" altLang="en-US" sz="2400">
                                            <a:solidFill>
                                              <a:srgbClr val="000000"/>
                                            </a:solidFill>
                                            <a:latin typeface="Cambria Math" panose="02040503050406030204" pitchFamily="18" charset="0"/>
                                          </a:rPr>
                                          <m:t>𝑝</m:t>
                                        </m:r>
                                        <m:r>
                                          <a:rPr lang="zh-CN" altLang="en-US" sz="2400">
                                            <a:solidFill>
                                              <a:srgbClr val="000000"/>
                                            </a:solidFill>
                                            <a:latin typeface="Cambria Math" panose="02040503050406030204" pitchFamily="18" charset="0"/>
                                          </a:rPr>
                                          <m:t>+</m:t>
                                        </m:r>
                                        <m:sSub>
                                          <m:sSubPr>
                                            <m:ctrlPr>
                                              <a:rPr lang="zh-CN" altLang="en-US" sz="2400" i="1">
                                                <a:solidFill>
                                                  <a:srgbClr val="000000"/>
                                                </a:solidFill>
                                                <a:latin typeface="Cambria Math" panose="02040503050406030204" pitchFamily="18" charset="0"/>
                                              </a:rPr>
                                            </m:ctrlPr>
                                          </m:sSubPr>
                                          <m:e>
                                            <m:r>
                                              <a:rPr lang="zh-CN" altLang="en-US" sz="2400">
                                                <a:solidFill>
                                                  <a:srgbClr val="000000"/>
                                                </a:solidFill>
                                                <a:latin typeface="Cambria Math" panose="02040503050406030204" pitchFamily="18" charset="0"/>
                                              </a:rPr>
                                              <m:t>𝑏</m:t>
                                            </m:r>
                                          </m:e>
                                          <m:sub>
                                            <m:r>
                                              <a:rPr lang="zh-CN" altLang="en-US" sz="2400">
                                                <a:solidFill>
                                                  <a:srgbClr val="000000"/>
                                                </a:solidFill>
                                                <a:latin typeface="Cambria Math" panose="02040503050406030204" pitchFamily="18" charset="0"/>
                                              </a:rPr>
                                              <m:t>0</m:t>
                                            </m:r>
                                          </m:sub>
                                        </m:sSub>
                                      </m:e>
                                    </m:d>
                                    <m:r>
                                      <a:rPr lang="en-US" altLang="zh-CN" sz="2400" b="1" i="1" smtClean="0">
                                        <a:solidFill>
                                          <a:srgbClr val="000000"/>
                                        </a:solidFill>
                                        <a:latin typeface="Cambria Math" panose="02040503050406030204" pitchFamily="18" charset="0"/>
                                      </a:rPr>
                                      <m:t>𝒒</m:t>
                                    </m:r>
                                    <m:r>
                                      <a:rPr lang="en-US" altLang="zh-CN" sz="2400" b="1" i="1" smtClean="0">
                                        <a:solidFill>
                                          <a:srgbClr val="000000"/>
                                        </a:solidFill>
                                        <a:latin typeface="Cambria Math" panose="02040503050406030204" pitchFamily="18" charset="0"/>
                                      </a:rPr>
                                      <m:t>(</m:t>
                                    </m:r>
                                    <m:r>
                                      <a:rPr lang="en-US" altLang="zh-CN" sz="2400" b="1" i="1" smtClean="0">
                                        <a:solidFill>
                                          <a:srgbClr val="000000"/>
                                        </a:solidFill>
                                        <a:latin typeface="Cambria Math" panose="02040503050406030204" pitchFamily="18" charset="0"/>
                                      </a:rPr>
                                      <m:t>𝒕</m:t>
                                    </m:r>
                                    <m:r>
                                      <a:rPr lang="en-US" altLang="zh-CN" sz="2400" b="1" i="1" smtClean="0">
                                        <a:solidFill>
                                          <a:srgbClr val="000000"/>
                                        </a:solidFill>
                                        <a:latin typeface="Cambria Math" panose="02040503050406030204" pitchFamily="18" charset="0"/>
                                      </a:rPr>
                                      <m:t>)</m:t>
                                    </m:r>
                                  </m:e>
                                </m:eqArr>
                              </m:e>
                              <m:e/>
                            </m:eqArr>
                          </m:e>
                        </m:mr>
                        <m:mr>
                          <m:e/>
                        </m:mr>
                      </m:m>
                    </m:oMath>
                  </m:oMathPara>
                </a14:m>
                <a:endParaRPr lang="zh-CN" altLang="en-US" dirty="0">
                  <a:solidFill>
                    <a:srgbClr val="000000"/>
                  </a:solidFill>
                </a:endParaRPr>
              </a:p>
            </p:txBody>
          </p:sp>
        </mc:Choice>
        <mc:Fallback>
          <p:sp>
            <p:nvSpPr>
              <p:cNvPr id="13" name="文本框 12"/>
              <p:cNvSpPr txBox="1">
                <a:spLocks noRot="1" noChangeAspect="1" noMove="1" noResize="1" noEditPoints="1" noAdjustHandles="1" noChangeArrowheads="1" noChangeShapeType="1" noTextEdit="1"/>
              </p:cNvSpPr>
              <p:nvPr/>
            </p:nvSpPr>
            <p:spPr>
              <a:xfrm>
                <a:off x="636905" y="3959860"/>
                <a:ext cx="9013190" cy="1282700"/>
              </a:xfrm>
              <a:prstGeom prst="rect">
                <a:avLst/>
              </a:prstGeom>
              <a:blipFill rotWithShape="1">
                <a:blip r:embed="rId3"/>
                <a:stretch>
                  <a:fillRect b="-20545"/>
                </a:stretch>
              </a:blipFill>
            </p:spPr>
            <p:txBody>
              <a:bodyPr/>
              <a:lstStyle/>
              <a:p>
                <a:r>
                  <a:rPr lang="zh-CN" altLang="en-US">
                    <a:noFill/>
                  </a:rPr>
                  <a:t> </a:t>
                </a:r>
              </a:p>
            </p:txBody>
          </p:sp>
        </mc:Fallback>
      </mc:AlternateContent>
      <p:sp>
        <p:nvSpPr>
          <p:cNvPr id="14" name="矩形 13"/>
          <p:cNvSpPr/>
          <p:nvPr/>
        </p:nvSpPr>
        <p:spPr>
          <a:xfrm>
            <a:off x="654911" y="5191241"/>
            <a:ext cx="1627369" cy="523220"/>
          </a:xfrm>
          <a:prstGeom prst="rect">
            <a:avLst/>
          </a:prstGeom>
        </p:spPr>
        <p:txBody>
          <a:bodyPr wrap="none">
            <a:spAutoFit/>
          </a:bodyPr>
          <a:lstStyle/>
          <a:p>
            <a:r>
              <a:rPr lang="zh-CN" altLang="en-US" sz="2800" dirty="0">
                <a:solidFill>
                  <a:schemeClr val="bg1"/>
                </a:solidFill>
              </a:rPr>
              <a:t>变形为：</a:t>
            </a:r>
            <a:endParaRPr lang="zh-CN" altLang="en-US" sz="2800" dirty="0">
              <a:solidFill>
                <a:schemeClr val="bg1"/>
              </a:solidFill>
            </a:endParaRPr>
          </a:p>
        </p:txBody>
      </p:sp>
      <mc:AlternateContent xmlns:mc="http://schemas.openxmlformats.org/markup-compatibility/2006">
        <mc:Choice xmlns:a14="http://schemas.microsoft.com/office/drawing/2010/main" Requires="a14">
          <p:sp>
            <p:nvSpPr>
              <p:cNvPr id="16" name="矩形 15"/>
              <p:cNvSpPr/>
              <p:nvPr/>
            </p:nvSpPr>
            <p:spPr>
              <a:xfrm>
                <a:off x="576750" y="5690889"/>
                <a:ext cx="9251834" cy="434340"/>
              </a:xfrm>
              <a:prstGeom prst="rect">
                <a:avLst/>
              </a:prstGeom>
            </p:spPr>
            <p:txBody>
              <a:bodyPr wrap="square">
                <a:spAutoFit/>
              </a:bodyPr>
              <a:lstStyle/>
              <a:p>
                <a14:m>
                  <m:oMath xmlns:m="http://schemas.openxmlformats.org/officeDocument/2006/math">
                    <m:sSup>
                      <m:sSupPr>
                        <m:ctrlPr>
                          <a:rPr lang="zh-CN" altLang="en-US" sz="2000" i="1" smtClean="0">
                            <a:solidFill>
                              <a:schemeClr val="bg1"/>
                            </a:solidFill>
                            <a:latin typeface="Cambria Math" panose="02040503050406030204" pitchFamily="18" charset="0"/>
                          </a:rPr>
                        </m:ctrlPr>
                      </m:sSupPr>
                      <m:e>
                        <m:r>
                          <a:rPr lang="zh-CN" altLang="en-US" sz="2000" i="1" smtClean="0">
                            <a:solidFill>
                              <a:schemeClr val="bg1"/>
                            </a:solidFill>
                            <a:latin typeface="Cambria Math" panose="02040503050406030204" pitchFamily="18" charset="0"/>
                          </a:rPr>
                          <m:t>𝑞</m:t>
                        </m:r>
                      </m:e>
                      <m:sup>
                        <m:d>
                          <m:dPr>
                            <m:ctrlPr>
                              <a:rPr lang="zh-CN" altLang="en-US" sz="2000" i="1" smtClean="0">
                                <a:solidFill>
                                  <a:schemeClr val="bg1"/>
                                </a:solidFill>
                                <a:latin typeface="Cambria Math" panose="02040503050406030204" pitchFamily="18" charset="0"/>
                              </a:rPr>
                            </m:ctrlPr>
                          </m:dPr>
                          <m:e>
                            <m:r>
                              <a:rPr lang="zh-CN" altLang="en-US" sz="2000" i="1" smtClean="0">
                                <a:solidFill>
                                  <a:schemeClr val="bg1"/>
                                </a:solidFill>
                                <a:latin typeface="Cambria Math" panose="02040503050406030204" pitchFamily="18" charset="0"/>
                              </a:rPr>
                              <m:t>𝑛</m:t>
                            </m:r>
                          </m:e>
                        </m:d>
                      </m:sup>
                    </m:sSup>
                    <m:d>
                      <m:dPr>
                        <m:ctrlPr>
                          <a:rPr lang="zh-CN" altLang="en-US" sz="2000" i="1" smtClean="0">
                            <a:solidFill>
                              <a:schemeClr val="bg1"/>
                            </a:solidFill>
                            <a:latin typeface="Cambria Math" panose="02040503050406030204" pitchFamily="18" charset="0"/>
                          </a:rPr>
                        </m:ctrlPr>
                      </m:dPr>
                      <m:e>
                        <m:r>
                          <a:rPr lang="zh-CN" altLang="en-US" sz="2000" i="1" smtClean="0">
                            <a:solidFill>
                              <a:schemeClr val="bg1"/>
                            </a:solidFill>
                            <a:latin typeface="Cambria Math" panose="02040503050406030204" pitchFamily="18" charset="0"/>
                          </a:rPr>
                          <m:t>𝑡</m:t>
                        </m:r>
                      </m:e>
                    </m:d>
                    <m:r>
                      <a:rPr lang="zh-CN" altLang="en-US" sz="2000" i="1" smtClean="0">
                        <a:solidFill>
                          <a:schemeClr val="bg1"/>
                        </a:solidFill>
                        <a:latin typeface="Cambria Math" panose="02040503050406030204" pitchFamily="18" charset="0"/>
                      </a:rPr>
                      <m:t>=</m:t>
                    </m:r>
                    <m:r>
                      <a:rPr lang="en-US" altLang="zh-CN" sz="2000" i="1" smtClean="0">
                        <a:solidFill>
                          <a:schemeClr val="bg1"/>
                        </a:solidFill>
                        <a:latin typeface="Cambria Math" panose="02040503050406030204" pitchFamily="18" charset="0"/>
                      </a:rPr>
                      <m:t>𝒆</m:t>
                    </m:r>
                    <m:d>
                      <m:dPr>
                        <m:ctrlPr>
                          <a:rPr lang="zh-CN" altLang="en-US" sz="2000" i="1" smtClean="0">
                            <a:solidFill>
                              <a:schemeClr val="bg1"/>
                            </a:solidFill>
                            <a:latin typeface="Cambria Math" panose="02040503050406030204" pitchFamily="18" charset="0"/>
                          </a:rPr>
                        </m:ctrlPr>
                      </m:dPr>
                      <m:e>
                        <m:r>
                          <a:rPr lang="zh-CN" altLang="en-US" sz="2000" i="1" smtClean="0">
                            <a:solidFill>
                              <a:schemeClr val="bg1"/>
                            </a:solidFill>
                            <a:latin typeface="Cambria Math" panose="02040503050406030204" pitchFamily="18" charset="0"/>
                          </a:rPr>
                          <m:t>𝑡</m:t>
                        </m:r>
                      </m:e>
                    </m:d>
                    <m:r>
                      <a:rPr lang="zh-CN" altLang="en-US" sz="2000" i="1" smtClean="0">
                        <a:solidFill>
                          <a:schemeClr val="bg1"/>
                        </a:solidFill>
                        <a:latin typeface="Cambria Math" panose="02040503050406030204" pitchFamily="18" charset="0"/>
                      </a:rPr>
                      <m:t>−</m:t>
                    </m:r>
                    <m:func>
                      <m:funcPr>
                        <m:ctrlPr>
                          <a:rPr lang="zh-CN" altLang="en-US" sz="2000" i="1" smtClean="0">
                            <a:solidFill>
                              <a:schemeClr val="bg1"/>
                            </a:solidFill>
                            <a:latin typeface="Cambria Math" panose="02040503050406030204" pitchFamily="18" charset="0"/>
                          </a:rPr>
                        </m:ctrlPr>
                      </m:funcPr>
                      <m:fName>
                        <m:r>
                          <a:rPr lang="en-US" altLang="zh-CN" sz="2000" b="1" i="1" smtClean="0">
                            <a:solidFill>
                              <a:schemeClr val="bg1"/>
                            </a:solidFill>
                            <a:latin typeface="Cambria Math" panose="02040503050406030204" pitchFamily="18" charset="0"/>
                          </a:rPr>
                          <m:t>𝒂</m:t>
                        </m:r>
                        <m:r>
                          <a:rPr lang="en-US" altLang="zh-CN" sz="2000" b="1" i="1" baseline="-25000" smtClean="0">
                            <a:solidFill>
                              <a:schemeClr val="bg1"/>
                            </a:solidFill>
                            <a:latin typeface="Cambria Math" panose="02040503050406030204" pitchFamily="18" charset="0"/>
                          </a:rPr>
                          <m:t>𝒏</m:t>
                        </m:r>
                        <m:r>
                          <a:rPr lang="en-US" altLang="zh-CN" sz="2000" i="1" baseline="-25000">
                            <a:solidFill>
                              <a:schemeClr val="bg1"/>
                            </a:solidFill>
                            <a:latin typeface="Cambria Math" panose="02040503050406030204" pitchFamily="18" charset="0"/>
                          </a:rPr>
                          <m:t>−</m:t>
                        </m:r>
                        <m:r>
                          <a:rPr lang="en-US" altLang="zh-CN" sz="2000" b="1" i="1" baseline="-25000" smtClean="0">
                            <a:solidFill>
                              <a:schemeClr val="bg1"/>
                            </a:solidFill>
                            <a:latin typeface="Cambria Math" panose="02040503050406030204" pitchFamily="18" charset="0"/>
                          </a:rPr>
                          <m:t>𝟏</m:t>
                        </m:r>
                      </m:fName>
                      <m:e>
                        <m:sSup>
                          <m:sSupPr>
                            <m:ctrlPr>
                              <a:rPr lang="zh-CN" altLang="en-US" sz="2000" i="1" smtClean="0">
                                <a:solidFill>
                                  <a:schemeClr val="bg1"/>
                                </a:solidFill>
                                <a:latin typeface="Cambria Math" panose="02040503050406030204" pitchFamily="18" charset="0"/>
                              </a:rPr>
                            </m:ctrlPr>
                          </m:sSupPr>
                          <m:e>
                            <m:r>
                              <a:rPr lang="zh-CN" altLang="en-US" sz="2000" i="1" smtClean="0">
                                <a:solidFill>
                                  <a:schemeClr val="bg1"/>
                                </a:solidFill>
                                <a:latin typeface="Cambria Math" panose="02040503050406030204" pitchFamily="18" charset="0"/>
                              </a:rPr>
                              <m:t>𝑞</m:t>
                            </m:r>
                          </m:e>
                          <m:sup>
                            <m:d>
                              <m:dPr>
                                <m:ctrlPr>
                                  <a:rPr lang="zh-CN" altLang="en-US" sz="2000" i="1" smtClean="0">
                                    <a:solidFill>
                                      <a:schemeClr val="bg1"/>
                                    </a:solidFill>
                                    <a:latin typeface="Cambria Math" panose="02040503050406030204" pitchFamily="18" charset="0"/>
                                  </a:rPr>
                                </m:ctrlPr>
                              </m:dPr>
                              <m:e>
                                <m:r>
                                  <a:rPr lang="zh-CN" altLang="en-US" sz="2000" i="1" smtClean="0">
                                    <a:solidFill>
                                      <a:schemeClr val="bg1"/>
                                    </a:solidFill>
                                    <a:latin typeface="Cambria Math" panose="02040503050406030204" pitchFamily="18" charset="0"/>
                                  </a:rPr>
                                  <m:t>𝑛</m:t>
                                </m:r>
                                <m:r>
                                  <a:rPr lang="zh-CN" altLang="en-US" sz="2000" i="1" smtClean="0">
                                    <a:solidFill>
                                      <a:schemeClr val="bg1"/>
                                    </a:solidFill>
                                    <a:latin typeface="Cambria Math" panose="02040503050406030204" pitchFamily="18" charset="0"/>
                                  </a:rPr>
                                  <m:t>−</m:t>
                                </m:r>
                                <m:r>
                                  <a:rPr lang="zh-CN" altLang="en-US" sz="2000" i="1" smtClean="0">
                                    <a:solidFill>
                                      <a:schemeClr val="bg1"/>
                                    </a:solidFill>
                                    <a:latin typeface="Cambria Math" panose="02040503050406030204" pitchFamily="18" charset="0"/>
                                  </a:rPr>
                                  <m:t>1</m:t>
                                </m:r>
                              </m:e>
                            </m:d>
                          </m:sup>
                        </m:sSup>
                        <m:d>
                          <m:dPr>
                            <m:ctrlPr>
                              <a:rPr lang="zh-CN" altLang="en-US" sz="2000" i="1" smtClean="0">
                                <a:solidFill>
                                  <a:schemeClr val="bg1"/>
                                </a:solidFill>
                                <a:latin typeface="Cambria Math" panose="02040503050406030204" pitchFamily="18" charset="0"/>
                              </a:rPr>
                            </m:ctrlPr>
                          </m:dPr>
                          <m:e>
                            <m:r>
                              <a:rPr lang="zh-CN" altLang="en-US" sz="2000" i="1" smtClean="0">
                                <a:solidFill>
                                  <a:schemeClr val="bg1"/>
                                </a:solidFill>
                                <a:latin typeface="Cambria Math" panose="02040503050406030204" pitchFamily="18" charset="0"/>
                              </a:rPr>
                              <m:t>𝑡</m:t>
                            </m:r>
                          </m:e>
                        </m:d>
                      </m:e>
                    </m:func>
                    <m:r>
                      <a:rPr lang="zh-CN" altLang="en-US" sz="2000" i="1" smtClean="0">
                        <a:solidFill>
                          <a:schemeClr val="bg1"/>
                        </a:solidFill>
                        <a:latin typeface="Cambria Math" panose="02040503050406030204" pitchFamily="18" charset="0"/>
                      </a:rPr>
                      <m:t>−</m:t>
                    </m:r>
                    <m:sSub>
                      <m:sSubPr>
                        <m:ctrlPr>
                          <a:rPr lang="zh-CN" altLang="en-US" sz="2000" i="1" smtClean="0">
                            <a:solidFill>
                              <a:schemeClr val="bg1"/>
                            </a:solidFill>
                            <a:latin typeface="Cambria Math" panose="02040503050406030204" pitchFamily="18" charset="0"/>
                          </a:rPr>
                        </m:ctrlPr>
                      </m:sSubPr>
                      <m:e>
                        <m:r>
                          <a:rPr lang="zh-CN" altLang="en-US" sz="2000" i="1" smtClean="0">
                            <a:solidFill>
                              <a:schemeClr val="bg1"/>
                            </a:solidFill>
                            <a:latin typeface="Cambria Math" panose="02040503050406030204" pitchFamily="18" charset="0"/>
                          </a:rPr>
                          <m:t>𝑎</m:t>
                        </m:r>
                      </m:e>
                      <m:sub>
                        <m:r>
                          <a:rPr lang="zh-CN" altLang="en-US" sz="2000" i="1" smtClean="0">
                            <a:solidFill>
                              <a:schemeClr val="bg1"/>
                            </a:solidFill>
                            <a:latin typeface="Cambria Math" panose="02040503050406030204" pitchFamily="18" charset="0"/>
                          </a:rPr>
                          <m:t>𝑛</m:t>
                        </m:r>
                        <m:r>
                          <a:rPr lang="zh-CN" altLang="en-US" sz="2000" i="1" smtClean="0">
                            <a:solidFill>
                              <a:schemeClr val="bg1"/>
                            </a:solidFill>
                            <a:latin typeface="Cambria Math" panose="02040503050406030204" pitchFamily="18" charset="0"/>
                          </a:rPr>
                          <m:t>−</m:t>
                        </m:r>
                        <m:r>
                          <a:rPr lang="zh-CN" altLang="en-US" sz="2000" i="1" smtClean="0">
                            <a:solidFill>
                              <a:schemeClr val="bg1"/>
                            </a:solidFill>
                            <a:latin typeface="Cambria Math" panose="02040503050406030204" pitchFamily="18" charset="0"/>
                          </a:rPr>
                          <m:t>2</m:t>
                        </m:r>
                      </m:sub>
                    </m:sSub>
                    <m:sSup>
                      <m:sSupPr>
                        <m:ctrlPr>
                          <a:rPr lang="zh-CN" altLang="en-US" sz="2000" i="1" smtClean="0">
                            <a:solidFill>
                              <a:schemeClr val="bg1"/>
                            </a:solidFill>
                            <a:latin typeface="Cambria Math" panose="02040503050406030204" pitchFamily="18" charset="0"/>
                          </a:rPr>
                        </m:ctrlPr>
                      </m:sSupPr>
                      <m:e>
                        <m:r>
                          <a:rPr lang="zh-CN" altLang="en-US" sz="2000" i="1" smtClean="0">
                            <a:solidFill>
                              <a:schemeClr val="bg1"/>
                            </a:solidFill>
                            <a:latin typeface="Cambria Math" panose="02040503050406030204" pitchFamily="18" charset="0"/>
                          </a:rPr>
                          <m:t>𝑞</m:t>
                        </m:r>
                      </m:e>
                      <m:sup>
                        <m:d>
                          <m:dPr>
                            <m:ctrlPr>
                              <a:rPr lang="zh-CN" altLang="en-US" sz="2000" i="1" smtClean="0">
                                <a:solidFill>
                                  <a:schemeClr val="bg1"/>
                                </a:solidFill>
                                <a:latin typeface="Cambria Math" panose="02040503050406030204" pitchFamily="18" charset="0"/>
                              </a:rPr>
                            </m:ctrlPr>
                          </m:dPr>
                          <m:e>
                            <m:r>
                              <a:rPr lang="zh-CN" altLang="en-US" sz="2000" i="1" smtClean="0">
                                <a:solidFill>
                                  <a:schemeClr val="bg1"/>
                                </a:solidFill>
                                <a:latin typeface="Cambria Math" panose="02040503050406030204" pitchFamily="18" charset="0"/>
                              </a:rPr>
                              <m:t>𝑛</m:t>
                            </m:r>
                            <m:r>
                              <a:rPr lang="zh-CN" altLang="en-US" sz="2000" i="1" smtClean="0">
                                <a:solidFill>
                                  <a:schemeClr val="bg1"/>
                                </a:solidFill>
                                <a:latin typeface="Cambria Math" panose="02040503050406030204" pitchFamily="18" charset="0"/>
                              </a:rPr>
                              <m:t>−</m:t>
                            </m:r>
                            <m:r>
                              <a:rPr lang="zh-CN" altLang="en-US" sz="2000" i="1" smtClean="0">
                                <a:solidFill>
                                  <a:schemeClr val="bg1"/>
                                </a:solidFill>
                                <a:latin typeface="Cambria Math" panose="02040503050406030204" pitchFamily="18" charset="0"/>
                              </a:rPr>
                              <m:t>2</m:t>
                            </m:r>
                          </m:e>
                        </m:d>
                      </m:sup>
                    </m:sSup>
                    <m:d>
                      <m:dPr>
                        <m:ctrlPr>
                          <a:rPr lang="zh-CN" altLang="en-US" sz="2000" i="1" smtClean="0">
                            <a:solidFill>
                              <a:schemeClr val="bg1"/>
                            </a:solidFill>
                            <a:latin typeface="Cambria Math" panose="02040503050406030204" pitchFamily="18" charset="0"/>
                          </a:rPr>
                        </m:ctrlPr>
                      </m:dPr>
                      <m:e>
                        <m:r>
                          <a:rPr lang="zh-CN" altLang="en-US" sz="2000" i="1" smtClean="0">
                            <a:solidFill>
                              <a:schemeClr val="bg1"/>
                            </a:solidFill>
                            <a:latin typeface="Cambria Math" panose="02040503050406030204" pitchFamily="18" charset="0"/>
                          </a:rPr>
                          <m:t>𝑡</m:t>
                        </m:r>
                      </m:e>
                    </m:d>
                    <m:r>
                      <a:rPr lang="en-US" altLang="zh-CN" sz="2000" i="1">
                        <a:solidFill>
                          <a:schemeClr val="bg1"/>
                        </a:solidFill>
                        <a:latin typeface="Cambria Math" panose="02040503050406030204" pitchFamily="18" charset="0"/>
                      </a:rPr>
                      <m:t>−</m:t>
                    </m:r>
                    <m:r>
                      <a:rPr lang="zh-CN" altLang="en-US" sz="2000" i="1" smtClean="0">
                        <a:solidFill>
                          <a:schemeClr val="bg1"/>
                        </a:solidFill>
                        <a:latin typeface="Cambria Math" panose="02040503050406030204" pitchFamily="18" charset="0"/>
                      </a:rPr>
                      <m:t>…</m:t>
                    </m:r>
                    <m:r>
                      <a:rPr lang="en-US" altLang="zh-CN" sz="2000" i="1">
                        <a:solidFill>
                          <a:schemeClr val="bg1"/>
                        </a:solidFill>
                        <a:latin typeface="Cambria Math" panose="02040503050406030204" pitchFamily="18" charset="0"/>
                      </a:rPr>
                      <m:t>−</m:t>
                    </m:r>
                    <m:sSub>
                      <m:sSubPr>
                        <m:ctrlPr>
                          <a:rPr lang="zh-CN" altLang="en-US" sz="2000" i="1" smtClean="0">
                            <a:solidFill>
                              <a:schemeClr val="bg1"/>
                            </a:solidFill>
                            <a:latin typeface="Cambria Math" panose="02040503050406030204" pitchFamily="18" charset="0"/>
                          </a:rPr>
                        </m:ctrlPr>
                      </m:sSubPr>
                      <m:e>
                        <m:r>
                          <a:rPr lang="zh-CN" altLang="en-US" sz="2000" i="1" smtClean="0">
                            <a:solidFill>
                              <a:schemeClr val="bg1"/>
                            </a:solidFill>
                            <a:latin typeface="Cambria Math" panose="02040503050406030204" pitchFamily="18" charset="0"/>
                          </a:rPr>
                          <m:t>𝑎</m:t>
                        </m:r>
                      </m:e>
                      <m:sub>
                        <m:r>
                          <a:rPr lang="zh-CN" altLang="en-US" sz="2000" i="1" smtClean="0">
                            <a:solidFill>
                              <a:schemeClr val="bg1"/>
                            </a:solidFill>
                            <a:latin typeface="Cambria Math" panose="02040503050406030204" pitchFamily="18" charset="0"/>
                          </a:rPr>
                          <m:t>1</m:t>
                        </m:r>
                      </m:sub>
                    </m:sSub>
                    <m:sSup>
                      <m:sSupPr>
                        <m:ctrlPr>
                          <a:rPr lang="zh-CN" altLang="en-US" sz="2000" i="1" smtClean="0">
                            <a:solidFill>
                              <a:schemeClr val="bg1"/>
                            </a:solidFill>
                            <a:latin typeface="Cambria Math" panose="02040503050406030204" pitchFamily="18" charset="0"/>
                          </a:rPr>
                        </m:ctrlPr>
                      </m:sSupPr>
                      <m:e>
                        <m:r>
                          <a:rPr lang="zh-CN" altLang="en-US" sz="2000" i="1" smtClean="0">
                            <a:solidFill>
                              <a:schemeClr val="bg1"/>
                            </a:solidFill>
                            <a:latin typeface="Cambria Math" panose="02040503050406030204" pitchFamily="18" charset="0"/>
                          </a:rPr>
                          <m:t>𝑞</m:t>
                        </m:r>
                      </m:e>
                      <m:sup>
                        <m:r>
                          <a:rPr lang="zh-CN" altLang="en-US" sz="2000" i="1" smtClean="0">
                            <a:solidFill>
                              <a:schemeClr val="bg1"/>
                            </a:solidFill>
                            <a:latin typeface="Cambria Math" panose="02040503050406030204" pitchFamily="18" charset="0"/>
                          </a:rPr>
                          <m:t>′</m:t>
                        </m:r>
                      </m:sup>
                    </m:sSup>
                    <m:d>
                      <m:dPr>
                        <m:ctrlPr>
                          <a:rPr lang="zh-CN" altLang="en-US" sz="2000" i="1" smtClean="0">
                            <a:solidFill>
                              <a:schemeClr val="bg1"/>
                            </a:solidFill>
                            <a:latin typeface="Cambria Math" panose="02040503050406030204" pitchFamily="18" charset="0"/>
                          </a:rPr>
                        </m:ctrlPr>
                      </m:dPr>
                      <m:e>
                        <m:r>
                          <a:rPr lang="zh-CN" altLang="en-US" sz="2000" i="1" smtClean="0">
                            <a:solidFill>
                              <a:schemeClr val="bg1"/>
                            </a:solidFill>
                            <a:latin typeface="Cambria Math" panose="02040503050406030204" pitchFamily="18" charset="0"/>
                          </a:rPr>
                          <m:t>𝑡</m:t>
                        </m:r>
                      </m:e>
                    </m:d>
                  </m:oMath>
                </a14:m>
                <a:r>
                  <a:rPr lang="en-US" altLang="zh-CN" sz="2000" dirty="0">
                    <a:solidFill>
                      <a:schemeClr val="bg1"/>
                    </a:solidFill>
                  </a:rPr>
                  <a:t>-</a:t>
                </a:r>
                <a:r>
                  <a:rPr lang="zh-CN" altLang="en-US" sz="2000" dirty="0">
                    <a:solidFill>
                      <a:schemeClr val="bg1"/>
                    </a:solidFill>
                  </a:rPr>
                  <a:t> </a:t>
                </a:r>
                <a14:m>
                  <m:oMath xmlns:m="http://schemas.openxmlformats.org/officeDocument/2006/math">
                    <m:sSub>
                      <m:sSubPr>
                        <m:ctrlPr>
                          <a:rPr lang="zh-CN" altLang="en-US" sz="2000" i="1">
                            <a:solidFill>
                              <a:schemeClr val="bg1"/>
                            </a:solidFill>
                            <a:latin typeface="Cambria Math" panose="02040503050406030204" pitchFamily="18" charset="0"/>
                          </a:rPr>
                        </m:ctrlPr>
                      </m:sSubPr>
                      <m:e>
                        <m:r>
                          <a:rPr lang="zh-CN" altLang="en-US" sz="2000" i="1">
                            <a:solidFill>
                              <a:schemeClr val="bg1"/>
                            </a:solidFill>
                            <a:latin typeface="Cambria Math" panose="02040503050406030204" pitchFamily="18" charset="0"/>
                          </a:rPr>
                          <m:t>𝑎</m:t>
                        </m:r>
                      </m:e>
                      <m:sub>
                        <m:r>
                          <a:rPr lang="en-US" altLang="zh-CN" sz="2000" i="1" smtClean="0">
                            <a:solidFill>
                              <a:schemeClr val="bg1"/>
                            </a:solidFill>
                            <a:latin typeface="Cambria Math" panose="02040503050406030204" pitchFamily="18" charset="0"/>
                          </a:rPr>
                          <m:t>0</m:t>
                        </m:r>
                      </m:sub>
                    </m:sSub>
                    <m:r>
                      <a:rPr lang="en-US" altLang="zh-CN" sz="2000" b="1" i="1" smtClean="0">
                        <a:solidFill>
                          <a:schemeClr val="bg1"/>
                        </a:solidFill>
                        <a:latin typeface="Cambria Math" panose="02040503050406030204" pitchFamily="18" charset="0"/>
                      </a:rPr>
                      <m:t>𝒒</m:t>
                    </m:r>
                    <m:d>
                      <m:dPr>
                        <m:ctrlPr>
                          <a:rPr lang="zh-CN" altLang="en-US" sz="2000" i="1">
                            <a:solidFill>
                              <a:schemeClr val="bg1"/>
                            </a:solidFill>
                            <a:latin typeface="Cambria Math" panose="02040503050406030204" pitchFamily="18" charset="0"/>
                          </a:rPr>
                        </m:ctrlPr>
                      </m:dPr>
                      <m:e>
                        <m:r>
                          <a:rPr lang="zh-CN" altLang="en-US" sz="2000" i="1">
                            <a:solidFill>
                              <a:schemeClr val="bg1"/>
                            </a:solidFill>
                            <a:latin typeface="Cambria Math" panose="02040503050406030204" pitchFamily="18" charset="0"/>
                          </a:rPr>
                          <m:t>𝑡</m:t>
                        </m:r>
                      </m:e>
                    </m:d>
                  </m:oMath>
                </a14:m>
                <a:endParaRPr lang="zh-CN" altLang="en-US" sz="2000" dirty="0">
                  <a:solidFill>
                    <a:schemeClr val="bg1"/>
                  </a:solidFill>
                </a:endParaRPr>
              </a:p>
            </p:txBody>
          </p:sp>
        </mc:Choice>
        <mc:Fallback>
          <p:sp>
            <p:nvSpPr>
              <p:cNvPr id="16" name="矩形 15"/>
              <p:cNvSpPr>
                <a:spLocks noRot="1" noChangeAspect="1" noMove="1" noResize="1" noEditPoints="1" noAdjustHandles="1" noChangeArrowheads="1" noChangeShapeType="1" noTextEdit="1"/>
              </p:cNvSpPr>
              <p:nvPr/>
            </p:nvSpPr>
            <p:spPr>
              <a:xfrm>
                <a:off x="576750" y="5690889"/>
                <a:ext cx="9251834" cy="434340"/>
              </a:xfrm>
              <a:prstGeom prst="rect">
                <a:avLst/>
              </a:prstGeom>
              <a:blipFill rotWithShape="1">
                <a:blip r:embed="rId4"/>
                <a:stretch>
                  <a:fillRect l="-2" t="-4" r="1" b="-434"/>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8" name="矩形 17"/>
              <p:cNvSpPr/>
              <p:nvPr/>
            </p:nvSpPr>
            <p:spPr>
              <a:xfrm>
                <a:off x="654911" y="6304243"/>
                <a:ext cx="8605934" cy="486672"/>
              </a:xfrm>
              <a:prstGeom prst="rect">
                <a:avLst/>
              </a:prstGeom>
              <a:solidFill>
                <a:schemeClr val="tx1"/>
              </a:solidFill>
            </p:spPr>
            <p:txBody>
              <a:bodyPr wrap="square">
                <a:spAutoFit/>
              </a:bodyPr>
              <a:lstStyle/>
              <a:p>
                <a14:m>
                  <m:oMath xmlns:m="http://schemas.openxmlformats.org/officeDocument/2006/math">
                    <m:r>
                      <m:rPr>
                        <m:sty m:val="p"/>
                      </m:rPr>
                      <a:rPr lang="en-US" altLang="zh-CN" sz="2400" i="1" smtClean="0">
                        <a:solidFill>
                          <a:schemeClr val="bg1"/>
                        </a:solidFill>
                        <a:latin typeface="Cambria Math" panose="02040503050406030204" pitchFamily="18" charset="0"/>
                      </a:rPr>
                      <m:t>r</m:t>
                    </m:r>
                    <m:d>
                      <m:dPr>
                        <m:ctrlPr>
                          <a:rPr lang="zh-CN" altLang="en-US" sz="2400" i="1">
                            <a:solidFill>
                              <a:schemeClr val="bg1"/>
                            </a:solidFill>
                            <a:latin typeface="Cambria Math" panose="02040503050406030204" pitchFamily="18" charset="0"/>
                          </a:rPr>
                        </m:ctrlPr>
                      </m:dPr>
                      <m:e>
                        <m:r>
                          <a:rPr lang="zh-CN" altLang="en-US" sz="2400" i="1">
                            <a:solidFill>
                              <a:schemeClr val="bg1"/>
                            </a:solidFill>
                            <a:latin typeface="Cambria Math" panose="02040503050406030204" pitchFamily="18" charset="0"/>
                          </a:rPr>
                          <m:t>𝑡</m:t>
                        </m:r>
                      </m:e>
                    </m:d>
                    <m:r>
                      <a:rPr lang="en-US" altLang="zh-CN" sz="2400" i="1">
                        <a:solidFill>
                          <a:schemeClr val="bg1"/>
                        </a:solidFill>
                        <a:latin typeface="Cambria Math" panose="02040503050406030204" pitchFamily="18" charset="0"/>
                      </a:rPr>
                      <m:t>=</m:t>
                    </m:r>
                    <m:sSub>
                      <m:sSubPr>
                        <m:ctrlPr>
                          <a:rPr lang="zh-CN" altLang="en-US" sz="2400" i="1">
                            <a:solidFill>
                              <a:schemeClr val="bg1"/>
                            </a:solidFill>
                            <a:latin typeface="Cambria Math" panose="02040503050406030204" pitchFamily="18" charset="0"/>
                          </a:rPr>
                        </m:ctrlPr>
                      </m:sSubPr>
                      <m:e>
                        <m:r>
                          <a:rPr lang="zh-CN" altLang="en-US" sz="2400">
                            <a:solidFill>
                              <a:schemeClr val="bg1"/>
                            </a:solidFill>
                            <a:latin typeface="Cambria Math" panose="02040503050406030204" pitchFamily="18" charset="0"/>
                          </a:rPr>
                          <m:t>𝑏</m:t>
                        </m:r>
                      </m:e>
                      <m:sub>
                        <m:r>
                          <a:rPr lang="zh-CN" altLang="en-US" sz="2400">
                            <a:solidFill>
                              <a:schemeClr val="bg1"/>
                            </a:solidFill>
                            <a:latin typeface="Cambria Math" panose="02040503050406030204" pitchFamily="18" charset="0"/>
                          </a:rPr>
                          <m:t>𝑚</m:t>
                        </m:r>
                      </m:sub>
                    </m:sSub>
                    <m:sSup>
                      <m:sSupPr>
                        <m:ctrlPr>
                          <a:rPr lang="zh-CN" altLang="en-US" sz="2400" i="1">
                            <a:solidFill>
                              <a:schemeClr val="bg1"/>
                            </a:solidFill>
                            <a:latin typeface="Cambria Math" panose="02040503050406030204" pitchFamily="18" charset="0"/>
                          </a:rPr>
                        </m:ctrlPr>
                      </m:sSupPr>
                      <m:e>
                        <m:r>
                          <a:rPr lang="en-US" altLang="zh-CN" sz="2400" i="1">
                            <a:solidFill>
                              <a:schemeClr val="bg1"/>
                            </a:solidFill>
                            <a:latin typeface="Cambria Math" panose="02040503050406030204" pitchFamily="18" charset="0"/>
                          </a:rPr>
                          <m:t>𝒒</m:t>
                        </m:r>
                      </m:e>
                      <m:sup>
                        <m:d>
                          <m:dPr>
                            <m:ctrlPr>
                              <a:rPr lang="en-US" altLang="zh-CN" sz="2400" i="1">
                                <a:solidFill>
                                  <a:schemeClr val="bg1"/>
                                </a:solidFill>
                                <a:latin typeface="Cambria Math" panose="02040503050406030204" pitchFamily="18" charset="0"/>
                              </a:rPr>
                            </m:ctrlPr>
                          </m:dPr>
                          <m:e>
                            <m:r>
                              <a:rPr lang="zh-CN" altLang="en-US" sz="2400">
                                <a:solidFill>
                                  <a:schemeClr val="bg1"/>
                                </a:solidFill>
                                <a:latin typeface="Cambria Math" panose="02040503050406030204" pitchFamily="18" charset="0"/>
                              </a:rPr>
                              <m:t>𝑚</m:t>
                            </m:r>
                          </m:e>
                        </m:d>
                      </m:sup>
                    </m:sSup>
                    <m:d>
                      <m:dPr>
                        <m:ctrlPr>
                          <a:rPr lang="en-US" altLang="zh-CN" sz="2400" i="1">
                            <a:solidFill>
                              <a:schemeClr val="bg1"/>
                            </a:solidFill>
                            <a:latin typeface="Cambria Math" panose="02040503050406030204" pitchFamily="18" charset="0"/>
                          </a:rPr>
                        </m:ctrlPr>
                      </m:dPr>
                      <m:e>
                        <m:r>
                          <a:rPr lang="en-US" altLang="zh-CN" sz="2400">
                            <a:solidFill>
                              <a:schemeClr val="bg1"/>
                            </a:solidFill>
                            <a:latin typeface="Cambria Math" panose="02040503050406030204" pitchFamily="18" charset="0"/>
                          </a:rPr>
                          <m:t>𝐭</m:t>
                        </m:r>
                      </m:e>
                    </m:d>
                    <m:r>
                      <a:rPr lang="zh-CN" altLang="en-US" sz="2400">
                        <a:solidFill>
                          <a:schemeClr val="bg1"/>
                        </a:solidFill>
                        <a:latin typeface="Cambria Math" panose="02040503050406030204" pitchFamily="18" charset="0"/>
                      </a:rPr>
                      <m:t>+</m:t>
                    </m:r>
                    <m:sSub>
                      <m:sSubPr>
                        <m:ctrlPr>
                          <a:rPr lang="zh-CN" altLang="en-US" sz="2400" i="1">
                            <a:solidFill>
                              <a:schemeClr val="bg1"/>
                            </a:solidFill>
                            <a:latin typeface="Cambria Math" panose="02040503050406030204" pitchFamily="18" charset="0"/>
                          </a:rPr>
                        </m:ctrlPr>
                      </m:sSubPr>
                      <m:e>
                        <m:r>
                          <a:rPr lang="zh-CN" altLang="en-US" sz="2400">
                            <a:solidFill>
                              <a:schemeClr val="bg1"/>
                            </a:solidFill>
                            <a:latin typeface="Cambria Math" panose="02040503050406030204" pitchFamily="18" charset="0"/>
                          </a:rPr>
                          <m:t>𝑏</m:t>
                        </m:r>
                      </m:e>
                      <m:sub>
                        <m:r>
                          <a:rPr lang="zh-CN" altLang="en-US" sz="2400">
                            <a:solidFill>
                              <a:schemeClr val="bg1"/>
                            </a:solidFill>
                            <a:latin typeface="Cambria Math" panose="02040503050406030204" pitchFamily="18" charset="0"/>
                          </a:rPr>
                          <m:t>𝑚</m:t>
                        </m:r>
                        <m:r>
                          <a:rPr lang="en-US" altLang="zh-CN" sz="2400">
                            <a:solidFill>
                              <a:schemeClr val="bg1"/>
                            </a:solidFill>
                            <a:latin typeface="Cambria Math" panose="02040503050406030204" pitchFamily="18" charset="0"/>
                          </a:rPr>
                          <m:t>−</m:t>
                        </m:r>
                        <m:r>
                          <a:rPr lang="en-US" altLang="zh-CN" sz="2400">
                            <a:solidFill>
                              <a:schemeClr val="bg1"/>
                            </a:solidFill>
                            <a:latin typeface="Cambria Math" panose="02040503050406030204" pitchFamily="18" charset="0"/>
                          </a:rPr>
                          <m:t>𝟏</m:t>
                        </m:r>
                      </m:sub>
                    </m:sSub>
                    <m:sSup>
                      <m:sSupPr>
                        <m:ctrlPr>
                          <a:rPr lang="zh-CN" altLang="en-US" sz="2400" i="1">
                            <a:solidFill>
                              <a:schemeClr val="bg1"/>
                            </a:solidFill>
                            <a:latin typeface="Cambria Math" panose="02040503050406030204" pitchFamily="18" charset="0"/>
                          </a:rPr>
                        </m:ctrlPr>
                      </m:sSupPr>
                      <m:e>
                        <m:r>
                          <a:rPr lang="en-US" altLang="zh-CN" sz="2400" i="1">
                            <a:solidFill>
                              <a:schemeClr val="bg1"/>
                            </a:solidFill>
                            <a:latin typeface="Cambria Math" panose="02040503050406030204" pitchFamily="18" charset="0"/>
                          </a:rPr>
                          <m:t>𝒒</m:t>
                        </m:r>
                      </m:e>
                      <m:sup>
                        <m:d>
                          <m:dPr>
                            <m:ctrlPr>
                              <a:rPr lang="en-US" altLang="zh-CN" sz="2400" i="1">
                                <a:solidFill>
                                  <a:schemeClr val="bg1"/>
                                </a:solidFill>
                                <a:latin typeface="Cambria Math" panose="02040503050406030204" pitchFamily="18" charset="0"/>
                              </a:rPr>
                            </m:ctrlPr>
                          </m:dPr>
                          <m:e>
                            <m:r>
                              <a:rPr lang="zh-CN" altLang="en-US" sz="2400">
                                <a:solidFill>
                                  <a:schemeClr val="bg1"/>
                                </a:solidFill>
                                <a:latin typeface="Cambria Math" panose="02040503050406030204" pitchFamily="18" charset="0"/>
                              </a:rPr>
                              <m:t>𝑚</m:t>
                            </m:r>
                            <m:r>
                              <a:rPr lang="en-US" altLang="zh-CN" sz="2400" i="1">
                                <a:solidFill>
                                  <a:schemeClr val="bg1"/>
                                </a:solidFill>
                                <a:latin typeface="Cambria Math" panose="02040503050406030204" pitchFamily="18" charset="0"/>
                              </a:rPr>
                              <m:t>−</m:t>
                            </m:r>
                            <m:r>
                              <a:rPr lang="en-US" altLang="zh-CN" sz="2400" i="1">
                                <a:solidFill>
                                  <a:schemeClr val="bg1"/>
                                </a:solidFill>
                                <a:latin typeface="Cambria Math" panose="02040503050406030204" pitchFamily="18" charset="0"/>
                              </a:rPr>
                              <m:t>1</m:t>
                            </m:r>
                          </m:e>
                        </m:d>
                      </m:sup>
                    </m:sSup>
                    <m:d>
                      <m:dPr>
                        <m:ctrlPr>
                          <a:rPr lang="en-US" altLang="zh-CN" sz="2400" i="1">
                            <a:solidFill>
                              <a:schemeClr val="bg1"/>
                            </a:solidFill>
                            <a:latin typeface="Cambria Math" panose="02040503050406030204" pitchFamily="18" charset="0"/>
                          </a:rPr>
                        </m:ctrlPr>
                      </m:dPr>
                      <m:e>
                        <m:r>
                          <a:rPr lang="en-US" altLang="zh-CN" sz="2400">
                            <a:solidFill>
                              <a:schemeClr val="bg1"/>
                            </a:solidFill>
                            <a:latin typeface="Cambria Math" panose="02040503050406030204" pitchFamily="18" charset="0"/>
                          </a:rPr>
                          <m:t>𝐭</m:t>
                        </m:r>
                      </m:e>
                    </m:d>
                    <m:r>
                      <a:rPr lang="en-US" altLang="zh-CN" sz="2400">
                        <a:solidFill>
                          <a:schemeClr val="bg1"/>
                        </a:solidFill>
                        <a:latin typeface="Cambria Math" panose="02040503050406030204" pitchFamily="18" charset="0"/>
                      </a:rPr>
                      <m:t>+⋯+</m:t>
                    </m:r>
                    <m:sSub>
                      <m:sSubPr>
                        <m:ctrlPr>
                          <a:rPr lang="zh-CN" altLang="en-US" sz="2400" i="1">
                            <a:solidFill>
                              <a:schemeClr val="bg1"/>
                            </a:solidFill>
                            <a:latin typeface="Cambria Math" panose="02040503050406030204" pitchFamily="18" charset="0"/>
                          </a:rPr>
                        </m:ctrlPr>
                      </m:sSubPr>
                      <m:e>
                        <m:r>
                          <a:rPr lang="zh-CN" altLang="en-US" sz="2400">
                            <a:solidFill>
                              <a:schemeClr val="bg1"/>
                            </a:solidFill>
                            <a:latin typeface="Cambria Math" panose="02040503050406030204" pitchFamily="18" charset="0"/>
                          </a:rPr>
                          <m:t>𝑏</m:t>
                        </m:r>
                      </m:e>
                      <m:sub>
                        <m:r>
                          <a:rPr lang="zh-CN" altLang="en-US" sz="2400">
                            <a:solidFill>
                              <a:schemeClr val="bg1"/>
                            </a:solidFill>
                            <a:latin typeface="Cambria Math" panose="02040503050406030204" pitchFamily="18" charset="0"/>
                          </a:rPr>
                          <m:t>1</m:t>
                        </m:r>
                      </m:sub>
                    </m:sSub>
                    <m:r>
                      <a:rPr lang="en-US" altLang="zh-CN" sz="2400" i="1">
                        <a:solidFill>
                          <a:schemeClr val="bg1"/>
                        </a:solidFill>
                        <a:latin typeface="Cambria Math" panose="02040503050406030204" pitchFamily="18" charset="0"/>
                      </a:rPr>
                      <m:t>𝒒</m:t>
                    </m:r>
                    <m:r>
                      <a:rPr lang="en-US" altLang="zh-CN" sz="2400" b="1" i="1" smtClean="0">
                        <a:solidFill>
                          <a:schemeClr val="bg1"/>
                        </a:solidFill>
                        <a:latin typeface="Cambria Math" panose="02040503050406030204" pitchFamily="18" charset="0"/>
                      </a:rPr>
                      <m:t>′</m:t>
                    </m:r>
                    <m:r>
                      <a:rPr lang="en-US" altLang="zh-CN" sz="2400" i="1">
                        <a:solidFill>
                          <a:schemeClr val="bg1"/>
                        </a:solidFill>
                        <a:latin typeface="Cambria Math" panose="02040503050406030204" pitchFamily="18" charset="0"/>
                      </a:rPr>
                      <m:t>(</m:t>
                    </m:r>
                    <m:r>
                      <a:rPr lang="en-US" altLang="zh-CN" sz="2400" i="1">
                        <a:solidFill>
                          <a:schemeClr val="bg1"/>
                        </a:solidFill>
                        <a:latin typeface="Cambria Math" panose="02040503050406030204" pitchFamily="18" charset="0"/>
                      </a:rPr>
                      <m:t>𝒕</m:t>
                    </m:r>
                    <m:r>
                      <a:rPr lang="en-US" altLang="zh-CN" sz="2400" i="1">
                        <a:solidFill>
                          <a:schemeClr val="bg1"/>
                        </a:solidFill>
                        <a:latin typeface="Cambria Math" panose="02040503050406030204" pitchFamily="18" charset="0"/>
                      </a:rPr>
                      <m:t>)</m:t>
                    </m:r>
                    <m:r>
                      <a:rPr lang="zh-CN" altLang="en-US" sz="2400">
                        <a:solidFill>
                          <a:schemeClr val="bg1"/>
                        </a:solidFill>
                        <a:latin typeface="Cambria Math" panose="02040503050406030204" pitchFamily="18" charset="0"/>
                      </a:rPr>
                      <m:t>+</m:t>
                    </m:r>
                    <m:sSub>
                      <m:sSubPr>
                        <m:ctrlPr>
                          <a:rPr lang="zh-CN" altLang="en-US" sz="2400" i="1">
                            <a:solidFill>
                              <a:schemeClr val="bg1"/>
                            </a:solidFill>
                            <a:latin typeface="Cambria Math" panose="02040503050406030204" pitchFamily="18" charset="0"/>
                          </a:rPr>
                        </m:ctrlPr>
                      </m:sSubPr>
                      <m:e>
                        <m:r>
                          <a:rPr lang="zh-CN" altLang="en-US" sz="2400">
                            <a:solidFill>
                              <a:schemeClr val="bg1"/>
                            </a:solidFill>
                            <a:latin typeface="Cambria Math" panose="02040503050406030204" pitchFamily="18" charset="0"/>
                          </a:rPr>
                          <m:t>𝑏</m:t>
                        </m:r>
                      </m:e>
                      <m:sub>
                        <m:r>
                          <a:rPr lang="zh-CN" altLang="en-US" sz="2400">
                            <a:solidFill>
                              <a:schemeClr val="bg1"/>
                            </a:solidFill>
                            <a:latin typeface="Cambria Math" panose="02040503050406030204" pitchFamily="18" charset="0"/>
                          </a:rPr>
                          <m:t>0</m:t>
                        </m:r>
                      </m:sub>
                    </m:sSub>
                    <m:r>
                      <a:rPr lang="en-US" altLang="zh-CN" sz="2400" i="1">
                        <a:solidFill>
                          <a:schemeClr val="bg1"/>
                        </a:solidFill>
                        <a:latin typeface="Cambria Math" panose="02040503050406030204" pitchFamily="18" charset="0"/>
                      </a:rPr>
                      <m:t>𝒒</m:t>
                    </m:r>
                    <m:r>
                      <a:rPr lang="en-US" altLang="zh-CN" sz="2400" i="1" smtClean="0">
                        <a:solidFill>
                          <a:schemeClr val="bg1"/>
                        </a:solidFill>
                        <a:latin typeface="Cambria Math" panose="02040503050406030204" pitchFamily="18" charset="0"/>
                      </a:rPr>
                      <m:t>(</m:t>
                    </m:r>
                    <m:r>
                      <a:rPr lang="en-US" altLang="zh-CN" sz="2400" i="1" smtClean="0">
                        <a:solidFill>
                          <a:schemeClr val="bg1"/>
                        </a:solidFill>
                        <a:latin typeface="Cambria Math" panose="02040503050406030204" pitchFamily="18" charset="0"/>
                      </a:rPr>
                      <m:t>𝒕</m:t>
                    </m:r>
                  </m:oMath>
                </a14:m>
                <a:r>
                  <a:rPr lang="en-US" altLang="zh-CN" sz="2400" dirty="0">
                    <a:solidFill>
                      <a:schemeClr val="bg1"/>
                    </a:solidFill>
                  </a:rPr>
                  <a:t>)</a:t>
                </a:r>
                <a:endParaRPr lang="zh-CN" altLang="en-US" sz="2400" dirty="0">
                  <a:solidFill>
                    <a:schemeClr val="bg1"/>
                  </a:solidFill>
                </a:endParaRPr>
              </a:p>
            </p:txBody>
          </p:sp>
        </mc:Choice>
        <mc:Fallback>
          <p:sp>
            <p:nvSpPr>
              <p:cNvPr id="18" name="矩形 17"/>
              <p:cNvSpPr>
                <a:spLocks noRot="1" noChangeAspect="1" noMove="1" noResize="1" noEditPoints="1" noAdjustHandles="1" noChangeArrowheads="1" noChangeShapeType="1" noTextEdit="1"/>
              </p:cNvSpPr>
              <p:nvPr/>
            </p:nvSpPr>
            <p:spPr>
              <a:xfrm>
                <a:off x="654911" y="6304243"/>
                <a:ext cx="8605934" cy="486672"/>
              </a:xfrm>
              <a:prstGeom prst="rect">
                <a:avLst/>
              </a:prstGeom>
              <a:blipFill rotWithShape="1">
                <a:blip r:embed="rId5"/>
                <a:stretch>
                  <a:fillRect l="-3" t="-123" b="46"/>
                </a:stretch>
              </a:blipFill>
            </p:spPr>
            <p:txBody>
              <a:bodyPr/>
              <a:lstStyle/>
              <a:p>
                <a:r>
                  <a:rPr lang="zh-CN" altLang="en-US">
                    <a:noFill/>
                  </a:rPr>
                  <a:t> </a:t>
                </a:r>
              </a:p>
            </p:txBody>
          </p:sp>
        </mc:Fallback>
      </mc:AlternateContent>
    </p:spTree>
  </p:cSld>
  <p:clrMapOvr>
    <a:masterClrMapping/>
  </p:clrMapOvr>
  <mc:AlternateContent xmlns:mc="http://schemas.openxmlformats.org/markup-compatibility/2006">
    <mc:Choice xmlns:p14="http://schemas.microsoft.com/office/powerpoint/2010/main" Requires="p14">
      <p:transition spd="slow" p14:dur="2000" advTm="136911"/>
    </mc:Choice>
    <mc:Fallback>
      <p:transition spd="slow" advTm="136911"/>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18"/>
                                        </p:tgtEl>
                                        <p:attrNameLst>
                                          <p:attrName>style.visibility</p:attrName>
                                        </p:attrNameLst>
                                      </p:cBhvr>
                                      <p:to>
                                        <p:strVal val="visible"/>
                                      </p:to>
                                    </p:set>
                                    <p:anim calcmode="lin" valueType="num">
                                      <p:cBhvr additive="base">
                                        <p:cTn id="23" dur="500" fill="hold"/>
                                        <p:tgtEl>
                                          <p:spTgt spid="18"/>
                                        </p:tgtEl>
                                        <p:attrNameLst>
                                          <p:attrName>ppt_x</p:attrName>
                                        </p:attrNameLst>
                                      </p:cBhvr>
                                      <p:tavLst>
                                        <p:tav tm="0">
                                          <p:val>
                                            <p:strVal val="#ppt_x"/>
                                          </p:val>
                                        </p:tav>
                                        <p:tav tm="100000">
                                          <p:val>
                                            <p:strVal val="#ppt_x"/>
                                          </p:val>
                                        </p:tav>
                                      </p:tavLst>
                                    </p:anim>
                                    <p:anim calcmode="lin" valueType="num">
                                      <p:cBhvr additive="base">
                                        <p:cTn id="24" dur="500" fill="hold"/>
                                        <p:tgtEl>
                                          <p:spTgt spid="1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2" grpId="1"/>
      <p:bldP spid="13" grpId="0"/>
      <p:bldP spid="13" grpId="1"/>
      <p:bldP spid="14" grpId="0"/>
      <p:bldP spid="14" grpId="1"/>
      <p:bldP spid="16" grpId="0"/>
      <p:bldP spid="16" grpId="1"/>
      <p:bldP spid="18" grpId="0" animBg="1"/>
      <p:bldP spid="18" grpId="1" animBg="1"/>
    </p:bldLst>
  </p:timing>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pPr>
              <a:defRPr/>
            </a:pPr>
            <a:fld id="{CDE3C319-EFBF-408E-BC26-8409C5A6E8D0}" type="datetime1">
              <a:rPr lang="zh-CN" altLang="en-US" smtClean="0"/>
            </a:fld>
            <a:endParaRPr lang="en-US" altLang="zh-CN"/>
          </a:p>
        </p:txBody>
      </p:sp>
      <mc:AlternateContent xmlns:mc="http://schemas.openxmlformats.org/markup-compatibility/2006">
        <mc:Choice xmlns:a14="http://schemas.microsoft.com/office/drawing/2010/main" Requires="a14">
          <p:sp>
            <p:nvSpPr>
              <p:cNvPr id="53" name="矩形 52"/>
              <p:cNvSpPr/>
              <p:nvPr/>
            </p:nvSpPr>
            <p:spPr>
              <a:xfrm>
                <a:off x="741045" y="577850"/>
                <a:ext cx="8394700" cy="434340"/>
              </a:xfrm>
              <a:prstGeom prst="rect">
                <a:avLst/>
              </a:prstGeom>
            </p:spPr>
            <p:txBody>
              <a:bodyPr wrap="square">
                <a:spAutoFit/>
              </a:bodyPr>
              <a:lstStyle/>
              <a:p>
                <a14:m>
                  <m:oMath xmlns:m="http://schemas.openxmlformats.org/officeDocument/2006/math">
                    <m:sSup>
                      <m:sSupPr>
                        <m:ctrlPr>
                          <a:rPr lang="zh-CN" altLang="en-US" sz="2000" i="1" smtClean="0">
                            <a:solidFill>
                              <a:schemeClr val="bg1"/>
                            </a:solidFill>
                            <a:latin typeface="Cambria Math" panose="02040503050406030204" pitchFamily="18" charset="0"/>
                          </a:rPr>
                        </m:ctrlPr>
                      </m:sSupPr>
                      <m:e>
                        <m:r>
                          <a:rPr lang="zh-CN" altLang="en-US" sz="2000" i="1" smtClean="0">
                            <a:solidFill>
                              <a:schemeClr val="bg1"/>
                            </a:solidFill>
                            <a:latin typeface="Cambria Math" panose="02040503050406030204" pitchFamily="18" charset="0"/>
                          </a:rPr>
                          <m:t>𝑞</m:t>
                        </m:r>
                      </m:e>
                      <m:sup>
                        <m:d>
                          <m:dPr>
                            <m:ctrlPr>
                              <a:rPr lang="zh-CN" altLang="en-US" sz="2000" i="1" smtClean="0">
                                <a:solidFill>
                                  <a:schemeClr val="bg1"/>
                                </a:solidFill>
                                <a:latin typeface="Cambria Math" panose="02040503050406030204" pitchFamily="18" charset="0"/>
                              </a:rPr>
                            </m:ctrlPr>
                          </m:dPr>
                          <m:e>
                            <m:r>
                              <a:rPr lang="zh-CN" altLang="en-US" sz="2000" i="1" smtClean="0">
                                <a:solidFill>
                                  <a:schemeClr val="bg1"/>
                                </a:solidFill>
                                <a:latin typeface="Cambria Math" panose="02040503050406030204" pitchFamily="18" charset="0"/>
                              </a:rPr>
                              <m:t>𝑛</m:t>
                            </m:r>
                          </m:e>
                        </m:d>
                      </m:sup>
                    </m:sSup>
                    <m:d>
                      <m:dPr>
                        <m:ctrlPr>
                          <a:rPr lang="zh-CN" altLang="en-US" sz="2000" i="1" smtClean="0">
                            <a:solidFill>
                              <a:schemeClr val="bg1"/>
                            </a:solidFill>
                            <a:latin typeface="Cambria Math" panose="02040503050406030204" pitchFamily="18" charset="0"/>
                          </a:rPr>
                        </m:ctrlPr>
                      </m:dPr>
                      <m:e>
                        <m:r>
                          <a:rPr lang="zh-CN" altLang="en-US" sz="2000" i="1" smtClean="0">
                            <a:solidFill>
                              <a:schemeClr val="bg1"/>
                            </a:solidFill>
                            <a:latin typeface="Cambria Math" panose="02040503050406030204" pitchFamily="18" charset="0"/>
                          </a:rPr>
                          <m:t>𝑡</m:t>
                        </m:r>
                      </m:e>
                    </m:d>
                    <m:r>
                      <a:rPr lang="zh-CN" altLang="en-US" sz="2000" i="1" smtClean="0">
                        <a:solidFill>
                          <a:schemeClr val="bg1"/>
                        </a:solidFill>
                        <a:latin typeface="Cambria Math" panose="02040503050406030204" pitchFamily="18" charset="0"/>
                      </a:rPr>
                      <m:t>=</m:t>
                    </m:r>
                    <m:r>
                      <a:rPr lang="en-US" altLang="zh-CN" sz="2000" i="1" smtClean="0">
                        <a:solidFill>
                          <a:schemeClr val="bg1"/>
                        </a:solidFill>
                        <a:latin typeface="Cambria Math" panose="02040503050406030204" pitchFamily="18" charset="0"/>
                      </a:rPr>
                      <m:t>𝒆</m:t>
                    </m:r>
                    <m:d>
                      <m:dPr>
                        <m:ctrlPr>
                          <a:rPr lang="zh-CN" altLang="en-US" sz="2000" i="1" smtClean="0">
                            <a:solidFill>
                              <a:schemeClr val="bg1"/>
                            </a:solidFill>
                            <a:latin typeface="Cambria Math" panose="02040503050406030204" pitchFamily="18" charset="0"/>
                          </a:rPr>
                        </m:ctrlPr>
                      </m:dPr>
                      <m:e>
                        <m:r>
                          <a:rPr lang="zh-CN" altLang="en-US" sz="2000" i="1" smtClean="0">
                            <a:solidFill>
                              <a:schemeClr val="bg1"/>
                            </a:solidFill>
                            <a:latin typeface="Cambria Math" panose="02040503050406030204" pitchFamily="18" charset="0"/>
                          </a:rPr>
                          <m:t>𝑡</m:t>
                        </m:r>
                      </m:e>
                    </m:d>
                    <m:r>
                      <a:rPr lang="zh-CN" altLang="en-US" sz="2000" i="1" smtClean="0">
                        <a:solidFill>
                          <a:schemeClr val="bg1"/>
                        </a:solidFill>
                        <a:latin typeface="Cambria Math" panose="02040503050406030204" pitchFamily="18" charset="0"/>
                      </a:rPr>
                      <m:t>−</m:t>
                    </m:r>
                    <m:func>
                      <m:funcPr>
                        <m:ctrlPr>
                          <a:rPr lang="zh-CN" altLang="en-US" sz="2000" i="1" smtClean="0">
                            <a:solidFill>
                              <a:schemeClr val="bg1"/>
                            </a:solidFill>
                            <a:latin typeface="Cambria Math" panose="02040503050406030204" pitchFamily="18" charset="0"/>
                          </a:rPr>
                        </m:ctrlPr>
                      </m:funcPr>
                      <m:fName>
                        <m:r>
                          <a:rPr lang="en-US" altLang="zh-CN" sz="2000" b="1" i="1" smtClean="0">
                            <a:solidFill>
                              <a:schemeClr val="bg1"/>
                            </a:solidFill>
                            <a:latin typeface="Cambria Math" panose="02040503050406030204" pitchFamily="18" charset="0"/>
                          </a:rPr>
                          <m:t>𝒂</m:t>
                        </m:r>
                        <m:r>
                          <a:rPr lang="en-US" altLang="zh-CN" sz="2000" b="1" i="1" baseline="-25000" smtClean="0">
                            <a:solidFill>
                              <a:schemeClr val="bg1"/>
                            </a:solidFill>
                            <a:latin typeface="Cambria Math" panose="02040503050406030204" pitchFamily="18" charset="0"/>
                          </a:rPr>
                          <m:t>𝒏</m:t>
                        </m:r>
                        <m:r>
                          <a:rPr lang="en-US" altLang="zh-CN" sz="2000" i="1" baseline="-25000">
                            <a:solidFill>
                              <a:schemeClr val="bg1"/>
                            </a:solidFill>
                            <a:latin typeface="Cambria Math" panose="02040503050406030204" pitchFamily="18" charset="0"/>
                          </a:rPr>
                          <m:t>−</m:t>
                        </m:r>
                        <m:r>
                          <a:rPr lang="en-US" altLang="zh-CN" sz="2000" b="1" i="1" baseline="-25000" smtClean="0">
                            <a:solidFill>
                              <a:schemeClr val="bg1"/>
                            </a:solidFill>
                            <a:latin typeface="Cambria Math" panose="02040503050406030204" pitchFamily="18" charset="0"/>
                          </a:rPr>
                          <m:t>𝟏</m:t>
                        </m:r>
                      </m:fName>
                      <m:e>
                        <m:sSup>
                          <m:sSupPr>
                            <m:ctrlPr>
                              <a:rPr lang="zh-CN" altLang="en-US" sz="2000" i="1" smtClean="0">
                                <a:solidFill>
                                  <a:schemeClr val="bg1"/>
                                </a:solidFill>
                                <a:latin typeface="Cambria Math" panose="02040503050406030204" pitchFamily="18" charset="0"/>
                              </a:rPr>
                            </m:ctrlPr>
                          </m:sSupPr>
                          <m:e>
                            <m:r>
                              <a:rPr lang="zh-CN" altLang="en-US" sz="2000" i="1" smtClean="0">
                                <a:solidFill>
                                  <a:schemeClr val="bg1"/>
                                </a:solidFill>
                                <a:latin typeface="Cambria Math" panose="02040503050406030204" pitchFamily="18" charset="0"/>
                              </a:rPr>
                              <m:t>𝑞</m:t>
                            </m:r>
                          </m:e>
                          <m:sup>
                            <m:d>
                              <m:dPr>
                                <m:ctrlPr>
                                  <a:rPr lang="zh-CN" altLang="en-US" sz="2000" i="1" smtClean="0">
                                    <a:solidFill>
                                      <a:schemeClr val="bg1"/>
                                    </a:solidFill>
                                    <a:latin typeface="Cambria Math" panose="02040503050406030204" pitchFamily="18" charset="0"/>
                                  </a:rPr>
                                </m:ctrlPr>
                              </m:dPr>
                              <m:e>
                                <m:r>
                                  <a:rPr lang="zh-CN" altLang="en-US" sz="2000" i="1" smtClean="0">
                                    <a:solidFill>
                                      <a:schemeClr val="bg1"/>
                                    </a:solidFill>
                                    <a:latin typeface="Cambria Math" panose="02040503050406030204" pitchFamily="18" charset="0"/>
                                  </a:rPr>
                                  <m:t>𝑛</m:t>
                                </m:r>
                                <m:r>
                                  <a:rPr lang="zh-CN" altLang="en-US" sz="2000" i="1" smtClean="0">
                                    <a:solidFill>
                                      <a:schemeClr val="bg1"/>
                                    </a:solidFill>
                                    <a:latin typeface="Cambria Math" panose="02040503050406030204" pitchFamily="18" charset="0"/>
                                  </a:rPr>
                                  <m:t>−</m:t>
                                </m:r>
                                <m:r>
                                  <a:rPr lang="zh-CN" altLang="en-US" sz="2000" i="1" smtClean="0">
                                    <a:solidFill>
                                      <a:schemeClr val="bg1"/>
                                    </a:solidFill>
                                    <a:latin typeface="Cambria Math" panose="02040503050406030204" pitchFamily="18" charset="0"/>
                                  </a:rPr>
                                  <m:t>1</m:t>
                                </m:r>
                              </m:e>
                            </m:d>
                          </m:sup>
                        </m:sSup>
                        <m:d>
                          <m:dPr>
                            <m:ctrlPr>
                              <a:rPr lang="zh-CN" altLang="en-US" sz="2000" i="1" smtClean="0">
                                <a:solidFill>
                                  <a:schemeClr val="bg1"/>
                                </a:solidFill>
                                <a:latin typeface="Cambria Math" panose="02040503050406030204" pitchFamily="18" charset="0"/>
                              </a:rPr>
                            </m:ctrlPr>
                          </m:dPr>
                          <m:e>
                            <m:r>
                              <a:rPr lang="zh-CN" altLang="en-US" sz="2000" i="1" smtClean="0">
                                <a:solidFill>
                                  <a:schemeClr val="bg1"/>
                                </a:solidFill>
                                <a:latin typeface="Cambria Math" panose="02040503050406030204" pitchFamily="18" charset="0"/>
                              </a:rPr>
                              <m:t>𝑡</m:t>
                            </m:r>
                          </m:e>
                        </m:d>
                      </m:e>
                    </m:func>
                    <m:r>
                      <a:rPr lang="zh-CN" altLang="en-US" sz="2000" i="1" smtClean="0">
                        <a:solidFill>
                          <a:schemeClr val="bg1"/>
                        </a:solidFill>
                        <a:latin typeface="Cambria Math" panose="02040503050406030204" pitchFamily="18" charset="0"/>
                      </a:rPr>
                      <m:t>−</m:t>
                    </m:r>
                    <m:sSub>
                      <m:sSubPr>
                        <m:ctrlPr>
                          <a:rPr lang="zh-CN" altLang="en-US" sz="2000" i="1" smtClean="0">
                            <a:solidFill>
                              <a:schemeClr val="bg1"/>
                            </a:solidFill>
                            <a:latin typeface="Cambria Math" panose="02040503050406030204" pitchFamily="18" charset="0"/>
                          </a:rPr>
                        </m:ctrlPr>
                      </m:sSubPr>
                      <m:e>
                        <m:r>
                          <a:rPr lang="zh-CN" altLang="en-US" sz="2000" i="1" smtClean="0">
                            <a:solidFill>
                              <a:schemeClr val="bg1"/>
                            </a:solidFill>
                            <a:latin typeface="Cambria Math" panose="02040503050406030204" pitchFamily="18" charset="0"/>
                          </a:rPr>
                          <m:t>𝑎</m:t>
                        </m:r>
                      </m:e>
                      <m:sub>
                        <m:r>
                          <a:rPr lang="zh-CN" altLang="en-US" sz="2000" i="1" smtClean="0">
                            <a:solidFill>
                              <a:schemeClr val="bg1"/>
                            </a:solidFill>
                            <a:latin typeface="Cambria Math" panose="02040503050406030204" pitchFamily="18" charset="0"/>
                          </a:rPr>
                          <m:t>𝑛</m:t>
                        </m:r>
                        <m:r>
                          <a:rPr lang="zh-CN" altLang="en-US" sz="2000" i="1" smtClean="0">
                            <a:solidFill>
                              <a:schemeClr val="bg1"/>
                            </a:solidFill>
                            <a:latin typeface="Cambria Math" panose="02040503050406030204" pitchFamily="18" charset="0"/>
                          </a:rPr>
                          <m:t>−</m:t>
                        </m:r>
                        <m:r>
                          <a:rPr lang="zh-CN" altLang="en-US" sz="2000" i="1" smtClean="0">
                            <a:solidFill>
                              <a:schemeClr val="bg1"/>
                            </a:solidFill>
                            <a:latin typeface="Cambria Math" panose="02040503050406030204" pitchFamily="18" charset="0"/>
                          </a:rPr>
                          <m:t>2</m:t>
                        </m:r>
                      </m:sub>
                    </m:sSub>
                    <m:sSup>
                      <m:sSupPr>
                        <m:ctrlPr>
                          <a:rPr lang="zh-CN" altLang="en-US" sz="2000" i="1" smtClean="0">
                            <a:solidFill>
                              <a:schemeClr val="bg1"/>
                            </a:solidFill>
                            <a:latin typeface="Cambria Math" panose="02040503050406030204" pitchFamily="18" charset="0"/>
                          </a:rPr>
                        </m:ctrlPr>
                      </m:sSupPr>
                      <m:e>
                        <m:r>
                          <a:rPr lang="zh-CN" altLang="en-US" sz="2000" i="1" smtClean="0">
                            <a:solidFill>
                              <a:schemeClr val="bg1"/>
                            </a:solidFill>
                            <a:latin typeface="Cambria Math" panose="02040503050406030204" pitchFamily="18" charset="0"/>
                          </a:rPr>
                          <m:t>𝑞</m:t>
                        </m:r>
                      </m:e>
                      <m:sup>
                        <m:d>
                          <m:dPr>
                            <m:ctrlPr>
                              <a:rPr lang="zh-CN" altLang="en-US" sz="2000" i="1" smtClean="0">
                                <a:solidFill>
                                  <a:schemeClr val="bg1"/>
                                </a:solidFill>
                                <a:latin typeface="Cambria Math" panose="02040503050406030204" pitchFamily="18" charset="0"/>
                              </a:rPr>
                            </m:ctrlPr>
                          </m:dPr>
                          <m:e>
                            <m:r>
                              <a:rPr lang="zh-CN" altLang="en-US" sz="2000" i="1" smtClean="0">
                                <a:solidFill>
                                  <a:schemeClr val="bg1"/>
                                </a:solidFill>
                                <a:latin typeface="Cambria Math" panose="02040503050406030204" pitchFamily="18" charset="0"/>
                              </a:rPr>
                              <m:t>𝑛</m:t>
                            </m:r>
                            <m:r>
                              <a:rPr lang="zh-CN" altLang="en-US" sz="2000" i="1" smtClean="0">
                                <a:solidFill>
                                  <a:schemeClr val="bg1"/>
                                </a:solidFill>
                                <a:latin typeface="Cambria Math" panose="02040503050406030204" pitchFamily="18" charset="0"/>
                              </a:rPr>
                              <m:t>−</m:t>
                            </m:r>
                            <m:r>
                              <a:rPr lang="zh-CN" altLang="en-US" sz="2000" i="1" smtClean="0">
                                <a:solidFill>
                                  <a:schemeClr val="bg1"/>
                                </a:solidFill>
                                <a:latin typeface="Cambria Math" panose="02040503050406030204" pitchFamily="18" charset="0"/>
                              </a:rPr>
                              <m:t>2</m:t>
                            </m:r>
                          </m:e>
                        </m:d>
                      </m:sup>
                    </m:sSup>
                    <m:d>
                      <m:dPr>
                        <m:ctrlPr>
                          <a:rPr lang="zh-CN" altLang="en-US" sz="2000" i="1" smtClean="0">
                            <a:solidFill>
                              <a:schemeClr val="bg1"/>
                            </a:solidFill>
                            <a:latin typeface="Cambria Math" panose="02040503050406030204" pitchFamily="18" charset="0"/>
                          </a:rPr>
                        </m:ctrlPr>
                      </m:dPr>
                      <m:e>
                        <m:r>
                          <a:rPr lang="zh-CN" altLang="en-US" sz="2000" i="1" smtClean="0">
                            <a:solidFill>
                              <a:schemeClr val="bg1"/>
                            </a:solidFill>
                            <a:latin typeface="Cambria Math" panose="02040503050406030204" pitchFamily="18" charset="0"/>
                          </a:rPr>
                          <m:t>𝑡</m:t>
                        </m:r>
                      </m:e>
                    </m:d>
                    <m:r>
                      <a:rPr lang="en-US" altLang="zh-CN" sz="2000" i="1">
                        <a:solidFill>
                          <a:schemeClr val="bg1"/>
                        </a:solidFill>
                        <a:latin typeface="Cambria Math" panose="02040503050406030204" pitchFamily="18" charset="0"/>
                      </a:rPr>
                      <m:t>−</m:t>
                    </m:r>
                    <m:r>
                      <a:rPr lang="zh-CN" altLang="en-US" sz="2000" i="1" smtClean="0">
                        <a:solidFill>
                          <a:schemeClr val="bg1"/>
                        </a:solidFill>
                        <a:latin typeface="Cambria Math" panose="02040503050406030204" pitchFamily="18" charset="0"/>
                      </a:rPr>
                      <m:t>…</m:t>
                    </m:r>
                    <m:r>
                      <a:rPr lang="en-US" altLang="zh-CN" sz="2000" i="1">
                        <a:solidFill>
                          <a:schemeClr val="bg1"/>
                        </a:solidFill>
                        <a:latin typeface="Cambria Math" panose="02040503050406030204" pitchFamily="18" charset="0"/>
                      </a:rPr>
                      <m:t>−</m:t>
                    </m:r>
                    <m:sSub>
                      <m:sSubPr>
                        <m:ctrlPr>
                          <a:rPr lang="zh-CN" altLang="en-US" sz="2000" i="1" smtClean="0">
                            <a:solidFill>
                              <a:schemeClr val="bg1"/>
                            </a:solidFill>
                            <a:latin typeface="Cambria Math" panose="02040503050406030204" pitchFamily="18" charset="0"/>
                          </a:rPr>
                        </m:ctrlPr>
                      </m:sSubPr>
                      <m:e>
                        <m:r>
                          <a:rPr lang="zh-CN" altLang="en-US" sz="2000" i="1" smtClean="0">
                            <a:solidFill>
                              <a:schemeClr val="bg1"/>
                            </a:solidFill>
                            <a:latin typeface="Cambria Math" panose="02040503050406030204" pitchFamily="18" charset="0"/>
                          </a:rPr>
                          <m:t>𝑎</m:t>
                        </m:r>
                      </m:e>
                      <m:sub>
                        <m:r>
                          <a:rPr lang="zh-CN" altLang="en-US" sz="2000" i="1" smtClean="0">
                            <a:solidFill>
                              <a:schemeClr val="bg1"/>
                            </a:solidFill>
                            <a:latin typeface="Cambria Math" panose="02040503050406030204" pitchFamily="18" charset="0"/>
                          </a:rPr>
                          <m:t>1</m:t>
                        </m:r>
                      </m:sub>
                    </m:sSub>
                    <m:sSup>
                      <m:sSupPr>
                        <m:ctrlPr>
                          <a:rPr lang="zh-CN" altLang="en-US" sz="2000" i="1" smtClean="0">
                            <a:solidFill>
                              <a:schemeClr val="bg1"/>
                            </a:solidFill>
                            <a:latin typeface="Cambria Math" panose="02040503050406030204" pitchFamily="18" charset="0"/>
                          </a:rPr>
                        </m:ctrlPr>
                      </m:sSupPr>
                      <m:e>
                        <m:r>
                          <a:rPr lang="zh-CN" altLang="en-US" sz="2000" i="1" smtClean="0">
                            <a:solidFill>
                              <a:schemeClr val="bg1"/>
                            </a:solidFill>
                            <a:latin typeface="Cambria Math" panose="02040503050406030204" pitchFamily="18" charset="0"/>
                          </a:rPr>
                          <m:t>𝑞</m:t>
                        </m:r>
                      </m:e>
                      <m:sup>
                        <m:r>
                          <a:rPr lang="zh-CN" altLang="en-US" sz="2000" i="1" smtClean="0">
                            <a:solidFill>
                              <a:schemeClr val="bg1"/>
                            </a:solidFill>
                            <a:latin typeface="Cambria Math" panose="02040503050406030204" pitchFamily="18" charset="0"/>
                          </a:rPr>
                          <m:t>′</m:t>
                        </m:r>
                      </m:sup>
                    </m:sSup>
                    <m:d>
                      <m:dPr>
                        <m:ctrlPr>
                          <a:rPr lang="zh-CN" altLang="en-US" sz="2000" i="1" smtClean="0">
                            <a:solidFill>
                              <a:schemeClr val="bg1"/>
                            </a:solidFill>
                            <a:latin typeface="Cambria Math" panose="02040503050406030204" pitchFamily="18" charset="0"/>
                          </a:rPr>
                        </m:ctrlPr>
                      </m:dPr>
                      <m:e>
                        <m:r>
                          <a:rPr lang="zh-CN" altLang="en-US" sz="2000" i="1" smtClean="0">
                            <a:solidFill>
                              <a:schemeClr val="bg1"/>
                            </a:solidFill>
                            <a:latin typeface="Cambria Math" panose="02040503050406030204" pitchFamily="18" charset="0"/>
                          </a:rPr>
                          <m:t>𝑡</m:t>
                        </m:r>
                      </m:e>
                    </m:d>
                  </m:oMath>
                </a14:m>
                <a:r>
                  <a:rPr lang="en-US" altLang="zh-CN" sz="2000" dirty="0">
                    <a:solidFill>
                      <a:schemeClr val="bg1"/>
                    </a:solidFill>
                  </a:rPr>
                  <a:t>-</a:t>
                </a:r>
                <a:r>
                  <a:rPr lang="zh-CN" altLang="en-US" sz="2000" dirty="0">
                    <a:solidFill>
                      <a:schemeClr val="bg1"/>
                    </a:solidFill>
                  </a:rPr>
                  <a:t> </a:t>
                </a:r>
                <a14:m>
                  <m:oMath xmlns:m="http://schemas.openxmlformats.org/officeDocument/2006/math">
                    <m:sSub>
                      <m:sSubPr>
                        <m:ctrlPr>
                          <a:rPr lang="zh-CN" altLang="en-US" sz="2000" i="1">
                            <a:solidFill>
                              <a:schemeClr val="bg1"/>
                            </a:solidFill>
                            <a:latin typeface="Cambria Math" panose="02040503050406030204" pitchFamily="18" charset="0"/>
                          </a:rPr>
                        </m:ctrlPr>
                      </m:sSubPr>
                      <m:e>
                        <m:r>
                          <a:rPr lang="zh-CN" altLang="en-US" sz="2000" i="1">
                            <a:solidFill>
                              <a:schemeClr val="bg1"/>
                            </a:solidFill>
                            <a:latin typeface="Cambria Math" panose="02040503050406030204" pitchFamily="18" charset="0"/>
                          </a:rPr>
                          <m:t>𝑎</m:t>
                        </m:r>
                      </m:e>
                      <m:sub>
                        <m:r>
                          <a:rPr lang="en-US" altLang="zh-CN" sz="2000" i="1" smtClean="0">
                            <a:solidFill>
                              <a:schemeClr val="bg1"/>
                            </a:solidFill>
                            <a:latin typeface="Cambria Math" panose="02040503050406030204" pitchFamily="18" charset="0"/>
                          </a:rPr>
                          <m:t>0</m:t>
                        </m:r>
                      </m:sub>
                    </m:sSub>
                    <m:r>
                      <a:rPr lang="en-US" altLang="zh-CN" sz="2000" b="1" i="1" smtClean="0">
                        <a:solidFill>
                          <a:schemeClr val="bg1"/>
                        </a:solidFill>
                        <a:latin typeface="Cambria Math" panose="02040503050406030204" pitchFamily="18" charset="0"/>
                      </a:rPr>
                      <m:t>𝒒</m:t>
                    </m:r>
                    <m:d>
                      <m:dPr>
                        <m:ctrlPr>
                          <a:rPr lang="zh-CN" altLang="en-US" sz="2000" i="1">
                            <a:solidFill>
                              <a:schemeClr val="bg1"/>
                            </a:solidFill>
                            <a:latin typeface="Cambria Math" panose="02040503050406030204" pitchFamily="18" charset="0"/>
                          </a:rPr>
                        </m:ctrlPr>
                      </m:dPr>
                      <m:e>
                        <m:r>
                          <a:rPr lang="zh-CN" altLang="en-US" sz="2000" i="1">
                            <a:solidFill>
                              <a:schemeClr val="bg1"/>
                            </a:solidFill>
                            <a:latin typeface="Cambria Math" panose="02040503050406030204" pitchFamily="18" charset="0"/>
                          </a:rPr>
                          <m:t>𝑡</m:t>
                        </m:r>
                      </m:e>
                    </m:d>
                  </m:oMath>
                </a14:m>
                <a:endParaRPr lang="zh-CN" altLang="en-US" sz="2000" i="1" dirty="0">
                  <a:solidFill>
                    <a:schemeClr val="bg1"/>
                  </a:solidFill>
                  <a:latin typeface="Cambria Math" panose="02040503050406030204" pitchFamily="18" charset="0"/>
                </a:endParaRPr>
              </a:p>
            </p:txBody>
          </p:sp>
        </mc:Choice>
        <mc:Fallback>
          <p:sp>
            <p:nvSpPr>
              <p:cNvPr id="53" name="矩形 52"/>
              <p:cNvSpPr>
                <a:spLocks noRot="1" noChangeAspect="1" noMove="1" noResize="1" noEditPoints="1" noAdjustHandles="1" noChangeArrowheads="1" noChangeShapeType="1" noTextEdit="1"/>
              </p:cNvSpPr>
              <p:nvPr/>
            </p:nvSpPr>
            <p:spPr>
              <a:xfrm>
                <a:off x="741045" y="577850"/>
                <a:ext cx="8394700" cy="434340"/>
              </a:xfrm>
              <a:prstGeom prst="rect">
                <a:avLst/>
              </a:prstGeom>
              <a:blipFill rotWithShape="1">
                <a:blip r:embed="rId1"/>
                <a:stretch>
                  <a:fillRect b="-439"/>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54" name="矩形 53"/>
              <p:cNvSpPr/>
              <p:nvPr/>
            </p:nvSpPr>
            <p:spPr>
              <a:xfrm>
                <a:off x="741045" y="1148080"/>
                <a:ext cx="8164830" cy="478155"/>
              </a:xfrm>
              <a:prstGeom prst="rect">
                <a:avLst/>
              </a:prstGeom>
              <a:solidFill>
                <a:schemeClr val="tx1"/>
              </a:solidFill>
            </p:spPr>
            <p:txBody>
              <a:bodyPr wrap="square">
                <a:spAutoFit/>
              </a:bodyPr>
              <a:lstStyle/>
              <a:p>
                <a14:m>
                  <m:oMath xmlns:m="http://schemas.openxmlformats.org/officeDocument/2006/math">
                    <m:r>
                      <m:rPr>
                        <m:sty m:val="p"/>
                      </m:rPr>
                      <a:rPr lang="en-US" altLang="zh-CN" sz="2400" i="1" smtClean="0">
                        <a:solidFill>
                          <a:schemeClr val="bg1"/>
                        </a:solidFill>
                        <a:latin typeface="Cambria Math" panose="02040503050406030204" pitchFamily="18" charset="0"/>
                      </a:rPr>
                      <m:t>r</m:t>
                    </m:r>
                    <m:d>
                      <m:dPr>
                        <m:ctrlPr>
                          <a:rPr lang="zh-CN" altLang="en-US" sz="2400" i="1">
                            <a:solidFill>
                              <a:schemeClr val="bg1"/>
                            </a:solidFill>
                            <a:latin typeface="Cambria Math" panose="02040503050406030204" pitchFamily="18" charset="0"/>
                          </a:rPr>
                        </m:ctrlPr>
                      </m:dPr>
                      <m:e>
                        <m:r>
                          <a:rPr lang="zh-CN" altLang="en-US" sz="2400" i="1">
                            <a:solidFill>
                              <a:schemeClr val="bg1"/>
                            </a:solidFill>
                            <a:latin typeface="Cambria Math" panose="02040503050406030204" pitchFamily="18" charset="0"/>
                          </a:rPr>
                          <m:t>𝑡</m:t>
                        </m:r>
                      </m:e>
                    </m:d>
                    <m:r>
                      <a:rPr lang="en-US" altLang="zh-CN" sz="2400" i="1">
                        <a:solidFill>
                          <a:schemeClr val="bg1"/>
                        </a:solidFill>
                        <a:latin typeface="Cambria Math" panose="02040503050406030204" pitchFamily="18" charset="0"/>
                      </a:rPr>
                      <m:t>=</m:t>
                    </m:r>
                    <m:sSub>
                      <m:sSubPr>
                        <m:ctrlPr>
                          <a:rPr lang="zh-CN" altLang="en-US" sz="2400" i="1">
                            <a:solidFill>
                              <a:schemeClr val="bg1"/>
                            </a:solidFill>
                            <a:latin typeface="Cambria Math" panose="02040503050406030204" pitchFamily="18" charset="0"/>
                          </a:rPr>
                        </m:ctrlPr>
                      </m:sSubPr>
                      <m:e>
                        <m:r>
                          <a:rPr lang="zh-CN" altLang="en-US" sz="2400">
                            <a:solidFill>
                              <a:schemeClr val="bg1"/>
                            </a:solidFill>
                            <a:latin typeface="Cambria Math" panose="02040503050406030204" pitchFamily="18" charset="0"/>
                          </a:rPr>
                          <m:t>𝑏</m:t>
                        </m:r>
                      </m:e>
                      <m:sub>
                        <m:r>
                          <a:rPr lang="en-US" altLang="zh-CN" sz="2400" b="1" i="1" smtClean="0">
                            <a:solidFill>
                              <a:schemeClr val="bg1"/>
                            </a:solidFill>
                            <a:latin typeface="Cambria Math" panose="02040503050406030204" pitchFamily="18" charset="0"/>
                          </a:rPr>
                          <m:t>𝒏</m:t>
                        </m:r>
                      </m:sub>
                    </m:sSub>
                    <m:sSup>
                      <m:sSupPr>
                        <m:ctrlPr>
                          <a:rPr lang="zh-CN" altLang="en-US" sz="2400" i="1">
                            <a:solidFill>
                              <a:schemeClr val="bg1"/>
                            </a:solidFill>
                            <a:latin typeface="Cambria Math" panose="02040503050406030204" pitchFamily="18" charset="0"/>
                          </a:rPr>
                        </m:ctrlPr>
                      </m:sSupPr>
                      <m:e>
                        <m:r>
                          <a:rPr lang="en-US" altLang="zh-CN" sz="2400" i="1">
                            <a:solidFill>
                              <a:schemeClr val="bg1"/>
                            </a:solidFill>
                            <a:latin typeface="Cambria Math" panose="02040503050406030204" pitchFamily="18" charset="0"/>
                          </a:rPr>
                          <m:t>𝒒</m:t>
                        </m:r>
                      </m:e>
                      <m:sup>
                        <m:d>
                          <m:dPr>
                            <m:ctrlPr>
                              <a:rPr lang="en-US" altLang="zh-CN" sz="2400" i="1">
                                <a:solidFill>
                                  <a:schemeClr val="bg1"/>
                                </a:solidFill>
                                <a:latin typeface="Cambria Math" panose="02040503050406030204" pitchFamily="18" charset="0"/>
                              </a:rPr>
                            </m:ctrlPr>
                          </m:dPr>
                          <m:e>
                            <m:r>
                              <a:rPr lang="en-US" altLang="zh-CN" sz="2400" b="1" i="1" smtClean="0">
                                <a:solidFill>
                                  <a:schemeClr val="bg1"/>
                                </a:solidFill>
                                <a:latin typeface="Cambria Math" panose="02040503050406030204" pitchFamily="18" charset="0"/>
                              </a:rPr>
                              <m:t>𝒏</m:t>
                            </m:r>
                          </m:e>
                        </m:d>
                      </m:sup>
                    </m:sSup>
                    <m:d>
                      <m:dPr>
                        <m:ctrlPr>
                          <a:rPr lang="en-US" altLang="zh-CN" sz="2400" i="1">
                            <a:solidFill>
                              <a:schemeClr val="bg1"/>
                            </a:solidFill>
                            <a:latin typeface="Cambria Math" panose="02040503050406030204" pitchFamily="18" charset="0"/>
                          </a:rPr>
                        </m:ctrlPr>
                      </m:dPr>
                      <m:e>
                        <m:r>
                          <a:rPr lang="en-US" altLang="zh-CN" sz="2400">
                            <a:solidFill>
                              <a:schemeClr val="bg1"/>
                            </a:solidFill>
                            <a:latin typeface="Cambria Math" panose="02040503050406030204" pitchFamily="18" charset="0"/>
                          </a:rPr>
                          <m:t>𝐭</m:t>
                        </m:r>
                      </m:e>
                    </m:d>
                    <m:r>
                      <a:rPr lang="zh-CN" altLang="en-US" sz="2400">
                        <a:solidFill>
                          <a:schemeClr val="bg1"/>
                        </a:solidFill>
                        <a:latin typeface="Cambria Math" panose="02040503050406030204" pitchFamily="18" charset="0"/>
                      </a:rPr>
                      <m:t>+</m:t>
                    </m:r>
                    <m:sSub>
                      <m:sSubPr>
                        <m:ctrlPr>
                          <a:rPr lang="zh-CN" altLang="en-US" sz="2400" i="1">
                            <a:solidFill>
                              <a:schemeClr val="bg1"/>
                            </a:solidFill>
                            <a:latin typeface="Cambria Math" panose="02040503050406030204" pitchFamily="18" charset="0"/>
                          </a:rPr>
                        </m:ctrlPr>
                      </m:sSubPr>
                      <m:e>
                        <m:r>
                          <a:rPr lang="zh-CN" altLang="en-US" sz="2400">
                            <a:solidFill>
                              <a:schemeClr val="bg1"/>
                            </a:solidFill>
                            <a:latin typeface="Cambria Math" panose="02040503050406030204" pitchFamily="18" charset="0"/>
                          </a:rPr>
                          <m:t>𝑏</m:t>
                        </m:r>
                      </m:e>
                      <m:sub>
                        <m:r>
                          <a:rPr lang="en-US" altLang="zh-CN" sz="2400" b="1" i="0" smtClean="0">
                            <a:solidFill>
                              <a:schemeClr val="bg1"/>
                            </a:solidFill>
                            <a:latin typeface="Cambria Math" panose="02040503050406030204" pitchFamily="18" charset="0"/>
                          </a:rPr>
                          <m:t>𝐧</m:t>
                        </m:r>
                        <m:r>
                          <a:rPr lang="en-US" altLang="zh-CN" sz="2400">
                            <a:solidFill>
                              <a:schemeClr val="bg1"/>
                            </a:solidFill>
                            <a:latin typeface="Cambria Math" panose="02040503050406030204" pitchFamily="18" charset="0"/>
                          </a:rPr>
                          <m:t>−</m:t>
                        </m:r>
                        <m:r>
                          <a:rPr lang="en-US" altLang="zh-CN" sz="2400">
                            <a:solidFill>
                              <a:schemeClr val="bg1"/>
                            </a:solidFill>
                            <a:latin typeface="Cambria Math" panose="02040503050406030204" pitchFamily="18" charset="0"/>
                          </a:rPr>
                          <m:t>𝟏</m:t>
                        </m:r>
                      </m:sub>
                    </m:sSub>
                    <m:sSup>
                      <m:sSupPr>
                        <m:ctrlPr>
                          <a:rPr lang="zh-CN" altLang="en-US" sz="2400" i="1">
                            <a:solidFill>
                              <a:schemeClr val="bg1"/>
                            </a:solidFill>
                            <a:latin typeface="Cambria Math" panose="02040503050406030204" pitchFamily="18" charset="0"/>
                          </a:rPr>
                        </m:ctrlPr>
                      </m:sSupPr>
                      <m:e>
                        <m:r>
                          <a:rPr lang="en-US" altLang="zh-CN" sz="2400" i="1">
                            <a:solidFill>
                              <a:schemeClr val="bg1"/>
                            </a:solidFill>
                            <a:latin typeface="Cambria Math" panose="02040503050406030204" pitchFamily="18" charset="0"/>
                          </a:rPr>
                          <m:t>𝒒</m:t>
                        </m:r>
                      </m:e>
                      <m:sup>
                        <m:d>
                          <m:dPr>
                            <m:ctrlPr>
                              <a:rPr lang="en-US" altLang="zh-CN" sz="2400" i="1">
                                <a:solidFill>
                                  <a:schemeClr val="bg1"/>
                                </a:solidFill>
                                <a:latin typeface="Cambria Math" panose="02040503050406030204" pitchFamily="18" charset="0"/>
                              </a:rPr>
                            </m:ctrlPr>
                          </m:dPr>
                          <m:e>
                            <m:r>
                              <a:rPr lang="en-US" altLang="zh-CN" sz="2400" b="1" i="1" smtClean="0">
                                <a:solidFill>
                                  <a:schemeClr val="bg1"/>
                                </a:solidFill>
                                <a:latin typeface="Cambria Math" panose="02040503050406030204" pitchFamily="18" charset="0"/>
                              </a:rPr>
                              <m:t>𝒏</m:t>
                            </m:r>
                            <m:r>
                              <a:rPr lang="en-US" altLang="zh-CN" sz="2400" i="1">
                                <a:solidFill>
                                  <a:schemeClr val="bg1"/>
                                </a:solidFill>
                                <a:latin typeface="Cambria Math" panose="02040503050406030204" pitchFamily="18" charset="0"/>
                              </a:rPr>
                              <m:t>−</m:t>
                            </m:r>
                            <m:r>
                              <a:rPr lang="en-US" altLang="zh-CN" sz="2400" i="1">
                                <a:solidFill>
                                  <a:schemeClr val="bg1"/>
                                </a:solidFill>
                                <a:latin typeface="Cambria Math" panose="02040503050406030204" pitchFamily="18" charset="0"/>
                              </a:rPr>
                              <m:t>1</m:t>
                            </m:r>
                          </m:e>
                        </m:d>
                      </m:sup>
                    </m:sSup>
                    <m:r>
                      <a:rPr lang="en-US" altLang="zh-CN" sz="2400" i="1">
                        <a:solidFill>
                          <a:schemeClr val="bg1"/>
                        </a:solidFill>
                        <a:latin typeface="Cambria Math" panose="02040503050406030204" pitchFamily="18" charset="0"/>
                      </a:rPr>
                      <m:t>(</m:t>
                    </m:r>
                    <m:r>
                      <a:rPr lang="en-US" altLang="zh-CN" sz="2400">
                        <a:solidFill>
                          <a:schemeClr val="bg1"/>
                        </a:solidFill>
                        <a:latin typeface="Cambria Math" panose="02040503050406030204" pitchFamily="18" charset="0"/>
                      </a:rPr>
                      <m:t>𝐭</m:t>
                    </m:r>
                    <m:r>
                      <a:rPr lang="en-US" altLang="zh-CN" sz="2400">
                        <a:solidFill>
                          <a:schemeClr val="bg1"/>
                        </a:solidFill>
                        <a:latin typeface="Cambria Math" panose="02040503050406030204" pitchFamily="18" charset="0"/>
                      </a:rPr>
                      <m:t>)+⋯+</m:t>
                    </m:r>
                    <m:sSub>
                      <m:sSubPr>
                        <m:ctrlPr>
                          <a:rPr lang="zh-CN" altLang="en-US" sz="2400" i="1">
                            <a:solidFill>
                              <a:schemeClr val="bg1"/>
                            </a:solidFill>
                            <a:latin typeface="Cambria Math" panose="02040503050406030204" pitchFamily="18" charset="0"/>
                          </a:rPr>
                        </m:ctrlPr>
                      </m:sSubPr>
                      <m:e>
                        <m:r>
                          <a:rPr lang="zh-CN" altLang="en-US" sz="2400">
                            <a:solidFill>
                              <a:schemeClr val="bg1"/>
                            </a:solidFill>
                            <a:latin typeface="Cambria Math" panose="02040503050406030204" pitchFamily="18" charset="0"/>
                          </a:rPr>
                          <m:t>𝑏</m:t>
                        </m:r>
                      </m:e>
                      <m:sub>
                        <m:r>
                          <a:rPr lang="zh-CN" altLang="en-US" sz="2400">
                            <a:solidFill>
                              <a:schemeClr val="bg1"/>
                            </a:solidFill>
                            <a:latin typeface="Cambria Math" panose="02040503050406030204" pitchFamily="18" charset="0"/>
                          </a:rPr>
                          <m:t>1</m:t>
                        </m:r>
                      </m:sub>
                    </m:sSub>
                    <m:r>
                      <a:rPr lang="en-US" altLang="zh-CN" sz="2400" i="1">
                        <a:solidFill>
                          <a:schemeClr val="bg1"/>
                        </a:solidFill>
                        <a:latin typeface="Cambria Math" panose="02040503050406030204" pitchFamily="18" charset="0"/>
                      </a:rPr>
                      <m:t>𝒒</m:t>
                    </m:r>
                    <m:r>
                      <a:rPr lang="zh-CN" altLang="en-US" sz="2400" i="1">
                        <a:solidFill>
                          <a:schemeClr val="bg1"/>
                        </a:solidFill>
                        <a:latin typeface="Cambria Math" panose="02040503050406030204" pitchFamily="18" charset="0"/>
                      </a:rPr>
                      <m:t>’</m:t>
                    </m:r>
                    <m:r>
                      <a:rPr lang="en-US" altLang="zh-CN" sz="2400" i="1">
                        <a:solidFill>
                          <a:schemeClr val="bg1"/>
                        </a:solidFill>
                        <a:latin typeface="Cambria Math" panose="02040503050406030204" pitchFamily="18" charset="0"/>
                      </a:rPr>
                      <m:t>(</m:t>
                    </m:r>
                    <m:r>
                      <a:rPr lang="en-US" altLang="zh-CN" sz="2400" i="1">
                        <a:solidFill>
                          <a:schemeClr val="bg1"/>
                        </a:solidFill>
                        <a:latin typeface="Cambria Math" panose="02040503050406030204" pitchFamily="18" charset="0"/>
                      </a:rPr>
                      <m:t>𝒕</m:t>
                    </m:r>
                    <m:r>
                      <a:rPr lang="en-US" altLang="zh-CN" sz="2400" i="1">
                        <a:solidFill>
                          <a:schemeClr val="bg1"/>
                        </a:solidFill>
                        <a:latin typeface="Cambria Math" panose="02040503050406030204" pitchFamily="18" charset="0"/>
                      </a:rPr>
                      <m:t>)</m:t>
                    </m:r>
                    <m:r>
                      <a:rPr lang="zh-CN" altLang="en-US" sz="2400">
                        <a:solidFill>
                          <a:schemeClr val="bg1"/>
                        </a:solidFill>
                        <a:latin typeface="Cambria Math" panose="02040503050406030204" pitchFamily="18" charset="0"/>
                      </a:rPr>
                      <m:t>+</m:t>
                    </m:r>
                    <m:sSub>
                      <m:sSubPr>
                        <m:ctrlPr>
                          <a:rPr lang="zh-CN" altLang="en-US" sz="2400" i="1">
                            <a:solidFill>
                              <a:schemeClr val="bg1"/>
                            </a:solidFill>
                            <a:latin typeface="Cambria Math" panose="02040503050406030204" pitchFamily="18" charset="0"/>
                          </a:rPr>
                        </m:ctrlPr>
                      </m:sSubPr>
                      <m:e>
                        <m:r>
                          <a:rPr lang="zh-CN" altLang="en-US" sz="2400">
                            <a:solidFill>
                              <a:schemeClr val="bg1"/>
                            </a:solidFill>
                            <a:latin typeface="Cambria Math" panose="02040503050406030204" pitchFamily="18" charset="0"/>
                          </a:rPr>
                          <m:t>𝑏</m:t>
                        </m:r>
                      </m:e>
                      <m:sub>
                        <m:r>
                          <a:rPr lang="zh-CN" altLang="en-US" sz="2400">
                            <a:solidFill>
                              <a:schemeClr val="bg1"/>
                            </a:solidFill>
                            <a:latin typeface="Cambria Math" panose="02040503050406030204" pitchFamily="18" charset="0"/>
                          </a:rPr>
                          <m:t>0</m:t>
                        </m:r>
                      </m:sub>
                    </m:sSub>
                    <m:r>
                      <a:rPr lang="en-US" altLang="zh-CN" sz="2400" i="1">
                        <a:solidFill>
                          <a:schemeClr val="bg1"/>
                        </a:solidFill>
                        <a:latin typeface="Cambria Math" panose="02040503050406030204" pitchFamily="18" charset="0"/>
                      </a:rPr>
                      <m:t>𝒒</m:t>
                    </m:r>
                    <m:r>
                      <a:rPr lang="en-US" altLang="zh-CN" sz="2400" i="1" smtClean="0">
                        <a:solidFill>
                          <a:schemeClr val="bg1"/>
                        </a:solidFill>
                        <a:latin typeface="Cambria Math" panose="02040503050406030204" pitchFamily="18" charset="0"/>
                      </a:rPr>
                      <m:t>(</m:t>
                    </m:r>
                    <m:r>
                      <a:rPr lang="en-US" altLang="zh-CN" sz="2400" i="1" smtClean="0">
                        <a:solidFill>
                          <a:schemeClr val="bg1"/>
                        </a:solidFill>
                        <a:latin typeface="Cambria Math" panose="02040503050406030204" pitchFamily="18" charset="0"/>
                      </a:rPr>
                      <m:t>𝒕</m:t>
                    </m:r>
                  </m:oMath>
                </a14:m>
                <a:r>
                  <a:rPr lang="en-US" altLang="zh-CN" sz="2400" dirty="0">
                    <a:solidFill>
                      <a:schemeClr val="bg1"/>
                    </a:solidFill>
                  </a:rPr>
                  <a:t>)</a:t>
                </a:r>
                <a:endParaRPr lang="zh-CN" altLang="en-US" sz="2400" dirty="0">
                  <a:solidFill>
                    <a:schemeClr val="bg1"/>
                  </a:solidFill>
                </a:endParaRPr>
              </a:p>
            </p:txBody>
          </p:sp>
        </mc:Choice>
        <mc:Fallback>
          <p:sp>
            <p:nvSpPr>
              <p:cNvPr id="54" name="矩形 53"/>
              <p:cNvSpPr>
                <a:spLocks noRot="1" noChangeAspect="1" noMove="1" noResize="1" noEditPoints="1" noAdjustHandles="1" noChangeArrowheads="1" noChangeShapeType="1" noTextEdit="1"/>
              </p:cNvSpPr>
              <p:nvPr/>
            </p:nvSpPr>
            <p:spPr>
              <a:xfrm>
                <a:off x="741045" y="1148080"/>
                <a:ext cx="8164830" cy="478155"/>
              </a:xfrm>
              <a:prstGeom prst="rect">
                <a:avLst/>
              </a:prstGeom>
              <a:blipFill rotWithShape="1">
                <a:blip r:embed="rId2"/>
                <a:stretch>
                  <a:fillRect/>
                </a:stretch>
              </a:blipFill>
            </p:spPr>
            <p:txBody>
              <a:bodyPr/>
              <a:lstStyle/>
              <a:p>
                <a:r>
                  <a:rPr lang="zh-CN" altLang="en-US">
                    <a:noFill/>
                  </a:rPr>
                  <a:t> </a:t>
                </a:r>
              </a:p>
            </p:txBody>
          </p:sp>
        </mc:Fallback>
      </mc:AlternateContent>
      <p:sp>
        <p:nvSpPr>
          <p:cNvPr id="59" name="矩形 58"/>
          <p:cNvSpPr/>
          <p:nvPr/>
        </p:nvSpPr>
        <p:spPr>
          <a:xfrm>
            <a:off x="740981" y="110913"/>
            <a:ext cx="3041217" cy="400110"/>
          </a:xfrm>
          <a:prstGeom prst="rect">
            <a:avLst/>
          </a:prstGeom>
        </p:spPr>
        <p:txBody>
          <a:bodyPr wrap="none">
            <a:spAutoFit/>
          </a:bodyPr>
          <a:lstStyle/>
          <a:p>
            <a:r>
              <a:rPr lang="zh-CN" altLang="en-US" sz="2000" dirty="0">
                <a:solidFill>
                  <a:srgbClr val="FF0000"/>
                </a:solidFill>
              </a:rPr>
              <a:t>为简化叙述，假定</a:t>
            </a:r>
            <a:r>
              <a:rPr lang="en-US" altLang="zh-CN" sz="2000" dirty="0">
                <a:solidFill>
                  <a:srgbClr val="FF0000"/>
                </a:solidFill>
              </a:rPr>
              <a:t>m=n</a:t>
            </a:r>
            <a:r>
              <a:rPr lang="zh-CN" altLang="en-US" sz="2000" dirty="0">
                <a:solidFill>
                  <a:srgbClr val="FF0000"/>
                </a:solidFill>
              </a:rPr>
              <a:t>：</a:t>
            </a:r>
            <a:endParaRPr lang="zh-CN" altLang="en-US" sz="2000" dirty="0">
              <a:solidFill>
                <a:srgbClr val="FF0000"/>
              </a:solidFill>
            </a:endParaRPr>
          </a:p>
        </p:txBody>
      </p:sp>
      <p:cxnSp>
        <p:nvCxnSpPr>
          <p:cNvPr id="98" name="直接连接符 97"/>
          <p:cNvCxnSpPr/>
          <p:nvPr/>
        </p:nvCxnSpPr>
        <p:spPr bwMode="auto">
          <a:xfrm>
            <a:off x="3004714" y="5818964"/>
            <a:ext cx="914400" cy="914400"/>
          </a:xfrm>
          <a:prstGeom prst="line">
            <a:avLst/>
          </a:prstGeom>
          <a:solidFill>
            <a:schemeClr val="accent1"/>
          </a:solidFill>
          <a:ln w="9525" cap="flat" cmpd="sng" algn="ctr">
            <a:solidFill>
              <a:schemeClr val="tx1"/>
            </a:solidFill>
            <a:prstDash val="solid"/>
            <a:miter lim="800000"/>
            <a:headEnd type="none" w="med" len="med"/>
            <a:tailEnd type="none" w="med" len="med"/>
          </a:ln>
          <a:effectLst/>
        </p:spPr>
      </p:cxnSp>
      <mc:AlternateContent xmlns:mc="http://schemas.openxmlformats.org/markup-compatibility/2006">
        <mc:Choice xmlns:a14="http://schemas.microsoft.com/office/drawing/2010/main" Requires="a14">
          <p:sp>
            <p:nvSpPr>
              <p:cNvPr id="302" name="矩形 301"/>
              <p:cNvSpPr/>
              <p:nvPr/>
            </p:nvSpPr>
            <p:spPr>
              <a:xfrm>
                <a:off x="1661442" y="4011670"/>
                <a:ext cx="790272" cy="387927"/>
              </a:xfrm>
              <a:prstGeom prst="rect">
                <a:avLst/>
              </a:prstGeom>
              <a:solidFill>
                <a:schemeClr val="tx1"/>
              </a:solidFill>
            </p:spPr>
            <p:txBody>
              <a:bodyPr wrap="square">
                <a:spAutoFit/>
              </a:bodyPr>
              <a:lstStyle/>
              <a:p>
                <a14:m>
                  <m:oMathPara xmlns:m="http://schemas.openxmlformats.org/officeDocument/2006/math">
                    <m:oMathParaPr>
                      <m:jc m:val="centerGroup"/>
                    </m:oMathParaPr>
                    <m:oMath xmlns:m="http://schemas.openxmlformats.org/officeDocument/2006/math">
                      <m:sSup>
                        <m:sSupPr>
                          <m:ctrlPr>
                            <a:rPr lang="zh-CN" altLang="en-US" i="1">
                              <a:solidFill>
                                <a:schemeClr val="bg1"/>
                              </a:solidFill>
                              <a:latin typeface="Cambria Math" panose="02040503050406030204" pitchFamily="18" charset="0"/>
                            </a:rPr>
                          </m:ctrlPr>
                        </m:sSupPr>
                        <m:e>
                          <m:r>
                            <a:rPr lang="zh-CN" altLang="en-US" i="1">
                              <a:solidFill>
                                <a:schemeClr val="bg1"/>
                              </a:solidFill>
                              <a:latin typeface="Cambria Math" panose="02040503050406030204" pitchFamily="18" charset="0"/>
                            </a:rPr>
                            <m:t>𝑞</m:t>
                          </m:r>
                        </m:e>
                        <m:sup>
                          <m:d>
                            <m:dPr>
                              <m:ctrlPr>
                                <a:rPr lang="zh-CN" altLang="en-US" i="1">
                                  <a:solidFill>
                                    <a:schemeClr val="bg1"/>
                                  </a:solidFill>
                                  <a:latin typeface="Cambria Math" panose="02040503050406030204" pitchFamily="18" charset="0"/>
                                </a:rPr>
                              </m:ctrlPr>
                            </m:dPr>
                            <m:e>
                              <m:r>
                                <a:rPr lang="zh-CN" altLang="en-US" i="1">
                                  <a:solidFill>
                                    <a:schemeClr val="bg1"/>
                                  </a:solidFill>
                                  <a:latin typeface="Cambria Math" panose="02040503050406030204" pitchFamily="18" charset="0"/>
                                </a:rPr>
                                <m:t>𝑛</m:t>
                              </m:r>
                            </m:e>
                          </m:d>
                        </m:sup>
                      </m:sSup>
                      <m:d>
                        <m:dPr>
                          <m:ctrlPr>
                            <a:rPr lang="zh-CN" altLang="en-US" i="1">
                              <a:solidFill>
                                <a:schemeClr val="bg1"/>
                              </a:solidFill>
                              <a:latin typeface="Cambria Math" panose="02040503050406030204" pitchFamily="18" charset="0"/>
                            </a:rPr>
                          </m:ctrlPr>
                        </m:dPr>
                        <m:e>
                          <m:r>
                            <a:rPr lang="zh-CN" altLang="en-US" i="1">
                              <a:solidFill>
                                <a:schemeClr val="bg1"/>
                              </a:solidFill>
                              <a:latin typeface="Cambria Math" panose="02040503050406030204" pitchFamily="18" charset="0"/>
                            </a:rPr>
                            <m:t>𝑡</m:t>
                          </m:r>
                        </m:e>
                      </m:d>
                    </m:oMath>
                  </m:oMathPara>
                </a14:m>
                <a:endParaRPr lang="zh-CN" altLang="en-US" dirty="0"/>
              </a:p>
            </p:txBody>
          </p:sp>
        </mc:Choice>
        <mc:Fallback>
          <p:sp>
            <p:nvSpPr>
              <p:cNvPr id="302" name="矩形 301"/>
              <p:cNvSpPr>
                <a:spLocks noRot="1" noChangeAspect="1" noMove="1" noResize="1" noEditPoints="1" noAdjustHandles="1" noChangeArrowheads="1" noChangeShapeType="1" noTextEdit="1"/>
              </p:cNvSpPr>
              <p:nvPr/>
            </p:nvSpPr>
            <p:spPr>
              <a:xfrm>
                <a:off x="1661442" y="4011670"/>
                <a:ext cx="790272" cy="387927"/>
              </a:xfrm>
              <a:prstGeom prst="rect">
                <a:avLst/>
              </a:prstGeom>
              <a:blipFill rotWithShape="1">
                <a:blip r:embed="rId3"/>
                <a:stretch>
                  <a:fillRect l="-36" t="-97" r="78" b="82"/>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303" name="矩形 302"/>
              <p:cNvSpPr/>
              <p:nvPr/>
            </p:nvSpPr>
            <p:spPr>
              <a:xfrm>
                <a:off x="3004903" y="3943738"/>
                <a:ext cx="991033" cy="387927"/>
              </a:xfrm>
              <a:prstGeom prst="rect">
                <a:avLst/>
              </a:prstGeom>
              <a:solidFill>
                <a:schemeClr val="tx1"/>
              </a:solidFill>
            </p:spPr>
            <p:txBody>
              <a:bodyPr wrap="square">
                <a:spAutoFit/>
              </a:bodyPr>
              <a:lstStyle/>
              <a:p>
                <a14:m>
                  <m:oMathPara xmlns:m="http://schemas.openxmlformats.org/officeDocument/2006/math">
                    <m:oMathParaPr>
                      <m:jc m:val="centerGroup"/>
                    </m:oMathParaPr>
                    <m:oMath xmlns:m="http://schemas.openxmlformats.org/officeDocument/2006/math">
                      <m:sSup>
                        <m:sSupPr>
                          <m:ctrlPr>
                            <a:rPr lang="zh-CN" altLang="en-US" i="1">
                              <a:solidFill>
                                <a:schemeClr val="bg1"/>
                              </a:solidFill>
                              <a:latin typeface="Cambria Math" panose="02040503050406030204" pitchFamily="18" charset="0"/>
                            </a:rPr>
                          </m:ctrlPr>
                        </m:sSupPr>
                        <m:e>
                          <m:r>
                            <a:rPr lang="zh-CN" altLang="en-US" i="1">
                              <a:solidFill>
                                <a:schemeClr val="bg1"/>
                              </a:solidFill>
                              <a:latin typeface="Cambria Math" panose="02040503050406030204" pitchFamily="18" charset="0"/>
                            </a:rPr>
                            <m:t>𝑞</m:t>
                          </m:r>
                        </m:e>
                        <m:sup>
                          <m:d>
                            <m:dPr>
                              <m:ctrlPr>
                                <a:rPr lang="zh-CN" altLang="en-US" i="1">
                                  <a:solidFill>
                                    <a:schemeClr val="bg1"/>
                                  </a:solidFill>
                                  <a:latin typeface="Cambria Math" panose="02040503050406030204" pitchFamily="18" charset="0"/>
                                </a:rPr>
                              </m:ctrlPr>
                            </m:dPr>
                            <m:e>
                              <m:r>
                                <a:rPr lang="zh-CN" altLang="en-US" i="1">
                                  <a:solidFill>
                                    <a:schemeClr val="bg1"/>
                                  </a:solidFill>
                                  <a:latin typeface="Cambria Math" panose="02040503050406030204" pitchFamily="18" charset="0"/>
                                </a:rPr>
                                <m:t>𝑛</m:t>
                              </m:r>
                              <m:r>
                                <a:rPr lang="zh-CN" altLang="en-US" i="1">
                                  <a:solidFill>
                                    <a:schemeClr val="bg1"/>
                                  </a:solidFill>
                                  <a:latin typeface="Cambria Math" panose="02040503050406030204" pitchFamily="18" charset="0"/>
                                </a:rPr>
                                <m:t>−</m:t>
                              </m:r>
                              <m:r>
                                <a:rPr lang="zh-CN" altLang="en-US" i="1">
                                  <a:solidFill>
                                    <a:schemeClr val="bg1"/>
                                  </a:solidFill>
                                  <a:latin typeface="Cambria Math" panose="02040503050406030204" pitchFamily="18" charset="0"/>
                                </a:rPr>
                                <m:t>1</m:t>
                              </m:r>
                            </m:e>
                          </m:d>
                        </m:sup>
                      </m:sSup>
                      <m:d>
                        <m:dPr>
                          <m:ctrlPr>
                            <a:rPr lang="zh-CN" altLang="en-US" i="1">
                              <a:solidFill>
                                <a:schemeClr val="bg1"/>
                              </a:solidFill>
                              <a:latin typeface="Cambria Math" panose="02040503050406030204" pitchFamily="18" charset="0"/>
                            </a:rPr>
                          </m:ctrlPr>
                        </m:dPr>
                        <m:e>
                          <m:r>
                            <a:rPr lang="zh-CN" altLang="en-US" i="1">
                              <a:solidFill>
                                <a:schemeClr val="bg1"/>
                              </a:solidFill>
                              <a:latin typeface="Cambria Math" panose="02040503050406030204" pitchFamily="18" charset="0"/>
                            </a:rPr>
                            <m:t>𝑡</m:t>
                          </m:r>
                        </m:e>
                      </m:d>
                      <m:r>
                        <a:rPr lang="zh-CN" altLang="en-US" i="1">
                          <a:solidFill>
                            <a:schemeClr val="bg1"/>
                          </a:solidFill>
                          <a:latin typeface="Cambria Math" panose="02040503050406030204" pitchFamily="18" charset="0"/>
                        </a:rPr>
                        <m:t> </m:t>
                      </m:r>
                    </m:oMath>
                  </m:oMathPara>
                </a14:m>
                <a:endParaRPr lang="zh-CN" altLang="en-US" dirty="0"/>
              </a:p>
            </p:txBody>
          </p:sp>
        </mc:Choice>
        <mc:Fallback>
          <p:sp>
            <p:nvSpPr>
              <p:cNvPr id="303" name="矩形 302"/>
              <p:cNvSpPr>
                <a:spLocks noRot="1" noChangeAspect="1" noMove="1" noResize="1" noEditPoints="1" noAdjustHandles="1" noChangeArrowheads="1" noChangeShapeType="1" noTextEdit="1"/>
              </p:cNvSpPr>
              <p:nvPr/>
            </p:nvSpPr>
            <p:spPr>
              <a:xfrm>
                <a:off x="3004903" y="3943738"/>
                <a:ext cx="991033" cy="387927"/>
              </a:xfrm>
              <a:prstGeom prst="rect">
                <a:avLst/>
              </a:prstGeom>
              <a:blipFill rotWithShape="1">
                <a:blip r:embed="rId4"/>
                <a:stretch>
                  <a:fillRect l="-8" t="-100" r="-781" b="85"/>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304" name="矩形 303"/>
              <p:cNvSpPr/>
              <p:nvPr/>
            </p:nvSpPr>
            <p:spPr>
              <a:xfrm>
                <a:off x="5731137" y="4030265"/>
                <a:ext cx="673732" cy="369332"/>
              </a:xfrm>
              <a:prstGeom prst="rect">
                <a:avLst/>
              </a:prstGeom>
              <a:solidFill>
                <a:schemeClr val="tx1"/>
              </a:solidFill>
            </p:spPr>
            <p:txBody>
              <a:bodyPr wrap="square">
                <a:spAutoFit/>
              </a:bodyPr>
              <a:lstStyle/>
              <a:p>
                <a14:m>
                  <m:oMathPara xmlns:m="http://schemas.openxmlformats.org/officeDocument/2006/math">
                    <m:oMathParaPr>
                      <m:jc m:val="centerGroup"/>
                    </m:oMathParaPr>
                    <m:oMath xmlns:m="http://schemas.openxmlformats.org/officeDocument/2006/math">
                      <m:sSup>
                        <m:sSupPr>
                          <m:ctrlPr>
                            <a:rPr lang="zh-CN" altLang="en-US" i="1" smtClean="0">
                              <a:solidFill>
                                <a:schemeClr val="bg1"/>
                              </a:solidFill>
                              <a:latin typeface="Cambria Math" panose="02040503050406030204" pitchFamily="18" charset="0"/>
                            </a:rPr>
                          </m:ctrlPr>
                        </m:sSupPr>
                        <m:e>
                          <m:r>
                            <a:rPr lang="zh-CN" altLang="en-US" i="1">
                              <a:solidFill>
                                <a:schemeClr val="bg1"/>
                              </a:solidFill>
                              <a:latin typeface="Cambria Math" panose="02040503050406030204" pitchFamily="18" charset="0"/>
                            </a:rPr>
                            <m:t>𝑞</m:t>
                          </m:r>
                        </m:e>
                        <m:sup>
                          <m:r>
                            <a:rPr lang="en-US" altLang="zh-CN" b="1" i="1" smtClean="0">
                              <a:solidFill>
                                <a:schemeClr val="bg1"/>
                              </a:solidFill>
                              <a:latin typeface="Cambria Math" panose="02040503050406030204" pitchFamily="18" charset="0"/>
                            </a:rPr>
                            <m:t>′</m:t>
                          </m:r>
                        </m:sup>
                      </m:sSup>
                      <m:d>
                        <m:dPr>
                          <m:ctrlPr>
                            <a:rPr lang="zh-CN" altLang="en-US" i="1">
                              <a:solidFill>
                                <a:schemeClr val="bg1"/>
                              </a:solidFill>
                              <a:latin typeface="Cambria Math" panose="02040503050406030204" pitchFamily="18" charset="0"/>
                            </a:rPr>
                          </m:ctrlPr>
                        </m:dPr>
                        <m:e>
                          <m:r>
                            <a:rPr lang="zh-CN" altLang="en-US" i="1">
                              <a:solidFill>
                                <a:schemeClr val="bg1"/>
                              </a:solidFill>
                              <a:latin typeface="Cambria Math" panose="02040503050406030204" pitchFamily="18" charset="0"/>
                            </a:rPr>
                            <m:t>𝑡</m:t>
                          </m:r>
                        </m:e>
                      </m:d>
                      <m:r>
                        <a:rPr lang="zh-CN" altLang="en-US" i="1">
                          <a:solidFill>
                            <a:schemeClr val="bg1"/>
                          </a:solidFill>
                          <a:latin typeface="Cambria Math" panose="02040503050406030204" pitchFamily="18" charset="0"/>
                        </a:rPr>
                        <m:t> </m:t>
                      </m:r>
                    </m:oMath>
                  </m:oMathPara>
                </a14:m>
                <a:endParaRPr lang="zh-CN" altLang="en-US" dirty="0"/>
              </a:p>
            </p:txBody>
          </p:sp>
        </mc:Choice>
        <mc:Fallback>
          <p:sp>
            <p:nvSpPr>
              <p:cNvPr id="304" name="矩形 303"/>
              <p:cNvSpPr>
                <a:spLocks noRot="1" noChangeAspect="1" noMove="1" noResize="1" noEditPoints="1" noAdjustHandles="1" noChangeArrowheads="1" noChangeShapeType="1" noTextEdit="1"/>
              </p:cNvSpPr>
              <p:nvPr/>
            </p:nvSpPr>
            <p:spPr>
              <a:xfrm>
                <a:off x="5731137" y="4030265"/>
                <a:ext cx="673732" cy="369332"/>
              </a:xfrm>
              <a:prstGeom prst="rect">
                <a:avLst/>
              </a:prstGeom>
              <a:blipFill rotWithShape="1">
                <a:blip r:embed="rId5"/>
                <a:stretch>
                  <a:fillRect l="-39" t="-150" r="38" b="86"/>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305" name="矩形 304"/>
              <p:cNvSpPr/>
              <p:nvPr/>
            </p:nvSpPr>
            <p:spPr>
              <a:xfrm>
                <a:off x="6825150" y="3898136"/>
                <a:ext cx="601446" cy="369332"/>
              </a:xfrm>
              <a:prstGeom prst="rect">
                <a:avLst/>
              </a:prstGeom>
              <a:solidFill>
                <a:schemeClr val="tx1"/>
              </a:solidFill>
            </p:spPr>
            <p:txBody>
              <a:bodyPr wrap="square">
                <a:spAutoFit/>
              </a:bodyPr>
              <a:lstStyle/>
              <a:p>
                <a14:m>
                  <m:oMathPara xmlns:m="http://schemas.openxmlformats.org/officeDocument/2006/math">
                    <m:oMathParaPr>
                      <m:jc m:val="centerGroup"/>
                    </m:oMathParaPr>
                    <m:oMath xmlns:m="http://schemas.openxmlformats.org/officeDocument/2006/math">
                      <m:r>
                        <m:rPr>
                          <m:sty m:val="p"/>
                        </m:rPr>
                        <a:rPr lang="en-US" altLang="zh-CN" i="1" smtClean="0">
                          <a:solidFill>
                            <a:schemeClr val="bg1"/>
                          </a:solidFill>
                          <a:latin typeface="Cambria Math" panose="02040503050406030204" pitchFamily="18" charset="0"/>
                        </a:rPr>
                        <m:t>q</m:t>
                      </m:r>
                      <m:d>
                        <m:dPr>
                          <m:ctrlPr>
                            <a:rPr lang="zh-CN" altLang="en-US" i="1">
                              <a:solidFill>
                                <a:schemeClr val="bg1"/>
                              </a:solidFill>
                              <a:latin typeface="Cambria Math" panose="02040503050406030204" pitchFamily="18" charset="0"/>
                            </a:rPr>
                          </m:ctrlPr>
                        </m:dPr>
                        <m:e>
                          <m:r>
                            <a:rPr lang="zh-CN" altLang="en-US" i="1">
                              <a:solidFill>
                                <a:schemeClr val="bg1"/>
                              </a:solidFill>
                              <a:latin typeface="Cambria Math" panose="02040503050406030204" pitchFamily="18" charset="0"/>
                            </a:rPr>
                            <m:t>𝑡</m:t>
                          </m:r>
                        </m:e>
                      </m:d>
                      <m:r>
                        <a:rPr lang="zh-CN" altLang="en-US" i="1">
                          <a:solidFill>
                            <a:schemeClr val="bg1"/>
                          </a:solidFill>
                          <a:latin typeface="Cambria Math" panose="02040503050406030204" pitchFamily="18" charset="0"/>
                        </a:rPr>
                        <m:t> </m:t>
                      </m:r>
                    </m:oMath>
                  </m:oMathPara>
                </a14:m>
                <a:endParaRPr lang="zh-CN" altLang="en-US" dirty="0"/>
              </a:p>
            </p:txBody>
          </p:sp>
        </mc:Choice>
        <mc:Fallback>
          <p:sp>
            <p:nvSpPr>
              <p:cNvPr id="305" name="矩形 304"/>
              <p:cNvSpPr>
                <a:spLocks noRot="1" noChangeAspect="1" noMove="1" noResize="1" noEditPoints="1" noAdjustHandles="1" noChangeArrowheads="1" noChangeShapeType="1" noTextEdit="1"/>
              </p:cNvSpPr>
              <p:nvPr/>
            </p:nvSpPr>
            <p:spPr>
              <a:xfrm>
                <a:off x="6825150" y="3898136"/>
                <a:ext cx="601446" cy="369332"/>
              </a:xfrm>
              <a:prstGeom prst="rect">
                <a:avLst/>
              </a:prstGeom>
              <a:blipFill rotWithShape="1">
                <a:blip r:embed="rId6"/>
                <a:stretch>
                  <a:fillRect l="-28" t="-137" r="45" b="73"/>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306" name="矩形 305"/>
              <p:cNvSpPr/>
              <p:nvPr/>
            </p:nvSpPr>
            <p:spPr>
              <a:xfrm>
                <a:off x="4394648" y="3840641"/>
                <a:ext cx="991033" cy="387927"/>
              </a:xfrm>
              <a:prstGeom prst="rect">
                <a:avLst/>
              </a:prstGeom>
              <a:solidFill>
                <a:schemeClr val="tx1"/>
              </a:solidFill>
            </p:spPr>
            <p:txBody>
              <a:bodyPr wrap="square">
                <a:spAutoFit/>
              </a:bodyPr>
              <a:lstStyle/>
              <a:p>
                <a14:m>
                  <m:oMathPara xmlns:m="http://schemas.openxmlformats.org/officeDocument/2006/math">
                    <m:oMathParaPr>
                      <m:jc m:val="centerGroup"/>
                    </m:oMathParaPr>
                    <m:oMath xmlns:m="http://schemas.openxmlformats.org/officeDocument/2006/math">
                      <m:sSup>
                        <m:sSupPr>
                          <m:ctrlPr>
                            <a:rPr lang="zh-CN" altLang="en-US" i="1" smtClean="0">
                              <a:solidFill>
                                <a:schemeClr val="bg1"/>
                              </a:solidFill>
                              <a:latin typeface="Cambria Math" panose="02040503050406030204" pitchFamily="18" charset="0"/>
                            </a:rPr>
                          </m:ctrlPr>
                        </m:sSupPr>
                        <m:e>
                          <m:r>
                            <a:rPr lang="zh-CN" altLang="en-US" i="1">
                              <a:solidFill>
                                <a:schemeClr val="bg1"/>
                              </a:solidFill>
                              <a:latin typeface="Cambria Math" panose="02040503050406030204" pitchFamily="18" charset="0"/>
                            </a:rPr>
                            <m:t>𝑞</m:t>
                          </m:r>
                        </m:e>
                        <m:sup>
                          <m:d>
                            <m:dPr>
                              <m:ctrlPr>
                                <a:rPr lang="zh-CN" altLang="en-US" i="1">
                                  <a:solidFill>
                                    <a:schemeClr val="bg1"/>
                                  </a:solidFill>
                                  <a:latin typeface="Cambria Math" panose="02040503050406030204" pitchFamily="18" charset="0"/>
                                </a:rPr>
                              </m:ctrlPr>
                            </m:dPr>
                            <m:e>
                              <m:r>
                                <a:rPr lang="zh-CN" altLang="en-US" i="1">
                                  <a:solidFill>
                                    <a:schemeClr val="bg1"/>
                                  </a:solidFill>
                                  <a:latin typeface="Cambria Math" panose="02040503050406030204" pitchFamily="18" charset="0"/>
                                </a:rPr>
                                <m:t>𝑛</m:t>
                              </m:r>
                              <m:r>
                                <a:rPr lang="zh-CN" altLang="en-US" i="1">
                                  <a:solidFill>
                                    <a:schemeClr val="bg1"/>
                                  </a:solidFill>
                                  <a:latin typeface="Cambria Math" panose="02040503050406030204" pitchFamily="18" charset="0"/>
                                </a:rPr>
                                <m:t>−</m:t>
                              </m:r>
                              <m:r>
                                <a:rPr lang="en-US" altLang="zh-CN" b="1" i="1" smtClean="0">
                                  <a:solidFill>
                                    <a:schemeClr val="bg1"/>
                                  </a:solidFill>
                                  <a:latin typeface="Cambria Math" panose="02040503050406030204" pitchFamily="18" charset="0"/>
                                </a:rPr>
                                <m:t>𝟐</m:t>
                              </m:r>
                            </m:e>
                          </m:d>
                        </m:sup>
                      </m:sSup>
                      <m:d>
                        <m:dPr>
                          <m:ctrlPr>
                            <a:rPr lang="zh-CN" altLang="en-US" i="1">
                              <a:solidFill>
                                <a:schemeClr val="bg1"/>
                              </a:solidFill>
                              <a:latin typeface="Cambria Math" panose="02040503050406030204" pitchFamily="18" charset="0"/>
                            </a:rPr>
                          </m:ctrlPr>
                        </m:dPr>
                        <m:e>
                          <m:r>
                            <a:rPr lang="zh-CN" altLang="en-US" i="1">
                              <a:solidFill>
                                <a:schemeClr val="bg1"/>
                              </a:solidFill>
                              <a:latin typeface="Cambria Math" panose="02040503050406030204" pitchFamily="18" charset="0"/>
                            </a:rPr>
                            <m:t>𝑡</m:t>
                          </m:r>
                        </m:e>
                      </m:d>
                      <m:r>
                        <a:rPr lang="zh-CN" altLang="en-US" i="1">
                          <a:solidFill>
                            <a:schemeClr val="bg1"/>
                          </a:solidFill>
                          <a:latin typeface="Cambria Math" panose="02040503050406030204" pitchFamily="18" charset="0"/>
                        </a:rPr>
                        <m:t> </m:t>
                      </m:r>
                    </m:oMath>
                  </m:oMathPara>
                </a14:m>
                <a:endParaRPr lang="zh-CN" altLang="en-US" dirty="0"/>
              </a:p>
            </p:txBody>
          </p:sp>
        </mc:Choice>
        <mc:Fallback>
          <p:sp>
            <p:nvSpPr>
              <p:cNvPr id="306" name="矩形 305"/>
              <p:cNvSpPr>
                <a:spLocks noRot="1" noChangeAspect="1" noMove="1" noResize="1" noEditPoints="1" noAdjustHandles="1" noChangeArrowheads="1" noChangeShapeType="1" noTextEdit="1"/>
              </p:cNvSpPr>
              <p:nvPr/>
            </p:nvSpPr>
            <p:spPr>
              <a:xfrm>
                <a:off x="4394648" y="3840641"/>
                <a:ext cx="991033" cy="387927"/>
              </a:xfrm>
              <a:prstGeom prst="rect">
                <a:avLst/>
              </a:prstGeom>
              <a:blipFill rotWithShape="1">
                <a:blip r:embed="rId7"/>
                <a:stretch>
                  <a:fillRect l="-45" t="-42" r="-1513" b="27"/>
                </a:stretch>
              </a:blipFill>
            </p:spPr>
            <p:txBody>
              <a:bodyPr/>
              <a:lstStyle/>
              <a:p>
                <a:r>
                  <a:rPr lang="zh-CN" altLang="en-US">
                    <a:noFill/>
                  </a:rPr>
                  <a:t> </a:t>
                </a:r>
              </a:p>
            </p:txBody>
          </p:sp>
        </mc:Fallback>
      </mc:AlternateContent>
      <p:sp>
        <p:nvSpPr>
          <p:cNvPr id="307" name="矩形 306"/>
          <p:cNvSpPr/>
          <p:nvPr/>
        </p:nvSpPr>
        <p:spPr>
          <a:xfrm>
            <a:off x="2153395" y="4780040"/>
            <a:ext cx="596638" cy="338554"/>
          </a:xfrm>
          <a:prstGeom prst="rect">
            <a:avLst/>
          </a:prstGeom>
          <a:solidFill>
            <a:schemeClr val="tx1"/>
          </a:solidFill>
          <a:ln w="28575">
            <a:solidFill>
              <a:schemeClr val="bg1"/>
            </a:solidFill>
          </a:ln>
        </p:spPr>
        <p:txBody>
          <a:bodyPr wrap="square">
            <a:spAutoFit/>
          </a:bodyPr>
          <a:lstStyle/>
          <a:p>
            <a:r>
              <a:rPr lang="en-US" altLang="zh-CN" sz="1600" dirty="0">
                <a:solidFill>
                  <a:srgbClr val="FF0000"/>
                </a:solidFill>
              </a:rPr>
              <a:t>-a</a:t>
            </a:r>
            <a:r>
              <a:rPr lang="en-US" altLang="zh-CN" sz="1600" baseline="-25000" dirty="0">
                <a:solidFill>
                  <a:srgbClr val="FF0000"/>
                </a:solidFill>
              </a:rPr>
              <a:t>n-1</a:t>
            </a:r>
            <a:endParaRPr lang="zh-CN" altLang="en-US" sz="1600" baseline="-25000" dirty="0">
              <a:solidFill>
                <a:srgbClr val="FF0000"/>
              </a:solidFill>
            </a:endParaRPr>
          </a:p>
        </p:txBody>
      </p:sp>
      <p:sp>
        <p:nvSpPr>
          <p:cNvPr id="308" name="椭圆 307"/>
          <p:cNvSpPr/>
          <p:nvPr/>
        </p:nvSpPr>
        <p:spPr bwMode="auto">
          <a:xfrm>
            <a:off x="1109713" y="4196751"/>
            <a:ext cx="494421" cy="474702"/>
          </a:xfrm>
          <a:prstGeom prst="ellipse">
            <a:avLst/>
          </a:prstGeom>
          <a:solidFill>
            <a:schemeClr val="tx1"/>
          </a:solidFill>
          <a:ln w="2857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r>
              <a:rPr kumimoji="0" lang="zh-CN" altLang="en-US" sz="1800" b="1" i="0" u="none" strike="noStrike" cap="none" normalizeH="0" baseline="0" dirty="0">
                <a:ln>
                  <a:noFill/>
                </a:ln>
                <a:solidFill>
                  <a:srgbClr val="FF0000"/>
                </a:solidFill>
                <a:effectLst/>
                <a:latin typeface="Arial" panose="020B0604020202020204" pitchFamily="34" charset="0"/>
                <a:ea typeface="宋体" panose="02010600030101010101" pitchFamily="2" charset="-122"/>
              </a:rPr>
              <a:t>∑</a:t>
            </a:r>
            <a:endParaRPr kumimoji="0" lang="zh-CN" altLang="en-US" sz="1800" b="1" i="0" u="none" strike="noStrike" cap="none" normalizeH="0" baseline="0" dirty="0">
              <a:ln>
                <a:noFill/>
              </a:ln>
              <a:solidFill>
                <a:srgbClr val="FF0000"/>
              </a:solidFill>
              <a:effectLst/>
              <a:latin typeface="Arial" panose="020B0604020202020204" pitchFamily="34" charset="0"/>
              <a:ea typeface="宋体" panose="02010600030101010101" pitchFamily="2" charset="-122"/>
            </a:endParaRPr>
          </a:p>
        </p:txBody>
      </p:sp>
      <mc:AlternateContent xmlns:mc="http://schemas.openxmlformats.org/markup-compatibility/2006">
        <mc:Choice xmlns:a14="http://schemas.microsoft.com/office/drawing/2010/main" Requires="a14">
          <p:sp>
            <p:nvSpPr>
              <p:cNvPr id="309" name="矩形 308"/>
              <p:cNvSpPr/>
              <p:nvPr/>
            </p:nvSpPr>
            <p:spPr>
              <a:xfrm>
                <a:off x="410331" y="4061155"/>
                <a:ext cx="656205" cy="369332"/>
              </a:xfrm>
              <a:prstGeom prst="rect">
                <a:avLst/>
              </a:prstGeom>
              <a:solidFill>
                <a:schemeClr val="tx1"/>
              </a:solidFill>
            </p:spPr>
            <p:txBody>
              <a:bodyPr wrap="none">
                <a:spAutoFit/>
              </a:bodyPr>
              <a:lstStyle/>
              <a:p>
                <a14:m>
                  <m:oMathPara xmlns:m="http://schemas.openxmlformats.org/officeDocument/2006/math">
                    <m:oMathParaPr>
                      <m:jc m:val="centerGroup"/>
                    </m:oMathParaPr>
                    <m:oMath xmlns:m="http://schemas.openxmlformats.org/officeDocument/2006/math">
                      <m:r>
                        <a:rPr lang="zh-CN" altLang="en-US" i="1" smtClean="0">
                          <a:solidFill>
                            <a:schemeClr val="bg1"/>
                          </a:solidFill>
                          <a:latin typeface="Cambria Math" panose="02040503050406030204" pitchFamily="18" charset="0"/>
                        </a:rPr>
                        <m:t>𝑒</m:t>
                      </m:r>
                      <m:r>
                        <a:rPr lang="zh-CN" altLang="en-US" i="1" smtClean="0">
                          <a:solidFill>
                            <a:schemeClr val="bg1"/>
                          </a:solidFill>
                          <a:latin typeface="Cambria Math" panose="02040503050406030204" pitchFamily="18" charset="0"/>
                        </a:rPr>
                        <m:t>(</m:t>
                      </m:r>
                      <m:r>
                        <a:rPr lang="en-US" altLang="zh-CN" i="1">
                          <a:solidFill>
                            <a:schemeClr val="bg1"/>
                          </a:solidFill>
                          <a:latin typeface="Cambria Math" panose="02040503050406030204" pitchFamily="18" charset="0"/>
                        </a:rPr>
                        <m:t>𝒕</m:t>
                      </m:r>
                      <m:r>
                        <a:rPr lang="zh-CN" altLang="en-US" i="1">
                          <a:solidFill>
                            <a:schemeClr val="bg1"/>
                          </a:solidFill>
                          <a:latin typeface="Cambria Math" panose="02040503050406030204" pitchFamily="18" charset="0"/>
                        </a:rPr>
                        <m:t>)</m:t>
                      </m:r>
                    </m:oMath>
                  </m:oMathPara>
                </a14:m>
                <a:endParaRPr lang="zh-CN" altLang="en-US" dirty="0">
                  <a:solidFill>
                    <a:schemeClr val="bg1"/>
                  </a:solidFill>
                </a:endParaRPr>
              </a:p>
            </p:txBody>
          </p:sp>
        </mc:Choice>
        <mc:Fallback>
          <p:sp>
            <p:nvSpPr>
              <p:cNvPr id="309" name="矩形 308"/>
              <p:cNvSpPr>
                <a:spLocks noRot="1" noChangeAspect="1" noMove="1" noResize="1" noEditPoints="1" noAdjustHandles="1" noChangeArrowheads="1" noChangeShapeType="1" noTextEdit="1"/>
              </p:cNvSpPr>
              <p:nvPr/>
            </p:nvSpPr>
            <p:spPr>
              <a:xfrm>
                <a:off x="410331" y="4061155"/>
                <a:ext cx="656205" cy="369332"/>
              </a:xfrm>
              <a:prstGeom prst="rect">
                <a:avLst/>
              </a:prstGeom>
              <a:blipFill rotWithShape="1">
                <a:blip r:embed="rId8"/>
                <a:stretch>
                  <a:fillRect l="-18" t="-89" r="57" b="25"/>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310" name="矩形 309"/>
              <p:cNvSpPr/>
              <p:nvPr/>
            </p:nvSpPr>
            <p:spPr>
              <a:xfrm>
                <a:off x="3004903" y="3943231"/>
                <a:ext cx="991033" cy="387927"/>
              </a:xfrm>
              <a:prstGeom prst="rect">
                <a:avLst/>
              </a:prstGeom>
              <a:solidFill>
                <a:schemeClr val="tx1"/>
              </a:solidFill>
            </p:spPr>
            <p:txBody>
              <a:bodyPr wrap="square">
                <a:spAutoFit/>
              </a:bodyPr>
              <a:lstStyle/>
              <a:p>
                <a14:m>
                  <m:oMathPara xmlns:m="http://schemas.openxmlformats.org/officeDocument/2006/math">
                    <m:oMathParaPr>
                      <m:jc m:val="centerGroup"/>
                    </m:oMathParaPr>
                    <m:oMath xmlns:m="http://schemas.openxmlformats.org/officeDocument/2006/math">
                      <m:sSup>
                        <m:sSupPr>
                          <m:ctrlPr>
                            <a:rPr lang="zh-CN" altLang="en-US" i="1">
                              <a:solidFill>
                                <a:schemeClr val="bg1"/>
                              </a:solidFill>
                              <a:latin typeface="Cambria Math" panose="02040503050406030204" pitchFamily="18" charset="0"/>
                            </a:rPr>
                          </m:ctrlPr>
                        </m:sSupPr>
                        <m:e>
                          <m:r>
                            <a:rPr lang="zh-CN" altLang="en-US" i="1">
                              <a:solidFill>
                                <a:schemeClr val="bg1"/>
                              </a:solidFill>
                              <a:latin typeface="Cambria Math" panose="02040503050406030204" pitchFamily="18" charset="0"/>
                            </a:rPr>
                            <m:t>𝑞</m:t>
                          </m:r>
                        </m:e>
                        <m:sup>
                          <m:d>
                            <m:dPr>
                              <m:ctrlPr>
                                <a:rPr lang="zh-CN" altLang="en-US" i="1">
                                  <a:solidFill>
                                    <a:schemeClr val="bg1"/>
                                  </a:solidFill>
                                  <a:latin typeface="Cambria Math" panose="02040503050406030204" pitchFamily="18" charset="0"/>
                                </a:rPr>
                              </m:ctrlPr>
                            </m:dPr>
                            <m:e>
                              <m:r>
                                <a:rPr lang="zh-CN" altLang="en-US" i="1">
                                  <a:solidFill>
                                    <a:schemeClr val="bg1"/>
                                  </a:solidFill>
                                  <a:latin typeface="Cambria Math" panose="02040503050406030204" pitchFamily="18" charset="0"/>
                                </a:rPr>
                                <m:t>𝑛</m:t>
                              </m:r>
                              <m:r>
                                <a:rPr lang="zh-CN" altLang="en-US" i="1">
                                  <a:solidFill>
                                    <a:schemeClr val="bg1"/>
                                  </a:solidFill>
                                  <a:latin typeface="Cambria Math" panose="02040503050406030204" pitchFamily="18" charset="0"/>
                                </a:rPr>
                                <m:t>−</m:t>
                              </m:r>
                              <m:r>
                                <a:rPr lang="zh-CN" altLang="en-US" i="1">
                                  <a:solidFill>
                                    <a:schemeClr val="bg1"/>
                                  </a:solidFill>
                                  <a:latin typeface="Cambria Math" panose="02040503050406030204" pitchFamily="18" charset="0"/>
                                </a:rPr>
                                <m:t>1</m:t>
                              </m:r>
                            </m:e>
                          </m:d>
                        </m:sup>
                      </m:sSup>
                      <m:d>
                        <m:dPr>
                          <m:ctrlPr>
                            <a:rPr lang="zh-CN" altLang="en-US" i="1">
                              <a:solidFill>
                                <a:schemeClr val="bg1"/>
                              </a:solidFill>
                              <a:latin typeface="Cambria Math" panose="02040503050406030204" pitchFamily="18" charset="0"/>
                            </a:rPr>
                          </m:ctrlPr>
                        </m:dPr>
                        <m:e>
                          <m:r>
                            <a:rPr lang="zh-CN" altLang="en-US" i="1">
                              <a:solidFill>
                                <a:schemeClr val="bg1"/>
                              </a:solidFill>
                              <a:latin typeface="Cambria Math" panose="02040503050406030204" pitchFamily="18" charset="0"/>
                            </a:rPr>
                            <m:t>𝑡</m:t>
                          </m:r>
                        </m:e>
                      </m:d>
                      <m:r>
                        <a:rPr lang="zh-CN" altLang="en-US" i="1">
                          <a:solidFill>
                            <a:schemeClr val="bg1"/>
                          </a:solidFill>
                          <a:latin typeface="Cambria Math" panose="02040503050406030204" pitchFamily="18" charset="0"/>
                        </a:rPr>
                        <m:t> </m:t>
                      </m:r>
                    </m:oMath>
                  </m:oMathPara>
                </a14:m>
                <a:endParaRPr lang="zh-CN" altLang="en-US" dirty="0"/>
              </a:p>
            </p:txBody>
          </p:sp>
        </mc:Choice>
        <mc:Fallback>
          <p:sp>
            <p:nvSpPr>
              <p:cNvPr id="310" name="矩形 309"/>
              <p:cNvSpPr>
                <a:spLocks noRot="1" noChangeAspect="1" noMove="1" noResize="1" noEditPoints="1" noAdjustHandles="1" noChangeArrowheads="1" noChangeShapeType="1" noTextEdit="1"/>
              </p:cNvSpPr>
              <p:nvPr/>
            </p:nvSpPr>
            <p:spPr>
              <a:xfrm>
                <a:off x="3004903" y="3943231"/>
                <a:ext cx="991033" cy="387927"/>
              </a:xfrm>
              <a:prstGeom prst="rect">
                <a:avLst/>
              </a:prstGeom>
              <a:blipFill rotWithShape="1">
                <a:blip r:embed="rId4"/>
                <a:stretch>
                  <a:fillRect l="-8" t="-133" r="-781" b="118"/>
                </a:stretch>
              </a:blipFill>
            </p:spPr>
            <p:txBody>
              <a:bodyPr/>
              <a:lstStyle/>
              <a:p>
                <a:r>
                  <a:rPr lang="zh-CN" altLang="en-US">
                    <a:noFill/>
                  </a:rPr>
                  <a:t> </a:t>
                </a:r>
              </a:p>
            </p:txBody>
          </p:sp>
        </mc:Fallback>
      </mc:AlternateContent>
      <p:cxnSp>
        <p:nvCxnSpPr>
          <p:cNvPr id="311" name="直接箭头连接符 310"/>
          <p:cNvCxnSpPr/>
          <p:nvPr/>
        </p:nvCxnSpPr>
        <p:spPr bwMode="auto">
          <a:xfrm>
            <a:off x="779553" y="4395448"/>
            <a:ext cx="402566" cy="0"/>
          </a:xfrm>
          <a:prstGeom prst="straightConnector1">
            <a:avLst/>
          </a:prstGeom>
          <a:solidFill>
            <a:schemeClr val="tx1"/>
          </a:solidFill>
          <a:ln w="28575">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312" name="连接符: 肘形 311"/>
          <p:cNvCxnSpPr/>
          <p:nvPr/>
        </p:nvCxnSpPr>
        <p:spPr bwMode="auto">
          <a:xfrm rot="10800000" flipV="1">
            <a:off x="2771800" y="4420723"/>
            <a:ext cx="1072594" cy="488435"/>
          </a:xfrm>
          <a:prstGeom prst="bentConnector3">
            <a:avLst>
              <a:gd name="adj1" fmla="val 50000"/>
            </a:avLst>
          </a:prstGeom>
          <a:solidFill>
            <a:schemeClr val="tx1"/>
          </a:solidFill>
          <a:ln w="28575">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313" name="直接连接符 312"/>
          <p:cNvCxnSpPr>
            <a:stCxn id="307" idx="1"/>
            <a:endCxn id="308" idx="6"/>
          </p:cNvCxnSpPr>
          <p:nvPr/>
        </p:nvCxnSpPr>
        <p:spPr bwMode="auto">
          <a:xfrm flipH="1" flipV="1">
            <a:off x="1604134" y="4434102"/>
            <a:ext cx="549261" cy="515215"/>
          </a:xfrm>
          <a:prstGeom prst="line">
            <a:avLst/>
          </a:prstGeom>
          <a:ln w="28575">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314" name="椭圆 313"/>
          <p:cNvSpPr/>
          <p:nvPr/>
        </p:nvSpPr>
        <p:spPr bwMode="auto">
          <a:xfrm>
            <a:off x="1114915" y="4193718"/>
            <a:ext cx="494421" cy="474702"/>
          </a:xfrm>
          <a:prstGeom prst="ellipse">
            <a:avLst/>
          </a:prstGeom>
          <a:solidFill>
            <a:schemeClr val="tx1"/>
          </a:solidFill>
          <a:ln w="2857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r>
              <a:rPr kumimoji="0" lang="zh-CN" altLang="en-US" sz="1800" b="1" i="0" u="none" strike="noStrike" cap="none" normalizeH="0" baseline="0" dirty="0">
                <a:ln>
                  <a:noFill/>
                </a:ln>
                <a:solidFill>
                  <a:srgbClr val="FF0000"/>
                </a:solidFill>
                <a:effectLst/>
                <a:latin typeface="Arial" panose="020B0604020202020204" pitchFamily="34" charset="0"/>
                <a:ea typeface="宋体" panose="02010600030101010101" pitchFamily="2" charset="-122"/>
              </a:rPr>
              <a:t>∑</a:t>
            </a:r>
            <a:endParaRPr kumimoji="0" lang="zh-CN" altLang="en-US" sz="1800" b="1" i="0" u="none" strike="noStrike" cap="none" normalizeH="0" baseline="0" dirty="0">
              <a:ln>
                <a:noFill/>
              </a:ln>
              <a:solidFill>
                <a:srgbClr val="FF0000"/>
              </a:solidFill>
              <a:effectLst/>
              <a:latin typeface="Arial" panose="020B0604020202020204" pitchFamily="34" charset="0"/>
              <a:ea typeface="宋体" panose="02010600030101010101" pitchFamily="2" charset="-122"/>
            </a:endParaRPr>
          </a:p>
        </p:txBody>
      </p:sp>
      <mc:AlternateContent xmlns:mc="http://schemas.openxmlformats.org/markup-compatibility/2006">
        <mc:Choice xmlns:a14="http://schemas.microsoft.com/office/drawing/2010/main" Requires="a14">
          <p:sp>
            <p:nvSpPr>
              <p:cNvPr id="315" name="矩形 314"/>
              <p:cNvSpPr/>
              <p:nvPr/>
            </p:nvSpPr>
            <p:spPr>
              <a:xfrm>
                <a:off x="4399850" y="3837101"/>
                <a:ext cx="991033" cy="387927"/>
              </a:xfrm>
              <a:prstGeom prst="rect">
                <a:avLst/>
              </a:prstGeom>
              <a:solidFill>
                <a:schemeClr val="tx1"/>
              </a:solidFill>
            </p:spPr>
            <p:txBody>
              <a:bodyPr wrap="square">
                <a:spAutoFit/>
              </a:bodyPr>
              <a:lstStyle/>
              <a:p>
                <a14:m>
                  <m:oMathPara xmlns:m="http://schemas.openxmlformats.org/officeDocument/2006/math">
                    <m:oMathParaPr>
                      <m:jc m:val="centerGroup"/>
                    </m:oMathParaPr>
                    <m:oMath xmlns:m="http://schemas.openxmlformats.org/officeDocument/2006/math">
                      <m:sSup>
                        <m:sSupPr>
                          <m:ctrlPr>
                            <a:rPr lang="zh-CN" altLang="en-US" i="1" smtClean="0">
                              <a:solidFill>
                                <a:schemeClr val="bg1"/>
                              </a:solidFill>
                              <a:latin typeface="Cambria Math" panose="02040503050406030204" pitchFamily="18" charset="0"/>
                            </a:rPr>
                          </m:ctrlPr>
                        </m:sSupPr>
                        <m:e>
                          <m:r>
                            <a:rPr lang="zh-CN" altLang="en-US" i="1">
                              <a:solidFill>
                                <a:schemeClr val="bg1"/>
                              </a:solidFill>
                              <a:latin typeface="Cambria Math" panose="02040503050406030204" pitchFamily="18" charset="0"/>
                            </a:rPr>
                            <m:t>𝑞</m:t>
                          </m:r>
                        </m:e>
                        <m:sup>
                          <m:d>
                            <m:dPr>
                              <m:ctrlPr>
                                <a:rPr lang="zh-CN" altLang="en-US" i="1">
                                  <a:solidFill>
                                    <a:schemeClr val="bg1"/>
                                  </a:solidFill>
                                  <a:latin typeface="Cambria Math" panose="02040503050406030204" pitchFamily="18" charset="0"/>
                                </a:rPr>
                              </m:ctrlPr>
                            </m:dPr>
                            <m:e>
                              <m:r>
                                <a:rPr lang="zh-CN" altLang="en-US" i="1">
                                  <a:solidFill>
                                    <a:schemeClr val="bg1"/>
                                  </a:solidFill>
                                  <a:latin typeface="Cambria Math" panose="02040503050406030204" pitchFamily="18" charset="0"/>
                                </a:rPr>
                                <m:t>𝑛</m:t>
                              </m:r>
                              <m:r>
                                <a:rPr lang="zh-CN" altLang="en-US" i="1">
                                  <a:solidFill>
                                    <a:schemeClr val="bg1"/>
                                  </a:solidFill>
                                  <a:latin typeface="Cambria Math" panose="02040503050406030204" pitchFamily="18" charset="0"/>
                                </a:rPr>
                                <m:t>−</m:t>
                              </m:r>
                              <m:r>
                                <a:rPr lang="en-US" altLang="zh-CN" b="1" i="1" smtClean="0">
                                  <a:solidFill>
                                    <a:schemeClr val="bg1"/>
                                  </a:solidFill>
                                  <a:latin typeface="Cambria Math" panose="02040503050406030204" pitchFamily="18" charset="0"/>
                                </a:rPr>
                                <m:t>𝟐</m:t>
                              </m:r>
                            </m:e>
                          </m:d>
                        </m:sup>
                      </m:sSup>
                      <m:d>
                        <m:dPr>
                          <m:ctrlPr>
                            <a:rPr lang="zh-CN" altLang="en-US" i="1">
                              <a:solidFill>
                                <a:schemeClr val="bg1"/>
                              </a:solidFill>
                              <a:latin typeface="Cambria Math" panose="02040503050406030204" pitchFamily="18" charset="0"/>
                            </a:rPr>
                          </m:ctrlPr>
                        </m:dPr>
                        <m:e>
                          <m:r>
                            <a:rPr lang="zh-CN" altLang="en-US" i="1">
                              <a:solidFill>
                                <a:schemeClr val="bg1"/>
                              </a:solidFill>
                              <a:latin typeface="Cambria Math" panose="02040503050406030204" pitchFamily="18" charset="0"/>
                            </a:rPr>
                            <m:t>𝑡</m:t>
                          </m:r>
                        </m:e>
                      </m:d>
                      <m:r>
                        <a:rPr lang="zh-CN" altLang="en-US" i="1">
                          <a:solidFill>
                            <a:schemeClr val="bg1"/>
                          </a:solidFill>
                          <a:latin typeface="Cambria Math" panose="02040503050406030204" pitchFamily="18" charset="0"/>
                        </a:rPr>
                        <m:t> </m:t>
                      </m:r>
                    </m:oMath>
                  </m:oMathPara>
                </a14:m>
                <a:endParaRPr lang="zh-CN" altLang="en-US" dirty="0"/>
              </a:p>
            </p:txBody>
          </p:sp>
        </mc:Choice>
        <mc:Fallback>
          <p:sp>
            <p:nvSpPr>
              <p:cNvPr id="315" name="矩形 314"/>
              <p:cNvSpPr>
                <a:spLocks noRot="1" noChangeAspect="1" noMove="1" noResize="1" noEditPoints="1" noAdjustHandles="1" noChangeArrowheads="1" noChangeShapeType="1" noTextEdit="1"/>
              </p:cNvSpPr>
              <p:nvPr/>
            </p:nvSpPr>
            <p:spPr>
              <a:xfrm>
                <a:off x="4399850" y="3837101"/>
                <a:ext cx="991033" cy="387927"/>
              </a:xfrm>
              <a:prstGeom prst="rect">
                <a:avLst/>
              </a:prstGeom>
              <a:blipFill rotWithShape="1">
                <a:blip r:embed="rId7"/>
                <a:stretch>
                  <a:fillRect l="-58" t="-111" r="-1501" b="96"/>
                </a:stretch>
              </a:blipFill>
            </p:spPr>
            <p:txBody>
              <a:bodyPr/>
              <a:lstStyle/>
              <a:p>
                <a:r>
                  <a:rPr lang="zh-CN" altLang="en-US">
                    <a:noFill/>
                  </a:rPr>
                  <a:t> </a:t>
                </a:r>
              </a:p>
            </p:txBody>
          </p:sp>
        </mc:Fallback>
      </mc:AlternateContent>
      <p:sp>
        <p:nvSpPr>
          <p:cNvPr id="316" name="矩形 315"/>
          <p:cNvSpPr/>
          <p:nvPr/>
        </p:nvSpPr>
        <p:spPr>
          <a:xfrm>
            <a:off x="3222675" y="5135146"/>
            <a:ext cx="596638" cy="338554"/>
          </a:xfrm>
          <a:prstGeom prst="rect">
            <a:avLst/>
          </a:prstGeom>
          <a:solidFill>
            <a:schemeClr val="tx1"/>
          </a:solidFill>
          <a:ln w="28575">
            <a:solidFill>
              <a:schemeClr val="bg1"/>
            </a:solidFill>
          </a:ln>
        </p:spPr>
        <p:txBody>
          <a:bodyPr wrap="square">
            <a:spAutoFit/>
          </a:bodyPr>
          <a:lstStyle/>
          <a:p>
            <a:r>
              <a:rPr lang="en-US" altLang="zh-CN" sz="1600" dirty="0">
                <a:solidFill>
                  <a:srgbClr val="FF0000"/>
                </a:solidFill>
              </a:rPr>
              <a:t>-a</a:t>
            </a:r>
            <a:r>
              <a:rPr lang="en-US" altLang="zh-CN" sz="1600" baseline="-25000" dirty="0">
                <a:solidFill>
                  <a:srgbClr val="FF0000"/>
                </a:solidFill>
              </a:rPr>
              <a:t>n-2</a:t>
            </a:r>
            <a:endParaRPr lang="zh-CN" altLang="en-US" sz="1600" baseline="-25000" dirty="0">
              <a:solidFill>
                <a:srgbClr val="FF0000"/>
              </a:solidFill>
            </a:endParaRPr>
          </a:p>
        </p:txBody>
      </p:sp>
      <p:cxnSp>
        <p:nvCxnSpPr>
          <p:cNvPr id="317" name="连接符: 肘形 316"/>
          <p:cNvCxnSpPr/>
          <p:nvPr/>
        </p:nvCxnSpPr>
        <p:spPr bwMode="auto">
          <a:xfrm rot="5400000">
            <a:off x="3743180" y="4527471"/>
            <a:ext cx="867308" cy="724674"/>
          </a:xfrm>
          <a:prstGeom prst="bentConnector3">
            <a:avLst>
              <a:gd name="adj1" fmla="val 99577"/>
            </a:avLst>
          </a:prstGeom>
          <a:solidFill>
            <a:schemeClr val="tx1"/>
          </a:solidFill>
          <a:ln w="28575">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318" name="直接连接符 317"/>
          <p:cNvCxnSpPr/>
          <p:nvPr/>
        </p:nvCxnSpPr>
        <p:spPr bwMode="auto">
          <a:xfrm flipH="1">
            <a:off x="2132558" y="5304423"/>
            <a:ext cx="1038683" cy="0"/>
          </a:xfrm>
          <a:prstGeom prst="line">
            <a:avLst/>
          </a:prstGeom>
          <a:solidFill>
            <a:schemeClr val="tx1"/>
          </a:solidFill>
          <a:ln w="28575">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19" name="直接连接符 318"/>
          <p:cNvCxnSpPr>
            <a:endCxn id="314" idx="5"/>
          </p:cNvCxnSpPr>
          <p:nvPr/>
        </p:nvCxnSpPr>
        <p:spPr bwMode="auto">
          <a:xfrm flipH="1" flipV="1">
            <a:off x="1536930" y="4598902"/>
            <a:ext cx="595628" cy="700830"/>
          </a:xfrm>
          <a:prstGeom prst="line">
            <a:avLst/>
          </a:prstGeom>
          <a:ln w="28575">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320" name="椭圆 319"/>
          <p:cNvSpPr/>
          <p:nvPr/>
        </p:nvSpPr>
        <p:spPr bwMode="auto">
          <a:xfrm>
            <a:off x="1104465" y="4176182"/>
            <a:ext cx="494421" cy="474702"/>
          </a:xfrm>
          <a:prstGeom prst="ellipse">
            <a:avLst/>
          </a:prstGeom>
          <a:solidFill>
            <a:schemeClr val="tx1"/>
          </a:solidFill>
          <a:ln w="2857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r>
              <a:rPr kumimoji="0" lang="zh-CN" altLang="en-US" sz="1800" b="1" i="0" u="none" strike="noStrike" cap="none" normalizeH="0" baseline="0" dirty="0">
                <a:ln>
                  <a:noFill/>
                </a:ln>
                <a:solidFill>
                  <a:srgbClr val="FF0000"/>
                </a:solidFill>
                <a:effectLst/>
                <a:latin typeface="Arial" panose="020B0604020202020204" pitchFamily="34" charset="0"/>
                <a:ea typeface="宋体" panose="02010600030101010101" pitchFamily="2" charset="-122"/>
              </a:rPr>
              <a:t>∑</a:t>
            </a:r>
            <a:endParaRPr kumimoji="0" lang="zh-CN" altLang="en-US" sz="1800" b="1" i="0" u="none" strike="noStrike" cap="none" normalizeH="0" baseline="0" dirty="0">
              <a:ln>
                <a:noFill/>
              </a:ln>
              <a:solidFill>
                <a:srgbClr val="FF0000"/>
              </a:solidFill>
              <a:effectLst/>
              <a:latin typeface="Arial" panose="020B0604020202020204" pitchFamily="34" charset="0"/>
              <a:ea typeface="宋体" panose="02010600030101010101" pitchFamily="2" charset="-122"/>
            </a:endParaRPr>
          </a:p>
        </p:txBody>
      </p:sp>
      <mc:AlternateContent xmlns:mc="http://schemas.openxmlformats.org/markup-compatibility/2006">
        <mc:Choice xmlns:a14="http://schemas.microsoft.com/office/drawing/2010/main" Requires="a14">
          <p:sp>
            <p:nvSpPr>
              <p:cNvPr id="321" name="矩形 320"/>
              <p:cNvSpPr/>
              <p:nvPr/>
            </p:nvSpPr>
            <p:spPr>
              <a:xfrm>
                <a:off x="5725889" y="4009189"/>
                <a:ext cx="673732" cy="369332"/>
              </a:xfrm>
              <a:prstGeom prst="rect">
                <a:avLst/>
              </a:prstGeom>
              <a:solidFill>
                <a:schemeClr val="tx1"/>
              </a:solidFill>
            </p:spPr>
            <p:txBody>
              <a:bodyPr wrap="square">
                <a:spAutoFit/>
              </a:bodyPr>
              <a:lstStyle/>
              <a:p>
                <a14:m>
                  <m:oMathPara xmlns:m="http://schemas.openxmlformats.org/officeDocument/2006/math">
                    <m:oMathParaPr>
                      <m:jc m:val="centerGroup"/>
                    </m:oMathParaPr>
                    <m:oMath xmlns:m="http://schemas.openxmlformats.org/officeDocument/2006/math">
                      <m:sSup>
                        <m:sSupPr>
                          <m:ctrlPr>
                            <a:rPr lang="zh-CN" altLang="en-US" i="1" smtClean="0">
                              <a:solidFill>
                                <a:schemeClr val="bg1"/>
                              </a:solidFill>
                              <a:latin typeface="Cambria Math" panose="02040503050406030204" pitchFamily="18" charset="0"/>
                            </a:rPr>
                          </m:ctrlPr>
                        </m:sSupPr>
                        <m:e>
                          <m:r>
                            <a:rPr lang="zh-CN" altLang="en-US" i="1">
                              <a:solidFill>
                                <a:schemeClr val="bg1"/>
                              </a:solidFill>
                              <a:latin typeface="Cambria Math" panose="02040503050406030204" pitchFamily="18" charset="0"/>
                            </a:rPr>
                            <m:t>𝑞</m:t>
                          </m:r>
                        </m:e>
                        <m:sup>
                          <m:r>
                            <a:rPr lang="en-US" altLang="zh-CN" b="1" i="1" smtClean="0">
                              <a:solidFill>
                                <a:schemeClr val="bg1"/>
                              </a:solidFill>
                              <a:latin typeface="Cambria Math" panose="02040503050406030204" pitchFamily="18" charset="0"/>
                            </a:rPr>
                            <m:t>′</m:t>
                          </m:r>
                        </m:sup>
                      </m:sSup>
                      <m:d>
                        <m:dPr>
                          <m:ctrlPr>
                            <a:rPr lang="zh-CN" altLang="en-US" i="1">
                              <a:solidFill>
                                <a:schemeClr val="bg1"/>
                              </a:solidFill>
                              <a:latin typeface="Cambria Math" panose="02040503050406030204" pitchFamily="18" charset="0"/>
                            </a:rPr>
                          </m:ctrlPr>
                        </m:dPr>
                        <m:e>
                          <m:r>
                            <a:rPr lang="zh-CN" altLang="en-US" i="1">
                              <a:solidFill>
                                <a:schemeClr val="bg1"/>
                              </a:solidFill>
                              <a:latin typeface="Cambria Math" panose="02040503050406030204" pitchFamily="18" charset="0"/>
                            </a:rPr>
                            <m:t>𝑡</m:t>
                          </m:r>
                        </m:e>
                      </m:d>
                      <m:r>
                        <a:rPr lang="zh-CN" altLang="en-US" i="1">
                          <a:solidFill>
                            <a:schemeClr val="bg1"/>
                          </a:solidFill>
                          <a:latin typeface="Cambria Math" panose="02040503050406030204" pitchFamily="18" charset="0"/>
                        </a:rPr>
                        <m:t> </m:t>
                      </m:r>
                    </m:oMath>
                  </m:oMathPara>
                </a14:m>
                <a:endParaRPr lang="zh-CN" altLang="en-US" dirty="0"/>
              </a:p>
            </p:txBody>
          </p:sp>
        </mc:Choice>
        <mc:Fallback>
          <p:sp>
            <p:nvSpPr>
              <p:cNvPr id="321" name="矩形 320"/>
              <p:cNvSpPr>
                <a:spLocks noRot="1" noChangeAspect="1" noMove="1" noResize="1" noEditPoints="1" noAdjustHandles="1" noChangeArrowheads="1" noChangeShapeType="1" noTextEdit="1"/>
              </p:cNvSpPr>
              <p:nvPr/>
            </p:nvSpPr>
            <p:spPr>
              <a:xfrm>
                <a:off x="5725889" y="4009189"/>
                <a:ext cx="673732" cy="369332"/>
              </a:xfrm>
              <a:prstGeom prst="rect">
                <a:avLst/>
              </a:prstGeom>
              <a:blipFill rotWithShape="1">
                <a:blip r:embed="rId5"/>
                <a:stretch>
                  <a:fillRect l="-14" t="-118" r="14" b="53"/>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322" name="矩形 321"/>
              <p:cNvSpPr/>
              <p:nvPr/>
            </p:nvSpPr>
            <p:spPr>
              <a:xfrm>
                <a:off x="6819902" y="3877060"/>
                <a:ext cx="601446" cy="369332"/>
              </a:xfrm>
              <a:prstGeom prst="rect">
                <a:avLst/>
              </a:prstGeom>
              <a:solidFill>
                <a:schemeClr val="tx1"/>
              </a:solidFill>
            </p:spPr>
            <p:txBody>
              <a:bodyPr wrap="square">
                <a:spAutoFit/>
              </a:bodyPr>
              <a:lstStyle/>
              <a:p>
                <a14:m>
                  <m:oMathPara xmlns:m="http://schemas.openxmlformats.org/officeDocument/2006/math">
                    <m:oMathParaPr>
                      <m:jc m:val="centerGroup"/>
                    </m:oMathParaPr>
                    <m:oMath xmlns:m="http://schemas.openxmlformats.org/officeDocument/2006/math">
                      <m:r>
                        <m:rPr>
                          <m:sty m:val="p"/>
                        </m:rPr>
                        <a:rPr lang="en-US" altLang="zh-CN" i="1" smtClean="0">
                          <a:solidFill>
                            <a:schemeClr val="bg1"/>
                          </a:solidFill>
                          <a:latin typeface="Cambria Math" panose="02040503050406030204" pitchFamily="18" charset="0"/>
                        </a:rPr>
                        <m:t>q</m:t>
                      </m:r>
                      <m:d>
                        <m:dPr>
                          <m:ctrlPr>
                            <a:rPr lang="zh-CN" altLang="en-US" i="1">
                              <a:solidFill>
                                <a:schemeClr val="bg1"/>
                              </a:solidFill>
                              <a:latin typeface="Cambria Math" panose="02040503050406030204" pitchFamily="18" charset="0"/>
                            </a:rPr>
                          </m:ctrlPr>
                        </m:dPr>
                        <m:e>
                          <m:r>
                            <a:rPr lang="zh-CN" altLang="en-US" i="1">
                              <a:solidFill>
                                <a:schemeClr val="bg1"/>
                              </a:solidFill>
                              <a:latin typeface="Cambria Math" panose="02040503050406030204" pitchFamily="18" charset="0"/>
                            </a:rPr>
                            <m:t>𝑡</m:t>
                          </m:r>
                        </m:e>
                      </m:d>
                      <m:r>
                        <a:rPr lang="zh-CN" altLang="en-US" i="1">
                          <a:solidFill>
                            <a:schemeClr val="bg1"/>
                          </a:solidFill>
                          <a:latin typeface="Cambria Math" panose="02040503050406030204" pitchFamily="18" charset="0"/>
                        </a:rPr>
                        <m:t> </m:t>
                      </m:r>
                    </m:oMath>
                  </m:oMathPara>
                </a14:m>
                <a:endParaRPr lang="zh-CN" altLang="en-US" dirty="0"/>
              </a:p>
            </p:txBody>
          </p:sp>
        </mc:Choice>
        <mc:Fallback>
          <p:sp>
            <p:nvSpPr>
              <p:cNvPr id="322" name="矩形 321"/>
              <p:cNvSpPr>
                <a:spLocks noRot="1" noChangeAspect="1" noMove="1" noResize="1" noEditPoints="1" noAdjustHandles="1" noChangeArrowheads="1" noChangeShapeType="1" noTextEdit="1"/>
              </p:cNvSpPr>
              <p:nvPr/>
            </p:nvSpPr>
            <p:spPr>
              <a:xfrm>
                <a:off x="6819902" y="3877060"/>
                <a:ext cx="601446" cy="369332"/>
              </a:xfrm>
              <a:prstGeom prst="rect">
                <a:avLst/>
              </a:prstGeom>
              <a:blipFill rotWithShape="1">
                <a:blip r:embed="rId6"/>
                <a:stretch>
                  <a:fillRect t="-104" r="17" b="40"/>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323" name="矩形 322"/>
              <p:cNvSpPr/>
              <p:nvPr/>
            </p:nvSpPr>
            <p:spPr>
              <a:xfrm>
                <a:off x="4838251" y="4204838"/>
                <a:ext cx="633815" cy="400110"/>
              </a:xfrm>
              <a:prstGeom prst="rect">
                <a:avLst/>
              </a:prstGeom>
              <a:solidFill>
                <a:schemeClr val="tx1"/>
              </a:solidFill>
              <a:ln w="28575">
                <a:noFill/>
              </a:ln>
            </p:spPr>
            <p:txBody>
              <a:bodyPr wrap="square">
                <a:spAutoFit/>
              </a:bodyPr>
              <a:lstStyle/>
              <a:p>
                <a14:m>
                  <m:oMathPara xmlns:m="http://schemas.openxmlformats.org/officeDocument/2006/math">
                    <m:oMathParaPr>
                      <m:jc m:val="centerGroup"/>
                    </m:oMathParaPr>
                    <m:oMath xmlns:m="http://schemas.openxmlformats.org/officeDocument/2006/math">
                      <m:r>
                        <a:rPr lang="en-US" altLang="zh-CN" sz="2000" b="1" i="1" smtClean="0">
                          <a:solidFill>
                            <a:srgbClr val="FF0000"/>
                          </a:solidFill>
                          <a:latin typeface="Cambria Math" panose="02040503050406030204" pitchFamily="18" charset="0"/>
                        </a:rPr>
                        <m:t>…</m:t>
                      </m:r>
                    </m:oMath>
                  </m:oMathPara>
                </a14:m>
                <a:endParaRPr lang="zh-CN" altLang="en-US" sz="2000" dirty="0">
                  <a:solidFill>
                    <a:srgbClr val="FF0000"/>
                  </a:solidFill>
                </a:endParaRPr>
              </a:p>
            </p:txBody>
          </p:sp>
        </mc:Choice>
        <mc:Fallback>
          <p:sp>
            <p:nvSpPr>
              <p:cNvPr id="323" name="矩形 322"/>
              <p:cNvSpPr>
                <a:spLocks noRot="1" noChangeAspect="1" noMove="1" noResize="1" noEditPoints="1" noAdjustHandles="1" noChangeArrowheads="1" noChangeShapeType="1" noTextEdit="1"/>
              </p:cNvSpPr>
              <p:nvPr/>
            </p:nvSpPr>
            <p:spPr>
              <a:xfrm>
                <a:off x="4838251" y="4204838"/>
                <a:ext cx="633815" cy="400110"/>
              </a:xfrm>
              <a:prstGeom prst="rect">
                <a:avLst/>
              </a:prstGeom>
              <a:blipFill rotWithShape="1">
                <a:blip r:embed="rId9"/>
                <a:stretch>
                  <a:fillRect l="-29" t="-126" r="43" b="141"/>
                </a:stretch>
              </a:blipFill>
              <a:ln w="28575">
                <a:noFill/>
              </a:ln>
            </p:spPr>
            <p:txBody>
              <a:bodyPr/>
              <a:lstStyle/>
              <a:p>
                <a:r>
                  <a:rPr lang="zh-CN" altLang="en-US">
                    <a:noFill/>
                  </a:rPr>
                  <a:t> </a:t>
                </a:r>
              </a:p>
            </p:txBody>
          </p:sp>
        </mc:Fallback>
      </mc:AlternateContent>
      <p:sp>
        <p:nvSpPr>
          <p:cNvPr id="324" name="矩形 323"/>
          <p:cNvSpPr/>
          <p:nvPr/>
        </p:nvSpPr>
        <p:spPr>
          <a:xfrm>
            <a:off x="5111808" y="5568974"/>
            <a:ext cx="596638" cy="338554"/>
          </a:xfrm>
          <a:prstGeom prst="rect">
            <a:avLst/>
          </a:prstGeom>
          <a:solidFill>
            <a:schemeClr val="tx1"/>
          </a:solidFill>
          <a:ln w="28575">
            <a:solidFill>
              <a:schemeClr val="bg1"/>
            </a:solidFill>
          </a:ln>
        </p:spPr>
        <p:txBody>
          <a:bodyPr wrap="square">
            <a:spAutoFit/>
          </a:bodyPr>
          <a:lstStyle/>
          <a:p>
            <a:r>
              <a:rPr lang="en-US" altLang="zh-CN" sz="1600" dirty="0">
                <a:solidFill>
                  <a:srgbClr val="FF0000"/>
                </a:solidFill>
              </a:rPr>
              <a:t>-a</a:t>
            </a:r>
            <a:r>
              <a:rPr lang="en-US" altLang="zh-CN" sz="1600" baseline="-25000" dirty="0">
                <a:solidFill>
                  <a:srgbClr val="FF0000"/>
                </a:solidFill>
              </a:rPr>
              <a:t>n</a:t>
            </a:r>
            <a:endParaRPr lang="zh-CN" altLang="en-US" sz="1600" baseline="-25000" dirty="0">
              <a:solidFill>
                <a:srgbClr val="FF0000"/>
              </a:solidFill>
            </a:endParaRPr>
          </a:p>
        </p:txBody>
      </p:sp>
      <p:cxnSp>
        <p:nvCxnSpPr>
          <p:cNvPr id="325" name="连接符: 肘形 324"/>
          <p:cNvCxnSpPr/>
          <p:nvPr/>
        </p:nvCxnSpPr>
        <p:spPr bwMode="auto">
          <a:xfrm rot="5400000">
            <a:off x="5205736" y="4851733"/>
            <a:ext cx="1359730" cy="354309"/>
          </a:xfrm>
          <a:prstGeom prst="bentConnector2">
            <a:avLst/>
          </a:prstGeom>
          <a:solidFill>
            <a:schemeClr val="tx1"/>
          </a:solidFill>
          <a:ln w="28575">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326" name="直接连接符 325"/>
          <p:cNvCxnSpPr>
            <a:stCxn id="324" idx="1"/>
          </p:cNvCxnSpPr>
          <p:nvPr/>
        </p:nvCxnSpPr>
        <p:spPr bwMode="auto">
          <a:xfrm flipH="1">
            <a:off x="2169912" y="5738251"/>
            <a:ext cx="2941896" cy="17334"/>
          </a:xfrm>
          <a:prstGeom prst="line">
            <a:avLst/>
          </a:prstGeom>
          <a:solidFill>
            <a:schemeClr val="tx1"/>
          </a:solidFill>
          <a:ln w="28575">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27" name="直接连接符 326"/>
          <p:cNvCxnSpPr>
            <a:endCxn id="320" idx="4"/>
          </p:cNvCxnSpPr>
          <p:nvPr/>
        </p:nvCxnSpPr>
        <p:spPr bwMode="auto">
          <a:xfrm flipH="1" flipV="1">
            <a:off x="1351676" y="4650884"/>
            <a:ext cx="847905" cy="1117556"/>
          </a:xfrm>
          <a:prstGeom prst="line">
            <a:avLst/>
          </a:prstGeom>
          <a:ln w="28575">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328" name="矩形 327"/>
          <p:cNvSpPr/>
          <p:nvPr/>
        </p:nvSpPr>
        <p:spPr>
          <a:xfrm>
            <a:off x="5763148" y="5959388"/>
            <a:ext cx="596638" cy="338554"/>
          </a:xfrm>
          <a:prstGeom prst="rect">
            <a:avLst/>
          </a:prstGeom>
          <a:solidFill>
            <a:schemeClr val="tx1"/>
          </a:solidFill>
          <a:ln w="28575">
            <a:solidFill>
              <a:schemeClr val="bg1"/>
            </a:solidFill>
          </a:ln>
        </p:spPr>
        <p:txBody>
          <a:bodyPr wrap="square">
            <a:spAutoFit/>
          </a:bodyPr>
          <a:lstStyle/>
          <a:p>
            <a:r>
              <a:rPr lang="en-US" altLang="zh-CN" sz="1600" dirty="0">
                <a:solidFill>
                  <a:srgbClr val="FF0000"/>
                </a:solidFill>
              </a:rPr>
              <a:t>-a</a:t>
            </a:r>
            <a:r>
              <a:rPr lang="en-US" altLang="zh-CN" sz="1600" baseline="-25000" dirty="0">
                <a:solidFill>
                  <a:srgbClr val="FF0000"/>
                </a:solidFill>
              </a:rPr>
              <a:t>0</a:t>
            </a:r>
            <a:endParaRPr lang="zh-CN" altLang="en-US" sz="1600" baseline="-25000" dirty="0">
              <a:solidFill>
                <a:srgbClr val="FF0000"/>
              </a:solidFill>
            </a:endParaRPr>
          </a:p>
        </p:txBody>
      </p:sp>
      <p:cxnSp>
        <p:nvCxnSpPr>
          <p:cNvPr id="329" name="连接符: 肘形 328"/>
          <p:cNvCxnSpPr/>
          <p:nvPr/>
        </p:nvCxnSpPr>
        <p:spPr bwMode="auto">
          <a:xfrm rot="5400000">
            <a:off x="5802769" y="4917816"/>
            <a:ext cx="1724759" cy="614572"/>
          </a:xfrm>
          <a:prstGeom prst="bentConnector2">
            <a:avLst/>
          </a:prstGeom>
          <a:solidFill>
            <a:schemeClr val="tx1"/>
          </a:solidFill>
          <a:ln w="28575">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330" name="直接连接符 329"/>
          <p:cNvCxnSpPr>
            <a:stCxn id="328" idx="1"/>
          </p:cNvCxnSpPr>
          <p:nvPr/>
        </p:nvCxnSpPr>
        <p:spPr bwMode="auto">
          <a:xfrm flipH="1">
            <a:off x="2169912" y="6128665"/>
            <a:ext cx="3593236" cy="30896"/>
          </a:xfrm>
          <a:prstGeom prst="line">
            <a:avLst/>
          </a:prstGeom>
          <a:solidFill>
            <a:schemeClr val="tx1"/>
          </a:solidFill>
          <a:ln w="28575">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31" name="直接连接符 330"/>
          <p:cNvCxnSpPr>
            <a:endCxn id="320" idx="3"/>
          </p:cNvCxnSpPr>
          <p:nvPr/>
        </p:nvCxnSpPr>
        <p:spPr bwMode="auto">
          <a:xfrm flipH="1" flipV="1">
            <a:off x="1176871" y="4581366"/>
            <a:ext cx="993041" cy="1570180"/>
          </a:xfrm>
          <a:prstGeom prst="line">
            <a:avLst/>
          </a:prstGeom>
          <a:ln w="28575">
            <a:headEnd type="none" w="med" len="med"/>
            <a:tailEnd type="triangle" w="med" len="med"/>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332" name="矩形 331"/>
              <p:cNvSpPr/>
              <p:nvPr/>
            </p:nvSpPr>
            <p:spPr>
              <a:xfrm>
                <a:off x="4002619" y="5370834"/>
                <a:ext cx="438217" cy="369332"/>
              </a:xfrm>
              <a:prstGeom prst="rect">
                <a:avLst/>
              </a:prstGeom>
              <a:solidFill>
                <a:schemeClr val="tx1"/>
              </a:solidFill>
              <a:ln w="28575">
                <a:noFill/>
              </a:ln>
            </p:spPr>
            <p:txBody>
              <a:bodyPr wrap="square">
                <a:spAutoFit/>
              </a:bodyPr>
              <a:lstStyle/>
              <a:p>
                <a14:m>
                  <m:oMathPara xmlns:m="http://schemas.openxmlformats.org/officeDocument/2006/math">
                    <m:oMathParaPr>
                      <m:jc m:val="centerGroup"/>
                    </m:oMathParaPr>
                    <m:oMath xmlns:m="http://schemas.openxmlformats.org/officeDocument/2006/math">
                      <m:r>
                        <a:rPr lang="en-US" altLang="zh-CN" b="1" i="1" smtClean="0">
                          <a:solidFill>
                            <a:srgbClr val="FF0000"/>
                          </a:solidFill>
                          <a:latin typeface="Cambria Math" panose="02040503050406030204" pitchFamily="18" charset="0"/>
                        </a:rPr>
                        <m:t>…</m:t>
                      </m:r>
                    </m:oMath>
                  </m:oMathPara>
                </a14:m>
                <a:endParaRPr lang="zh-CN" altLang="en-US" dirty="0">
                  <a:solidFill>
                    <a:srgbClr val="FF0000"/>
                  </a:solidFill>
                </a:endParaRPr>
              </a:p>
            </p:txBody>
          </p:sp>
        </mc:Choice>
        <mc:Fallback>
          <p:sp>
            <p:nvSpPr>
              <p:cNvPr id="332" name="矩形 331"/>
              <p:cNvSpPr>
                <a:spLocks noRot="1" noChangeAspect="1" noMove="1" noResize="1" noEditPoints="1" noAdjustHandles="1" noChangeArrowheads="1" noChangeShapeType="1" noTextEdit="1"/>
              </p:cNvSpPr>
              <p:nvPr/>
            </p:nvSpPr>
            <p:spPr>
              <a:xfrm>
                <a:off x="4002619" y="5370834"/>
                <a:ext cx="438217" cy="369332"/>
              </a:xfrm>
              <a:prstGeom prst="rect">
                <a:avLst/>
              </a:prstGeom>
              <a:blipFill rotWithShape="1">
                <a:blip r:embed="rId10"/>
                <a:stretch>
                  <a:fillRect l="-49" t="-1" r="64" b="109"/>
                </a:stretch>
              </a:blipFill>
              <a:ln w="28575">
                <a:noFill/>
              </a:ln>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333" name="矩形 332"/>
              <p:cNvSpPr/>
              <p:nvPr/>
            </p:nvSpPr>
            <p:spPr>
              <a:xfrm>
                <a:off x="1677652" y="3998886"/>
                <a:ext cx="790272" cy="387927"/>
              </a:xfrm>
              <a:prstGeom prst="rect">
                <a:avLst/>
              </a:prstGeom>
              <a:solidFill>
                <a:schemeClr val="tx1"/>
              </a:solidFill>
            </p:spPr>
            <p:txBody>
              <a:bodyPr wrap="square">
                <a:spAutoFit/>
              </a:bodyPr>
              <a:lstStyle/>
              <a:p>
                <a14:m>
                  <m:oMathPara xmlns:m="http://schemas.openxmlformats.org/officeDocument/2006/math">
                    <m:oMathParaPr>
                      <m:jc m:val="centerGroup"/>
                    </m:oMathParaPr>
                    <m:oMath xmlns:m="http://schemas.openxmlformats.org/officeDocument/2006/math">
                      <m:sSup>
                        <m:sSupPr>
                          <m:ctrlPr>
                            <a:rPr lang="zh-CN" altLang="en-US" i="1">
                              <a:solidFill>
                                <a:schemeClr val="bg1"/>
                              </a:solidFill>
                              <a:latin typeface="Cambria Math" panose="02040503050406030204" pitchFamily="18" charset="0"/>
                            </a:rPr>
                          </m:ctrlPr>
                        </m:sSupPr>
                        <m:e>
                          <m:r>
                            <a:rPr lang="zh-CN" altLang="en-US" i="1">
                              <a:solidFill>
                                <a:schemeClr val="bg1"/>
                              </a:solidFill>
                              <a:latin typeface="Cambria Math" panose="02040503050406030204" pitchFamily="18" charset="0"/>
                            </a:rPr>
                            <m:t>𝑞</m:t>
                          </m:r>
                        </m:e>
                        <m:sup>
                          <m:d>
                            <m:dPr>
                              <m:ctrlPr>
                                <a:rPr lang="zh-CN" altLang="en-US" i="1">
                                  <a:solidFill>
                                    <a:schemeClr val="bg1"/>
                                  </a:solidFill>
                                  <a:latin typeface="Cambria Math" panose="02040503050406030204" pitchFamily="18" charset="0"/>
                                </a:rPr>
                              </m:ctrlPr>
                            </m:dPr>
                            <m:e>
                              <m:r>
                                <a:rPr lang="zh-CN" altLang="en-US" i="1">
                                  <a:solidFill>
                                    <a:schemeClr val="bg1"/>
                                  </a:solidFill>
                                  <a:latin typeface="Cambria Math" panose="02040503050406030204" pitchFamily="18" charset="0"/>
                                </a:rPr>
                                <m:t>𝑛</m:t>
                              </m:r>
                            </m:e>
                          </m:d>
                        </m:sup>
                      </m:sSup>
                      <m:d>
                        <m:dPr>
                          <m:ctrlPr>
                            <a:rPr lang="zh-CN" altLang="en-US" i="1">
                              <a:solidFill>
                                <a:schemeClr val="bg1"/>
                              </a:solidFill>
                              <a:latin typeface="Cambria Math" panose="02040503050406030204" pitchFamily="18" charset="0"/>
                            </a:rPr>
                          </m:ctrlPr>
                        </m:dPr>
                        <m:e>
                          <m:r>
                            <a:rPr lang="zh-CN" altLang="en-US" i="1">
                              <a:solidFill>
                                <a:schemeClr val="bg1"/>
                              </a:solidFill>
                              <a:latin typeface="Cambria Math" panose="02040503050406030204" pitchFamily="18" charset="0"/>
                            </a:rPr>
                            <m:t>𝑡</m:t>
                          </m:r>
                        </m:e>
                      </m:d>
                    </m:oMath>
                  </m:oMathPara>
                </a14:m>
                <a:endParaRPr lang="zh-CN" altLang="en-US" dirty="0"/>
              </a:p>
            </p:txBody>
          </p:sp>
        </mc:Choice>
        <mc:Fallback>
          <p:sp>
            <p:nvSpPr>
              <p:cNvPr id="333" name="矩形 332"/>
              <p:cNvSpPr>
                <a:spLocks noRot="1" noChangeAspect="1" noMove="1" noResize="1" noEditPoints="1" noAdjustHandles="1" noChangeArrowheads="1" noChangeShapeType="1" noTextEdit="1"/>
              </p:cNvSpPr>
              <p:nvPr/>
            </p:nvSpPr>
            <p:spPr>
              <a:xfrm>
                <a:off x="1677652" y="3998886"/>
                <a:ext cx="790272" cy="387927"/>
              </a:xfrm>
              <a:prstGeom prst="rect">
                <a:avLst/>
              </a:prstGeom>
              <a:blipFill rotWithShape="1">
                <a:blip r:embed="rId3"/>
                <a:stretch>
                  <a:fillRect l="-78" t="-75" r="40" b="60"/>
                </a:stretch>
              </a:blipFill>
            </p:spPr>
            <p:txBody>
              <a:bodyPr/>
              <a:lstStyle/>
              <a:p>
                <a:r>
                  <a:rPr lang="zh-CN" altLang="en-US">
                    <a:noFill/>
                  </a:rPr>
                  <a:t> </a:t>
                </a:r>
              </a:p>
            </p:txBody>
          </p:sp>
        </mc:Fallback>
      </mc:AlternateContent>
      <p:cxnSp>
        <p:nvCxnSpPr>
          <p:cNvPr id="334" name="直接箭头连接符 333"/>
          <p:cNvCxnSpPr/>
          <p:nvPr/>
        </p:nvCxnSpPr>
        <p:spPr bwMode="auto">
          <a:xfrm>
            <a:off x="1598073" y="4371014"/>
            <a:ext cx="1037748" cy="15799"/>
          </a:xfrm>
          <a:prstGeom prst="straightConnector1">
            <a:avLst/>
          </a:prstGeom>
          <a:solidFill>
            <a:schemeClr val="tx1"/>
          </a:solidFill>
          <a:ln w="28575">
            <a:headEnd type="none" w="med" len="med"/>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335" name="矩形 334"/>
              <p:cNvSpPr/>
              <p:nvPr/>
            </p:nvSpPr>
            <p:spPr>
              <a:xfrm>
                <a:off x="1694545" y="4004774"/>
                <a:ext cx="790272" cy="387927"/>
              </a:xfrm>
              <a:prstGeom prst="rect">
                <a:avLst/>
              </a:prstGeom>
              <a:solidFill>
                <a:schemeClr val="tx1"/>
              </a:solidFill>
            </p:spPr>
            <p:txBody>
              <a:bodyPr wrap="square">
                <a:spAutoFit/>
              </a:bodyPr>
              <a:lstStyle/>
              <a:p>
                <a14:m>
                  <m:oMathPara xmlns:m="http://schemas.openxmlformats.org/officeDocument/2006/math">
                    <m:oMathParaPr>
                      <m:jc m:val="centerGroup"/>
                    </m:oMathParaPr>
                    <m:oMath xmlns:m="http://schemas.openxmlformats.org/officeDocument/2006/math">
                      <m:sSup>
                        <m:sSupPr>
                          <m:ctrlPr>
                            <a:rPr lang="zh-CN" altLang="en-US" i="1">
                              <a:solidFill>
                                <a:schemeClr val="bg1"/>
                              </a:solidFill>
                              <a:latin typeface="Cambria Math" panose="02040503050406030204" pitchFamily="18" charset="0"/>
                            </a:rPr>
                          </m:ctrlPr>
                        </m:sSupPr>
                        <m:e>
                          <m:r>
                            <a:rPr lang="zh-CN" altLang="en-US" i="1">
                              <a:solidFill>
                                <a:schemeClr val="bg1"/>
                              </a:solidFill>
                              <a:latin typeface="Cambria Math" panose="02040503050406030204" pitchFamily="18" charset="0"/>
                            </a:rPr>
                            <m:t>𝑞</m:t>
                          </m:r>
                        </m:e>
                        <m:sup>
                          <m:d>
                            <m:dPr>
                              <m:ctrlPr>
                                <a:rPr lang="zh-CN" altLang="en-US" i="1">
                                  <a:solidFill>
                                    <a:schemeClr val="bg1"/>
                                  </a:solidFill>
                                  <a:latin typeface="Cambria Math" panose="02040503050406030204" pitchFamily="18" charset="0"/>
                                </a:rPr>
                              </m:ctrlPr>
                            </m:dPr>
                            <m:e>
                              <m:r>
                                <a:rPr lang="zh-CN" altLang="en-US" i="1">
                                  <a:solidFill>
                                    <a:schemeClr val="bg1"/>
                                  </a:solidFill>
                                  <a:latin typeface="Cambria Math" panose="02040503050406030204" pitchFamily="18" charset="0"/>
                                </a:rPr>
                                <m:t>𝑛</m:t>
                              </m:r>
                            </m:e>
                          </m:d>
                        </m:sup>
                      </m:sSup>
                      <m:d>
                        <m:dPr>
                          <m:ctrlPr>
                            <a:rPr lang="zh-CN" altLang="en-US" i="1">
                              <a:solidFill>
                                <a:schemeClr val="bg1"/>
                              </a:solidFill>
                              <a:latin typeface="Cambria Math" panose="02040503050406030204" pitchFamily="18" charset="0"/>
                            </a:rPr>
                          </m:ctrlPr>
                        </m:dPr>
                        <m:e>
                          <m:r>
                            <a:rPr lang="zh-CN" altLang="en-US" i="1">
                              <a:solidFill>
                                <a:schemeClr val="bg1"/>
                              </a:solidFill>
                              <a:latin typeface="Cambria Math" panose="02040503050406030204" pitchFamily="18" charset="0"/>
                            </a:rPr>
                            <m:t>𝑡</m:t>
                          </m:r>
                        </m:e>
                      </m:d>
                    </m:oMath>
                  </m:oMathPara>
                </a14:m>
                <a:endParaRPr lang="zh-CN" altLang="en-US" dirty="0"/>
              </a:p>
            </p:txBody>
          </p:sp>
        </mc:Choice>
        <mc:Fallback>
          <p:sp>
            <p:nvSpPr>
              <p:cNvPr id="335" name="矩形 334"/>
              <p:cNvSpPr>
                <a:spLocks noRot="1" noChangeAspect="1" noMove="1" noResize="1" noEditPoints="1" noAdjustHandles="1" noChangeArrowheads="1" noChangeShapeType="1" noTextEdit="1"/>
              </p:cNvSpPr>
              <p:nvPr/>
            </p:nvSpPr>
            <p:spPr>
              <a:xfrm>
                <a:off x="1694545" y="4004774"/>
                <a:ext cx="790272" cy="387927"/>
              </a:xfrm>
              <a:prstGeom prst="rect">
                <a:avLst/>
              </a:prstGeom>
              <a:blipFill rotWithShape="1">
                <a:blip r:embed="rId3"/>
                <a:stretch>
                  <a:fillRect l="-46" t="-120" r="8" b="105"/>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336" name="矩形 335"/>
              <p:cNvSpPr/>
              <p:nvPr/>
            </p:nvSpPr>
            <p:spPr>
              <a:xfrm>
                <a:off x="3038006" y="3936842"/>
                <a:ext cx="991033" cy="387927"/>
              </a:xfrm>
              <a:prstGeom prst="rect">
                <a:avLst/>
              </a:prstGeom>
              <a:solidFill>
                <a:schemeClr val="tx1"/>
              </a:solidFill>
            </p:spPr>
            <p:txBody>
              <a:bodyPr wrap="square">
                <a:spAutoFit/>
              </a:bodyPr>
              <a:lstStyle/>
              <a:p>
                <a14:m>
                  <m:oMathPara xmlns:m="http://schemas.openxmlformats.org/officeDocument/2006/math">
                    <m:oMathParaPr>
                      <m:jc m:val="centerGroup"/>
                    </m:oMathParaPr>
                    <m:oMath xmlns:m="http://schemas.openxmlformats.org/officeDocument/2006/math">
                      <m:sSup>
                        <m:sSupPr>
                          <m:ctrlPr>
                            <a:rPr lang="zh-CN" altLang="en-US" i="1">
                              <a:solidFill>
                                <a:schemeClr val="bg1"/>
                              </a:solidFill>
                              <a:latin typeface="Cambria Math" panose="02040503050406030204" pitchFamily="18" charset="0"/>
                            </a:rPr>
                          </m:ctrlPr>
                        </m:sSupPr>
                        <m:e>
                          <m:r>
                            <a:rPr lang="zh-CN" altLang="en-US" i="1">
                              <a:solidFill>
                                <a:schemeClr val="bg1"/>
                              </a:solidFill>
                              <a:latin typeface="Cambria Math" panose="02040503050406030204" pitchFamily="18" charset="0"/>
                            </a:rPr>
                            <m:t>𝑞</m:t>
                          </m:r>
                        </m:e>
                        <m:sup>
                          <m:d>
                            <m:dPr>
                              <m:ctrlPr>
                                <a:rPr lang="zh-CN" altLang="en-US" i="1">
                                  <a:solidFill>
                                    <a:schemeClr val="bg1"/>
                                  </a:solidFill>
                                  <a:latin typeface="Cambria Math" panose="02040503050406030204" pitchFamily="18" charset="0"/>
                                </a:rPr>
                              </m:ctrlPr>
                            </m:dPr>
                            <m:e>
                              <m:r>
                                <a:rPr lang="zh-CN" altLang="en-US" i="1">
                                  <a:solidFill>
                                    <a:schemeClr val="bg1"/>
                                  </a:solidFill>
                                  <a:latin typeface="Cambria Math" panose="02040503050406030204" pitchFamily="18" charset="0"/>
                                </a:rPr>
                                <m:t>𝑛</m:t>
                              </m:r>
                              <m:r>
                                <a:rPr lang="zh-CN" altLang="en-US" i="1">
                                  <a:solidFill>
                                    <a:schemeClr val="bg1"/>
                                  </a:solidFill>
                                  <a:latin typeface="Cambria Math" panose="02040503050406030204" pitchFamily="18" charset="0"/>
                                </a:rPr>
                                <m:t>−</m:t>
                              </m:r>
                              <m:r>
                                <a:rPr lang="zh-CN" altLang="en-US" i="1">
                                  <a:solidFill>
                                    <a:schemeClr val="bg1"/>
                                  </a:solidFill>
                                  <a:latin typeface="Cambria Math" panose="02040503050406030204" pitchFamily="18" charset="0"/>
                                </a:rPr>
                                <m:t>1</m:t>
                              </m:r>
                            </m:e>
                          </m:d>
                        </m:sup>
                      </m:sSup>
                      <m:d>
                        <m:dPr>
                          <m:ctrlPr>
                            <a:rPr lang="zh-CN" altLang="en-US" i="1">
                              <a:solidFill>
                                <a:schemeClr val="bg1"/>
                              </a:solidFill>
                              <a:latin typeface="Cambria Math" panose="02040503050406030204" pitchFamily="18" charset="0"/>
                            </a:rPr>
                          </m:ctrlPr>
                        </m:dPr>
                        <m:e>
                          <m:r>
                            <a:rPr lang="zh-CN" altLang="en-US" i="1">
                              <a:solidFill>
                                <a:schemeClr val="bg1"/>
                              </a:solidFill>
                              <a:latin typeface="Cambria Math" panose="02040503050406030204" pitchFamily="18" charset="0"/>
                            </a:rPr>
                            <m:t>𝑡</m:t>
                          </m:r>
                        </m:e>
                      </m:d>
                      <m:r>
                        <a:rPr lang="zh-CN" altLang="en-US" i="1">
                          <a:solidFill>
                            <a:schemeClr val="bg1"/>
                          </a:solidFill>
                          <a:latin typeface="Cambria Math" panose="02040503050406030204" pitchFamily="18" charset="0"/>
                        </a:rPr>
                        <m:t> </m:t>
                      </m:r>
                    </m:oMath>
                  </m:oMathPara>
                </a14:m>
                <a:endParaRPr lang="zh-CN" altLang="en-US" dirty="0"/>
              </a:p>
            </p:txBody>
          </p:sp>
        </mc:Choice>
        <mc:Fallback>
          <p:sp>
            <p:nvSpPr>
              <p:cNvPr id="336" name="矩形 335"/>
              <p:cNvSpPr>
                <a:spLocks noRot="1" noChangeAspect="1" noMove="1" noResize="1" noEditPoints="1" noAdjustHandles="1" noChangeArrowheads="1" noChangeShapeType="1" noTextEdit="1"/>
              </p:cNvSpPr>
              <p:nvPr/>
            </p:nvSpPr>
            <p:spPr>
              <a:xfrm>
                <a:off x="3038006" y="3936842"/>
                <a:ext cx="991033" cy="387927"/>
              </a:xfrm>
              <a:prstGeom prst="rect">
                <a:avLst/>
              </a:prstGeom>
              <a:blipFill rotWithShape="1">
                <a:blip r:embed="rId4"/>
                <a:stretch>
                  <a:fillRect l="-17" t="-123" r="-773" b="108"/>
                </a:stretch>
              </a:blipFill>
            </p:spPr>
            <p:txBody>
              <a:bodyPr/>
              <a:lstStyle/>
              <a:p>
                <a:r>
                  <a:rPr lang="zh-CN" altLang="en-US">
                    <a:noFill/>
                  </a:rPr>
                  <a:t> </a:t>
                </a:r>
              </a:p>
            </p:txBody>
          </p:sp>
        </mc:Fallback>
      </mc:AlternateContent>
      <p:cxnSp>
        <p:nvCxnSpPr>
          <p:cNvPr id="337" name="直接箭头连接符 336"/>
          <p:cNvCxnSpPr/>
          <p:nvPr/>
        </p:nvCxnSpPr>
        <p:spPr bwMode="auto">
          <a:xfrm>
            <a:off x="1614966" y="4376902"/>
            <a:ext cx="1037748" cy="15799"/>
          </a:xfrm>
          <a:prstGeom prst="straightConnector1">
            <a:avLst/>
          </a:prstGeom>
          <a:solidFill>
            <a:schemeClr val="tx1"/>
          </a:solidFill>
          <a:ln w="28575">
            <a:headEnd type="none" w="med" len="med"/>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338" name="矩形 337"/>
              <p:cNvSpPr/>
              <p:nvPr/>
            </p:nvSpPr>
            <p:spPr>
              <a:xfrm>
                <a:off x="2639260" y="4162875"/>
                <a:ext cx="343858" cy="475643"/>
              </a:xfrm>
              <a:prstGeom prst="rect">
                <a:avLst/>
              </a:prstGeom>
              <a:solidFill>
                <a:schemeClr val="tx1"/>
              </a:solidFill>
              <a:ln w="28575">
                <a:solidFill>
                  <a:schemeClr val="bg1"/>
                </a:solidFill>
              </a:ln>
            </p:spPr>
            <p:txBody>
              <a:bodyPr wrap="square">
                <a:spAutoFit/>
              </a:bodyPr>
              <a:lstStyle/>
              <a:p>
                <a14:m>
                  <m:oMathPara xmlns:m="http://schemas.openxmlformats.org/officeDocument/2006/math">
                    <m:oMathParaPr>
                      <m:jc m:val="centerGroup"/>
                    </m:oMathParaPr>
                    <m:oMath xmlns:m="http://schemas.openxmlformats.org/officeDocument/2006/math">
                      <m:r>
                        <a:rPr lang="zh-CN" altLang="en-US" sz="2400" i="1" smtClean="0">
                          <a:solidFill>
                            <a:srgbClr val="FF0000"/>
                          </a:solidFill>
                          <a:latin typeface="Cambria Math" panose="02040503050406030204" pitchFamily="18" charset="0"/>
                        </a:rPr>
                        <m:t>∫</m:t>
                      </m:r>
                    </m:oMath>
                  </m:oMathPara>
                </a14:m>
                <a:endParaRPr lang="zh-CN" altLang="en-US" sz="2400" dirty="0">
                  <a:solidFill>
                    <a:srgbClr val="FF0000"/>
                  </a:solidFill>
                </a:endParaRPr>
              </a:p>
            </p:txBody>
          </p:sp>
        </mc:Choice>
        <mc:Fallback>
          <p:sp>
            <p:nvSpPr>
              <p:cNvPr id="338" name="矩形 337"/>
              <p:cNvSpPr>
                <a:spLocks noRot="1" noChangeAspect="1" noMove="1" noResize="1" noEditPoints="1" noAdjustHandles="1" noChangeArrowheads="1" noChangeShapeType="1" noTextEdit="1"/>
              </p:cNvSpPr>
              <p:nvPr/>
            </p:nvSpPr>
            <p:spPr>
              <a:xfrm>
                <a:off x="2639260" y="4162875"/>
                <a:ext cx="343858" cy="475643"/>
              </a:xfrm>
              <a:prstGeom prst="rect">
                <a:avLst/>
              </a:prstGeom>
              <a:blipFill rotWithShape="1">
                <a:blip r:embed="rId11"/>
                <a:stretch>
                  <a:fillRect l="-4306" t="-3032" r="-4095" b="-2970"/>
                </a:stretch>
              </a:blipFill>
              <a:ln w="28575">
                <a:solidFill>
                  <a:schemeClr val="bg1"/>
                </a:solidFill>
              </a:ln>
            </p:spPr>
            <p:txBody>
              <a:bodyPr/>
              <a:lstStyle/>
              <a:p>
                <a:r>
                  <a:rPr lang="zh-CN" altLang="en-US">
                    <a:noFill/>
                  </a:rPr>
                  <a:t> </a:t>
                </a:r>
              </a:p>
            </p:txBody>
          </p:sp>
        </mc:Fallback>
      </mc:AlternateContent>
      <p:cxnSp>
        <p:nvCxnSpPr>
          <p:cNvPr id="339" name="直接箭头连接符 338"/>
          <p:cNvCxnSpPr/>
          <p:nvPr/>
        </p:nvCxnSpPr>
        <p:spPr bwMode="auto">
          <a:xfrm>
            <a:off x="2975700" y="4402287"/>
            <a:ext cx="1037748" cy="15799"/>
          </a:xfrm>
          <a:prstGeom prst="straightConnector1">
            <a:avLst/>
          </a:prstGeom>
          <a:solidFill>
            <a:schemeClr val="tx1"/>
          </a:solidFill>
          <a:ln w="28575">
            <a:headEnd type="none" w="med" len="med"/>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340" name="矩形 339"/>
              <p:cNvSpPr/>
              <p:nvPr/>
            </p:nvSpPr>
            <p:spPr>
              <a:xfrm>
                <a:off x="3062638" y="3943231"/>
                <a:ext cx="991033" cy="387927"/>
              </a:xfrm>
              <a:prstGeom prst="rect">
                <a:avLst/>
              </a:prstGeom>
              <a:solidFill>
                <a:schemeClr val="tx1"/>
              </a:solidFill>
            </p:spPr>
            <p:txBody>
              <a:bodyPr wrap="square">
                <a:spAutoFit/>
              </a:bodyPr>
              <a:lstStyle/>
              <a:p>
                <a14:m>
                  <m:oMathPara xmlns:m="http://schemas.openxmlformats.org/officeDocument/2006/math">
                    <m:oMathParaPr>
                      <m:jc m:val="centerGroup"/>
                    </m:oMathParaPr>
                    <m:oMath xmlns:m="http://schemas.openxmlformats.org/officeDocument/2006/math">
                      <m:sSup>
                        <m:sSupPr>
                          <m:ctrlPr>
                            <a:rPr lang="zh-CN" altLang="en-US" i="1">
                              <a:solidFill>
                                <a:schemeClr val="bg1"/>
                              </a:solidFill>
                              <a:latin typeface="Cambria Math" panose="02040503050406030204" pitchFamily="18" charset="0"/>
                            </a:rPr>
                          </m:ctrlPr>
                        </m:sSupPr>
                        <m:e>
                          <m:r>
                            <a:rPr lang="zh-CN" altLang="en-US" i="1">
                              <a:solidFill>
                                <a:schemeClr val="bg1"/>
                              </a:solidFill>
                              <a:latin typeface="Cambria Math" panose="02040503050406030204" pitchFamily="18" charset="0"/>
                            </a:rPr>
                            <m:t>𝑞</m:t>
                          </m:r>
                        </m:e>
                        <m:sup>
                          <m:d>
                            <m:dPr>
                              <m:ctrlPr>
                                <a:rPr lang="zh-CN" altLang="en-US" i="1">
                                  <a:solidFill>
                                    <a:schemeClr val="bg1"/>
                                  </a:solidFill>
                                  <a:latin typeface="Cambria Math" panose="02040503050406030204" pitchFamily="18" charset="0"/>
                                </a:rPr>
                              </m:ctrlPr>
                            </m:dPr>
                            <m:e>
                              <m:r>
                                <a:rPr lang="zh-CN" altLang="en-US" i="1">
                                  <a:solidFill>
                                    <a:schemeClr val="bg1"/>
                                  </a:solidFill>
                                  <a:latin typeface="Cambria Math" panose="02040503050406030204" pitchFamily="18" charset="0"/>
                                </a:rPr>
                                <m:t>𝑛</m:t>
                              </m:r>
                              <m:r>
                                <a:rPr lang="zh-CN" altLang="en-US" i="1">
                                  <a:solidFill>
                                    <a:schemeClr val="bg1"/>
                                  </a:solidFill>
                                  <a:latin typeface="Cambria Math" panose="02040503050406030204" pitchFamily="18" charset="0"/>
                                </a:rPr>
                                <m:t>−</m:t>
                              </m:r>
                              <m:r>
                                <a:rPr lang="zh-CN" altLang="en-US" i="1">
                                  <a:solidFill>
                                    <a:schemeClr val="bg1"/>
                                  </a:solidFill>
                                  <a:latin typeface="Cambria Math" panose="02040503050406030204" pitchFamily="18" charset="0"/>
                                </a:rPr>
                                <m:t>1</m:t>
                              </m:r>
                            </m:e>
                          </m:d>
                        </m:sup>
                      </m:sSup>
                      <m:d>
                        <m:dPr>
                          <m:ctrlPr>
                            <a:rPr lang="zh-CN" altLang="en-US" i="1">
                              <a:solidFill>
                                <a:schemeClr val="bg1"/>
                              </a:solidFill>
                              <a:latin typeface="Cambria Math" panose="02040503050406030204" pitchFamily="18" charset="0"/>
                            </a:rPr>
                          </m:ctrlPr>
                        </m:dPr>
                        <m:e>
                          <m:r>
                            <a:rPr lang="zh-CN" altLang="en-US" i="1">
                              <a:solidFill>
                                <a:schemeClr val="bg1"/>
                              </a:solidFill>
                              <a:latin typeface="Cambria Math" panose="02040503050406030204" pitchFamily="18" charset="0"/>
                            </a:rPr>
                            <m:t>𝑡</m:t>
                          </m:r>
                        </m:e>
                      </m:d>
                      <m:r>
                        <a:rPr lang="zh-CN" altLang="en-US" i="1">
                          <a:solidFill>
                            <a:schemeClr val="bg1"/>
                          </a:solidFill>
                          <a:latin typeface="Cambria Math" panose="02040503050406030204" pitchFamily="18" charset="0"/>
                        </a:rPr>
                        <m:t> </m:t>
                      </m:r>
                    </m:oMath>
                  </m:oMathPara>
                </a14:m>
                <a:endParaRPr lang="zh-CN" altLang="en-US" dirty="0"/>
              </a:p>
            </p:txBody>
          </p:sp>
        </mc:Choice>
        <mc:Fallback>
          <p:sp>
            <p:nvSpPr>
              <p:cNvPr id="340" name="矩形 339"/>
              <p:cNvSpPr>
                <a:spLocks noRot="1" noChangeAspect="1" noMove="1" noResize="1" noEditPoints="1" noAdjustHandles="1" noChangeArrowheads="1" noChangeShapeType="1" noTextEdit="1"/>
              </p:cNvSpPr>
              <p:nvPr/>
            </p:nvSpPr>
            <p:spPr>
              <a:xfrm>
                <a:off x="3062638" y="3943231"/>
                <a:ext cx="991033" cy="387927"/>
              </a:xfrm>
              <a:prstGeom prst="rect">
                <a:avLst/>
              </a:prstGeom>
              <a:blipFill rotWithShape="1">
                <a:blip r:embed="rId4"/>
                <a:stretch>
                  <a:fillRect l="-3" t="-133" r="-786" b="118"/>
                </a:stretch>
              </a:blipFill>
            </p:spPr>
            <p:txBody>
              <a:bodyPr/>
              <a:lstStyle/>
              <a:p>
                <a:r>
                  <a:rPr lang="zh-CN" altLang="en-US">
                    <a:noFill/>
                  </a:rPr>
                  <a:t> </a:t>
                </a:r>
              </a:p>
            </p:txBody>
          </p:sp>
        </mc:Fallback>
      </mc:AlternateContent>
      <p:cxnSp>
        <p:nvCxnSpPr>
          <p:cNvPr id="341" name="直接箭头连接符 340"/>
          <p:cNvCxnSpPr/>
          <p:nvPr/>
        </p:nvCxnSpPr>
        <p:spPr bwMode="auto">
          <a:xfrm>
            <a:off x="3000332" y="4408676"/>
            <a:ext cx="1037748" cy="15799"/>
          </a:xfrm>
          <a:prstGeom prst="straightConnector1">
            <a:avLst/>
          </a:prstGeom>
          <a:solidFill>
            <a:schemeClr val="tx1"/>
          </a:solidFill>
          <a:ln w="28575">
            <a:headEnd type="none" w="med" len="med"/>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342" name="矩形 341"/>
              <p:cNvSpPr/>
              <p:nvPr/>
            </p:nvSpPr>
            <p:spPr>
              <a:xfrm>
                <a:off x="4053653" y="4178753"/>
                <a:ext cx="353159" cy="475643"/>
              </a:xfrm>
              <a:prstGeom prst="rect">
                <a:avLst/>
              </a:prstGeom>
              <a:solidFill>
                <a:schemeClr val="tx1"/>
              </a:solidFill>
              <a:ln w="28575">
                <a:solidFill>
                  <a:schemeClr val="bg1"/>
                </a:solidFill>
              </a:ln>
            </p:spPr>
            <p:txBody>
              <a:bodyPr wrap="square">
                <a:spAutoFit/>
              </a:bodyPr>
              <a:lstStyle/>
              <a:p>
                <a14:m>
                  <m:oMathPara xmlns:m="http://schemas.openxmlformats.org/officeDocument/2006/math">
                    <m:oMathParaPr>
                      <m:jc m:val="centerGroup"/>
                    </m:oMathParaPr>
                    <m:oMath xmlns:m="http://schemas.openxmlformats.org/officeDocument/2006/math">
                      <m:r>
                        <a:rPr lang="zh-CN" altLang="en-US" sz="2400" i="1" smtClean="0">
                          <a:solidFill>
                            <a:srgbClr val="FF0000"/>
                          </a:solidFill>
                          <a:latin typeface="Cambria Math" panose="02040503050406030204" pitchFamily="18" charset="0"/>
                        </a:rPr>
                        <m:t>∫</m:t>
                      </m:r>
                    </m:oMath>
                  </m:oMathPara>
                </a14:m>
                <a:endParaRPr lang="zh-CN" altLang="en-US" sz="2400" dirty="0">
                  <a:solidFill>
                    <a:srgbClr val="FF0000"/>
                  </a:solidFill>
                </a:endParaRPr>
              </a:p>
            </p:txBody>
          </p:sp>
        </mc:Choice>
        <mc:Fallback>
          <p:sp>
            <p:nvSpPr>
              <p:cNvPr id="342" name="矩形 341"/>
              <p:cNvSpPr>
                <a:spLocks noRot="1" noChangeAspect="1" noMove="1" noResize="1" noEditPoints="1" noAdjustHandles="1" noChangeArrowheads="1" noChangeShapeType="1" noTextEdit="1"/>
              </p:cNvSpPr>
              <p:nvPr/>
            </p:nvSpPr>
            <p:spPr>
              <a:xfrm>
                <a:off x="4053653" y="4178753"/>
                <a:ext cx="353159" cy="475643"/>
              </a:xfrm>
              <a:prstGeom prst="rect">
                <a:avLst/>
              </a:prstGeom>
              <a:blipFill rotWithShape="1">
                <a:blip r:embed="rId12"/>
                <a:stretch>
                  <a:fillRect l="-4083" t="-3032" r="-3981" b="-2969"/>
                </a:stretch>
              </a:blipFill>
              <a:ln w="28575">
                <a:solidFill>
                  <a:schemeClr val="bg1"/>
                </a:solidFill>
              </a:ln>
            </p:spPr>
            <p:txBody>
              <a:bodyPr/>
              <a:lstStyle/>
              <a:p>
                <a:r>
                  <a:rPr lang="zh-CN" altLang="en-US">
                    <a:noFill/>
                  </a:rPr>
                  <a:t> </a:t>
                </a:r>
              </a:p>
            </p:txBody>
          </p:sp>
        </mc:Fallback>
      </mc:AlternateContent>
      <p:cxnSp>
        <p:nvCxnSpPr>
          <p:cNvPr id="343" name="直接箭头连接符 342"/>
          <p:cNvCxnSpPr/>
          <p:nvPr/>
        </p:nvCxnSpPr>
        <p:spPr bwMode="auto">
          <a:xfrm flipV="1">
            <a:off x="4429893" y="4450308"/>
            <a:ext cx="343858" cy="7623"/>
          </a:xfrm>
          <a:prstGeom prst="straightConnector1">
            <a:avLst/>
          </a:prstGeom>
          <a:solidFill>
            <a:schemeClr val="tx1"/>
          </a:solidFill>
          <a:ln w="28575">
            <a:headEnd type="none" w="med" len="med"/>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344" name="矩形 343"/>
              <p:cNvSpPr/>
              <p:nvPr/>
            </p:nvSpPr>
            <p:spPr>
              <a:xfrm>
                <a:off x="4452383" y="3840134"/>
                <a:ext cx="991033" cy="387927"/>
              </a:xfrm>
              <a:prstGeom prst="rect">
                <a:avLst/>
              </a:prstGeom>
              <a:solidFill>
                <a:schemeClr val="tx1"/>
              </a:solidFill>
            </p:spPr>
            <p:txBody>
              <a:bodyPr wrap="square">
                <a:spAutoFit/>
              </a:bodyPr>
              <a:lstStyle/>
              <a:p>
                <a14:m>
                  <m:oMathPara xmlns:m="http://schemas.openxmlformats.org/officeDocument/2006/math">
                    <m:oMathParaPr>
                      <m:jc m:val="centerGroup"/>
                    </m:oMathParaPr>
                    <m:oMath xmlns:m="http://schemas.openxmlformats.org/officeDocument/2006/math">
                      <m:sSup>
                        <m:sSupPr>
                          <m:ctrlPr>
                            <a:rPr lang="zh-CN" altLang="en-US" i="1" smtClean="0">
                              <a:solidFill>
                                <a:schemeClr val="bg1"/>
                              </a:solidFill>
                              <a:latin typeface="Cambria Math" panose="02040503050406030204" pitchFamily="18" charset="0"/>
                            </a:rPr>
                          </m:ctrlPr>
                        </m:sSupPr>
                        <m:e>
                          <m:r>
                            <a:rPr lang="zh-CN" altLang="en-US" i="1">
                              <a:solidFill>
                                <a:schemeClr val="bg1"/>
                              </a:solidFill>
                              <a:latin typeface="Cambria Math" panose="02040503050406030204" pitchFamily="18" charset="0"/>
                            </a:rPr>
                            <m:t>𝑞</m:t>
                          </m:r>
                        </m:e>
                        <m:sup>
                          <m:d>
                            <m:dPr>
                              <m:ctrlPr>
                                <a:rPr lang="zh-CN" altLang="en-US" i="1">
                                  <a:solidFill>
                                    <a:schemeClr val="bg1"/>
                                  </a:solidFill>
                                  <a:latin typeface="Cambria Math" panose="02040503050406030204" pitchFamily="18" charset="0"/>
                                </a:rPr>
                              </m:ctrlPr>
                            </m:dPr>
                            <m:e>
                              <m:r>
                                <a:rPr lang="zh-CN" altLang="en-US" i="1">
                                  <a:solidFill>
                                    <a:schemeClr val="bg1"/>
                                  </a:solidFill>
                                  <a:latin typeface="Cambria Math" panose="02040503050406030204" pitchFamily="18" charset="0"/>
                                </a:rPr>
                                <m:t>𝑛</m:t>
                              </m:r>
                              <m:r>
                                <a:rPr lang="zh-CN" altLang="en-US" i="1">
                                  <a:solidFill>
                                    <a:schemeClr val="bg1"/>
                                  </a:solidFill>
                                  <a:latin typeface="Cambria Math" panose="02040503050406030204" pitchFamily="18" charset="0"/>
                                </a:rPr>
                                <m:t>−</m:t>
                              </m:r>
                              <m:r>
                                <a:rPr lang="en-US" altLang="zh-CN" b="1" i="1" smtClean="0">
                                  <a:solidFill>
                                    <a:schemeClr val="bg1"/>
                                  </a:solidFill>
                                  <a:latin typeface="Cambria Math" panose="02040503050406030204" pitchFamily="18" charset="0"/>
                                </a:rPr>
                                <m:t>𝟐</m:t>
                              </m:r>
                            </m:e>
                          </m:d>
                        </m:sup>
                      </m:sSup>
                      <m:d>
                        <m:dPr>
                          <m:ctrlPr>
                            <a:rPr lang="zh-CN" altLang="en-US" i="1">
                              <a:solidFill>
                                <a:schemeClr val="bg1"/>
                              </a:solidFill>
                              <a:latin typeface="Cambria Math" panose="02040503050406030204" pitchFamily="18" charset="0"/>
                            </a:rPr>
                          </m:ctrlPr>
                        </m:dPr>
                        <m:e>
                          <m:r>
                            <a:rPr lang="zh-CN" altLang="en-US" i="1">
                              <a:solidFill>
                                <a:schemeClr val="bg1"/>
                              </a:solidFill>
                              <a:latin typeface="Cambria Math" panose="02040503050406030204" pitchFamily="18" charset="0"/>
                            </a:rPr>
                            <m:t>𝑡</m:t>
                          </m:r>
                        </m:e>
                      </m:d>
                      <m:r>
                        <a:rPr lang="zh-CN" altLang="en-US" i="1">
                          <a:solidFill>
                            <a:schemeClr val="bg1"/>
                          </a:solidFill>
                          <a:latin typeface="Cambria Math" panose="02040503050406030204" pitchFamily="18" charset="0"/>
                        </a:rPr>
                        <m:t> </m:t>
                      </m:r>
                    </m:oMath>
                  </m:oMathPara>
                </a14:m>
                <a:endParaRPr lang="zh-CN" altLang="en-US" dirty="0"/>
              </a:p>
            </p:txBody>
          </p:sp>
        </mc:Choice>
        <mc:Fallback>
          <p:sp>
            <p:nvSpPr>
              <p:cNvPr id="344" name="矩形 343"/>
              <p:cNvSpPr>
                <a:spLocks noRot="1" noChangeAspect="1" noMove="1" noResize="1" noEditPoints="1" noAdjustHandles="1" noChangeArrowheads="1" noChangeShapeType="1" noTextEdit="1"/>
              </p:cNvSpPr>
              <p:nvPr/>
            </p:nvSpPr>
            <p:spPr>
              <a:xfrm>
                <a:off x="4452383" y="3840134"/>
                <a:ext cx="991033" cy="387927"/>
              </a:xfrm>
              <a:prstGeom prst="rect">
                <a:avLst/>
              </a:prstGeom>
              <a:blipFill rotWithShape="1">
                <a:blip r:embed="rId7"/>
                <a:stretch>
                  <a:fillRect l="-40" t="-74" r="-1518" b="60"/>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345" name="矩形 344"/>
              <p:cNvSpPr/>
              <p:nvPr/>
            </p:nvSpPr>
            <p:spPr>
              <a:xfrm>
                <a:off x="5776157" y="4020166"/>
                <a:ext cx="673732" cy="369332"/>
              </a:xfrm>
              <a:prstGeom prst="rect">
                <a:avLst/>
              </a:prstGeom>
              <a:solidFill>
                <a:schemeClr val="tx1"/>
              </a:solidFill>
            </p:spPr>
            <p:txBody>
              <a:bodyPr wrap="square">
                <a:spAutoFit/>
              </a:bodyPr>
              <a:lstStyle/>
              <a:p>
                <a14:m>
                  <m:oMathPara xmlns:m="http://schemas.openxmlformats.org/officeDocument/2006/math">
                    <m:oMathParaPr>
                      <m:jc m:val="centerGroup"/>
                    </m:oMathParaPr>
                    <m:oMath xmlns:m="http://schemas.openxmlformats.org/officeDocument/2006/math">
                      <m:sSup>
                        <m:sSupPr>
                          <m:ctrlPr>
                            <a:rPr lang="zh-CN" altLang="en-US" i="1" smtClean="0">
                              <a:solidFill>
                                <a:schemeClr val="bg1"/>
                              </a:solidFill>
                              <a:latin typeface="Cambria Math" panose="02040503050406030204" pitchFamily="18" charset="0"/>
                            </a:rPr>
                          </m:ctrlPr>
                        </m:sSupPr>
                        <m:e>
                          <m:r>
                            <a:rPr lang="zh-CN" altLang="en-US" i="1">
                              <a:solidFill>
                                <a:schemeClr val="bg1"/>
                              </a:solidFill>
                              <a:latin typeface="Cambria Math" panose="02040503050406030204" pitchFamily="18" charset="0"/>
                            </a:rPr>
                            <m:t>𝑞</m:t>
                          </m:r>
                        </m:e>
                        <m:sup>
                          <m:r>
                            <a:rPr lang="en-US" altLang="zh-CN" b="1" i="1" smtClean="0">
                              <a:solidFill>
                                <a:schemeClr val="bg1"/>
                              </a:solidFill>
                              <a:latin typeface="Cambria Math" panose="02040503050406030204" pitchFamily="18" charset="0"/>
                            </a:rPr>
                            <m:t>′</m:t>
                          </m:r>
                        </m:sup>
                      </m:sSup>
                      <m:d>
                        <m:dPr>
                          <m:ctrlPr>
                            <a:rPr lang="zh-CN" altLang="en-US" i="1">
                              <a:solidFill>
                                <a:schemeClr val="bg1"/>
                              </a:solidFill>
                              <a:latin typeface="Cambria Math" panose="02040503050406030204" pitchFamily="18" charset="0"/>
                            </a:rPr>
                          </m:ctrlPr>
                        </m:dPr>
                        <m:e>
                          <m:r>
                            <a:rPr lang="zh-CN" altLang="en-US" i="1">
                              <a:solidFill>
                                <a:schemeClr val="bg1"/>
                              </a:solidFill>
                              <a:latin typeface="Cambria Math" panose="02040503050406030204" pitchFamily="18" charset="0"/>
                            </a:rPr>
                            <m:t>𝑡</m:t>
                          </m:r>
                        </m:e>
                      </m:d>
                      <m:r>
                        <a:rPr lang="zh-CN" altLang="en-US" i="1">
                          <a:solidFill>
                            <a:schemeClr val="bg1"/>
                          </a:solidFill>
                          <a:latin typeface="Cambria Math" panose="02040503050406030204" pitchFamily="18" charset="0"/>
                        </a:rPr>
                        <m:t> </m:t>
                      </m:r>
                    </m:oMath>
                  </m:oMathPara>
                </a14:m>
                <a:endParaRPr lang="zh-CN" altLang="en-US" dirty="0"/>
              </a:p>
            </p:txBody>
          </p:sp>
        </mc:Choice>
        <mc:Fallback>
          <p:sp>
            <p:nvSpPr>
              <p:cNvPr id="345" name="矩形 344"/>
              <p:cNvSpPr>
                <a:spLocks noRot="1" noChangeAspect="1" noMove="1" noResize="1" noEditPoints="1" noAdjustHandles="1" noChangeArrowheads="1" noChangeShapeType="1" noTextEdit="1"/>
              </p:cNvSpPr>
              <p:nvPr/>
            </p:nvSpPr>
            <p:spPr>
              <a:xfrm>
                <a:off x="5776157" y="4020166"/>
                <a:ext cx="673732" cy="369332"/>
              </a:xfrm>
              <a:prstGeom prst="rect">
                <a:avLst/>
              </a:prstGeom>
              <a:blipFill rotWithShape="1">
                <a:blip r:embed="rId5"/>
                <a:stretch>
                  <a:fillRect l="-29" t="-167" r="29" b="102"/>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346" name="矩形 345"/>
              <p:cNvSpPr/>
              <p:nvPr/>
            </p:nvSpPr>
            <p:spPr>
              <a:xfrm>
                <a:off x="6870170" y="3888037"/>
                <a:ext cx="601446" cy="369332"/>
              </a:xfrm>
              <a:prstGeom prst="rect">
                <a:avLst/>
              </a:prstGeom>
              <a:solidFill>
                <a:schemeClr val="tx1"/>
              </a:solidFill>
            </p:spPr>
            <p:txBody>
              <a:bodyPr wrap="square">
                <a:spAutoFit/>
              </a:bodyPr>
              <a:lstStyle/>
              <a:p>
                <a14:m>
                  <m:oMathPara xmlns:m="http://schemas.openxmlformats.org/officeDocument/2006/math">
                    <m:oMathParaPr>
                      <m:jc m:val="centerGroup"/>
                    </m:oMathParaPr>
                    <m:oMath xmlns:m="http://schemas.openxmlformats.org/officeDocument/2006/math">
                      <m:r>
                        <m:rPr>
                          <m:sty m:val="p"/>
                        </m:rPr>
                        <a:rPr lang="en-US" altLang="zh-CN" i="1" smtClean="0">
                          <a:solidFill>
                            <a:schemeClr val="bg1"/>
                          </a:solidFill>
                          <a:latin typeface="Cambria Math" panose="02040503050406030204" pitchFamily="18" charset="0"/>
                        </a:rPr>
                        <m:t>q</m:t>
                      </m:r>
                      <m:d>
                        <m:dPr>
                          <m:ctrlPr>
                            <a:rPr lang="zh-CN" altLang="en-US" i="1">
                              <a:solidFill>
                                <a:schemeClr val="bg1"/>
                              </a:solidFill>
                              <a:latin typeface="Cambria Math" panose="02040503050406030204" pitchFamily="18" charset="0"/>
                            </a:rPr>
                          </m:ctrlPr>
                        </m:dPr>
                        <m:e>
                          <m:r>
                            <a:rPr lang="zh-CN" altLang="en-US" i="1">
                              <a:solidFill>
                                <a:schemeClr val="bg1"/>
                              </a:solidFill>
                              <a:latin typeface="Cambria Math" panose="02040503050406030204" pitchFamily="18" charset="0"/>
                            </a:rPr>
                            <m:t>𝑡</m:t>
                          </m:r>
                        </m:e>
                      </m:d>
                      <m:r>
                        <a:rPr lang="zh-CN" altLang="en-US" i="1">
                          <a:solidFill>
                            <a:schemeClr val="bg1"/>
                          </a:solidFill>
                          <a:latin typeface="Cambria Math" panose="02040503050406030204" pitchFamily="18" charset="0"/>
                        </a:rPr>
                        <m:t> </m:t>
                      </m:r>
                    </m:oMath>
                  </m:oMathPara>
                </a14:m>
                <a:endParaRPr lang="zh-CN" altLang="en-US" dirty="0"/>
              </a:p>
            </p:txBody>
          </p:sp>
        </mc:Choice>
        <mc:Fallback>
          <p:sp>
            <p:nvSpPr>
              <p:cNvPr id="346" name="矩形 345"/>
              <p:cNvSpPr>
                <a:spLocks noRot="1" noChangeAspect="1" noMove="1" noResize="1" noEditPoints="1" noAdjustHandles="1" noChangeArrowheads="1" noChangeShapeType="1" noTextEdit="1"/>
              </p:cNvSpPr>
              <p:nvPr/>
            </p:nvSpPr>
            <p:spPr>
              <a:xfrm>
                <a:off x="6870170" y="3888037"/>
                <a:ext cx="601446" cy="369332"/>
              </a:xfrm>
              <a:prstGeom prst="rect">
                <a:avLst/>
              </a:prstGeom>
              <a:blipFill rotWithShape="1">
                <a:blip r:embed="rId6"/>
                <a:stretch>
                  <a:fillRect l="-17" t="-154" r="34" b="89"/>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347" name="矩形 346"/>
              <p:cNvSpPr/>
              <p:nvPr/>
            </p:nvSpPr>
            <p:spPr>
              <a:xfrm>
                <a:off x="4888519" y="4215815"/>
                <a:ext cx="633815" cy="400110"/>
              </a:xfrm>
              <a:prstGeom prst="rect">
                <a:avLst/>
              </a:prstGeom>
              <a:solidFill>
                <a:schemeClr val="tx1"/>
              </a:solidFill>
              <a:ln w="28575">
                <a:noFill/>
              </a:ln>
            </p:spPr>
            <p:txBody>
              <a:bodyPr wrap="square">
                <a:spAutoFit/>
              </a:bodyPr>
              <a:lstStyle/>
              <a:p>
                <a14:m>
                  <m:oMathPara xmlns:m="http://schemas.openxmlformats.org/officeDocument/2006/math">
                    <m:oMathParaPr>
                      <m:jc m:val="centerGroup"/>
                    </m:oMathParaPr>
                    <m:oMath xmlns:m="http://schemas.openxmlformats.org/officeDocument/2006/math">
                      <m:r>
                        <a:rPr lang="en-US" altLang="zh-CN" sz="2000" b="1" i="1" smtClean="0">
                          <a:solidFill>
                            <a:srgbClr val="FF0000"/>
                          </a:solidFill>
                          <a:latin typeface="Cambria Math" panose="02040503050406030204" pitchFamily="18" charset="0"/>
                        </a:rPr>
                        <m:t>…</m:t>
                      </m:r>
                    </m:oMath>
                  </m:oMathPara>
                </a14:m>
                <a:endParaRPr lang="zh-CN" altLang="en-US" sz="2000" dirty="0">
                  <a:solidFill>
                    <a:srgbClr val="FF0000"/>
                  </a:solidFill>
                </a:endParaRPr>
              </a:p>
            </p:txBody>
          </p:sp>
        </mc:Choice>
        <mc:Fallback>
          <p:sp>
            <p:nvSpPr>
              <p:cNvPr id="347" name="矩形 346"/>
              <p:cNvSpPr>
                <a:spLocks noRot="1" noChangeAspect="1" noMove="1" noResize="1" noEditPoints="1" noAdjustHandles="1" noChangeArrowheads="1" noChangeShapeType="1" noTextEdit="1"/>
              </p:cNvSpPr>
              <p:nvPr/>
            </p:nvSpPr>
            <p:spPr>
              <a:xfrm>
                <a:off x="4888519" y="4215815"/>
                <a:ext cx="633815" cy="400110"/>
              </a:xfrm>
              <a:prstGeom prst="rect">
                <a:avLst/>
              </a:prstGeom>
              <a:blipFill rotWithShape="1">
                <a:blip r:embed="rId9"/>
                <a:stretch>
                  <a:fillRect l="-46" t="-12" r="59" b="27"/>
                </a:stretch>
              </a:blipFill>
              <a:ln w="28575">
                <a:noFill/>
              </a:ln>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348" name="矩形 347"/>
              <p:cNvSpPr/>
              <p:nvPr/>
            </p:nvSpPr>
            <p:spPr>
              <a:xfrm>
                <a:off x="6482121" y="4099856"/>
                <a:ext cx="343858" cy="475643"/>
              </a:xfrm>
              <a:prstGeom prst="rect">
                <a:avLst/>
              </a:prstGeom>
              <a:solidFill>
                <a:schemeClr val="tx1"/>
              </a:solidFill>
              <a:ln w="28575">
                <a:solidFill>
                  <a:schemeClr val="bg1"/>
                </a:solidFill>
              </a:ln>
            </p:spPr>
            <p:txBody>
              <a:bodyPr wrap="square">
                <a:spAutoFit/>
              </a:bodyPr>
              <a:lstStyle/>
              <a:p>
                <a14:m>
                  <m:oMathPara xmlns:m="http://schemas.openxmlformats.org/officeDocument/2006/math">
                    <m:oMathParaPr>
                      <m:jc m:val="centerGroup"/>
                    </m:oMathParaPr>
                    <m:oMath xmlns:m="http://schemas.openxmlformats.org/officeDocument/2006/math">
                      <m:r>
                        <a:rPr lang="zh-CN" altLang="en-US" sz="2400" i="1" smtClean="0">
                          <a:solidFill>
                            <a:srgbClr val="FF0000"/>
                          </a:solidFill>
                          <a:latin typeface="Cambria Math" panose="02040503050406030204" pitchFamily="18" charset="0"/>
                        </a:rPr>
                        <m:t>∫</m:t>
                      </m:r>
                    </m:oMath>
                  </m:oMathPara>
                </a14:m>
                <a:endParaRPr lang="zh-CN" altLang="en-US" sz="2400" dirty="0">
                  <a:solidFill>
                    <a:srgbClr val="FF0000"/>
                  </a:solidFill>
                </a:endParaRPr>
              </a:p>
            </p:txBody>
          </p:sp>
        </mc:Choice>
        <mc:Fallback>
          <p:sp>
            <p:nvSpPr>
              <p:cNvPr id="348" name="矩形 347"/>
              <p:cNvSpPr>
                <a:spLocks noRot="1" noChangeAspect="1" noMove="1" noResize="1" noEditPoints="1" noAdjustHandles="1" noChangeArrowheads="1" noChangeShapeType="1" noTextEdit="1"/>
              </p:cNvSpPr>
              <p:nvPr/>
            </p:nvSpPr>
            <p:spPr>
              <a:xfrm>
                <a:off x="6482121" y="4099856"/>
                <a:ext cx="343858" cy="475643"/>
              </a:xfrm>
              <a:prstGeom prst="rect">
                <a:avLst/>
              </a:prstGeom>
              <a:blipFill rotWithShape="1">
                <a:blip r:embed="rId11"/>
                <a:stretch>
                  <a:fillRect l="-4259" t="-3133" r="-4142" b="-3002"/>
                </a:stretch>
              </a:blipFill>
              <a:ln w="28575">
                <a:solidFill>
                  <a:schemeClr val="bg1"/>
                </a:solidFill>
              </a:ln>
            </p:spPr>
            <p:txBody>
              <a:bodyPr/>
              <a:lstStyle/>
              <a:p>
                <a:r>
                  <a:rPr lang="zh-CN" altLang="en-US">
                    <a:noFill/>
                  </a:rPr>
                  <a:t> </a:t>
                </a:r>
              </a:p>
            </p:txBody>
          </p:sp>
        </mc:Fallback>
      </mc:AlternateContent>
      <p:cxnSp>
        <p:nvCxnSpPr>
          <p:cNvPr id="349" name="直接箭头连接符 348"/>
          <p:cNvCxnSpPr/>
          <p:nvPr/>
        </p:nvCxnSpPr>
        <p:spPr bwMode="auto">
          <a:xfrm>
            <a:off x="5769925" y="4358493"/>
            <a:ext cx="751633" cy="1"/>
          </a:xfrm>
          <a:prstGeom prst="straightConnector1">
            <a:avLst/>
          </a:prstGeom>
          <a:solidFill>
            <a:schemeClr val="tx1"/>
          </a:solidFill>
          <a:ln w="28575">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350" name="直接箭头连接符 349"/>
          <p:cNvCxnSpPr/>
          <p:nvPr/>
        </p:nvCxnSpPr>
        <p:spPr bwMode="auto">
          <a:xfrm flipV="1">
            <a:off x="6821528" y="4389031"/>
            <a:ext cx="540582" cy="1"/>
          </a:xfrm>
          <a:prstGeom prst="straightConnector1">
            <a:avLst/>
          </a:prstGeom>
          <a:solidFill>
            <a:schemeClr val="tx1"/>
          </a:solidFill>
          <a:ln w="28575">
            <a:headEnd type="none" w="med" len="med"/>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351" name="矩形 350"/>
              <p:cNvSpPr/>
              <p:nvPr/>
            </p:nvSpPr>
            <p:spPr>
              <a:xfrm>
                <a:off x="1706257" y="3965799"/>
                <a:ext cx="790272" cy="387927"/>
              </a:xfrm>
              <a:prstGeom prst="rect">
                <a:avLst/>
              </a:prstGeom>
              <a:solidFill>
                <a:schemeClr val="tx1"/>
              </a:solidFill>
            </p:spPr>
            <p:txBody>
              <a:bodyPr wrap="square">
                <a:spAutoFit/>
              </a:bodyPr>
              <a:lstStyle/>
              <a:p>
                <a14:m>
                  <m:oMathPara xmlns:m="http://schemas.openxmlformats.org/officeDocument/2006/math">
                    <m:oMathParaPr>
                      <m:jc m:val="centerGroup"/>
                    </m:oMathParaPr>
                    <m:oMath xmlns:m="http://schemas.openxmlformats.org/officeDocument/2006/math">
                      <m:sSup>
                        <m:sSupPr>
                          <m:ctrlPr>
                            <a:rPr lang="zh-CN" altLang="en-US" i="1">
                              <a:solidFill>
                                <a:schemeClr val="bg1"/>
                              </a:solidFill>
                              <a:latin typeface="Cambria Math" panose="02040503050406030204" pitchFamily="18" charset="0"/>
                            </a:rPr>
                          </m:ctrlPr>
                        </m:sSupPr>
                        <m:e>
                          <m:r>
                            <a:rPr lang="zh-CN" altLang="en-US" i="1">
                              <a:solidFill>
                                <a:schemeClr val="bg1"/>
                              </a:solidFill>
                              <a:latin typeface="Cambria Math" panose="02040503050406030204" pitchFamily="18" charset="0"/>
                            </a:rPr>
                            <m:t>𝑞</m:t>
                          </m:r>
                        </m:e>
                        <m:sup>
                          <m:d>
                            <m:dPr>
                              <m:ctrlPr>
                                <a:rPr lang="zh-CN" altLang="en-US" i="1">
                                  <a:solidFill>
                                    <a:schemeClr val="bg1"/>
                                  </a:solidFill>
                                  <a:latin typeface="Cambria Math" panose="02040503050406030204" pitchFamily="18" charset="0"/>
                                </a:rPr>
                              </m:ctrlPr>
                            </m:dPr>
                            <m:e>
                              <m:r>
                                <a:rPr lang="zh-CN" altLang="en-US" i="1">
                                  <a:solidFill>
                                    <a:schemeClr val="bg1"/>
                                  </a:solidFill>
                                  <a:latin typeface="Cambria Math" panose="02040503050406030204" pitchFamily="18" charset="0"/>
                                </a:rPr>
                                <m:t>𝑛</m:t>
                              </m:r>
                            </m:e>
                          </m:d>
                        </m:sup>
                      </m:sSup>
                      <m:d>
                        <m:dPr>
                          <m:ctrlPr>
                            <a:rPr lang="zh-CN" altLang="en-US" i="1">
                              <a:solidFill>
                                <a:schemeClr val="bg1"/>
                              </a:solidFill>
                              <a:latin typeface="Cambria Math" panose="02040503050406030204" pitchFamily="18" charset="0"/>
                            </a:rPr>
                          </m:ctrlPr>
                        </m:dPr>
                        <m:e>
                          <m:r>
                            <a:rPr lang="zh-CN" altLang="en-US" i="1">
                              <a:solidFill>
                                <a:schemeClr val="bg1"/>
                              </a:solidFill>
                              <a:latin typeface="Cambria Math" panose="02040503050406030204" pitchFamily="18" charset="0"/>
                            </a:rPr>
                            <m:t>𝑡</m:t>
                          </m:r>
                        </m:e>
                      </m:d>
                    </m:oMath>
                  </m:oMathPara>
                </a14:m>
                <a:endParaRPr lang="zh-CN" altLang="en-US" dirty="0"/>
              </a:p>
            </p:txBody>
          </p:sp>
        </mc:Choice>
        <mc:Fallback>
          <p:sp>
            <p:nvSpPr>
              <p:cNvPr id="351" name="矩形 350"/>
              <p:cNvSpPr>
                <a:spLocks noRot="1" noChangeAspect="1" noMove="1" noResize="1" noEditPoints="1" noAdjustHandles="1" noChangeArrowheads="1" noChangeShapeType="1" noTextEdit="1"/>
              </p:cNvSpPr>
              <p:nvPr/>
            </p:nvSpPr>
            <p:spPr>
              <a:xfrm>
                <a:off x="1706257" y="3965799"/>
                <a:ext cx="790272" cy="387927"/>
              </a:xfrm>
              <a:prstGeom prst="rect">
                <a:avLst/>
              </a:prstGeom>
              <a:blipFill rotWithShape="1">
                <a:blip r:embed="rId3"/>
                <a:stretch>
                  <a:fillRect l="-2" t="-58" r="44" b="43"/>
                </a:stretch>
              </a:blipFill>
            </p:spPr>
            <p:txBody>
              <a:bodyPr/>
              <a:lstStyle/>
              <a:p>
                <a:r>
                  <a:rPr lang="zh-CN" altLang="en-US">
                    <a:noFill/>
                  </a:rPr>
                  <a:t> </a:t>
                </a:r>
              </a:p>
            </p:txBody>
          </p:sp>
        </mc:Fallback>
      </mc:AlternateContent>
      <p:sp>
        <p:nvSpPr>
          <p:cNvPr id="352" name="椭圆 351"/>
          <p:cNvSpPr/>
          <p:nvPr/>
        </p:nvSpPr>
        <p:spPr bwMode="auto">
          <a:xfrm>
            <a:off x="7876410" y="4168737"/>
            <a:ext cx="494421" cy="474702"/>
          </a:xfrm>
          <a:prstGeom prst="ellipse">
            <a:avLst/>
          </a:prstGeom>
          <a:solidFill>
            <a:schemeClr val="tx1"/>
          </a:solidFill>
          <a:ln w="2857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r>
              <a:rPr kumimoji="0" lang="zh-CN" altLang="en-US" sz="1800" b="1" i="0" u="none" strike="noStrike" cap="none" normalizeH="0" baseline="0" dirty="0">
                <a:ln>
                  <a:noFill/>
                </a:ln>
                <a:solidFill>
                  <a:srgbClr val="FF0000"/>
                </a:solidFill>
                <a:effectLst/>
                <a:latin typeface="Arial" panose="020B0604020202020204" pitchFamily="34" charset="0"/>
                <a:ea typeface="宋体" panose="02010600030101010101" pitchFamily="2" charset="-122"/>
              </a:rPr>
              <a:t>∑</a:t>
            </a:r>
            <a:endParaRPr kumimoji="0" lang="zh-CN" altLang="en-US" sz="1800" b="1" i="0" u="none" strike="noStrike" cap="none" normalizeH="0" baseline="0" dirty="0">
              <a:ln>
                <a:noFill/>
              </a:ln>
              <a:solidFill>
                <a:srgbClr val="FF0000"/>
              </a:solidFill>
              <a:effectLst/>
              <a:latin typeface="Arial" panose="020B0604020202020204" pitchFamily="34" charset="0"/>
              <a:ea typeface="宋体" panose="02010600030101010101" pitchFamily="2" charset="-122"/>
            </a:endParaRPr>
          </a:p>
        </p:txBody>
      </p:sp>
      <p:cxnSp>
        <p:nvCxnSpPr>
          <p:cNvPr id="353" name="连接符: 肘形 352"/>
          <p:cNvCxnSpPr>
            <a:endCxn id="354" idx="1"/>
          </p:cNvCxnSpPr>
          <p:nvPr/>
        </p:nvCxnSpPr>
        <p:spPr bwMode="auto">
          <a:xfrm rot="5400000" flipH="1" flipV="1">
            <a:off x="1131430" y="2696344"/>
            <a:ext cx="2236980" cy="1087325"/>
          </a:xfrm>
          <a:prstGeom prst="bentConnector2">
            <a:avLst/>
          </a:prstGeom>
          <a:solidFill>
            <a:schemeClr val="tx1"/>
          </a:solidFill>
          <a:ln w="28575">
            <a:headEnd type="none" w="med" len="med"/>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354" name="矩形 353"/>
              <p:cNvSpPr/>
              <p:nvPr/>
            </p:nvSpPr>
            <p:spPr>
              <a:xfrm>
                <a:off x="2793583" y="1936850"/>
                <a:ext cx="918087" cy="369332"/>
              </a:xfrm>
              <a:prstGeom prst="rect">
                <a:avLst/>
              </a:prstGeom>
              <a:solidFill>
                <a:schemeClr val="tx1"/>
              </a:solidFill>
              <a:ln w="28575">
                <a:solidFill>
                  <a:schemeClr val="bg1"/>
                </a:solidFill>
              </a:ln>
            </p:spPr>
            <p:txBody>
              <a:bodyPr wrap="square">
                <a:spAutoFit/>
              </a:bodyPr>
              <a:lstStyle/>
              <a:p>
                <a14:m>
                  <m:oMathPara xmlns:m="http://schemas.openxmlformats.org/officeDocument/2006/math">
                    <m:oMathParaPr>
                      <m:jc m:val="centerGroup"/>
                    </m:oMathParaPr>
                    <m:oMath xmlns:m="http://schemas.openxmlformats.org/officeDocument/2006/math">
                      <m:r>
                        <m:rPr>
                          <m:sty m:val="p"/>
                        </m:rPr>
                        <a:rPr lang="en-US" altLang="zh-CN" i="1" dirty="0">
                          <a:solidFill>
                            <a:srgbClr val="FF0000"/>
                          </a:solidFill>
                          <a:latin typeface="Cambria Math" panose="02040503050406030204" pitchFamily="18" charset="0"/>
                        </a:rPr>
                        <m:t>b</m:t>
                      </m:r>
                      <m:r>
                        <m:rPr>
                          <m:sty m:val="p"/>
                        </m:rPr>
                        <a:rPr lang="en-US" altLang="zh-CN" i="1" baseline="-25000" dirty="0">
                          <a:solidFill>
                            <a:srgbClr val="FF0000"/>
                          </a:solidFill>
                          <a:latin typeface="Cambria Math" panose="02040503050406030204" pitchFamily="18" charset="0"/>
                        </a:rPr>
                        <m:t>n</m:t>
                      </m:r>
                    </m:oMath>
                  </m:oMathPara>
                </a14:m>
                <a:endParaRPr lang="zh-CN" altLang="en-US" dirty="0">
                  <a:solidFill>
                    <a:srgbClr val="FF0000"/>
                  </a:solidFill>
                </a:endParaRPr>
              </a:p>
            </p:txBody>
          </p:sp>
        </mc:Choice>
        <mc:Fallback>
          <p:sp>
            <p:nvSpPr>
              <p:cNvPr id="354" name="矩形 353"/>
              <p:cNvSpPr>
                <a:spLocks noRot="1" noChangeAspect="1" noMove="1" noResize="1" noEditPoints="1" noAdjustHandles="1" noChangeArrowheads="1" noChangeShapeType="1" noTextEdit="1"/>
              </p:cNvSpPr>
              <p:nvPr/>
            </p:nvSpPr>
            <p:spPr>
              <a:xfrm>
                <a:off x="2793583" y="1936850"/>
                <a:ext cx="918087" cy="369332"/>
              </a:xfrm>
              <a:prstGeom prst="rect">
                <a:avLst/>
              </a:prstGeom>
              <a:blipFill rotWithShape="1">
                <a:blip r:embed="rId13"/>
                <a:stretch>
                  <a:fillRect l="-1615" t="-3982" r="-1511" b="-3820"/>
                </a:stretch>
              </a:blipFill>
              <a:ln w="28575">
                <a:solidFill>
                  <a:schemeClr val="bg1"/>
                </a:solidFill>
              </a:ln>
            </p:spPr>
            <p:txBody>
              <a:bodyPr/>
              <a:lstStyle/>
              <a:p>
                <a:r>
                  <a:rPr lang="zh-CN" altLang="en-US">
                    <a:noFill/>
                  </a:rPr>
                  <a:t> </a:t>
                </a:r>
              </a:p>
            </p:txBody>
          </p:sp>
        </mc:Fallback>
      </mc:AlternateContent>
      <p:cxnSp>
        <p:nvCxnSpPr>
          <p:cNvPr id="355" name="直接连接符 354"/>
          <p:cNvCxnSpPr>
            <a:endCxn id="352" idx="7"/>
          </p:cNvCxnSpPr>
          <p:nvPr/>
        </p:nvCxnSpPr>
        <p:spPr bwMode="auto">
          <a:xfrm>
            <a:off x="6951736" y="2138290"/>
            <a:ext cx="1346689" cy="2099965"/>
          </a:xfrm>
          <a:prstGeom prst="line">
            <a:avLst/>
          </a:prstGeom>
          <a:ln w="28575">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56" name="直接连接符 355"/>
          <p:cNvCxnSpPr/>
          <p:nvPr/>
        </p:nvCxnSpPr>
        <p:spPr bwMode="auto">
          <a:xfrm flipH="1" flipV="1">
            <a:off x="3758468" y="2121516"/>
            <a:ext cx="3217233" cy="23029"/>
          </a:xfrm>
          <a:prstGeom prst="line">
            <a:avLst/>
          </a:prstGeom>
          <a:solidFill>
            <a:schemeClr val="tx1"/>
          </a:solidFill>
          <a:ln w="28575">
            <a:headEnd type="none" w="med" len="med"/>
            <a:tailEnd type="none" w="med" len="med"/>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357" name="矩形 356"/>
              <p:cNvSpPr/>
              <p:nvPr/>
            </p:nvSpPr>
            <p:spPr>
              <a:xfrm>
                <a:off x="3059973" y="3953430"/>
                <a:ext cx="991033" cy="387927"/>
              </a:xfrm>
              <a:prstGeom prst="rect">
                <a:avLst/>
              </a:prstGeom>
              <a:solidFill>
                <a:schemeClr val="tx1"/>
              </a:solidFill>
            </p:spPr>
            <p:txBody>
              <a:bodyPr wrap="square">
                <a:spAutoFit/>
              </a:bodyPr>
              <a:lstStyle/>
              <a:p>
                <a14:m>
                  <m:oMathPara xmlns:m="http://schemas.openxmlformats.org/officeDocument/2006/math">
                    <m:oMathParaPr>
                      <m:jc m:val="centerGroup"/>
                    </m:oMathParaPr>
                    <m:oMath xmlns:m="http://schemas.openxmlformats.org/officeDocument/2006/math">
                      <m:sSup>
                        <m:sSupPr>
                          <m:ctrlPr>
                            <a:rPr lang="zh-CN" altLang="en-US" i="1">
                              <a:solidFill>
                                <a:schemeClr val="bg1"/>
                              </a:solidFill>
                              <a:latin typeface="Cambria Math" panose="02040503050406030204" pitchFamily="18" charset="0"/>
                            </a:rPr>
                          </m:ctrlPr>
                        </m:sSupPr>
                        <m:e>
                          <m:r>
                            <a:rPr lang="zh-CN" altLang="en-US" i="1">
                              <a:solidFill>
                                <a:schemeClr val="bg1"/>
                              </a:solidFill>
                              <a:latin typeface="Cambria Math" panose="02040503050406030204" pitchFamily="18" charset="0"/>
                            </a:rPr>
                            <m:t>𝑞</m:t>
                          </m:r>
                        </m:e>
                        <m:sup>
                          <m:d>
                            <m:dPr>
                              <m:ctrlPr>
                                <a:rPr lang="zh-CN" altLang="en-US" i="1">
                                  <a:solidFill>
                                    <a:schemeClr val="bg1"/>
                                  </a:solidFill>
                                  <a:latin typeface="Cambria Math" panose="02040503050406030204" pitchFamily="18" charset="0"/>
                                </a:rPr>
                              </m:ctrlPr>
                            </m:dPr>
                            <m:e>
                              <m:r>
                                <a:rPr lang="zh-CN" altLang="en-US" i="1">
                                  <a:solidFill>
                                    <a:schemeClr val="bg1"/>
                                  </a:solidFill>
                                  <a:latin typeface="Cambria Math" panose="02040503050406030204" pitchFamily="18" charset="0"/>
                                </a:rPr>
                                <m:t>𝑛</m:t>
                              </m:r>
                              <m:r>
                                <a:rPr lang="zh-CN" altLang="en-US" i="1">
                                  <a:solidFill>
                                    <a:schemeClr val="bg1"/>
                                  </a:solidFill>
                                  <a:latin typeface="Cambria Math" panose="02040503050406030204" pitchFamily="18" charset="0"/>
                                </a:rPr>
                                <m:t>−</m:t>
                              </m:r>
                              <m:r>
                                <a:rPr lang="zh-CN" altLang="en-US" i="1">
                                  <a:solidFill>
                                    <a:schemeClr val="bg1"/>
                                  </a:solidFill>
                                  <a:latin typeface="Cambria Math" panose="02040503050406030204" pitchFamily="18" charset="0"/>
                                </a:rPr>
                                <m:t>1</m:t>
                              </m:r>
                            </m:e>
                          </m:d>
                        </m:sup>
                      </m:sSup>
                      <m:d>
                        <m:dPr>
                          <m:ctrlPr>
                            <a:rPr lang="zh-CN" altLang="en-US" i="1">
                              <a:solidFill>
                                <a:schemeClr val="bg1"/>
                              </a:solidFill>
                              <a:latin typeface="Cambria Math" panose="02040503050406030204" pitchFamily="18" charset="0"/>
                            </a:rPr>
                          </m:ctrlPr>
                        </m:dPr>
                        <m:e>
                          <m:r>
                            <a:rPr lang="zh-CN" altLang="en-US" i="1">
                              <a:solidFill>
                                <a:schemeClr val="bg1"/>
                              </a:solidFill>
                              <a:latin typeface="Cambria Math" panose="02040503050406030204" pitchFamily="18" charset="0"/>
                            </a:rPr>
                            <m:t>𝑡</m:t>
                          </m:r>
                        </m:e>
                      </m:d>
                      <m:r>
                        <a:rPr lang="zh-CN" altLang="en-US" i="1">
                          <a:solidFill>
                            <a:schemeClr val="bg1"/>
                          </a:solidFill>
                          <a:latin typeface="Cambria Math" panose="02040503050406030204" pitchFamily="18" charset="0"/>
                        </a:rPr>
                        <m:t> </m:t>
                      </m:r>
                    </m:oMath>
                  </m:oMathPara>
                </a14:m>
                <a:endParaRPr lang="zh-CN" altLang="en-US" dirty="0"/>
              </a:p>
            </p:txBody>
          </p:sp>
        </mc:Choice>
        <mc:Fallback>
          <p:sp>
            <p:nvSpPr>
              <p:cNvPr id="357" name="矩形 356"/>
              <p:cNvSpPr>
                <a:spLocks noRot="1" noChangeAspect="1" noMove="1" noResize="1" noEditPoints="1" noAdjustHandles="1" noChangeArrowheads="1" noChangeShapeType="1" noTextEdit="1"/>
              </p:cNvSpPr>
              <p:nvPr/>
            </p:nvSpPr>
            <p:spPr>
              <a:xfrm>
                <a:off x="3059973" y="3953430"/>
                <a:ext cx="991033" cy="387927"/>
              </a:xfrm>
              <a:prstGeom prst="rect">
                <a:avLst/>
              </a:prstGeom>
              <a:blipFill rotWithShape="1">
                <a:blip r:embed="rId4"/>
                <a:stretch>
                  <a:fillRect l="-55" t="-143" r="-734" b="128"/>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358" name="矩形 357"/>
              <p:cNvSpPr/>
              <p:nvPr/>
            </p:nvSpPr>
            <p:spPr>
              <a:xfrm>
                <a:off x="4402921" y="3850333"/>
                <a:ext cx="991033" cy="387927"/>
              </a:xfrm>
              <a:prstGeom prst="rect">
                <a:avLst/>
              </a:prstGeom>
              <a:solidFill>
                <a:schemeClr val="tx1"/>
              </a:solidFill>
            </p:spPr>
            <p:txBody>
              <a:bodyPr wrap="square">
                <a:spAutoFit/>
              </a:bodyPr>
              <a:lstStyle/>
              <a:p>
                <a14:m>
                  <m:oMathPara xmlns:m="http://schemas.openxmlformats.org/officeDocument/2006/math">
                    <m:oMathParaPr>
                      <m:jc m:val="centerGroup"/>
                    </m:oMathParaPr>
                    <m:oMath xmlns:m="http://schemas.openxmlformats.org/officeDocument/2006/math">
                      <m:sSup>
                        <m:sSupPr>
                          <m:ctrlPr>
                            <a:rPr lang="zh-CN" altLang="en-US" i="1" smtClean="0">
                              <a:solidFill>
                                <a:schemeClr val="bg1"/>
                              </a:solidFill>
                              <a:latin typeface="Cambria Math" panose="02040503050406030204" pitchFamily="18" charset="0"/>
                            </a:rPr>
                          </m:ctrlPr>
                        </m:sSupPr>
                        <m:e>
                          <m:r>
                            <a:rPr lang="zh-CN" altLang="en-US" i="1">
                              <a:solidFill>
                                <a:schemeClr val="bg1"/>
                              </a:solidFill>
                              <a:latin typeface="Cambria Math" panose="02040503050406030204" pitchFamily="18" charset="0"/>
                            </a:rPr>
                            <m:t>𝑞</m:t>
                          </m:r>
                        </m:e>
                        <m:sup>
                          <m:d>
                            <m:dPr>
                              <m:ctrlPr>
                                <a:rPr lang="zh-CN" altLang="en-US" i="1">
                                  <a:solidFill>
                                    <a:schemeClr val="bg1"/>
                                  </a:solidFill>
                                  <a:latin typeface="Cambria Math" panose="02040503050406030204" pitchFamily="18" charset="0"/>
                                </a:rPr>
                              </m:ctrlPr>
                            </m:dPr>
                            <m:e>
                              <m:r>
                                <a:rPr lang="zh-CN" altLang="en-US" i="1">
                                  <a:solidFill>
                                    <a:schemeClr val="bg1"/>
                                  </a:solidFill>
                                  <a:latin typeface="Cambria Math" panose="02040503050406030204" pitchFamily="18" charset="0"/>
                                </a:rPr>
                                <m:t>𝑛</m:t>
                              </m:r>
                              <m:r>
                                <a:rPr lang="zh-CN" altLang="en-US" i="1">
                                  <a:solidFill>
                                    <a:schemeClr val="bg1"/>
                                  </a:solidFill>
                                  <a:latin typeface="Cambria Math" panose="02040503050406030204" pitchFamily="18" charset="0"/>
                                </a:rPr>
                                <m:t>−</m:t>
                              </m:r>
                              <m:r>
                                <a:rPr lang="en-US" altLang="zh-CN" b="1" i="1" smtClean="0">
                                  <a:solidFill>
                                    <a:schemeClr val="bg1"/>
                                  </a:solidFill>
                                  <a:latin typeface="Cambria Math" panose="02040503050406030204" pitchFamily="18" charset="0"/>
                                </a:rPr>
                                <m:t>𝟐</m:t>
                              </m:r>
                            </m:e>
                          </m:d>
                        </m:sup>
                      </m:sSup>
                      <m:d>
                        <m:dPr>
                          <m:ctrlPr>
                            <a:rPr lang="zh-CN" altLang="en-US" i="1">
                              <a:solidFill>
                                <a:schemeClr val="bg1"/>
                              </a:solidFill>
                              <a:latin typeface="Cambria Math" panose="02040503050406030204" pitchFamily="18" charset="0"/>
                            </a:rPr>
                          </m:ctrlPr>
                        </m:dPr>
                        <m:e>
                          <m:r>
                            <a:rPr lang="zh-CN" altLang="en-US" i="1">
                              <a:solidFill>
                                <a:schemeClr val="bg1"/>
                              </a:solidFill>
                              <a:latin typeface="Cambria Math" panose="02040503050406030204" pitchFamily="18" charset="0"/>
                            </a:rPr>
                            <m:t>𝑡</m:t>
                          </m:r>
                        </m:e>
                      </m:d>
                      <m:r>
                        <a:rPr lang="zh-CN" altLang="en-US" i="1">
                          <a:solidFill>
                            <a:schemeClr val="bg1"/>
                          </a:solidFill>
                          <a:latin typeface="Cambria Math" panose="02040503050406030204" pitchFamily="18" charset="0"/>
                        </a:rPr>
                        <m:t> </m:t>
                      </m:r>
                    </m:oMath>
                  </m:oMathPara>
                </a14:m>
                <a:endParaRPr lang="zh-CN" altLang="en-US" dirty="0"/>
              </a:p>
            </p:txBody>
          </p:sp>
        </mc:Choice>
        <mc:Fallback>
          <p:sp>
            <p:nvSpPr>
              <p:cNvPr id="358" name="矩形 357"/>
              <p:cNvSpPr>
                <a:spLocks noRot="1" noChangeAspect="1" noMove="1" noResize="1" noEditPoints="1" noAdjustHandles="1" noChangeArrowheads="1" noChangeShapeType="1" noTextEdit="1"/>
              </p:cNvSpPr>
              <p:nvPr/>
            </p:nvSpPr>
            <p:spPr>
              <a:xfrm>
                <a:off x="4402921" y="3850333"/>
                <a:ext cx="991033" cy="387927"/>
              </a:xfrm>
              <a:prstGeom prst="rect">
                <a:avLst/>
              </a:prstGeom>
              <a:blipFill rotWithShape="1">
                <a:blip r:embed="rId7"/>
                <a:stretch>
                  <a:fillRect l="-47" t="-85" r="-1511" b="70"/>
                </a:stretch>
              </a:blipFill>
            </p:spPr>
            <p:txBody>
              <a:bodyPr/>
              <a:lstStyle/>
              <a:p>
                <a:r>
                  <a:rPr lang="zh-CN" altLang="en-US">
                    <a:noFill/>
                  </a:rPr>
                  <a:t> </a:t>
                </a:r>
              </a:p>
            </p:txBody>
          </p:sp>
        </mc:Fallback>
      </mc:AlternateContent>
      <p:sp>
        <p:nvSpPr>
          <p:cNvPr id="359" name="椭圆 358"/>
          <p:cNvSpPr/>
          <p:nvPr/>
        </p:nvSpPr>
        <p:spPr bwMode="auto">
          <a:xfrm>
            <a:off x="7886665" y="4177355"/>
            <a:ext cx="494421" cy="474702"/>
          </a:xfrm>
          <a:prstGeom prst="ellipse">
            <a:avLst/>
          </a:prstGeom>
          <a:solidFill>
            <a:schemeClr val="tx1"/>
          </a:solidFill>
          <a:ln w="2857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r>
              <a:rPr kumimoji="0" lang="zh-CN" altLang="en-US" sz="1800" b="1" i="0" u="none" strike="noStrike" cap="none" normalizeH="0" baseline="0" dirty="0">
                <a:ln>
                  <a:noFill/>
                </a:ln>
                <a:solidFill>
                  <a:srgbClr val="FF0000"/>
                </a:solidFill>
                <a:effectLst/>
                <a:latin typeface="Arial" panose="020B0604020202020204" pitchFamily="34" charset="0"/>
                <a:ea typeface="宋体" panose="02010600030101010101" pitchFamily="2" charset="-122"/>
              </a:rPr>
              <a:t>∑</a:t>
            </a:r>
            <a:endParaRPr kumimoji="0" lang="zh-CN" altLang="en-US" sz="1800" b="1" i="0" u="none" strike="noStrike" cap="none" normalizeH="0" baseline="0" dirty="0">
              <a:ln>
                <a:noFill/>
              </a:ln>
              <a:solidFill>
                <a:srgbClr val="FF0000"/>
              </a:solidFill>
              <a:effectLst/>
              <a:latin typeface="Arial" panose="020B0604020202020204" pitchFamily="34" charset="0"/>
              <a:ea typeface="宋体" panose="02010600030101010101" pitchFamily="2" charset="-122"/>
            </a:endParaRPr>
          </a:p>
        </p:txBody>
      </p:sp>
      <p:cxnSp>
        <p:nvCxnSpPr>
          <p:cNvPr id="360" name="连接符: 肘形 359"/>
          <p:cNvCxnSpPr>
            <a:endCxn id="361" idx="1"/>
          </p:cNvCxnSpPr>
          <p:nvPr/>
        </p:nvCxnSpPr>
        <p:spPr bwMode="auto">
          <a:xfrm rot="5400000" flipH="1" flipV="1">
            <a:off x="4014215" y="3696367"/>
            <a:ext cx="1207146" cy="288724"/>
          </a:xfrm>
          <a:prstGeom prst="bentConnector2">
            <a:avLst/>
          </a:prstGeom>
          <a:solidFill>
            <a:schemeClr val="tx1"/>
          </a:solidFill>
          <a:ln w="28575">
            <a:headEnd type="none" w="med" len="med"/>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361" name="矩形 360"/>
              <p:cNvSpPr/>
              <p:nvPr/>
            </p:nvSpPr>
            <p:spPr>
              <a:xfrm>
                <a:off x="4762150" y="3052490"/>
                <a:ext cx="918087" cy="369332"/>
              </a:xfrm>
              <a:prstGeom prst="rect">
                <a:avLst/>
              </a:prstGeom>
              <a:solidFill>
                <a:schemeClr val="tx1"/>
              </a:solidFill>
              <a:ln w="28575">
                <a:solidFill>
                  <a:schemeClr val="bg1"/>
                </a:solidFill>
              </a:ln>
            </p:spPr>
            <p:txBody>
              <a:bodyPr wrap="square">
                <a:spAutoFit/>
              </a:bodyPr>
              <a:lstStyle/>
              <a:p>
                <a14:m>
                  <m:oMathPara xmlns:m="http://schemas.openxmlformats.org/officeDocument/2006/math">
                    <m:oMathParaPr>
                      <m:jc m:val="centerGroup"/>
                    </m:oMathParaPr>
                    <m:oMath xmlns:m="http://schemas.openxmlformats.org/officeDocument/2006/math">
                      <m:r>
                        <m:rPr>
                          <m:sty m:val="p"/>
                        </m:rPr>
                        <a:rPr lang="en-US" altLang="zh-CN" i="1" dirty="0">
                          <a:solidFill>
                            <a:srgbClr val="FF0000"/>
                          </a:solidFill>
                          <a:latin typeface="Cambria Math" panose="02040503050406030204" pitchFamily="18" charset="0"/>
                        </a:rPr>
                        <m:t>b</m:t>
                      </m:r>
                      <m:r>
                        <m:rPr>
                          <m:sty m:val="p"/>
                        </m:rPr>
                        <a:rPr lang="en-US" altLang="zh-CN" i="1" baseline="-25000" dirty="0">
                          <a:solidFill>
                            <a:srgbClr val="FF0000"/>
                          </a:solidFill>
                          <a:latin typeface="Cambria Math" panose="02040503050406030204" pitchFamily="18" charset="0"/>
                        </a:rPr>
                        <m:t>n</m:t>
                      </m:r>
                      <m:r>
                        <a:rPr lang="en-US" altLang="zh-CN" i="1" baseline="-25000" dirty="0" smtClean="0">
                          <a:solidFill>
                            <a:srgbClr val="FF0000"/>
                          </a:solidFill>
                          <a:latin typeface="Cambria Math" panose="02040503050406030204" pitchFamily="18" charset="0"/>
                        </a:rPr>
                        <m:t>−</m:t>
                      </m:r>
                      <m:r>
                        <a:rPr lang="en-US" altLang="zh-CN" i="1" baseline="-25000" dirty="0">
                          <a:solidFill>
                            <a:srgbClr val="FF0000"/>
                          </a:solidFill>
                          <a:latin typeface="Cambria Math" panose="02040503050406030204" pitchFamily="18" charset="0"/>
                        </a:rPr>
                        <m:t>2</m:t>
                      </m:r>
                    </m:oMath>
                  </m:oMathPara>
                </a14:m>
                <a:endParaRPr lang="zh-CN" altLang="en-US" dirty="0">
                  <a:solidFill>
                    <a:srgbClr val="FF0000"/>
                  </a:solidFill>
                </a:endParaRPr>
              </a:p>
            </p:txBody>
          </p:sp>
        </mc:Choice>
        <mc:Fallback>
          <p:sp>
            <p:nvSpPr>
              <p:cNvPr id="361" name="矩形 360"/>
              <p:cNvSpPr>
                <a:spLocks noRot="1" noChangeAspect="1" noMove="1" noResize="1" noEditPoints="1" noAdjustHandles="1" noChangeArrowheads="1" noChangeShapeType="1" noTextEdit="1"/>
              </p:cNvSpPr>
              <p:nvPr/>
            </p:nvSpPr>
            <p:spPr>
              <a:xfrm>
                <a:off x="4762150" y="3052490"/>
                <a:ext cx="918087" cy="369332"/>
              </a:xfrm>
              <a:prstGeom prst="rect">
                <a:avLst/>
              </a:prstGeom>
              <a:blipFill rotWithShape="1">
                <a:blip r:embed="rId14"/>
                <a:stretch>
                  <a:fillRect l="-1622" t="-3967" r="-1504" b="-3835"/>
                </a:stretch>
              </a:blipFill>
              <a:ln w="28575">
                <a:solidFill>
                  <a:schemeClr val="bg1"/>
                </a:solidFill>
              </a:ln>
            </p:spPr>
            <p:txBody>
              <a:bodyPr/>
              <a:lstStyle/>
              <a:p>
                <a:r>
                  <a:rPr lang="zh-CN" altLang="en-US">
                    <a:noFill/>
                  </a:rPr>
                  <a:t> </a:t>
                </a:r>
              </a:p>
            </p:txBody>
          </p:sp>
        </mc:Fallback>
      </mc:AlternateContent>
      <p:cxnSp>
        <p:nvCxnSpPr>
          <p:cNvPr id="362" name="直接连接符 361"/>
          <p:cNvCxnSpPr>
            <a:endCxn id="359" idx="1"/>
          </p:cNvCxnSpPr>
          <p:nvPr/>
        </p:nvCxnSpPr>
        <p:spPr bwMode="auto">
          <a:xfrm>
            <a:off x="6886342" y="3229221"/>
            <a:ext cx="1072729" cy="1017652"/>
          </a:xfrm>
          <a:prstGeom prst="line">
            <a:avLst/>
          </a:prstGeom>
          <a:ln w="28575">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63" name="直接连接符 362"/>
          <p:cNvCxnSpPr/>
          <p:nvPr/>
        </p:nvCxnSpPr>
        <p:spPr bwMode="auto">
          <a:xfrm flipH="1">
            <a:off x="5688345" y="3237156"/>
            <a:ext cx="1197997" cy="1824"/>
          </a:xfrm>
          <a:prstGeom prst="line">
            <a:avLst/>
          </a:prstGeom>
          <a:solidFill>
            <a:schemeClr val="tx1"/>
          </a:solidFill>
          <a:ln w="28575">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64" name="连接符: 肘形 363"/>
          <p:cNvCxnSpPr>
            <a:endCxn id="365" idx="1"/>
          </p:cNvCxnSpPr>
          <p:nvPr/>
        </p:nvCxnSpPr>
        <p:spPr bwMode="auto">
          <a:xfrm rot="5400000" flipH="1" flipV="1">
            <a:off x="2371521" y="3441837"/>
            <a:ext cx="1741167" cy="253891"/>
          </a:xfrm>
          <a:prstGeom prst="bentConnector2">
            <a:avLst/>
          </a:prstGeom>
          <a:solidFill>
            <a:schemeClr val="tx1"/>
          </a:solidFill>
          <a:ln w="28575">
            <a:headEnd type="none" w="med" len="med"/>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365" name="矩形 364"/>
              <p:cNvSpPr/>
              <p:nvPr/>
            </p:nvSpPr>
            <p:spPr>
              <a:xfrm>
                <a:off x="3369050" y="2513532"/>
                <a:ext cx="918087" cy="369332"/>
              </a:xfrm>
              <a:prstGeom prst="rect">
                <a:avLst/>
              </a:prstGeom>
              <a:solidFill>
                <a:schemeClr val="tx1"/>
              </a:solidFill>
              <a:ln w="28575">
                <a:solidFill>
                  <a:schemeClr val="bg1"/>
                </a:solidFill>
              </a:ln>
            </p:spPr>
            <p:txBody>
              <a:bodyPr wrap="square">
                <a:spAutoFit/>
              </a:bodyPr>
              <a:lstStyle/>
              <a:p>
                <a14:m>
                  <m:oMathPara xmlns:m="http://schemas.openxmlformats.org/officeDocument/2006/math">
                    <m:oMathParaPr>
                      <m:jc m:val="centerGroup"/>
                    </m:oMathParaPr>
                    <m:oMath xmlns:m="http://schemas.openxmlformats.org/officeDocument/2006/math">
                      <m:r>
                        <m:rPr>
                          <m:sty m:val="p"/>
                        </m:rPr>
                        <a:rPr lang="en-US" altLang="zh-CN" i="1" dirty="0">
                          <a:solidFill>
                            <a:srgbClr val="FF0000"/>
                          </a:solidFill>
                          <a:latin typeface="Cambria Math" panose="02040503050406030204" pitchFamily="18" charset="0"/>
                        </a:rPr>
                        <m:t>b</m:t>
                      </m:r>
                      <m:r>
                        <m:rPr>
                          <m:sty m:val="p"/>
                        </m:rPr>
                        <a:rPr lang="en-US" altLang="zh-CN" i="1" baseline="-25000" dirty="0">
                          <a:solidFill>
                            <a:srgbClr val="FF0000"/>
                          </a:solidFill>
                          <a:latin typeface="Cambria Math" panose="02040503050406030204" pitchFamily="18" charset="0"/>
                        </a:rPr>
                        <m:t>n</m:t>
                      </m:r>
                      <m:r>
                        <a:rPr lang="en-US" altLang="zh-CN" i="1" baseline="-25000" dirty="0" smtClean="0">
                          <a:solidFill>
                            <a:srgbClr val="FF0000"/>
                          </a:solidFill>
                          <a:latin typeface="Cambria Math" panose="02040503050406030204" pitchFamily="18" charset="0"/>
                        </a:rPr>
                        <m:t>−</m:t>
                      </m:r>
                      <m:r>
                        <a:rPr lang="en-US" altLang="zh-CN" i="1" baseline="-25000" dirty="0">
                          <a:solidFill>
                            <a:srgbClr val="FF0000"/>
                          </a:solidFill>
                          <a:latin typeface="Cambria Math" panose="02040503050406030204" pitchFamily="18" charset="0"/>
                        </a:rPr>
                        <m:t>1</m:t>
                      </m:r>
                    </m:oMath>
                  </m:oMathPara>
                </a14:m>
                <a:endParaRPr lang="zh-CN" altLang="en-US" dirty="0">
                  <a:solidFill>
                    <a:srgbClr val="FF0000"/>
                  </a:solidFill>
                </a:endParaRPr>
              </a:p>
            </p:txBody>
          </p:sp>
        </mc:Choice>
        <mc:Fallback>
          <p:sp>
            <p:nvSpPr>
              <p:cNvPr id="365" name="矩形 364"/>
              <p:cNvSpPr>
                <a:spLocks noRot="1" noChangeAspect="1" noMove="1" noResize="1" noEditPoints="1" noAdjustHandles="1" noChangeArrowheads="1" noChangeShapeType="1" noTextEdit="1"/>
              </p:cNvSpPr>
              <p:nvPr/>
            </p:nvSpPr>
            <p:spPr>
              <a:xfrm>
                <a:off x="3369050" y="2513532"/>
                <a:ext cx="918087" cy="369332"/>
              </a:xfrm>
              <a:prstGeom prst="rect">
                <a:avLst/>
              </a:prstGeom>
              <a:blipFill rotWithShape="1">
                <a:blip r:embed="rId15"/>
                <a:stretch>
                  <a:fillRect l="-1562" t="-4009" r="-1494" b="-3792"/>
                </a:stretch>
              </a:blipFill>
              <a:ln w="28575">
                <a:solidFill>
                  <a:schemeClr val="bg1"/>
                </a:solidFill>
              </a:ln>
            </p:spPr>
            <p:txBody>
              <a:bodyPr/>
              <a:lstStyle/>
              <a:p>
                <a:r>
                  <a:rPr lang="zh-CN" altLang="en-US">
                    <a:noFill/>
                  </a:rPr>
                  <a:t> </a:t>
                </a:r>
              </a:p>
            </p:txBody>
          </p:sp>
        </mc:Fallback>
      </mc:AlternateContent>
      <p:cxnSp>
        <p:nvCxnSpPr>
          <p:cNvPr id="366" name="直接连接符 365"/>
          <p:cNvCxnSpPr/>
          <p:nvPr/>
        </p:nvCxnSpPr>
        <p:spPr bwMode="auto">
          <a:xfrm>
            <a:off x="6959747" y="2735079"/>
            <a:ext cx="1220926" cy="1442276"/>
          </a:xfrm>
          <a:prstGeom prst="line">
            <a:avLst/>
          </a:prstGeom>
          <a:ln w="28575">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67" name="直接连接符 366"/>
          <p:cNvCxnSpPr>
            <a:endCxn id="365" idx="3"/>
          </p:cNvCxnSpPr>
          <p:nvPr/>
        </p:nvCxnSpPr>
        <p:spPr bwMode="auto">
          <a:xfrm flipH="1" flipV="1">
            <a:off x="4287137" y="2698198"/>
            <a:ext cx="2707302" cy="40870"/>
          </a:xfrm>
          <a:prstGeom prst="line">
            <a:avLst/>
          </a:prstGeom>
          <a:solidFill>
            <a:schemeClr val="tx1"/>
          </a:solidFill>
          <a:ln w="28575">
            <a:headEnd type="none" w="med" len="med"/>
            <a:tailEnd type="none" w="med" len="med"/>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368" name="矩形 367"/>
              <p:cNvSpPr/>
              <p:nvPr/>
            </p:nvSpPr>
            <p:spPr>
              <a:xfrm>
                <a:off x="5705251" y="3963115"/>
                <a:ext cx="673732" cy="369332"/>
              </a:xfrm>
              <a:prstGeom prst="rect">
                <a:avLst/>
              </a:prstGeom>
              <a:solidFill>
                <a:schemeClr val="tx1"/>
              </a:solidFill>
            </p:spPr>
            <p:txBody>
              <a:bodyPr wrap="square">
                <a:spAutoFit/>
              </a:bodyPr>
              <a:lstStyle/>
              <a:p>
                <a14:m>
                  <m:oMathPara xmlns:m="http://schemas.openxmlformats.org/officeDocument/2006/math">
                    <m:oMathParaPr>
                      <m:jc m:val="centerGroup"/>
                    </m:oMathParaPr>
                    <m:oMath xmlns:m="http://schemas.openxmlformats.org/officeDocument/2006/math">
                      <m:sSup>
                        <m:sSupPr>
                          <m:ctrlPr>
                            <a:rPr lang="zh-CN" altLang="en-US" i="1" smtClean="0">
                              <a:solidFill>
                                <a:schemeClr val="bg1"/>
                              </a:solidFill>
                              <a:latin typeface="Cambria Math" panose="02040503050406030204" pitchFamily="18" charset="0"/>
                            </a:rPr>
                          </m:ctrlPr>
                        </m:sSupPr>
                        <m:e>
                          <m:r>
                            <a:rPr lang="zh-CN" altLang="en-US" i="1">
                              <a:solidFill>
                                <a:schemeClr val="bg1"/>
                              </a:solidFill>
                              <a:latin typeface="Cambria Math" panose="02040503050406030204" pitchFamily="18" charset="0"/>
                            </a:rPr>
                            <m:t>𝑞</m:t>
                          </m:r>
                        </m:e>
                        <m:sup>
                          <m:r>
                            <a:rPr lang="en-US" altLang="zh-CN" b="1" i="1" smtClean="0">
                              <a:solidFill>
                                <a:schemeClr val="bg1"/>
                              </a:solidFill>
                              <a:latin typeface="Cambria Math" panose="02040503050406030204" pitchFamily="18" charset="0"/>
                            </a:rPr>
                            <m:t>′</m:t>
                          </m:r>
                        </m:sup>
                      </m:sSup>
                      <m:d>
                        <m:dPr>
                          <m:ctrlPr>
                            <a:rPr lang="zh-CN" altLang="en-US" i="1">
                              <a:solidFill>
                                <a:schemeClr val="bg1"/>
                              </a:solidFill>
                              <a:latin typeface="Cambria Math" panose="02040503050406030204" pitchFamily="18" charset="0"/>
                            </a:rPr>
                          </m:ctrlPr>
                        </m:dPr>
                        <m:e>
                          <m:r>
                            <a:rPr lang="zh-CN" altLang="en-US" i="1">
                              <a:solidFill>
                                <a:schemeClr val="bg1"/>
                              </a:solidFill>
                              <a:latin typeface="Cambria Math" panose="02040503050406030204" pitchFamily="18" charset="0"/>
                            </a:rPr>
                            <m:t>𝑡</m:t>
                          </m:r>
                        </m:e>
                      </m:d>
                      <m:r>
                        <a:rPr lang="zh-CN" altLang="en-US" i="1">
                          <a:solidFill>
                            <a:schemeClr val="bg1"/>
                          </a:solidFill>
                          <a:latin typeface="Cambria Math" panose="02040503050406030204" pitchFamily="18" charset="0"/>
                        </a:rPr>
                        <m:t> </m:t>
                      </m:r>
                    </m:oMath>
                  </m:oMathPara>
                </a14:m>
                <a:endParaRPr lang="zh-CN" altLang="en-US" dirty="0"/>
              </a:p>
            </p:txBody>
          </p:sp>
        </mc:Choice>
        <mc:Fallback>
          <p:sp>
            <p:nvSpPr>
              <p:cNvPr id="368" name="矩形 367"/>
              <p:cNvSpPr>
                <a:spLocks noRot="1" noChangeAspect="1" noMove="1" noResize="1" noEditPoints="1" noAdjustHandles="1" noChangeArrowheads="1" noChangeShapeType="1" noTextEdit="1"/>
              </p:cNvSpPr>
              <p:nvPr/>
            </p:nvSpPr>
            <p:spPr>
              <a:xfrm>
                <a:off x="5705251" y="3963115"/>
                <a:ext cx="673732" cy="369332"/>
              </a:xfrm>
              <a:prstGeom prst="rect">
                <a:avLst/>
              </a:prstGeom>
              <a:blipFill rotWithShape="1">
                <a:blip r:embed="rId5"/>
                <a:stretch>
                  <a:fillRect l="-61" t="-22" r="61" b="129"/>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369" name="矩形 368"/>
              <p:cNvSpPr/>
              <p:nvPr/>
            </p:nvSpPr>
            <p:spPr>
              <a:xfrm>
                <a:off x="4844827" y="4230432"/>
                <a:ext cx="633815" cy="400110"/>
              </a:xfrm>
              <a:prstGeom prst="rect">
                <a:avLst/>
              </a:prstGeom>
              <a:solidFill>
                <a:schemeClr val="tx1"/>
              </a:solidFill>
              <a:ln w="28575">
                <a:noFill/>
              </a:ln>
            </p:spPr>
            <p:txBody>
              <a:bodyPr wrap="square">
                <a:spAutoFit/>
              </a:bodyPr>
              <a:lstStyle/>
              <a:p>
                <a14:m>
                  <m:oMathPara xmlns:m="http://schemas.openxmlformats.org/officeDocument/2006/math">
                    <m:oMathParaPr>
                      <m:jc m:val="centerGroup"/>
                    </m:oMathParaPr>
                    <m:oMath xmlns:m="http://schemas.openxmlformats.org/officeDocument/2006/math">
                      <m:r>
                        <a:rPr lang="en-US" altLang="zh-CN" sz="2000" b="1" i="1" smtClean="0">
                          <a:solidFill>
                            <a:srgbClr val="FF0000"/>
                          </a:solidFill>
                          <a:latin typeface="Cambria Math" panose="02040503050406030204" pitchFamily="18" charset="0"/>
                        </a:rPr>
                        <m:t>…</m:t>
                      </m:r>
                    </m:oMath>
                  </m:oMathPara>
                </a14:m>
                <a:endParaRPr lang="zh-CN" altLang="en-US" sz="2000" dirty="0">
                  <a:solidFill>
                    <a:srgbClr val="FF0000"/>
                  </a:solidFill>
                </a:endParaRPr>
              </a:p>
            </p:txBody>
          </p:sp>
        </mc:Choice>
        <mc:Fallback>
          <p:sp>
            <p:nvSpPr>
              <p:cNvPr id="369" name="矩形 368"/>
              <p:cNvSpPr>
                <a:spLocks noRot="1" noChangeAspect="1" noMove="1" noResize="1" noEditPoints="1" noAdjustHandles="1" noChangeArrowheads="1" noChangeShapeType="1" noTextEdit="1"/>
              </p:cNvSpPr>
              <p:nvPr/>
            </p:nvSpPr>
            <p:spPr>
              <a:xfrm>
                <a:off x="4844827" y="4230432"/>
                <a:ext cx="633815" cy="400110"/>
              </a:xfrm>
              <a:prstGeom prst="rect">
                <a:avLst/>
              </a:prstGeom>
              <a:blipFill rotWithShape="1">
                <a:blip r:embed="rId9"/>
                <a:stretch>
                  <a:fillRect l="-65" t="-15" r="78" b="30"/>
                </a:stretch>
              </a:blipFill>
              <a:ln w="28575">
                <a:noFill/>
              </a:ln>
            </p:spPr>
            <p:txBody>
              <a:bodyPr/>
              <a:lstStyle/>
              <a:p>
                <a:r>
                  <a:rPr lang="zh-CN" altLang="en-US">
                    <a:noFill/>
                  </a:rPr>
                  <a:t> </a:t>
                </a:r>
              </a:p>
            </p:txBody>
          </p:sp>
        </mc:Fallback>
      </mc:AlternateContent>
      <p:cxnSp>
        <p:nvCxnSpPr>
          <p:cNvPr id="370" name="直接连接符 369"/>
          <p:cNvCxnSpPr>
            <a:endCxn id="374" idx="1"/>
          </p:cNvCxnSpPr>
          <p:nvPr/>
        </p:nvCxnSpPr>
        <p:spPr bwMode="auto">
          <a:xfrm>
            <a:off x="7127201" y="3660493"/>
            <a:ext cx="824925" cy="581206"/>
          </a:xfrm>
          <a:prstGeom prst="line">
            <a:avLst/>
          </a:prstGeom>
          <a:ln w="28575">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71" name="连接符: 肘形 370"/>
          <p:cNvCxnSpPr>
            <a:endCxn id="372" idx="1"/>
          </p:cNvCxnSpPr>
          <p:nvPr/>
        </p:nvCxnSpPr>
        <p:spPr bwMode="auto">
          <a:xfrm rot="5400000" flipH="1" flipV="1">
            <a:off x="6153175" y="3883285"/>
            <a:ext cx="637482" cy="302369"/>
          </a:xfrm>
          <a:prstGeom prst="bentConnector2">
            <a:avLst/>
          </a:prstGeom>
          <a:solidFill>
            <a:schemeClr val="tx1"/>
          </a:solidFill>
          <a:ln w="28575">
            <a:headEnd type="none" w="med" len="med"/>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372" name="矩形 371"/>
              <p:cNvSpPr/>
              <p:nvPr/>
            </p:nvSpPr>
            <p:spPr>
              <a:xfrm>
                <a:off x="6623101" y="3534236"/>
                <a:ext cx="392741" cy="362984"/>
              </a:xfrm>
              <a:prstGeom prst="rect">
                <a:avLst/>
              </a:prstGeom>
              <a:solidFill>
                <a:schemeClr val="tx1"/>
              </a:solidFill>
              <a:ln w="28575">
                <a:solidFill>
                  <a:schemeClr val="bg1"/>
                </a:solidFill>
              </a:ln>
            </p:spPr>
            <p:txBody>
              <a:bodyPr wrap="square">
                <a:spAutoFit/>
              </a:bodyPr>
              <a:lstStyle/>
              <a:p>
                <a14:m>
                  <m:oMath xmlns:m="http://schemas.openxmlformats.org/officeDocument/2006/math">
                    <m:r>
                      <m:rPr>
                        <m:nor/>
                      </m:rPr>
                      <a:rPr lang="en-US" altLang="zh-CN" dirty="0" smtClean="0">
                        <a:solidFill>
                          <a:srgbClr val="FF0000"/>
                        </a:solidFill>
                        <a:latin typeface="Cambria Math" panose="02040503050406030204" pitchFamily="18" charset="0"/>
                      </a:rPr>
                      <m:t>b</m:t>
                    </m:r>
                  </m:oMath>
                </a14:m>
                <a:r>
                  <a:rPr lang="en-US" altLang="zh-CN" baseline="-25000" dirty="0">
                    <a:solidFill>
                      <a:srgbClr val="FF0000"/>
                    </a:solidFill>
                  </a:rPr>
                  <a:t>1</a:t>
                </a:r>
                <a:endParaRPr lang="zh-CN" altLang="en-US" baseline="-25000" dirty="0">
                  <a:solidFill>
                    <a:srgbClr val="FF0000"/>
                  </a:solidFill>
                </a:endParaRPr>
              </a:p>
            </p:txBody>
          </p:sp>
        </mc:Choice>
        <mc:Fallback>
          <p:sp>
            <p:nvSpPr>
              <p:cNvPr id="372" name="矩形 371"/>
              <p:cNvSpPr>
                <a:spLocks noRot="1" noChangeAspect="1" noMove="1" noResize="1" noEditPoints="1" noAdjustHandles="1" noChangeArrowheads="1" noChangeShapeType="1" noTextEdit="1"/>
              </p:cNvSpPr>
              <p:nvPr/>
            </p:nvSpPr>
            <p:spPr>
              <a:xfrm>
                <a:off x="6623101" y="3534236"/>
                <a:ext cx="392741" cy="362984"/>
              </a:xfrm>
              <a:prstGeom prst="rect">
                <a:avLst/>
              </a:prstGeom>
              <a:blipFill rotWithShape="1">
                <a:blip r:embed="rId16"/>
                <a:stretch>
                  <a:fillRect l="-3732" t="-3976" r="-3627" b="-3787"/>
                </a:stretch>
              </a:blipFill>
              <a:ln w="28575">
                <a:solidFill>
                  <a:schemeClr val="bg1"/>
                </a:solidFill>
              </a:ln>
            </p:spPr>
            <p:txBody>
              <a:bodyPr/>
              <a:lstStyle/>
              <a:p>
                <a:r>
                  <a:rPr lang="zh-CN" altLang="en-US">
                    <a:noFill/>
                  </a:rPr>
                  <a:t> </a:t>
                </a:r>
              </a:p>
            </p:txBody>
          </p:sp>
        </mc:Fallback>
      </mc:AlternateContent>
      <p:cxnSp>
        <p:nvCxnSpPr>
          <p:cNvPr id="373" name="直接连接符 372"/>
          <p:cNvCxnSpPr/>
          <p:nvPr/>
        </p:nvCxnSpPr>
        <p:spPr bwMode="auto">
          <a:xfrm flipH="1">
            <a:off x="6940697" y="3675620"/>
            <a:ext cx="186504" cy="0"/>
          </a:xfrm>
          <a:prstGeom prst="line">
            <a:avLst/>
          </a:prstGeom>
          <a:solidFill>
            <a:schemeClr val="tx1"/>
          </a:solidFill>
          <a:ln w="28575">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374" name="椭圆 373"/>
          <p:cNvSpPr/>
          <p:nvPr/>
        </p:nvSpPr>
        <p:spPr bwMode="auto">
          <a:xfrm>
            <a:off x="7879720" y="4172181"/>
            <a:ext cx="494421" cy="474702"/>
          </a:xfrm>
          <a:prstGeom prst="ellipse">
            <a:avLst/>
          </a:prstGeom>
          <a:solidFill>
            <a:schemeClr val="tx1"/>
          </a:solidFill>
          <a:ln w="2857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r>
              <a:rPr kumimoji="0" lang="zh-CN" altLang="en-US" sz="1800" b="1" i="0" u="none" strike="noStrike" cap="none" normalizeH="0" baseline="0" dirty="0">
                <a:ln>
                  <a:noFill/>
                </a:ln>
                <a:solidFill>
                  <a:srgbClr val="FF0000"/>
                </a:solidFill>
                <a:effectLst/>
                <a:latin typeface="Arial" panose="020B0604020202020204" pitchFamily="34" charset="0"/>
                <a:ea typeface="宋体" panose="02010600030101010101" pitchFamily="2" charset="-122"/>
              </a:rPr>
              <a:t>∑</a:t>
            </a:r>
            <a:endParaRPr kumimoji="0" lang="zh-CN" altLang="en-US" sz="1800" b="1" i="0" u="none" strike="noStrike" cap="none" normalizeH="0" baseline="0" dirty="0">
              <a:ln>
                <a:noFill/>
              </a:ln>
              <a:solidFill>
                <a:srgbClr val="FF0000"/>
              </a:solidFill>
              <a:effectLst/>
              <a:latin typeface="Arial" panose="020B0604020202020204" pitchFamily="34" charset="0"/>
              <a:ea typeface="宋体" panose="02010600030101010101" pitchFamily="2" charset="-122"/>
            </a:endParaRPr>
          </a:p>
        </p:txBody>
      </p:sp>
      <mc:AlternateContent xmlns:mc="http://schemas.openxmlformats.org/markup-compatibility/2006">
        <mc:Choice xmlns:a14="http://schemas.microsoft.com/office/drawing/2010/main" Requires="a14">
          <p:sp>
            <p:nvSpPr>
              <p:cNvPr id="375" name="矩形 374"/>
              <p:cNvSpPr/>
              <p:nvPr/>
            </p:nvSpPr>
            <p:spPr>
              <a:xfrm>
                <a:off x="6889205" y="3892337"/>
                <a:ext cx="535330" cy="369332"/>
              </a:xfrm>
              <a:prstGeom prst="rect">
                <a:avLst/>
              </a:prstGeom>
              <a:solidFill>
                <a:schemeClr val="tx1"/>
              </a:solidFill>
            </p:spPr>
            <p:txBody>
              <a:bodyPr wrap="square">
                <a:spAutoFit/>
              </a:bodyPr>
              <a:lstStyle/>
              <a:p>
                <a14:m>
                  <m:oMathPara xmlns:m="http://schemas.openxmlformats.org/officeDocument/2006/math">
                    <m:oMathParaPr>
                      <m:jc m:val="centerGroup"/>
                    </m:oMathParaPr>
                    <m:oMath xmlns:m="http://schemas.openxmlformats.org/officeDocument/2006/math">
                      <m:r>
                        <m:rPr>
                          <m:sty m:val="p"/>
                        </m:rPr>
                        <a:rPr lang="en-US" altLang="zh-CN" i="1" smtClean="0">
                          <a:solidFill>
                            <a:schemeClr val="bg1"/>
                          </a:solidFill>
                          <a:latin typeface="Cambria Math" panose="02040503050406030204" pitchFamily="18" charset="0"/>
                        </a:rPr>
                        <m:t>q</m:t>
                      </m:r>
                      <m:d>
                        <m:dPr>
                          <m:ctrlPr>
                            <a:rPr lang="zh-CN" altLang="en-US" i="1">
                              <a:solidFill>
                                <a:schemeClr val="bg1"/>
                              </a:solidFill>
                              <a:latin typeface="Cambria Math" panose="02040503050406030204" pitchFamily="18" charset="0"/>
                            </a:rPr>
                          </m:ctrlPr>
                        </m:dPr>
                        <m:e>
                          <m:r>
                            <a:rPr lang="zh-CN" altLang="en-US" i="1">
                              <a:solidFill>
                                <a:schemeClr val="bg1"/>
                              </a:solidFill>
                              <a:latin typeface="Cambria Math" panose="02040503050406030204" pitchFamily="18" charset="0"/>
                            </a:rPr>
                            <m:t>𝑡</m:t>
                          </m:r>
                        </m:e>
                      </m:d>
                      <m:r>
                        <a:rPr lang="zh-CN" altLang="en-US" i="1">
                          <a:solidFill>
                            <a:schemeClr val="bg1"/>
                          </a:solidFill>
                          <a:latin typeface="Cambria Math" panose="02040503050406030204" pitchFamily="18" charset="0"/>
                        </a:rPr>
                        <m:t> </m:t>
                      </m:r>
                    </m:oMath>
                  </m:oMathPara>
                </a14:m>
                <a:endParaRPr lang="zh-CN" altLang="en-US" dirty="0"/>
              </a:p>
            </p:txBody>
          </p:sp>
        </mc:Choice>
        <mc:Fallback>
          <p:sp>
            <p:nvSpPr>
              <p:cNvPr id="375" name="矩形 374"/>
              <p:cNvSpPr>
                <a:spLocks noRot="1" noChangeAspect="1" noMove="1" noResize="1" noEditPoints="1" noAdjustHandles="1" noChangeArrowheads="1" noChangeShapeType="1" noTextEdit="1"/>
              </p:cNvSpPr>
              <p:nvPr/>
            </p:nvSpPr>
            <p:spPr>
              <a:xfrm>
                <a:off x="6889205" y="3892337"/>
                <a:ext cx="535330" cy="369332"/>
              </a:xfrm>
              <a:prstGeom prst="rect">
                <a:avLst/>
              </a:prstGeom>
              <a:blipFill rotWithShape="1">
                <a:blip r:embed="rId17"/>
                <a:stretch>
                  <a:fillRect l="-17" t="-114" r="-1995" b="50"/>
                </a:stretch>
              </a:blipFill>
            </p:spPr>
            <p:txBody>
              <a:bodyPr/>
              <a:lstStyle/>
              <a:p>
                <a:r>
                  <a:rPr lang="zh-CN" altLang="en-US">
                    <a:noFill/>
                  </a:rPr>
                  <a:t> </a:t>
                </a:r>
              </a:p>
            </p:txBody>
          </p:sp>
        </mc:Fallback>
      </mc:AlternateContent>
      <p:cxnSp>
        <p:nvCxnSpPr>
          <p:cNvPr id="376" name="直接箭头连接符 375"/>
          <p:cNvCxnSpPr>
            <a:endCxn id="377" idx="1"/>
          </p:cNvCxnSpPr>
          <p:nvPr/>
        </p:nvCxnSpPr>
        <p:spPr bwMode="auto">
          <a:xfrm>
            <a:off x="6821327" y="4393333"/>
            <a:ext cx="488988" cy="1800"/>
          </a:xfrm>
          <a:prstGeom prst="straightConnector1">
            <a:avLst/>
          </a:prstGeom>
          <a:solidFill>
            <a:schemeClr val="tx1"/>
          </a:solidFill>
          <a:ln w="28575">
            <a:headEnd type="none" w="med" len="med"/>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377" name="矩形 376"/>
              <p:cNvSpPr/>
              <p:nvPr/>
            </p:nvSpPr>
            <p:spPr>
              <a:xfrm>
                <a:off x="7310315" y="4210467"/>
                <a:ext cx="343858" cy="369332"/>
              </a:xfrm>
              <a:prstGeom prst="rect">
                <a:avLst/>
              </a:prstGeom>
              <a:solidFill>
                <a:schemeClr val="tx1"/>
              </a:solidFill>
              <a:ln w="28575">
                <a:solidFill>
                  <a:schemeClr val="bg1"/>
                </a:solidFill>
              </a:ln>
            </p:spPr>
            <p:txBody>
              <a:bodyPr wrap="square">
                <a:spAutoFit/>
              </a:bodyPr>
              <a:lstStyle/>
              <a:p>
                <a14:m>
                  <m:oMathPara xmlns:m="http://schemas.openxmlformats.org/officeDocument/2006/math">
                    <m:oMathParaPr>
                      <m:jc m:val="centerGroup"/>
                    </m:oMathParaPr>
                    <m:oMath xmlns:m="http://schemas.openxmlformats.org/officeDocument/2006/math">
                      <m:r>
                        <m:rPr>
                          <m:nor/>
                        </m:rPr>
                        <a:rPr lang="en-US" altLang="zh-CN" dirty="0" smtClean="0">
                          <a:solidFill>
                            <a:srgbClr val="FF0000"/>
                          </a:solidFill>
                          <a:latin typeface="Cambria Math" panose="02040503050406030204" pitchFamily="18" charset="0"/>
                        </a:rPr>
                        <m:t>b</m:t>
                      </m:r>
                      <m:r>
                        <m:rPr>
                          <m:nor/>
                        </m:rPr>
                        <a:rPr lang="en-US" altLang="zh-CN" baseline="-25000" dirty="0">
                          <a:solidFill>
                            <a:srgbClr val="FF0000"/>
                          </a:solidFill>
                          <a:latin typeface="Cambria Math" panose="02040503050406030204" pitchFamily="18" charset="0"/>
                        </a:rPr>
                        <m:t>0</m:t>
                      </m:r>
                    </m:oMath>
                  </m:oMathPara>
                </a14:m>
                <a:endParaRPr lang="zh-CN" altLang="en-US" dirty="0">
                  <a:solidFill>
                    <a:srgbClr val="FF0000"/>
                  </a:solidFill>
                </a:endParaRPr>
              </a:p>
            </p:txBody>
          </p:sp>
        </mc:Choice>
        <mc:Fallback>
          <p:sp>
            <p:nvSpPr>
              <p:cNvPr id="377" name="矩形 376"/>
              <p:cNvSpPr>
                <a:spLocks noRot="1" noChangeAspect="1" noMove="1" noResize="1" noEditPoints="1" noAdjustHandles="1" noChangeArrowheads="1" noChangeShapeType="1" noTextEdit="1"/>
              </p:cNvSpPr>
              <p:nvPr/>
            </p:nvSpPr>
            <p:spPr>
              <a:xfrm>
                <a:off x="7310315" y="4210467"/>
                <a:ext cx="343858" cy="369332"/>
              </a:xfrm>
              <a:prstGeom prst="rect">
                <a:avLst/>
              </a:prstGeom>
              <a:blipFill rotWithShape="1">
                <a:blip r:embed="rId18"/>
                <a:stretch>
                  <a:fillRect l="-4304" t="-3895" r="-4097" b="-3734"/>
                </a:stretch>
              </a:blipFill>
              <a:ln w="28575">
                <a:solidFill>
                  <a:schemeClr val="bg1"/>
                </a:solidFill>
              </a:ln>
            </p:spPr>
            <p:txBody>
              <a:bodyPr/>
              <a:lstStyle/>
              <a:p>
                <a:r>
                  <a:rPr lang="zh-CN" altLang="en-US">
                    <a:noFill/>
                  </a:rPr>
                  <a:t> </a:t>
                </a:r>
              </a:p>
            </p:txBody>
          </p:sp>
        </mc:Fallback>
      </mc:AlternateContent>
      <p:sp>
        <p:nvSpPr>
          <p:cNvPr id="378" name="椭圆 377"/>
          <p:cNvSpPr/>
          <p:nvPr/>
        </p:nvSpPr>
        <p:spPr bwMode="auto">
          <a:xfrm>
            <a:off x="7876331" y="4161864"/>
            <a:ext cx="494421" cy="474702"/>
          </a:xfrm>
          <a:prstGeom prst="ellipse">
            <a:avLst/>
          </a:prstGeom>
          <a:solidFill>
            <a:schemeClr val="tx1"/>
          </a:solidFill>
          <a:ln w="28575" cap="flat" cmpd="sng" algn="ctr">
            <a:solidFill>
              <a:schemeClr val="bg1"/>
            </a:solidFill>
            <a:prstDash val="solid"/>
            <a:miter lim="800000"/>
            <a:headEnd type="none" w="med" len="med"/>
            <a:tailEnd type="none" w="med" len="med"/>
          </a:ln>
          <a:effectLst/>
        </p:spPr>
        <p:txBody>
          <a:bodyPr vert="horz" wrap="non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r>
              <a:rPr kumimoji="0" lang="zh-CN" altLang="en-US" sz="1800" b="1" i="0" u="none" strike="noStrike" cap="none" normalizeH="0" baseline="0" dirty="0">
                <a:ln>
                  <a:noFill/>
                </a:ln>
                <a:solidFill>
                  <a:srgbClr val="FF0000"/>
                </a:solidFill>
                <a:effectLst/>
                <a:latin typeface="Arial" panose="020B0604020202020204" pitchFamily="34" charset="0"/>
                <a:ea typeface="宋体" panose="02010600030101010101" pitchFamily="2" charset="-122"/>
              </a:rPr>
              <a:t>∑</a:t>
            </a:r>
            <a:endParaRPr kumimoji="0" lang="zh-CN" altLang="en-US" sz="1800" b="1" i="0" u="none" strike="noStrike" cap="none" normalizeH="0" baseline="0" dirty="0">
              <a:ln>
                <a:noFill/>
              </a:ln>
              <a:solidFill>
                <a:srgbClr val="FF0000"/>
              </a:solidFill>
              <a:effectLst/>
              <a:latin typeface="Arial" panose="020B0604020202020204" pitchFamily="34" charset="0"/>
              <a:ea typeface="宋体" panose="02010600030101010101" pitchFamily="2" charset="-122"/>
            </a:endParaRPr>
          </a:p>
        </p:txBody>
      </p:sp>
      <p:cxnSp>
        <p:nvCxnSpPr>
          <p:cNvPr id="379" name="直接箭头连接符 378"/>
          <p:cNvCxnSpPr>
            <a:stCxn id="377" idx="3"/>
            <a:endCxn id="378" idx="2"/>
          </p:cNvCxnSpPr>
          <p:nvPr/>
        </p:nvCxnSpPr>
        <p:spPr bwMode="auto">
          <a:xfrm>
            <a:off x="7654173" y="4395133"/>
            <a:ext cx="222158" cy="4082"/>
          </a:xfrm>
          <a:prstGeom prst="straightConnector1">
            <a:avLst/>
          </a:prstGeom>
          <a:solidFill>
            <a:schemeClr val="tx1"/>
          </a:solidFill>
          <a:ln w="28575">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380" name="直接箭头连接符 379"/>
          <p:cNvCxnSpPr/>
          <p:nvPr/>
        </p:nvCxnSpPr>
        <p:spPr bwMode="auto">
          <a:xfrm>
            <a:off x="8386363" y="4401793"/>
            <a:ext cx="402566" cy="0"/>
          </a:xfrm>
          <a:prstGeom prst="straightConnector1">
            <a:avLst/>
          </a:prstGeom>
          <a:solidFill>
            <a:schemeClr val="tx1"/>
          </a:solidFill>
          <a:ln w="28575">
            <a:headEnd type="none" w="med" len="med"/>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381" name="矩形 380"/>
              <p:cNvSpPr/>
              <p:nvPr/>
            </p:nvSpPr>
            <p:spPr>
              <a:xfrm>
                <a:off x="8465879" y="3936842"/>
                <a:ext cx="618208" cy="369332"/>
              </a:xfrm>
              <a:prstGeom prst="rect">
                <a:avLst/>
              </a:prstGeom>
              <a:solidFill>
                <a:schemeClr val="tx1"/>
              </a:solidFill>
            </p:spPr>
            <p:txBody>
              <a:bodyPr wrap="square">
                <a:spAutoFit/>
              </a:bodyPr>
              <a:lstStyle/>
              <a:p>
                <a14:m>
                  <m:oMathPara xmlns:m="http://schemas.openxmlformats.org/officeDocument/2006/math">
                    <m:oMathParaPr>
                      <m:jc m:val="centerGroup"/>
                    </m:oMathParaPr>
                    <m:oMath xmlns:m="http://schemas.openxmlformats.org/officeDocument/2006/math">
                      <m:r>
                        <m:rPr>
                          <m:sty m:val="p"/>
                        </m:rPr>
                        <a:rPr lang="en-US" altLang="zh-CN" i="1" smtClean="0">
                          <a:solidFill>
                            <a:schemeClr val="bg1"/>
                          </a:solidFill>
                          <a:latin typeface="Cambria Math" panose="02040503050406030204" pitchFamily="18" charset="0"/>
                        </a:rPr>
                        <m:t>r</m:t>
                      </m:r>
                      <m:r>
                        <a:rPr lang="zh-CN" altLang="en-US" i="1" smtClean="0">
                          <a:solidFill>
                            <a:schemeClr val="bg1"/>
                          </a:solidFill>
                          <a:latin typeface="Cambria Math" panose="02040503050406030204" pitchFamily="18" charset="0"/>
                        </a:rPr>
                        <m:t>(</m:t>
                      </m:r>
                      <m:r>
                        <a:rPr lang="en-US" altLang="zh-CN" i="1">
                          <a:solidFill>
                            <a:schemeClr val="bg1"/>
                          </a:solidFill>
                          <a:latin typeface="Cambria Math" panose="02040503050406030204" pitchFamily="18" charset="0"/>
                        </a:rPr>
                        <m:t>𝒕</m:t>
                      </m:r>
                      <m:r>
                        <a:rPr lang="zh-CN" altLang="en-US" i="1">
                          <a:solidFill>
                            <a:schemeClr val="bg1"/>
                          </a:solidFill>
                          <a:latin typeface="Cambria Math" panose="02040503050406030204" pitchFamily="18" charset="0"/>
                        </a:rPr>
                        <m:t>)</m:t>
                      </m:r>
                    </m:oMath>
                  </m:oMathPara>
                </a14:m>
                <a:endParaRPr lang="zh-CN" altLang="en-US" dirty="0">
                  <a:solidFill>
                    <a:schemeClr val="bg1"/>
                  </a:solidFill>
                </a:endParaRPr>
              </a:p>
            </p:txBody>
          </p:sp>
        </mc:Choice>
        <mc:Fallback>
          <p:sp>
            <p:nvSpPr>
              <p:cNvPr id="381" name="矩形 380"/>
              <p:cNvSpPr>
                <a:spLocks noRot="1" noChangeAspect="1" noMove="1" noResize="1" noEditPoints="1" noAdjustHandles="1" noChangeArrowheads="1" noChangeShapeType="1" noTextEdit="1"/>
              </p:cNvSpPr>
              <p:nvPr/>
            </p:nvSpPr>
            <p:spPr>
              <a:xfrm>
                <a:off x="8465879" y="3936842"/>
                <a:ext cx="618208" cy="369332"/>
              </a:xfrm>
              <a:prstGeom prst="rect">
                <a:avLst/>
              </a:prstGeom>
              <a:blipFill rotWithShape="1">
                <a:blip r:embed="rId19"/>
                <a:stretch>
                  <a:fillRect l="-10" t="-129" r="67" b="65"/>
                </a:stretch>
              </a:blipFill>
            </p:spPr>
            <p:txBody>
              <a:bodyPr/>
              <a:lstStyle/>
              <a:p>
                <a:r>
                  <a:rPr lang="zh-CN" altLang="en-US">
                    <a:noFill/>
                  </a:rPr>
                  <a:t> </a:t>
                </a:r>
              </a:p>
            </p:txBody>
          </p:sp>
        </mc:Fallback>
      </mc:AlternateContent>
      <p:sp>
        <p:nvSpPr>
          <p:cNvPr id="2" name="墨迹 1"/>
          <p:cNvSpPr/>
          <p:nvPr/>
        </p:nvSpPr>
        <p:spPr bwMode="auto">
          <a:xfrm>
            <a:off x="345600" y="509760"/>
            <a:ext cx="8616960" cy="3346200"/>
          </a:xfrm>
        </p:spPr>
      </p:sp>
    </p:spTree>
    <p:custDataLst>
      <p:tags r:id="rId20"/>
    </p:custDataLst>
  </p:cSld>
  <p:clrMapOvr>
    <a:masterClrMapping/>
  </p:clrMapOvr>
  <mc:AlternateContent xmlns:mc="http://schemas.openxmlformats.org/markup-compatibility/2006">
    <mc:Choice xmlns:p14="http://schemas.microsoft.com/office/powerpoint/2010/main" Requires="p14">
      <p:transition spd="slow" p14:dur="2000" advTm="203926"/>
    </mc:Choice>
    <mc:Fallback>
      <p:transition spd="slow" advTm="203926"/>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nodeType="withEffect">
                                  <p:stCondLst>
                                    <p:cond delay="0"/>
                                  </p:stCondLst>
                                  <p:childTnLst>
                                    <p:set>
                                      <p:cBhvr>
                                        <p:cTn id="6" dur="1" fill="hold">
                                          <p:stCondLst>
                                            <p:cond delay="0"/>
                                          </p:stCondLst>
                                        </p:cTn>
                                        <p:tgtEl>
                                          <p:spTgt spid="2"/>
                                        </p:tgtEl>
                                        <p:attrNameLst>
                                          <p:attrName>style.visibility</p:attrName>
                                        </p:attrNameLst>
                                      </p:cBhvr>
                                      <p:to>
                                        <p:strVal val="visible"/>
                                      </p:to>
                                    </p:set>
                                    <p:cmd type="call" cmd="playFrom(0.0)">
                                      <p:cBhvr>
                                        <p:cTn id="7" dur="1" fill="hold"/>
                                        <p:tgtEl>
                                          <p:spTgt spid="2"/>
                                        </p:tgtEl>
                                      </p:cBhvr>
                                    </p:cmd>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302"/>
                                        </p:tgtEl>
                                        <p:attrNameLst>
                                          <p:attrName>style.visibility</p:attrName>
                                        </p:attrNameLst>
                                      </p:cBhvr>
                                      <p:to>
                                        <p:strVal val="visible"/>
                                      </p:to>
                                    </p:set>
                                  </p:childTnLst>
                                </p:cTn>
                              </p:par>
                              <p:par>
                                <p:cTn id="12" presetID="1" presetClass="entr" presetSubtype="0" fill="hold" grpId="0" nodeType="withEffect">
                                  <p:stCondLst>
                                    <p:cond delay="0"/>
                                  </p:stCondLst>
                                  <p:childTnLst>
                                    <p:set>
                                      <p:cBhvr>
                                        <p:cTn id="13" dur="1" fill="hold">
                                          <p:stCondLst>
                                            <p:cond delay="0"/>
                                          </p:stCondLst>
                                        </p:cTn>
                                        <p:tgtEl>
                                          <p:spTgt spid="303"/>
                                        </p:tgtEl>
                                        <p:attrNameLst>
                                          <p:attrName>style.visibility</p:attrName>
                                        </p:attrNameLst>
                                      </p:cBhvr>
                                      <p:to>
                                        <p:strVal val="visible"/>
                                      </p:to>
                                    </p:set>
                                  </p:childTnLst>
                                </p:cTn>
                              </p:par>
                              <p:par>
                                <p:cTn id="14" presetID="1" presetClass="entr" presetSubtype="0" fill="hold" grpId="0" nodeType="withEffect">
                                  <p:stCondLst>
                                    <p:cond delay="0"/>
                                  </p:stCondLst>
                                  <p:childTnLst>
                                    <p:set>
                                      <p:cBhvr>
                                        <p:cTn id="15" dur="1" fill="hold">
                                          <p:stCondLst>
                                            <p:cond delay="0"/>
                                          </p:stCondLst>
                                        </p:cTn>
                                        <p:tgtEl>
                                          <p:spTgt spid="304"/>
                                        </p:tgtEl>
                                        <p:attrNameLst>
                                          <p:attrName>style.visibility</p:attrName>
                                        </p:attrNameLst>
                                      </p:cBhvr>
                                      <p:to>
                                        <p:strVal val="visible"/>
                                      </p:to>
                                    </p:set>
                                  </p:childTnLst>
                                </p:cTn>
                              </p:par>
                              <p:par>
                                <p:cTn id="16" presetID="1" presetClass="entr" presetSubtype="0" fill="hold" grpId="0" nodeType="withEffect">
                                  <p:stCondLst>
                                    <p:cond delay="0"/>
                                  </p:stCondLst>
                                  <p:childTnLst>
                                    <p:set>
                                      <p:cBhvr>
                                        <p:cTn id="17" dur="1" fill="hold">
                                          <p:stCondLst>
                                            <p:cond delay="0"/>
                                          </p:stCondLst>
                                        </p:cTn>
                                        <p:tgtEl>
                                          <p:spTgt spid="305"/>
                                        </p:tgtEl>
                                        <p:attrNameLst>
                                          <p:attrName>style.visibility</p:attrName>
                                        </p:attrNameLst>
                                      </p:cBhvr>
                                      <p:to>
                                        <p:strVal val="visible"/>
                                      </p:to>
                                    </p:set>
                                  </p:childTnLst>
                                </p:cTn>
                              </p:par>
                              <p:par>
                                <p:cTn id="18" presetID="1" presetClass="entr" presetSubtype="0" fill="hold" grpId="0" nodeType="withEffect">
                                  <p:stCondLst>
                                    <p:cond delay="0"/>
                                  </p:stCondLst>
                                  <p:childTnLst>
                                    <p:set>
                                      <p:cBhvr>
                                        <p:cTn id="19" dur="1" fill="hold">
                                          <p:stCondLst>
                                            <p:cond delay="0"/>
                                          </p:stCondLst>
                                        </p:cTn>
                                        <p:tgtEl>
                                          <p:spTgt spid="306"/>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307"/>
                                        </p:tgtEl>
                                        <p:attrNameLst>
                                          <p:attrName>style.visibility</p:attrName>
                                        </p:attrNameLst>
                                      </p:cBhvr>
                                      <p:to>
                                        <p:strVal val="visible"/>
                                      </p:to>
                                    </p:set>
                                  </p:childTnLst>
                                </p:cTn>
                              </p:par>
                              <p:par>
                                <p:cTn id="24" presetID="1" presetClass="entr" presetSubtype="0" fill="hold" grpId="0" nodeType="withEffect">
                                  <p:stCondLst>
                                    <p:cond delay="0"/>
                                  </p:stCondLst>
                                  <p:childTnLst>
                                    <p:set>
                                      <p:cBhvr>
                                        <p:cTn id="25" dur="1" fill="hold">
                                          <p:stCondLst>
                                            <p:cond delay="0"/>
                                          </p:stCondLst>
                                        </p:cTn>
                                        <p:tgtEl>
                                          <p:spTgt spid="308"/>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309"/>
                                        </p:tgtEl>
                                        <p:attrNameLst>
                                          <p:attrName>style.visibility</p:attrName>
                                        </p:attrNameLst>
                                      </p:cBhvr>
                                      <p:to>
                                        <p:strVal val="visible"/>
                                      </p:to>
                                    </p:set>
                                  </p:childTnLst>
                                </p:cTn>
                              </p:par>
                              <p:par>
                                <p:cTn id="28" presetID="1" presetClass="entr" presetSubtype="0" fill="hold" grpId="0" nodeType="withEffect">
                                  <p:stCondLst>
                                    <p:cond delay="0"/>
                                  </p:stCondLst>
                                  <p:childTnLst>
                                    <p:set>
                                      <p:cBhvr>
                                        <p:cTn id="29" dur="1" fill="hold">
                                          <p:stCondLst>
                                            <p:cond delay="0"/>
                                          </p:stCondLst>
                                        </p:cTn>
                                        <p:tgtEl>
                                          <p:spTgt spid="310"/>
                                        </p:tgtEl>
                                        <p:attrNameLst>
                                          <p:attrName>style.visibility</p:attrName>
                                        </p:attrNameLst>
                                      </p:cBhvr>
                                      <p:to>
                                        <p:strVal val="visible"/>
                                      </p:to>
                                    </p:set>
                                  </p:childTnLst>
                                </p:cTn>
                              </p:par>
                              <p:par>
                                <p:cTn id="30" presetID="1" presetClass="entr" presetSubtype="0" fill="hold" nodeType="withEffect">
                                  <p:stCondLst>
                                    <p:cond delay="0"/>
                                  </p:stCondLst>
                                  <p:childTnLst>
                                    <p:set>
                                      <p:cBhvr>
                                        <p:cTn id="31" dur="1" fill="hold">
                                          <p:stCondLst>
                                            <p:cond delay="0"/>
                                          </p:stCondLst>
                                        </p:cTn>
                                        <p:tgtEl>
                                          <p:spTgt spid="311"/>
                                        </p:tgtEl>
                                        <p:attrNameLst>
                                          <p:attrName>style.visibility</p:attrName>
                                        </p:attrNameLst>
                                      </p:cBhvr>
                                      <p:to>
                                        <p:strVal val="visible"/>
                                      </p:to>
                                    </p:set>
                                  </p:childTnLst>
                                </p:cTn>
                              </p:par>
                              <p:par>
                                <p:cTn id="32" presetID="1" presetClass="entr" presetSubtype="0" fill="hold" nodeType="withEffect">
                                  <p:stCondLst>
                                    <p:cond delay="0"/>
                                  </p:stCondLst>
                                  <p:childTnLst>
                                    <p:set>
                                      <p:cBhvr>
                                        <p:cTn id="33" dur="1" fill="hold">
                                          <p:stCondLst>
                                            <p:cond delay="0"/>
                                          </p:stCondLst>
                                        </p:cTn>
                                        <p:tgtEl>
                                          <p:spTgt spid="312"/>
                                        </p:tgtEl>
                                        <p:attrNameLst>
                                          <p:attrName>style.visibility</p:attrName>
                                        </p:attrNameLst>
                                      </p:cBhvr>
                                      <p:to>
                                        <p:strVal val="visible"/>
                                      </p:to>
                                    </p:set>
                                  </p:childTnLst>
                                </p:cTn>
                              </p:par>
                              <p:par>
                                <p:cTn id="34" presetID="1" presetClass="entr" presetSubtype="0" fill="hold" nodeType="withEffect">
                                  <p:stCondLst>
                                    <p:cond delay="0"/>
                                  </p:stCondLst>
                                  <p:childTnLst>
                                    <p:set>
                                      <p:cBhvr>
                                        <p:cTn id="35" dur="1" fill="hold">
                                          <p:stCondLst>
                                            <p:cond delay="0"/>
                                          </p:stCondLst>
                                        </p:cTn>
                                        <p:tgtEl>
                                          <p:spTgt spid="313"/>
                                        </p:tgtEl>
                                        <p:attrNameLst>
                                          <p:attrName>style.visibility</p:attrName>
                                        </p:attrNameLst>
                                      </p:cBhvr>
                                      <p:to>
                                        <p:strVal val="visible"/>
                                      </p:to>
                                    </p:set>
                                  </p:childTnLst>
                                </p:cTn>
                              </p:par>
                            </p:childTnLst>
                          </p:cTn>
                        </p:par>
                      </p:childTnLst>
                    </p:cTn>
                  </p:par>
                  <p:par>
                    <p:cTn id="36" fill="hold">
                      <p:stCondLst>
                        <p:cond delay="indefinite"/>
                      </p:stCondLst>
                      <p:childTnLst>
                        <p:par>
                          <p:cTn id="37" fill="hold">
                            <p:stCondLst>
                              <p:cond delay="0"/>
                            </p:stCondLst>
                            <p:childTnLst>
                              <p:par>
                                <p:cTn id="38" presetID="1" presetClass="entr" presetSubtype="0" fill="hold" grpId="0" nodeType="clickEffect">
                                  <p:stCondLst>
                                    <p:cond delay="0"/>
                                  </p:stCondLst>
                                  <p:childTnLst>
                                    <p:set>
                                      <p:cBhvr>
                                        <p:cTn id="39" dur="1" fill="hold">
                                          <p:stCondLst>
                                            <p:cond delay="0"/>
                                          </p:stCondLst>
                                        </p:cTn>
                                        <p:tgtEl>
                                          <p:spTgt spid="314"/>
                                        </p:tgtEl>
                                        <p:attrNameLst>
                                          <p:attrName>style.visibility</p:attrName>
                                        </p:attrNameLst>
                                      </p:cBhvr>
                                      <p:to>
                                        <p:strVal val="visible"/>
                                      </p:to>
                                    </p:set>
                                  </p:childTnLst>
                                </p:cTn>
                              </p:par>
                              <p:par>
                                <p:cTn id="40" presetID="1" presetClass="entr" presetSubtype="0" fill="hold" grpId="0" nodeType="withEffect">
                                  <p:stCondLst>
                                    <p:cond delay="0"/>
                                  </p:stCondLst>
                                  <p:childTnLst>
                                    <p:set>
                                      <p:cBhvr>
                                        <p:cTn id="41" dur="1" fill="hold">
                                          <p:stCondLst>
                                            <p:cond delay="0"/>
                                          </p:stCondLst>
                                        </p:cTn>
                                        <p:tgtEl>
                                          <p:spTgt spid="315"/>
                                        </p:tgtEl>
                                        <p:attrNameLst>
                                          <p:attrName>style.visibility</p:attrName>
                                        </p:attrNameLst>
                                      </p:cBhvr>
                                      <p:to>
                                        <p:strVal val="visible"/>
                                      </p:to>
                                    </p:set>
                                  </p:childTnLst>
                                </p:cTn>
                              </p:par>
                              <p:par>
                                <p:cTn id="42" presetID="1" presetClass="entr" presetSubtype="0" fill="hold" grpId="0" nodeType="withEffect">
                                  <p:stCondLst>
                                    <p:cond delay="0"/>
                                  </p:stCondLst>
                                  <p:childTnLst>
                                    <p:set>
                                      <p:cBhvr>
                                        <p:cTn id="43" dur="1" fill="hold">
                                          <p:stCondLst>
                                            <p:cond delay="0"/>
                                          </p:stCondLst>
                                        </p:cTn>
                                        <p:tgtEl>
                                          <p:spTgt spid="316"/>
                                        </p:tgtEl>
                                        <p:attrNameLst>
                                          <p:attrName>style.visibility</p:attrName>
                                        </p:attrNameLst>
                                      </p:cBhvr>
                                      <p:to>
                                        <p:strVal val="visible"/>
                                      </p:to>
                                    </p:set>
                                  </p:childTnLst>
                                </p:cTn>
                              </p:par>
                              <p:par>
                                <p:cTn id="44" presetID="1" presetClass="entr" presetSubtype="0" fill="hold" nodeType="withEffect">
                                  <p:stCondLst>
                                    <p:cond delay="0"/>
                                  </p:stCondLst>
                                  <p:childTnLst>
                                    <p:set>
                                      <p:cBhvr>
                                        <p:cTn id="45" dur="1" fill="hold">
                                          <p:stCondLst>
                                            <p:cond delay="0"/>
                                          </p:stCondLst>
                                        </p:cTn>
                                        <p:tgtEl>
                                          <p:spTgt spid="317"/>
                                        </p:tgtEl>
                                        <p:attrNameLst>
                                          <p:attrName>style.visibility</p:attrName>
                                        </p:attrNameLst>
                                      </p:cBhvr>
                                      <p:to>
                                        <p:strVal val="visible"/>
                                      </p:to>
                                    </p:set>
                                  </p:childTnLst>
                                </p:cTn>
                              </p:par>
                              <p:par>
                                <p:cTn id="46" presetID="1" presetClass="entr" presetSubtype="0" fill="hold" nodeType="withEffect">
                                  <p:stCondLst>
                                    <p:cond delay="0"/>
                                  </p:stCondLst>
                                  <p:childTnLst>
                                    <p:set>
                                      <p:cBhvr>
                                        <p:cTn id="47" dur="1" fill="hold">
                                          <p:stCondLst>
                                            <p:cond delay="0"/>
                                          </p:stCondLst>
                                        </p:cTn>
                                        <p:tgtEl>
                                          <p:spTgt spid="318"/>
                                        </p:tgtEl>
                                        <p:attrNameLst>
                                          <p:attrName>style.visibility</p:attrName>
                                        </p:attrNameLst>
                                      </p:cBhvr>
                                      <p:to>
                                        <p:strVal val="visible"/>
                                      </p:to>
                                    </p:set>
                                  </p:childTnLst>
                                </p:cTn>
                              </p:par>
                              <p:par>
                                <p:cTn id="48" presetID="1" presetClass="entr" presetSubtype="0" fill="hold" nodeType="withEffect">
                                  <p:stCondLst>
                                    <p:cond delay="0"/>
                                  </p:stCondLst>
                                  <p:childTnLst>
                                    <p:set>
                                      <p:cBhvr>
                                        <p:cTn id="49" dur="1" fill="hold">
                                          <p:stCondLst>
                                            <p:cond delay="0"/>
                                          </p:stCondLst>
                                        </p:cTn>
                                        <p:tgtEl>
                                          <p:spTgt spid="319"/>
                                        </p:tgtEl>
                                        <p:attrNameLst>
                                          <p:attrName>style.visibility</p:attrName>
                                        </p:attrNameLst>
                                      </p:cBhvr>
                                      <p:to>
                                        <p:strVal val="visible"/>
                                      </p:to>
                                    </p:set>
                                  </p:childTnLst>
                                </p:cTn>
                              </p:par>
                            </p:childTnLst>
                          </p:cTn>
                        </p:par>
                      </p:childTnLst>
                    </p:cTn>
                  </p:par>
                  <p:par>
                    <p:cTn id="50" fill="hold">
                      <p:stCondLst>
                        <p:cond delay="indefinite"/>
                      </p:stCondLst>
                      <p:childTnLst>
                        <p:par>
                          <p:cTn id="51" fill="hold">
                            <p:stCondLst>
                              <p:cond delay="0"/>
                            </p:stCondLst>
                            <p:childTnLst>
                              <p:par>
                                <p:cTn id="52" presetID="2" presetClass="entr" presetSubtype="4" fill="hold" grpId="0" nodeType="clickEffect">
                                  <p:stCondLst>
                                    <p:cond delay="0"/>
                                  </p:stCondLst>
                                  <p:childTnLst>
                                    <p:set>
                                      <p:cBhvr>
                                        <p:cTn id="53" dur="1" fill="hold">
                                          <p:stCondLst>
                                            <p:cond delay="0"/>
                                          </p:stCondLst>
                                        </p:cTn>
                                        <p:tgtEl>
                                          <p:spTgt spid="320"/>
                                        </p:tgtEl>
                                        <p:attrNameLst>
                                          <p:attrName>style.visibility</p:attrName>
                                        </p:attrNameLst>
                                      </p:cBhvr>
                                      <p:to>
                                        <p:strVal val="visible"/>
                                      </p:to>
                                    </p:set>
                                    <p:anim calcmode="lin" valueType="num">
                                      <p:cBhvr additive="base">
                                        <p:cTn id="54" dur="500" fill="hold"/>
                                        <p:tgtEl>
                                          <p:spTgt spid="320"/>
                                        </p:tgtEl>
                                        <p:attrNameLst>
                                          <p:attrName>ppt_x</p:attrName>
                                        </p:attrNameLst>
                                      </p:cBhvr>
                                      <p:tavLst>
                                        <p:tav tm="0">
                                          <p:val>
                                            <p:strVal val="#ppt_x"/>
                                          </p:val>
                                        </p:tav>
                                        <p:tav tm="100000">
                                          <p:val>
                                            <p:strVal val="#ppt_x"/>
                                          </p:val>
                                        </p:tav>
                                      </p:tavLst>
                                    </p:anim>
                                    <p:anim calcmode="lin" valueType="num">
                                      <p:cBhvr additive="base">
                                        <p:cTn id="55" dur="500" fill="hold"/>
                                        <p:tgtEl>
                                          <p:spTgt spid="320"/>
                                        </p:tgtEl>
                                        <p:attrNameLst>
                                          <p:attrName>ppt_y</p:attrName>
                                        </p:attrNameLst>
                                      </p:cBhvr>
                                      <p:tavLst>
                                        <p:tav tm="0">
                                          <p:val>
                                            <p:strVal val="1+#ppt_h/2"/>
                                          </p:val>
                                        </p:tav>
                                        <p:tav tm="100000">
                                          <p:val>
                                            <p:strVal val="#ppt_y"/>
                                          </p:val>
                                        </p:tav>
                                      </p:tavLst>
                                    </p:anim>
                                  </p:childTnLst>
                                </p:cTn>
                              </p:par>
                              <p:par>
                                <p:cTn id="56" presetID="2" presetClass="entr" presetSubtype="4" fill="hold" grpId="0" nodeType="withEffect">
                                  <p:stCondLst>
                                    <p:cond delay="0"/>
                                  </p:stCondLst>
                                  <p:childTnLst>
                                    <p:set>
                                      <p:cBhvr>
                                        <p:cTn id="57" dur="1" fill="hold">
                                          <p:stCondLst>
                                            <p:cond delay="0"/>
                                          </p:stCondLst>
                                        </p:cTn>
                                        <p:tgtEl>
                                          <p:spTgt spid="321"/>
                                        </p:tgtEl>
                                        <p:attrNameLst>
                                          <p:attrName>style.visibility</p:attrName>
                                        </p:attrNameLst>
                                      </p:cBhvr>
                                      <p:to>
                                        <p:strVal val="visible"/>
                                      </p:to>
                                    </p:set>
                                    <p:anim calcmode="lin" valueType="num">
                                      <p:cBhvr additive="base">
                                        <p:cTn id="58" dur="500" fill="hold"/>
                                        <p:tgtEl>
                                          <p:spTgt spid="321"/>
                                        </p:tgtEl>
                                        <p:attrNameLst>
                                          <p:attrName>ppt_x</p:attrName>
                                        </p:attrNameLst>
                                      </p:cBhvr>
                                      <p:tavLst>
                                        <p:tav tm="0">
                                          <p:val>
                                            <p:strVal val="#ppt_x"/>
                                          </p:val>
                                        </p:tav>
                                        <p:tav tm="100000">
                                          <p:val>
                                            <p:strVal val="#ppt_x"/>
                                          </p:val>
                                        </p:tav>
                                      </p:tavLst>
                                    </p:anim>
                                    <p:anim calcmode="lin" valueType="num">
                                      <p:cBhvr additive="base">
                                        <p:cTn id="59" dur="500" fill="hold"/>
                                        <p:tgtEl>
                                          <p:spTgt spid="321"/>
                                        </p:tgtEl>
                                        <p:attrNameLst>
                                          <p:attrName>ppt_y</p:attrName>
                                        </p:attrNameLst>
                                      </p:cBhvr>
                                      <p:tavLst>
                                        <p:tav tm="0">
                                          <p:val>
                                            <p:strVal val="1+#ppt_h/2"/>
                                          </p:val>
                                        </p:tav>
                                        <p:tav tm="100000">
                                          <p:val>
                                            <p:strVal val="#ppt_y"/>
                                          </p:val>
                                        </p:tav>
                                      </p:tavLst>
                                    </p:anim>
                                  </p:childTnLst>
                                </p:cTn>
                              </p:par>
                              <p:par>
                                <p:cTn id="60" presetID="2" presetClass="entr" presetSubtype="4" fill="hold" grpId="0" nodeType="withEffect">
                                  <p:stCondLst>
                                    <p:cond delay="0"/>
                                  </p:stCondLst>
                                  <p:childTnLst>
                                    <p:set>
                                      <p:cBhvr>
                                        <p:cTn id="61" dur="1" fill="hold">
                                          <p:stCondLst>
                                            <p:cond delay="0"/>
                                          </p:stCondLst>
                                        </p:cTn>
                                        <p:tgtEl>
                                          <p:spTgt spid="322"/>
                                        </p:tgtEl>
                                        <p:attrNameLst>
                                          <p:attrName>style.visibility</p:attrName>
                                        </p:attrNameLst>
                                      </p:cBhvr>
                                      <p:to>
                                        <p:strVal val="visible"/>
                                      </p:to>
                                    </p:set>
                                    <p:anim calcmode="lin" valueType="num">
                                      <p:cBhvr additive="base">
                                        <p:cTn id="62" dur="500" fill="hold"/>
                                        <p:tgtEl>
                                          <p:spTgt spid="322"/>
                                        </p:tgtEl>
                                        <p:attrNameLst>
                                          <p:attrName>ppt_x</p:attrName>
                                        </p:attrNameLst>
                                      </p:cBhvr>
                                      <p:tavLst>
                                        <p:tav tm="0">
                                          <p:val>
                                            <p:strVal val="#ppt_x"/>
                                          </p:val>
                                        </p:tav>
                                        <p:tav tm="100000">
                                          <p:val>
                                            <p:strVal val="#ppt_x"/>
                                          </p:val>
                                        </p:tav>
                                      </p:tavLst>
                                    </p:anim>
                                    <p:anim calcmode="lin" valueType="num">
                                      <p:cBhvr additive="base">
                                        <p:cTn id="63" dur="500" fill="hold"/>
                                        <p:tgtEl>
                                          <p:spTgt spid="322"/>
                                        </p:tgtEl>
                                        <p:attrNameLst>
                                          <p:attrName>ppt_y</p:attrName>
                                        </p:attrNameLst>
                                      </p:cBhvr>
                                      <p:tavLst>
                                        <p:tav tm="0">
                                          <p:val>
                                            <p:strVal val="1+#ppt_h/2"/>
                                          </p:val>
                                        </p:tav>
                                        <p:tav tm="100000">
                                          <p:val>
                                            <p:strVal val="#ppt_y"/>
                                          </p:val>
                                        </p:tav>
                                      </p:tavLst>
                                    </p:anim>
                                  </p:childTnLst>
                                </p:cTn>
                              </p:par>
                              <p:par>
                                <p:cTn id="64" presetID="2" presetClass="entr" presetSubtype="4" fill="hold" grpId="0" nodeType="withEffect">
                                  <p:stCondLst>
                                    <p:cond delay="0"/>
                                  </p:stCondLst>
                                  <p:childTnLst>
                                    <p:set>
                                      <p:cBhvr>
                                        <p:cTn id="65" dur="1" fill="hold">
                                          <p:stCondLst>
                                            <p:cond delay="0"/>
                                          </p:stCondLst>
                                        </p:cTn>
                                        <p:tgtEl>
                                          <p:spTgt spid="323"/>
                                        </p:tgtEl>
                                        <p:attrNameLst>
                                          <p:attrName>style.visibility</p:attrName>
                                        </p:attrNameLst>
                                      </p:cBhvr>
                                      <p:to>
                                        <p:strVal val="visible"/>
                                      </p:to>
                                    </p:set>
                                    <p:anim calcmode="lin" valueType="num">
                                      <p:cBhvr additive="base">
                                        <p:cTn id="66" dur="500" fill="hold"/>
                                        <p:tgtEl>
                                          <p:spTgt spid="323"/>
                                        </p:tgtEl>
                                        <p:attrNameLst>
                                          <p:attrName>ppt_x</p:attrName>
                                        </p:attrNameLst>
                                      </p:cBhvr>
                                      <p:tavLst>
                                        <p:tav tm="0">
                                          <p:val>
                                            <p:strVal val="#ppt_x"/>
                                          </p:val>
                                        </p:tav>
                                        <p:tav tm="100000">
                                          <p:val>
                                            <p:strVal val="#ppt_x"/>
                                          </p:val>
                                        </p:tav>
                                      </p:tavLst>
                                    </p:anim>
                                    <p:anim calcmode="lin" valueType="num">
                                      <p:cBhvr additive="base">
                                        <p:cTn id="67" dur="500" fill="hold"/>
                                        <p:tgtEl>
                                          <p:spTgt spid="323"/>
                                        </p:tgtEl>
                                        <p:attrNameLst>
                                          <p:attrName>ppt_y</p:attrName>
                                        </p:attrNameLst>
                                      </p:cBhvr>
                                      <p:tavLst>
                                        <p:tav tm="0">
                                          <p:val>
                                            <p:strVal val="1+#ppt_h/2"/>
                                          </p:val>
                                        </p:tav>
                                        <p:tav tm="100000">
                                          <p:val>
                                            <p:strVal val="#ppt_y"/>
                                          </p:val>
                                        </p:tav>
                                      </p:tavLst>
                                    </p:anim>
                                  </p:childTnLst>
                                </p:cTn>
                              </p:par>
                              <p:par>
                                <p:cTn id="68" presetID="2" presetClass="entr" presetSubtype="4" fill="hold" grpId="0" nodeType="withEffect">
                                  <p:stCondLst>
                                    <p:cond delay="0"/>
                                  </p:stCondLst>
                                  <p:childTnLst>
                                    <p:set>
                                      <p:cBhvr>
                                        <p:cTn id="69" dur="1" fill="hold">
                                          <p:stCondLst>
                                            <p:cond delay="0"/>
                                          </p:stCondLst>
                                        </p:cTn>
                                        <p:tgtEl>
                                          <p:spTgt spid="324"/>
                                        </p:tgtEl>
                                        <p:attrNameLst>
                                          <p:attrName>style.visibility</p:attrName>
                                        </p:attrNameLst>
                                      </p:cBhvr>
                                      <p:to>
                                        <p:strVal val="visible"/>
                                      </p:to>
                                    </p:set>
                                    <p:anim calcmode="lin" valueType="num">
                                      <p:cBhvr additive="base">
                                        <p:cTn id="70" dur="500" fill="hold"/>
                                        <p:tgtEl>
                                          <p:spTgt spid="324"/>
                                        </p:tgtEl>
                                        <p:attrNameLst>
                                          <p:attrName>ppt_x</p:attrName>
                                        </p:attrNameLst>
                                      </p:cBhvr>
                                      <p:tavLst>
                                        <p:tav tm="0">
                                          <p:val>
                                            <p:strVal val="#ppt_x"/>
                                          </p:val>
                                        </p:tav>
                                        <p:tav tm="100000">
                                          <p:val>
                                            <p:strVal val="#ppt_x"/>
                                          </p:val>
                                        </p:tav>
                                      </p:tavLst>
                                    </p:anim>
                                    <p:anim calcmode="lin" valueType="num">
                                      <p:cBhvr additive="base">
                                        <p:cTn id="71" dur="500" fill="hold"/>
                                        <p:tgtEl>
                                          <p:spTgt spid="324"/>
                                        </p:tgtEl>
                                        <p:attrNameLst>
                                          <p:attrName>ppt_y</p:attrName>
                                        </p:attrNameLst>
                                      </p:cBhvr>
                                      <p:tavLst>
                                        <p:tav tm="0">
                                          <p:val>
                                            <p:strVal val="1+#ppt_h/2"/>
                                          </p:val>
                                        </p:tav>
                                        <p:tav tm="100000">
                                          <p:val>
                                            <p:strVal val="#ppt_y"/>
                                          </p:val>
                                        </p:tav>
                                      </p:tavLst>
                                    </p:anim>
                                  </p:childTnLst>
                                </p:cTn>
                              </p:par>
                              <p:par>
                                <p:cTn id="72" presetID="2" presetClass="entr" presetSubtype="4" fill="hold" nodeType="withEffect">
                                  <p:stCondLst>
                                    <p:cond delay="0"/>
                                  </p:stCondLst>
                                  <p:childTnLst>
                                    <p:set>
                                      <p:cBhvr>
                                        <p:cTn id="73" dur="1" fill="hold">
                                          <p:stCondLst>
                                            <p:cond delay="0"/>
                                          </p:stCondLst>
                                        </p:cTn>
                                        <p:tgtEl>
                                          <p:spTgt spid="325"/>
                                        </p:tgtEl>
                                        <p:attrNameLst>
                                          <p:attrName>style.visibility</p:attrName>
                                        </p:attrNameLst>
                                      </p:cBhvr>
                                      <p:to>
                                        <p:strVal val="visible"/>
                                      </p:to>
                                    </p:set>
                                    <p:anim calcmode="lin" valueType="num">
                                      <p:cBhvr additive="base">
                                        <p:cTn id="74" dur="500" fill="hold"/>
                                        <p:tgtEl>
                                          <p:spTgt spid="325"/>
                                        </p:tgtEl>
                                        <p:attrNameLst>
                                          <p:attrName>ppt_x</p:attrName>
                                        </p:attrNameLst>
                                      </p:cBhvr>
                                      <p:tavLst>
                                        <p:tav tm="0">
                                          <p:val>
                                            <p:strVal val="#ppt_x"/>
                                          </p:val>
                                        </p:tav>
                                        <p:tav tm="100000">
                                          <p:val>
                                            <p:strVal val="#ppt_x"/>
                                          </p:val>
                                        </p:tav>
                                      </p:tavLst>
                                    </p:anim>
                                    <p:anim calcmode="lin" valueType="num">
                                      <p:cBhvr additive="base">
                                        <p:cTn id="75" dur="500" fill="hold"/>
                                        <p:tgtEl>
                                          <p:spTgt spid="325"/>
                                        </p:tgtEl>
                                        <p:attrNameLst>
                                          <p:attrName>ppt_y</p:attrName>
                                        </p:attrNameLst>
                                      </p:cBhvr>
                                      <p:tavLst>
                                        <p:tav tm="0">
                                          <p:val>
                                            <p:strVal val="1+#ppt_h/2"/>
                                          </p:val>
                                        </p:tav>
                                        <p:tav tm="100000">
                                          <p:val>
                                            <p:strVal val="#ppt_y"/>
                                          </p:val>
                                        </p:tav>
                                      </p:tavLst>
                                    </p:anim>
                                  </p:childTnLst>
                                </p:cTn>
                              </p:par>
                              <p:par>
                                <p:cTn id="76" presetID="2" presetClass="entr" presetSubtype="4" fill="hold" nodeType="withEffect">
                                  <p:stCondLst>
                                    <p:cond delay="0"/>
                                  </p:stCondLst>
                                  <p:childTnLst>
                                    <p:set>
                                      <p:cBhvr>
                                        <p:cTn id="77" dur="1" fill="hold">
                                          <p:stCondLst>
                                            <p:cond delay="0"/>
                                          </p:stCondLst>
                                        </p:cTn>
                                        <p:tgtEl>
                                          <p:spTgt spid="326"/>
                                        </p:tgtEl>
                                        <p:attrNameLst>
                                          <p:attrName>style.visibility</p:attrName>
                                        </p:attrNameLst>
                                      </p:cBhvr>
                                      <p:to>
                                        <p:strVal val="visible"/>
                                      </p:to>
                                    </p:set>
                                    <p:anim calcmode="lin" valueType="num">
                                      <p:cBhvr additive="base">
                                        <p:cTn id="78" dur="500" fill="hold"/>
                                        <p:tgtEl>
                                          <p:spTgt spid="326"/>
                                        </p:tgtEl>
                                        <p:attrNameLst>
                                          <p:attrName>ppt_x</p:attrName>
                                        </p:attrNameLst>
                                      </p:cBhvr>
                                      <p:tavLst>
                                        <p:tav tm="0">
                                          <p:val>
                                            <p:strVal val="#ppt_x"/>
                                          </p:val>
                                        </p:tav>
                                        <p:tav tm="100000">
                                          <p:val>
                                            <p:strVal val="#ppt_x"/>
                                          </p:val>
                                        </p:tav>
                                      </p:tavLst>
                                    </p:anim>
                                    <p:anim calcmode="lin" valueType="num">
                                      <p:cBhvr additive="base">
                                        <p:cTn id="79" dur="500" fill="hold"/>
                                        <p:tgtEl>
                                          <p:spTgt spid="326"/>
                                        </p:tgtEl>
                                        <p:attrNameLst>
                                          <p:attrName>ppt_y</p:attrName>
                                        </p:attrNameLst>
                                      </p:cBhvr>
                                      <p:tavLst>
                                        <p:tav tm="0">
                                          <p:val>
                                            <p:strVal val="1+#ppt_h/2"/>
                                          </p:val>
                                        </p:tav>
                                        <p:tav tm="100000">
                                          <p:val>
                                            <p:strVal val="#ppt_y"/>
                                          </p:val>
                                        </p:tav>
                                      </p:tavLst>
                                    </p:anim>
                                  </p:childTnLst>
                                </p:cTn>
                              </p:par>
                              <p:par>
                                <p:cTn id="80" presetID="2" presetClass="entr" presetSubtype="4" fill="hold" nodeType="withEffect">
                                  <p:stCondLst>
                                    <p:cond delay="0"/>
                                  </p:stCondLst>
                                  <p:childTnLst>
                                    <p:set>
                                      <p:cBhvr>
                                        <p:cTn id="81" dur="1" fill="hold">
                                          <p:stCondLst>
                                            <p:cond delay="0"/>
                                          </p:stCondLst>
                                        </p:cTn>
                                        <p:tgtEl>
                                          <p:spTgt spid="327"/>
                                        </p:tgtEl>
                                        <p:attrNameLst>
                                          <p:attrName>style.visibility</p:attrName>
                                        </p:attrNameLst>
                                      </p:cBhvr>
                                      <p:to>
                                        <p:strVal val="visible"/>
                                      </p:to>
                                    </p:set>
                                    <p:anim calcmode="lin" valueType="num">
                                      <p:cBhvr additive="base">
                                        <p:cTn id="82" dur="500" fill="hold"/>
                                        <p:tgtEl>
                                          <p:spTgt spid="327"/>
                                        </p:tgtEl>
                                        <p:attrNameLst>
                                          <p:attrName>ppt_x</p:attrName>
                                        </p:attrNameLst>
                                      </p:cBhvr>
                                      <p:tavLst>
                                        <p:tav tm="0">
                                          <p:val>
                                            <p:strVal val="#ppt_x"/>
                                          </p:val>
                                        </p:tav>
                                        <p:tav tm="100000">
                                          <p:val>
                                            <p:strVal val="#ppt_x"/>
                                          </p:val>
                                        </p:tav>
                                      </p:tavLst>
                                    </p:anim>
                                    <p:anim calcmode="lin" valueType="num">
                                      <p:cBhvr additive="base">
                                        <p:cTn id="83" dur="500" fill="hold"/>
                                        <p:tgtEl>
                                          <p:spTgt spid="327"/>
                                        </p:tgtEl>
                                        <p:attrNameLst>
                                          <p:attrName>ppt_y</p:attrName>
                                        </p:attrNameLst>
                                      </p:cBhvr>
                                      <p:tavLst>
                                        <p:tav tm="0">
                                          <p:val>
                                            <p:strVal val="1+#ppt_h/2"/>
                                          </p:val>
                                        </p:tav>
                                        <p:tav tm="100000">
                                          <p:val>
                                            <p:strVal val="#ppt_y"/>
                                          </p:val>
                                        </p:tav>
                                      </p:tavLst>
                                    </p:anim>
                                  </p:childTnLst>
                                </p:cTn>
                              </p:par>
                              <p:par>
                                <p:cTn id="84" presetID="2" presetClass="entr" presetSubtype="4" fill="hold" grpId="0" nodeType="withEffect">
                                  <p:stCondLst>
                                    <p:cond delay="0"/>
                                  </p:stCondLst>
                                  <p:childTnLst>
                                    <p:set>
                                      <p:cBhvr>
                                        <p:cTn id="85" dur="1" fill="hold">
                                          <p:stCondLst>
                                            <p:cond delay="0"/>
                                          </p:stCondLst>
                                        </p:cTn>
                                        <p:tgtEl>
                                          <p:spTgt spid="328"/>
                                        </p:tgtEl>
                                        <p:attrNameLst>
                                          <p:attrName>style.visibility</p:attrName>
                                        </p:attrNameLst>
                                      </p:cBhvr>
                                      <p:to>
                                        <p:strVal val="visible"/>
                                      </p:to>
                                    </p:set>
                                    <p:anim calcmode="lin" valueType="num">
                                      <p:cBhvr additive="base">
                                        <p:cTn id="86" dur="500" fill="hold"/>
                                        <p:tgtEl>
                                          <p:spTgt spid="328"/>
                                        </p:tgtEl>
                                        <p:attrNameLst>
                                          <p:attrName>ppt_x</p:attrName>
                                        </p:attrNameLst>
                                      </p:cBhvr>
                                      <p:tavLst>
                                        <p:tav tm="0">
                                          <p:val>
                                            <p:strVal val="#ppt_x"/>
                                          </p:val>
                                        </p:tav>
                                        <p:tav tm="100000">
                                          <p:val>
                                            <p:strVal val="#ppt_x"/>
                                          </p:val>
                                        </p:tav>
                                      </p:tavLst>
                                    </p:anim>
                                    <p:anim calcmode="lin" valueType="num">
                                      <p:cBhvr additive="base">
                                        <p:cTn id="87" dur="500" fill="hold"/>
                                        <p:tgtEl>
                                          <p:spTgt spid="328"/>
                                        </p:tgtEl>
                                        <p:attrNameLst>
                                          <p:attrName>ppt_y</p:attrName>
                                        </p:attrNameLst>
                                      </p:cBhvr>
                                      <p:tavLst>
                                        <p:tav tm="0">
                                          <p:val>
                                            <p:strVal val="1+#ppt_h/2"/>
                                          </p:val>
                                        </p:tav>
                                        <p:tav tm="100000">
                                          <p:val>
                                            <p:strVal val="#ppt_y"/>
                                          </p:val>
                                        </p:tav>
                                      </p:tavLst>
                                    </p:anim>
                                  </p:childTnLst>
                                </p:cTn>
                              </p:par>
                              <p:par>
                                <p:cTn id="88" presetID="2" presetClass="entr" presetSubtype="4" fill="hold" nodeType="withEffect">
                                  <p:stCondLst>
                                    <p:cond delay="0"/>
                                  </p:stCondLst>
                                  <p:childTnLst>
                                    <p:set>
                                      <p:cBhvr>
                                        <p:cTn id="89" dur="1" fill="hold">
                                          <p:stCondLst>
                                            <p:cond delay="0"/>
                                          </p:stCondLst>
                                        </p:cTn>
                                        <p:tgtEl>
                                          <p:spTgt spid="329"/>
                                        </p:tgtEl>
                                        <p:attrNameLst>
                                          <p:attrName>style.visibility</p:attrName>
                                        </p:attrNameLst>
                                      </p:cBhvr>
                                      <p:to>
                                        <p:strVal val="visible"/>
                                      </p:to>
                                    </p:set>
                                    <p:anim calcmode="lin" valueType="num">
                                      <p:cBhvr additive="base">
                                        <p:cTn id="90" dur="500" fill="hold"/>
                                        <p:tgtEl>
                                          <p:spTgt spid="329"/>
                                        </p:tgtEl>
                                        <p:attrNameLst>
                                          <p:attrName>ppt_x</p:attrName>
                                        </p:attrNameLst>
                                      </p:cBhvr>
                                      <p:tavLst>
                                        <p:tav tm="0">
                                          <p:val>
                                            <p:strVal val="#ppt_x"/>
                                          </p:val>
                                        </p:tav>
                                        <p:tav tm="100000">
                                          <p:val>
                                            <p:strVal val="#ppt_x"/>
                                          </p:val>
                                        </p:tav>
                                      </p:tavLst>
                                    </p:anim>
                                    <p:anim calcmode="lin" valueType="num">
                                      <p:cBhvr additive="base">
                                        <p:cTn id="91" dur="500" fill="hold"/>
                                        <p:tgtEl>
                                          <p:spTgt spid="329"/>
                                        </p:tgtEl>
                                        <p:attrNameLst>
                                          <p:attrName>ppt_y</p:attrName>
                                        </p:attrNameLst>
                                      </p:cBhvr>
                                      <p:tavLst>
                                        <p:tav tm="0">
                                          <p:val>
                                            <p:strVal val="1+#ppt_h/2"/>
                                          </p:val>
                                        </p:tav>
                                        <p:tav tm="100000">
                                          <p:val>
                                            <p:strVal val="#ppt_y"/>
                                          </p:val>
                                        </p:tav>
                                      </p:tavLst>
                                    </p:anim>
                                  </p:childTnLst>
                                </p:cTn>
                              </p:par>
                              <p:par>
                                <p:cTn id="92" presetID="2" presetClass="entr" presetSubtype="4" fill="hold" nodeType="withEffect">
                                  <p:stCondLst>
                                    <p:cond delay="0"/>
                                  </p:stCondLst>
                                  <p:childTnLst>
                                    <p:set>
                                      <p:cBhvr>
                                        <p:cTn id="93" dur="1" fill="hold">
                                          <p:stCondLst>
                                            <p:cond delay="0"/>
                                          </p:stCondLst>
                                        </p:cTn>
                                        <p:tgtEl>
                                          <p:spTgt spid="330"/>
                                        </p:tgtEl>
                                        <p:attrNameLst>
                                          <p:attrName>style.visibility</p:attrName>
                                        </p:attrNameLst>
                                      </p:cBhvr>
                                      <p:to>
                                        <p:strVal val="visible"/>
                                      </p:to>
                                    </p:set>
                                    <p:anim calcmode="lin" valueType="num">
                                      <p:cBhvr additive="base">
                                        <p:cTn id="94" dur="500" fill="hold"/>
                                        <p:tgtEl>
                                          <p:spTgt spid="330"/>
                                        </p:tgtEl>
                                        <p:attrNameLst>
                                          <p:attrName>ppt_x</p:attrName>
                                        </p:attrNameLst>
                                      </p:cBhvr>
                                      <p:tavLst>
                                        <p:tav tm="0">
                                          <p:val>
                                            <p:strVal val="#ppt_x"/>
                                          </p:val>
                                        </p:tav>
                                        <p:tav tm="100000">
                                          <p:val>
                                            <p:strVal val="#ppt_x"/>
                                          </p:val>
                                        </p:tav>
                                      </p:tavLst>
                                    </p:anim>
                                    <p:anim calcmode="lin" valueType="num">
                                      <p:cBhvr additive="base">
                                        <p:cTn id="95" dur="500" fill="hold"/>
                                        <p:tgtEl>
                                          <p:spTgt spid="330"/>
                                        </p:tgtEl>
                                        <p:attrNameLst>
                                          <p:attrName>ppt_y</p:attrName>
                                        </p:attrNameLst>
                                      </p:cBhvr>
                                      <p:tavLst>
                                        <p:tav tm="0">
                                          <p:val>
                                            <p:strVal val="1+#ppt_h/2"/>
                                          </p:val>
                                        </p:tav>
                                        <p:tav tm="100000">
                                          <p:val>
                                            <p:strVal val="#ppt_y"/>
                                          </p:val>
                                        </p:tav>
                                      </p:tavLst>
                                    </p:anim>
                                  </p:childTnLst>
                                </p:cTn>
                              </p:par>
                              <p:par>
                                <p:cTn id="96" presetID="2" presetClass="entr" presetSubtype="4" fill="hold" nodeType="withEffect">
                                  <p:stCondLst>
                                    <p:cond delay="0"/>
                                  </p:stCondLst>
                                  <p:childTnLst>
                                    <p:set>
                                      <p:cBhvr>
                                        <p:cTn id="97" dur="1" fill="hold">
                                          <p:stCondLst>
                                            <p:cond delay="0"/>
                                          </p:stCondLst>
                                        </p:cTn>
                                        <p:tgtEl>
                                          <p:spTgt spid="331"/>
                                        </p:tgtEl>
                                        <p:attrNameLst>
                                          <p:attrName>style.visibility</p:attrName>
                                        </p:attrNameLst>
                                      </p:cBhvr>
                                      <p:to>
                                        <p:strVal val="visible"/>
                                      </p:to>
                                    </p:set>
                                    <p:anim calcmode="lin" valueType="num">
                                      <p:cBhvr additive="base">
                                        <p:cTn id="98" dur="500" fill="hold"/>
                                        <p:tgtEl>
                                          <p:spTgt spid="331"/>
                                        </p:tgtEl>
                                        <p:attrNameLst>
                                          <p:attrName>ppt_x</p:attrName>
                                        </p:attrNameLst>
                                      </p:cBhvr>
                                      <p:tavLst>
                                        <p:tav tm="0">
                                          <p:val>
                                            <p:strVal val="#ppt_x"/>
                                          </p:val>
                                        </p:tav>
                                        <p:tav tm="100000">
                                          <p:val>
                                            <p:strVal val="#ppt_x"/>
                                          </p:val>
                                        </p:tav>
                                      </p:tavLst>
                                    </p:anim>
                                    <p:anim calcmode="lin" valueType="num">
                                      <p:cBhvr additive="base">
                                        <p:cTn id="99" dur="500" fill="hold"/>
                                        <p:tgtEl>
                                          <p:spTgt spid="331"/>
                                        </p:tgtEl>
                                        <p:attrNameLst>
                                          <p:attrName>ppt_y</p:attrName>
                                        </p:attrNameLst>
                                      </p:cBhvr>
                                      <p:tavLst>
                                        <p:tav tm="0">
                                          <p:val>
                                            <p:strVal val="1+#ppt_h/2"/>
                                          </p:val>
                                        </p:tav>
                                        <p:tav tm="100000">
                                          <p:val>
                                            <p:strVal val="#ppt_y"/>
                                          </p:val>
                                        </p:tav>
                                      </p:tavLst>
                                    </p:anim>
                                  </p:childTnLst>
                                </p:cTn>
                              </p:par>
                              <p:par>
                                <p:cTn id="100" presetID="2" presetClass="entr" presetSubtype="4" fill="hold" grpId="0" nodeType="withEffect">
                                  <p:stCondLst>
                                    <p:cond delay="0"/>
                                  </p:stCondLst>
                                  <p:childTnLst>
                                    <p:set>
                                      <p:cBhvr>
                                        <p:cTn id="101" dur="1" fill="hold">
                                          <p:stCondLst>
                                            <p:cond delay="0"/>
                                          </p:stCondLst>
                                        </p:cTn>
                                        <p:tgtEl>
                                          <p:spTgt spid="332"/>
                                        </p:tgtEl>
                                        <p:attrNameLst>
                                          <p:attrName>style.visibility</p:attrName>
                                        </p:attrNameLst>
                                      </p:cBhvr>
                                      <p:to>
                                        <p:strVal val="visible"/>
                                      </p:to>
                                    </p:set>
                                    <p:anim calcmode="lin" valueType="num">
                                      <p:cBhvr additive="base">
                                        <p:cTn id="102" dur="500" fill="hold"/>
                                        <p:tgtEl>
                                          <p:spTgt spid="332"/>
                                        </p:tgtEl>
                                        <p:attrNameLst>
                                          <p:attrName>ppt_x</p:attrName>
                                        </p:attrNameLst>
                                      </p:cBhvr>
                                      <p:tavLst>
                                        <p:tav tm="0">
                                          <p:val>
                                            <p:strVal val="#ppt_x"/>
                                          </p:val>
                                        </p:tav>
                                        <p:tav tm="100000">
                                          <p:val>
                                            <p:strVal val="#ppt_x"/>
                                          </p:val>
                                        </p:tav>
                                      </p:tavLst>
                                    </p:anim>
                                    <p:anim calcmode="lin" valueType="num">
                                      <p:cBhvr additive="base">
                                        <p:cTn id="103" dur="500" fill="hold"/>
                                        <p:tgtEl>
                                          <p:spTgt spid="332"/>
                                        </p:tgtEl>
                                        <p:attrNameLst>
                                          <p:attrName>ppt_y</p:attrName>
                                        </p:attrNameLst>
                                      </p:cBhvr>
                                      <p:tavLst>
                                        <p:tav tm="0">
                                          <p:val>
                                            <p:strVal val="1+#ppt_h/2"/>
                                          </p:val>
                                        </p:tav>
                                        <p:tav tm="100000">
                                          <p:val>
                                            <p:strVal val="#ppt_y"/>
                                          </p:val>
                                        </p:tav>
                                      </p:tavLst>
                                    </p:anim>
                                  </p:childTnLst>
                                </p:cTn>
                              </p:par>
                            </p:childTnLst>
                          </p:cTn>
                        </p:par>
                      </p:childTnLst>
                    </p:cTn>
                  </p:par>
                  <p:par>
                    <p:cTn id="104" fill="hold">
                      <p:stCondLst>
                        <p:cond delay="indefinite"/>
                      </p:stCondLst>
                      <p:childTnLst>
                        <p:par>
                          <p:cTn id="105" fill="hold">
                            <p:stCondLst>
                              <p:cond delay="0"/>
                            </p:stCondLst>
                            <p:childTnLst>
                              <p:par>
                                <p:cTn id="106" presetID="42" presetClass="entr" presetSubtype="0" fill="hold" grpId="0" nodeType="clickEffect">
                                  <p:stCondLst>
                                    <p:cond delay="0"/>
                                  </p:stCondLst>
                                  <p:childTnLst>
                                    <p:set>
                                      <p:cBhvr>
                                        <p:cTn id="107" dur="1" fill="hold">
                                          <p:stCondLst>
                                            <p:cond delay="0"/>
                                          </p:stCondLst>
                                        </p:cTn>
                                        <p:tgtEl>
                                          <p:spTgt spid="333"/>
                                        </p:tgtEl>
                                        <p:attrNameLst>
                                          <p:attrName>style.visibility</p:attrName>
                                        </p:attrNameLst>
                                      </p:cBhvr>
                                      <p:to>
                                        <p:strVal val="visible"/>
                                      </p:to>
                                    </p:set>
                                    <p:animEffect transition="in" filter="fade">
                                      <p:cBhvr>
                                        <p:cTn id="108" dur="1000"/>
                                        <p:tgtEl>
                                          <p:spTgt spid="333"/>
                                        </p:tgtEl>
                                      </p:cBhvr>
                                    </p:animEffect>
                                    <p:anim calcmode="lin" valueType="num">
                                      <p:cBhvr>
                                        <p:cTn id="109" dur="1000" fill="hold"/>
                                        <p:tgtEl>
                                          <p:spTgt spid="333"/>
                                        </p:tgtEl>
                                        <p:attrNameLst>
                                          <p:attrName>ppt_x</p:attrName>
                                        </p:attrNameLst>
                                      </p:cBhvr>
                                      <p:tavLst>
                                        <p:tav tm="0">
                                          <p:val>
                                            <p:strVal val="#ppt_x"/>
                                          </p:val>
                                        </p:tav>
                                        <p:tav tm="100000">
                                          <p:val>
                                            <p:strVal val="#ppt_x"/>
                                          </p:val>
                                        </p:tav>
                                      </p:tavLst>
                                    </p:anim>
                                    <p:anim calcmode="lin" valueType="num">
                                      <p:cBhvr>
                                        <p:cTn id="110" dur="1000" fill="hold"/>
                                        <p:tgtEl>
                                          <p:spTgt spid="333"/>
                                        </p:tgtEl>
                                        <p:attrNameLst>
                                          <p:attrName>ppt_y</p:attrName>
                                        </p:attrNameLst>
                                      </p:cBhvr>
                                      <p:tavLst>
                                        <p:tav tm="0">
                                          <p:val>
                                            <p:strVal val="#ppt_y+.1"/>
                                          </p:val>
                                        </p:tav>
                                        <p:tav tm="100000">
                                          <p:val>
                                            <p:strVal val="#ppt_y"/>
                                          </p:val>
                                        </p:tav>
                                      </p:tavLst>
                                    </p:anim>
                                  </p:childTnLst>
                                </p:cTn>
                              </p:par>
                              <p:par>
                                <p:cTn id="111" presetID="42" presetClass="entr" presetSubtype="0" fill="hold" nodeType="withEffect">
                                  <p:stCondLst>
                                    <p:cond delay="0"/>
                                  </p:stCondLst>
                                  <p:childTnLst>
                                    <p:set>
                                      <p:cBhvr>
                                        <p:cTn id="112" dur="1" fill="hold">
                                          <p:stCondLst>
                                            <p:cond delay="0"/>
                                          </p:stCondLst>
                                        </p:cTn>
                                        <p:tgtEl>
                                          <p:spTgt spid="334"/>
                                        </p:tgtEl>
                                        <p:attrNameLst>
                                          <p:attrName>style.visibility</p:attrName>
                                        </p:attrNameLst>
                                      </p:cBhvr>
                                      <p:to>
                                        <p:strVal val="visible"/>
                                      </p:to>
                                    </p:set>
                                    <p:animEffect transition="in" filter="fade">
                                      <p:cBhvr>
                                        <p:cTn id="113" dur="1000"/>
                                        <p:tgtEl>
                                          <p:spTgt spid="334"/>
                                        </p:tgtEl>
                                      </p:cBhvr>
                                    </p:animEffect>
                                    <p:anim calcmode="lin" valueType="num">
                                      <p:cBhvr>
                                        <p:cTn id="114" dur="1000" fill="hold"/>
                                        <p:tgtEl>
                                          <p:spTgt spid="334"/>
                                        </p:tgtEl>
                                        <p:attrNameLst>
                                          <p:attrName>ppt_x</p:attrName>
                                        </p:attrNameLst>
                                      </p:cBhvr>
                                      <p:tavLst>
                                        <p:tav tm="0">
                                          <p:val>
                                            <p:strVal val="#ppt_x"/>
                                          </p:val>
                                        </p:tav>
                                        <p:tav tm="100000">
                                          <p:val>
                                            <p:strVal val="#ppt_x"/>
                                          </p:val>
                                        </p:tav>
                                      </p:tavLst>
                                    </p:anim>
                                    <p:anim calcmode="lin" valueType="num">
                                      <p:cBhvr>
                                        <p:cTn id="115" dur="1000" fill="hold"/>
                                        <p:tgtEl>
                                          <p:spTgt spid="334"/>
                                        </p:tgtEl>
                                        <p:attrNameLst>
                                          <p:attrName>ppt_y</p:attrName>
                                        </p:attrNameLst>
                                      </p:cBhvr>
                                      <p:tavLst>
                                        <p:tav tm="0">
                                          <p:val>
                                            <p:strVal val="#ppt_y+.1"/>
                                          </p:val>
                                        </p:tav>
                                        <p:tav tm="100000">
                                          <p:val>
                                            <p:strVal val="#ppt_y"/>
                                          </p:val>
                                        </p:tav>
                                      </p:tavLst>
                                    </p:anim>
                                  </p:childTnLst>
                                </p:cTn>
                              </p:par>
                            </p:childTnLst>
                          </p:cTn>
                        </p:par>
                      </p:childTnLst>
                    </p:cTn>
                  </p:par>
                  <p:par>
                    <p:cTn id="116" fill="hold">
                      <p:stCondLst>
                        <p:cond delay="indefinite"/>
                      </p:stCondLst>
                      <p:childTnLst>
                        <p:par>
                          <p:cTn id="117" fill="hold">
                            <p:stCondLst>
                              <p:cond delay="0"/>
                            </p:stCondLst>
                            <p:childTnLst>
                              <p:par>
                                <p:cTn id="118" presetID="1" presetClass="entr" presetSubtype="0" fill="hold" grpId="0" nodeType="clickEffect">
                                  <p:stCondLst>
                                    <p:cond delay="0"/>
                                  </p:stCondLst>
                                  <p:childTnLst>
                                    <p:set>
                                      <p:cBhvr>
                                        <p:cTn id="119" dur="1" fill="hold">
                                          <p:stCondLst>
                                            <p:cond delay="0"/>
                                          </p:stCondLst>
                                        </p:cTn>
                                        <p:tgtEl>
                                          <p:spTgt spid="335"/>
                                        </p:tgtEl>
                                        <p:attrNameLst>
                                          <p:attrName>style.visibility</p:attrName>
                                        </p:attrNameLst>
                                      </p:cBhvr>
                                      <p:to>
                                        <p:strVal val="visible"/>
                                      </p:to>
                                    </p:set>
                                  </p:childTnLst>
                                </p:cTn>
                              </p:par>
                              <p:par>
                                <p:cTn id="120" presetID="1" presetClass="entr" presetSubtype="0" fill="hold" grpId="0" nodeType="withEffect">
                                  <p:stCondLst>
                                    <p:cond delay="0"/>
                                  </p:stCondLst>
                                  <p:childTnLst>
                                    <p:set>
                                      <p:cBhvr>
                                        <p:cTn id="121" dur="1" fill="hold">
                                          <p:stCondLst>
                                            <p:cond delay="0"/>
                                          </p:stCondLst>
                                        </p:cTn>
                                        <p:tgtEl>
                                          <p:spTgt spid="336"/>
                                        </p:tgtEl>
                                        <p:attrNameLst>
                                          <p:attrName>style.visibility</p:attrName>
                                        </p:attrNameLst>
                                      </p:cBhvr>
                                      <p:to>
                                        <p:strVal val="visible"/>
                                      </p:to>
                                    </p:set>
                                  </p:childTnLst>
                                </p:cTn>
                              </p:par>
                              <p:par>
                                <p:cTn id="122" presetID="1" presetClass="entr" presetSubtype="0" fill="hold" nodeType="withEffect">
                                  <p:stCondLst>
                                    <p:cond delay="0"/>
                                  </p:stCondLst>
                                  <p:childTnLst>
                                    <p:set>
                                      <p:cBhvr>
                                        <p:cTn id="123" dur="1" fill="hold">
                                          <p:stCondLst>
                                            <p:cond delay="0"/>
                                          </p:stCondLst>
                                        </p:cTn>
                                        <p:tgtEl>
                                          <p:spTgt spid="337"/>
                                        </p:tgtEl>
                                        <p:attrNameLst>
                                          <p:attrName>style.visibility</p:attrName>
                                        </p:attrNameLst>
                                      </p:cBhvr>
                                      <p:to>
                                        <p:strVal val="visible"/>
                                      </p:to>
                                    </p:set>
                                  </p:childTnLst>
                                </p:cTn>
                              </p:par>
                              <p:par>
                                <p:cTn id="124" presetID="1" presetClass="entr" presetSubtype="0" fill="hold" grpId="0" nodeType="withEffect">
                                  <p:stCondLst>
                                    <p:cond delay="0"/>
                                  </p:stCondLst>
                                  <p:childTnLst>
                                    <p:set>
                                      <p:cBhvr>
                                        <p:cTn id="125" dur="1" fill="hold">
                                          <p:stCondLst>
                                            <p:cond delay="0"/>
                                          </p:stCondLst>
                                        </p:cTn>
                                        <p:tgtEl>
                                          <p:spTgt spid="338"/>
                                        </p:tgtEl>
                                        <p:attrNameLst>
                                          <p:attrName>style.visibility</p:attrName>
                                        </p:attrNameLst>
                                      </p:cBhvr>
                                      <p:to>
                                        <p:strVal val="visible"/>
                                      </p:to>
                                    </p:set>
                                  </p:childTnLst>
                                </p:cTn>
                              </p:par>
                              <p:par>
                                <p:cTn id="126" presetID="1" presetClass="entr" presetSubtype="0" fill="hold" nodeType="withEffect">
                                  <p:stCondLst>
                                    <p:cond delay="0"/>
                                  </p:stCondLst>
                                  <p:childTnLst>
                                    <p:set>
                                      <p:cBhvr>
                                        <p:cTn id="127" dur="1" fill="hold">
                                          <p:stCondLst>
                                            <p:cond delay="0"/>
                                          </p:stCondLst>
                                        </p:cTn>
                                        <p:tgtEl>
                                          <p:spTgt spid="339"/>
                                        </p:tgtEl>
                                        <p:attrNameLst>
                                          <p:attrName>style.visibility</p:attrName>
                                        </p:attrNameLst>
                                      </p:cBhvr>
                                      <p:to>
                                        <p:strVal val="visible"/>
                                      </p:to>
                                    </p:set>
                                  </p:childTnLst>
                                </p:cTn>
                              </p:par>
                            </p:childTnLst>
                          </p:cTn>
                        </p:par>
                      </p:childTnLst>
                    </p:cTn>
                  </p:par>
                  <p:par>
                    <p:cTn id="128" fill="hold">
                      <p:stCondLst>
                        <p:cond delay="indefinite"/>
                      </p:stCondLst>
                      <p:childTnLst>
                        <p:par>
                          <p:cTn id="129" fill="hold">
                            <p:stCondLst>
                              <p:cond delay="0"/>
                            </p:stCondLst>
                            <p:childTnLst>
                              <p:par>
                                <p:cTn id="130" presetID="2" presetClass="entr" presetSubtype="4" fill="hold" grpId="0" nodeType="clickEffect">
                                  <p:stCondLst>
                                    <p:cond delay="0"/>
                                  </p:stCondLst>
                                  <p:childTnLst>
                                    <p:set>
                                      <p:cBhvr>
                                        <p:cTn id="131" dur="1" fill="hold">
                                          <p:stCondLst>
                                            <p:cond delay="0"/>
                                          </p:stCondLst>
                                        </p:cTn>
                                        <p:tgtEl>
                                          <p:spTgt spid="340"/>
                                        </p:tgtEl>
                                        <p:attrNameLst>
                                          <p:attrName>style.visibility</p:attrName>
                                        </p:attrNameLst>
                                      </p:cBhvr>
                                      <p:to>
                                        <p:strVal val="visible"/>
                                      </p:to>
                                    </p:set>
                                    <p:anim calcmode="lin" valueType="num">
                                      <p:cBhvr additive="base">
                                        <p:cTn id="132" dur="500" fill="hold"/>
                                        <p:tgtEl>
                                          <p:spTgt spid="340"/>
                                        </p:tgtEl>
                                        <p:attrNameLst>
                                          <p:attrName>ppt_x</p:attrName>
                                        </p:attrNameLst>
                                      </p:cBhvr>
                                      <p:tavLst>
                                        <p:tav tm="0">
                                          <p:val>
                                            <p:strVal val="#ppt_x"/>
                                          </p:val>
                                        </p:tav>
                                        <p:tav tm="100000">
                                          <p:val>
                                            <p:strVal val="#ppt_x"/>
                                          </p:val>
                                        </p:tav>
                                      </p:tavLst>
                                    </p:anim>
                                    <p:anim calcmode="lin" valueType="num">
                                      <p:cBhvr additive="base">
                                        <p:cTn id="133" dur="500" fill="hold"/>
                                        <p:tgtEl>
                                          <p:spTgt spid="340"/>
                                        </p:tgtEl>
                                        <p:attrNameLst>
                                          <p:attrName>ppt_y</p:attrName>
                                        </p:attrNameLst>
                                      </p:cBhvr>
                                      <p:tavLst>
                                        <p:tav tm="0">
                                          <p:val>
                                            <p:strVal val="1+#ppt_h/2"/>
                                          </p:val>
                                        </p:tav>
                                        <p:tav tm="100000">
                                          <p:val>
                                            <p:strVal val="#ppt_y"/>
                                          </p:val>
                                        </p:tav>
                                      </p:tavLst>
                                    </p:anim>
                                  </p:childTnLst>
                                </p:cTn>
                              </p:par>
                              <p:par>
                                <p:cTn id="134" presetID="2" presetClass="entr" presetSubtype="4" fill="hold" nodeType="withEffect">
                                  <p:stCondLst>
                                    <p:cond delay="0"/>
                                  </p:stCondLst>
                                  <p:childTnLst>
                                    <p:set>
                                      <p:cBhvr>
                                        <p:cTn id="135" dur="1" fill="hold">
                                          <p:stCondLst>
                                            <p:cond delay="0"/>
                                          </p:stCondLst>
                                        </p:cTn>
                                        <p:tgtEl>
                                          <p:spTgt spid="341"/>
                                        </p:tgtEl>
                                        <p:attrNameLst>
                                          <p:attrName>style.visibility</p:attrName>
                                        </p:attrNameLst>
                                      </p:cBhvr>
                                      <p:to>
                                        <p:strVal val="visible"/>
                                      </p:to>
                                    </p:set>
                                    <p:anim calcmode="lin" valueType="num">
                                      <p:cBhvr additive="base">
                                        <p:cTn id="136" dur="500" fill="hold"/>
                                        <p:tgtEl>
                                          <p:spTgt spid="341"/>
                                        </p:tgtEl>
                                        <p:attrNameLst>
                                          <p:attrName>ppt_x</p:attrName>
                                        </p:attrNameLst>
                                      </p:cBhvr>
                                      <p:tavLst>
                                        <p:tav tm="0">
                                          <p:val>
                                            <p:strVal val="#ppt_x"/>
                                          </p:val>
                                        </p:tav>
                                        <p:tav tm="100000">
                                          <p:val>
                                            <p:strVal val="#ppt_x"/>
                                          </p:val>
                                        </p:tav>
                                      </p:tavLst>
                                    </p:anim>
                                    <p:anim calcmode="lin" valueType="num">
                                      <p:cBhvr additive="base">
                                        <p:cTn id="137" dur="500" fill="hold"/>
                                        <p:tgtEl>
                                          <p:spTgt spid="341"/>
                                        </p:tgtEl>
                                        <p:attrNameLst>
                                          <p:attrName>ppt_y</p:attrName>
                                        </p:attrNameLst>
                                      </p:cBhvr>
                                      <p:tavLst>
                                        <p:tav tm="0">
                                          <p:val>
                                            <p:strVal val="1+#ppt_h/2"/>
                                          </p:val>
                                        </p:tav>
                                        <p:tav tm="100000">
                                          <p:val>
                                            <p:strVal val="#ppt_y"/>
                                          </p:val>
                                        </p:tav>
                                      </p:tavLst>
                                    </p:anim>
                                  </p:childTnLst>
                                </p:cTn>
                              </p:par>
                              <p:par>
                                <p:cTn id="138" presetID="2" presetClass="entr" presetSubtype="4" fill="hold" grpId="0" nodeType="withEffect">
                                  <p:stCondLst>
                                    <p:cond delay="0"/>
                                  </p:stCondLst>
                                  <p:childTnLst>
                                    <p:set>
                                      <p:cBhvr>
                                        <p:cTn id="139" dur="1" fill="hold">
                                          <p:stCondLst>
                                            <p:cond delay="0"/>
                                          </p:stCondLst>
                                        </p:cTn>
                                        <p:tgtEl>
                                          <p:spTgt spid="342"/>
                                        </p:tgtEl>
                                        <p:attrNameLst>
                                          <p:attrName>style.visibility</p:attrName>
                                        </p:attrNameLst>
                                      </p:cBhvr>
                                      <p:to>
                                        <p:strVal val="visible"/>
                                      </p:to>
                                    </p:set>
                                    <p:anim calcmode="lin" valueType="num">
                                      <p:cBhvr additive="base">
                                        <p:cTn id="140" dur="500" fill="hold"/>
                                        <p:tgtEl>
                                          <p:spTgt spid="342"/>
                                        </p:tgtEl>
                                        <p:attrNameLst>
                                          <p:attrName>ppt_x</p:attrName>
                                        </p:attrNameLst>
                                      </p:cBhvr>
                                      <p:tavLst>
                                        <p:tav tm="0">
                                          <p:val>
                                            <p:strVal val="#ppt_x"/>
                                          </p:val>
                                        </p:tav>
                                        <p:tav tm="100000">
                                          <p:val>
                                            <p:strVal val="#ppt_x"/>
                                          </p:val>
                                        </p:tav>
                                      </p:tavLst>
                                    </p:anim>
                                    <p:anim calcmode="lin" valueType="num">
                                      <p:cBhvr additive="base">
                                        <p:cTn id="141" dur="500" fill="hold"/>
                                        <p:tgtEl>
                                          <p:spTgt spid="342"/>
                                        </p:tgtEl>
                                        <p:attrNameLst>
                                          <p:attrName>ppt_y</p:attrName>
                                        </p:attrNameLst>
                                      </p:cBhvr>
                                      <p:tavLst>
                                        <p:tav tm="0">
                                          <p:val>
                                            <p:strVal val="1+#ppt_h/2"/>
                                          </p:val>
                                        </p:tav>
                                        <p:tav tm="100000">
                                          <p:val>
                                            <p:strVal val="#ppt_y"/>
                                          </p:val>
                                        </p:tav>
                                      </p:tavLst>
                                    </p:anim>
                                  </p:childTnLst>
                                </p:cTn>
                              </p:par>
                              <p:par>
                                <p:cTn id="142" presetID="2" presetClass="entr" presetSubtype="4" fill="hold" nodeType="withEffect">
                                  <p:stCondLst>
                                    <p:cond delay="0"/>
                                  </p:stCondLst>
                                  <p:childTnLst>
                                    <p:set>
                                      <p:cBhvr>
                                        <p:cTn id="143" dur="1" fill="hold">
                                          <p:stCondLst>
                                            <p:cond delay="0"/>
                                          </p:stCondLst>
                                        </p:cTn>
                                        <p:tgtEl>
                                          <p:spTgt spid="343"/>
                                        </p:tgtEl>
                                        <p:attrNameLst>
                                          <p:attrName>style.visibility</p:attrName>
                                        </p:attrNameLst>
                                      </p:cBhvr>
                                      <p:to>
                                        <p:strVal val="visible"/>
                                      </p:to>
                                    </p:set>
                                    <p:anim calcmode="lin" valueType="num">
                                      <p:cBhvr additive="base">
                                        <p:cTn id="144" dur="500" fill="hold"/>
                                        <p:tgtEl>
                                          <p:spTgt spid="343"/>
                                        </p:tgtEl>
                                        <p:attrNameLst>
                                          <p:attrName>ppt_x</p:attrName>
                                        </p:attrNameLst>
                                      </p:cBhvr>
                                      <p:tavLst>
                                        <p:tav tm="0">
                                          <p:val>
                                            <p:strVal val="#ppt_x"/>
                                          </p:val>
                                        </p:tav>
                                        <p:tav tm="100000">
                                          <p:val>
                                            <p:strVal val="#ppt_x"/>
                                          </p:val>
                                        </p:tav>
                                      </p:tavLst>
                                    </p:anim>
                                    <p:anim calcmode="lin" valueType="num">
                                      <p:cBhvr additive="base">
                                        <p:cTn id="145" dur="500" fill="hold"/>
                                        <p:tgtEl>
                                          <p:spTgt spid="343"/>
                                        </p:tgtEl>
                                        <p:attrNameLst>
                                          <p:attrName>ppt_y</p:attrName>
                                        </p:attrNameLst>
                                      </p:cBhvr>
                                      <p:tavLst>
                                        <p:tav tm="0">
                                          <p:val>
                                            <p:strVal val="1+#ppt_h/2"/>
                                          </p:val>
                                        </p:tav>
                                        <p:tav tm="100000">
                                          <p:val>
                                            <p:strVal val="#ppt_y"/>
                                          </p:val>
                                        </p:tav>
                                      </p:tavLst>
                                    </p:anim>
                                  </p:childTnLst>
                                </p:cTn>
                              </p:par>
                              <p:par>
                                <p:cTn id="146" presetID="2" presetClass="entr" presetSubtype="4" fill="hold" grpId="0" nodeType="withEffect">
                                  <p:stCondLst>
                                    <p:cond delay="0"/>
                                  </p:stCondLst>
                                  <p:childTnLst>
                                    <p:set>
                                      <p:cBhvr>
                                        <p:cTn id="147" dur="1" fill="hold">
                                          <p:stCondLst>
                                            <p:cond delay="0"/>
                                          </p:stCondLst>
                                        </p:cTn>
                                        <p:tgtEl>
                                          <p:spTgt spid="344"/>
                                        </p:tgtEl>
                                        <p:attrNameLst>
                                          <p:attrName>style.visibility</p:attrName>
                                        </p:attrNameLst>
                                      </p:cBhvr>
                                      <p:to>
                                        <p:strVal val="visible"/>
                                      </p:to>
                                    </p:set>
                                    <p:anim calcmode="lin" valueType="num">
                                      <p:cBhvr additive="base">
                                        <p:cTn id="148" dur="500" fill="hold"/>
                                        <p:tgtEl>
                                          <p:spTgt spid="344"/>
                                        </p:tgtEl>
                                        <p:attrNameLst>
                                          <p:attrName>ppt_x</p:attrName>
                                        </p:attrNameLst>
                                      </p:cBhvr>
                                      <p:tavLst>
                                        <p:tav tm="0">
                                          <p:val>
                                            <p:strVal val="#ppt_x"/>
                                          </p:val>
                                        </p:tav>
                                        <p:tav tm="100000">
                                          <p:val>
                                            <p:strVal val="#ppt_x"/>
                                          </p:val>
                                        </p:tav>
                                      </p:tavLst>
                                    </p:anim>
                                    <p:anim calcmode="lin" valueType="num">
                                      <p:cBhvr additive="base">
                                        <p:cTn id="149" dur="500" fill="hold"/>
                                        <p:tgtEl>
                                          <p:spTgt spid="344"/>
                                        </p:tgtEl>
                                        <p:attrNameLst>
                                          <p:attrName>ppt_y</p:attrName>
                                        </p:attrNameLst>
                                      </p:cBhvr>
                                      <p:tavLst>
                                        <p:tav tm="0">
                                          <p:val>
                                            <p:strVal val="1+#ppt_h/2"/>
                                          </p:val>
                                        </p:tav>
                                        <p:tav tm="100000">
                                          <p:val>
                                            <p:strVal val="#ppt_y"/>
                                          </p:val>
                                        </p:tav>
                                      </p:tavLst>
                                    </p:anim>
                                  </p:childTnLst>
                                </p:cTn>
                              </p:par>
                            </p:childTnLst>
                          </p:cTn>
                        </p:par>
                      </p:childTnLst>
                    </p:cTn>
                  </p:par>
                  <p:par>
                    <p:cTn id="150" fill="hold">
                      <p:stCondLst>
                        <p:cond delay="indefinite"/>
                      </p:stCondLst>
                      <p:childTnLst>
                        <p:par>
                          <p:cTn id="151" fill="hold">
                            <p:stCondLst>
                              <p:cond delay="0"/>
                            </p:stCondLst>
                            <p:childTnLst>
                              <p:par>
                                <p:cTn id="152" presetID="42" presetClass="entr" presetSubtype="0" fill="hold" grpId="0" nodeType="clickEffect">
                                  <p:stCondLst>
                                    <p:cond delay="0"/>
                                  </p:stCondLst>
                                  <p:childTnLst>
                                    <p:set>
                                      <p:cBhvr>
                                        <p:cTn id="153" dur="1" fill="hold">
                                          <p:stCondLst>
                                            <p:cond delay="0"/>
                                          </p:stCondLst>
                                        </p:cTn>
                                        <p:tgtEl>
                                          <p:spTgt spid="345"/>
                                        </p:tgtEl>
                                        <p:attrNameLst>
                                          <p:attrName>style.visibility</p:attrName>
                                        </p:attrNameLst>
                                      </p:cBhvr>
                                      <p:to>
                                        <p:strVal val="visible"/>
                                      </p:to>
                                    </p:set>
                                    <p:animEffect transition="in" filter="fade">
                                      <p:cBhvr>
                                        <p:cTn id="154" dur="1000"/>
                                        <p:tgtEl>
                                          <p:spTgt spid="345"/>
                                        </p:tgtEl>
                                      </p:cBhvr>
                                    </p:animEffect>
                                    <p:anim calcmode="lin" valueType="num">
                                      <p:cBhvr>
                                        <p:cTn id="155" dur="1000" fill="hold"/>
                                        <p:tgtEl>
                                          <p:spTgt spid="345"/>
                                        </p:tgtEl>
                                        <p:attrNameLst>
                                          <p:attrName>ppt_x</p:attrName>
                                        </p:attrNameLst>
                                      </p:cBhvr>
                                      <p:tavLst>
                                        <p:tav tm="0">
                                          <p:val>
                                            <p:strVal val="#ppt_x"/>
                                          </p:val>
                                        </p:tav>
                                        <p:tav tm="100000">
                                          <p:val>
                                            <p:strVal val="#ppt_x"/>
                                          </p:val>
                                        </p:tav>
                                      </p:tavLst>
                                    </p:anim>
                                    <p:anim calcmode="lin" valueType="num">
                                      <p:cBhvr>
                                        <p:cTn id="156" dur="1000" fill="hold"/>
                                        <p:tgtEl>
                                          <p:spTgt spid="345"/>
                                        </p:tgtEl>
                                        <p:attrNameLst>
                                          <p:attrName>ppt_y</p:attrName>
                                        </p:attrNameLst>
                                      </p:cBhvr>
                                      <p:tavLst>
                                        <p:tav tm="0">
                                          <p:val>
                                            <p:strVal val="#ppt_y+.1"/>
                                          </p:val>
                                        </p:tav>
                                        <p:tav tm="100000">
                                          <p:val>
                                            <p:strVal val="#ppt_y"/>
                                          </p:val>
                                        </p:tav>
                                      </p:tavLst>
                                    </p:anim>
                                  </p:childTnLst>
                                </p:cTn>
                              </p:par>
                              <p:par>
                                <p:cTn id="157" presetID="42" presetClass="entr" presetSubtype="0" fill="hold" grpId="0" nodeType="withEffect">
                                  <p:stCondLst>
                                    <p:cond delay="0"/>
                                  </p:stCondLst>
                                  <p:childTnLst>
                                    <p:set>
                                      <p:cBhvr>
                                        <p:cTn id="158" dur="1" fill="hold">
                                          <p:stCondLst>
                                            <p:cond delay="0"/>
                                          </p:stCondLst>
                                        </p:cTn>
                                        <p:tgtEl>
                                          <p:spTgt spid="346"/>
                                        </p:tgtEl>
                                        <p:attrNameLst>
                                          <p:attrName>style.visibility</p:attrName>
                                        </p:attrNameLst>
                                      </p:cBhvr>
                                      <p:to>
                                        <p:strVal val="visible"/>
                                      </p:to>
                                    </p:set>
                                    <p:animEffect transition="in" filter="fade">
                                      <p:cBhvr>
                                        <p:cTn id="159" dur="1000"/>
                                        <p:tgtEl>
                                          <p:spTgt spid="346"/>
                                        </p:tgtEl>
                                      </p:cBhvr>
                                    </p:animEffect>
                                    <p:anim calcmode="lin" valueType="num">
                                      <p:cBhvr>
                                        <p:cTn id="160" dur="1000" fill="hold"/>
                                        <p:tgtEl>
                                          <p:spTgt spid="346"/>
                                        </p:tgtEl>
                                        <p:attrNameLst>
                                          <p:attrName>ppt_x</p:attrName>
                                        </p:attrNameLst>
                                      </p:cBhvr>
                                      <p:tavLst>
                                        <p:tav tm="0">
                                          <p:val>
                                            <p:strVal val="#ppt_x"/>
                                          </p:val>
                                        </p:tav>
                                        <p:tav tm="100000">
                                          <p:val>
                                            <p:strVal val="#ppt_x"/>
                                          </p:val>
                                        </p:tav>
                                      </p:tavLst>
                                    </p:anim>
                                    <p:anim calcmode="lin" valueType="num">
                                      <p:cBhvr>
                                        <p:cTn id="161" dur="1000" fill="hold"/>
                                        <p:tgtEl>
                                          <p:spTgt spid="346"/>
                                        </p:tgtEl>
                                        <p:attrNameLst>
                                          <p:attrName>ppt_y</p:attrName>
                                        </p:attrNameLst>
                                      </p:cBhvr>
                                      <p:tavLst>
                                        <p:tav tm="0">
                                          <p:val>
                                            <p:strVal val="#ppt_y+.1"/>
                                          </p:val>
                                        </p:tav>
                                        <p:tav tm="100000">
                                          <p:val>
                                            <p:strVal val="#ppt_y"/>
                                          </p:val>
                                        </p:tav>
                                      </p:tavLst>
                                    </p:anim>
                                  </p:childTnLst>
                                </p:cTn>
                              </p:par>
                              <p:par>
                                <p:cTn id="162" presetID="42" presetClass="entr" presetSubtype="0" fill="hold" grpId="0" nodeType="withEffect">
                                  <p:stCondLst>
                                    <p:cond delay="0"/>
                                  </p:stCondLst>
                                  <p:childTnLst>
                                    <p:set>
                                      <p:cBhvr>
                                        <p:cTn id="163" dur="1" fill="hold">
                                          <p:stCondLst>
                                            <p:cond delay="0"/>
                                          </p:stCondLst>
                                        </p:cTn>
                                        <p:tgtEl>
                                          <p:spTgt spid="347"/>
                                        </p:tgtEl>
                                        <p:attrNameLst>
                                          <p:attrName>style.visibility</p:attrName>
                                        </p:attrNameLst>
                                      </p:cBhvr>
                                      <p:to>
                                        <p:strVal val="visible"/>
                                      </p:to>
                                    </p:set>
                                    <p:animEffect transition="in" filter="fade">
                                      <p:cBhvr>
                                        <p:cTn id="164" dur="1000"/>
                                        <p:tgtEl>
                                          <p:spTgt spid="347"/>
                                        </p:tgtEl>
                                      </p:cBhvr>
                                    </p:animEffect>
                                    <p:anim calcmode="lin" valueType="num">
                                      <p:cBhvr>
                                        <p:cTn id="165" dur="1000" fill="hold"/>
                                        <p:tgtEl>
                                          <p:spTgt spid="347"/>
                                        </p:tgtEl>
                                        <p:attrNameLst>
                                          <p:attrName>ppt_x</p:attrName>
                                        </p:attrNameLst>
                                      </p:cBhvr>
                                      <p:tavLst>
                                        <p:tav tm="0">
                                          <p:val>
                                            <p:strVal val="#ppt_x"/>
                                          </p:val>
                                        </p:tav>
                                        <p:tav tm="100000">
                                          <p:val>
                                            <p:strVal val="#ppt_x"/>
                                          </p:val>
                                        </p:tav>
                                      </p:tavLst>
                                    </p:anim>
                                    <p:anim calcmode="lin" valueType="num">
                                      <p:cBhvr>
                                        <p:cTn id="166" dur="1000" fill="hold"/>
                                        <p:tgtEl>
                                          <p:spTgt spid="347"/>
                                        </p:tgtEl>
                                        <p:attrNameLst>
                                          <p:attrName>ppt_y</p:attrName>
                                        </p:attrNameLst>
                                      </p:cBhvr>
                                      <p:tavLst>
                                        <p:tav tm="0">
                                          <p:val>
                                            <p:strVal val="#ppt_y+.1"/>
                                          </p:val>
                                        </p:tav>
                                        <p:tav tm="100000">
                                          <p:val>
                                            <p:strVal val="#ppt_y"/>
                                          </p:val>
                                        </p:tav>
                                      </p:tavLst>
                                    </p:anim>
                                  </p:childTnLst>
                                </p:cTn>
                              </p:par>
                              <p:par>
                                <p:cTn id="167" presetID="42" presetClass="entr" presetSubtype="0" fill="hold" grpId="0" nodeType="withEffect">
                                  <p:stCondLst>
                                    <p:cond delay="0"/>
                                  </p:stCondLst>
                                  <p:childTnLst>
                                    <p:set>
                                      <p:cBhvr>
                                        <p:cTn id="168" dur="1" fill="hold">
                                          <p:stCondLst>
                                            <p:cond delay="0"/>
                                          </p:stCondLst>
                                        </p:cTn>
                                        <p:tgtEl>
                                          <p:spTgt spid="348"/>
                                        </p:tgtEl>
                                        <p:attrNameLst>
                                          <p:attrName>style.visibility</p:attrName>
                                        </p:attrNameLst>
                                      </p:cBhvr>
                                      <p:to>
                                        <p:strVal val="visible"/>
                                      </p:to>
                                    </p:set>
                                    <p:animEffect transition="in" filter="fade">
                                      <p:cBhvr>
                                        <p:cTn id="169" dur="1000"/>
                                        <p:tgtEl>
                                          <p:spTgt spid="348"/>
                                        </p:tgtEl>
                                      </p:cBhvr>
                                    </p:animEffect>
                                    <p:anim calcmode="lin" valueType="num">
                                      <p:cBhvr>
                                        <p:cTn id="170" dur="1000" fill="hold"/>
                                        <p:tgtEl>
                                          <p:spTgt spid="348"/>
                                        </p:tgtEl>
                                        <p:attrNameLst>
                                          <p:attrName>ppt_x</p:attrName>
                                        </p:attrNameLst>
                                      </p:cBhvr>
                                      <p:tavLst>
                                        <p:tav tm="0">
                                          <p:val>
                                            <p:strVal val="#ppt_x"/>
                                          </p:val>
                                        </p:tav>
                                        <p:tav tm="100000">
                                          <p:val>
                                            <p:strVal val="#ppt_x"/>
                                          </p:val>
                                        </p:tav>
                                      </p:tavLst>
                                    </p:anim>
                                    <p:anim calcmode="lin" valueType="num">
                                      <p:cBhvr>
                                        <p:cTn id="171" dur="1000" fill="hold"/>
                                        <p:tgtEl>
                                          <p:spTgt spid="348"/>
                                        </p:tgtEl>
                                        <p:attrNameLst>
                                          <p:attrName>ppt_y</p:attrName>
                                        </p:attrNameLst>
                                      </p:cBhvr>
                                      <p:tavLst>
                                        <p:tav tm="0">
                                          <p:val>
                                            <p:strVal val="#ppt_y+.1"/>
                                          </p:val>
                                        </p:tav>
                                        <p:tav tm="100000">
                                          <p:val>
                                            <p:strVal val="#ppt_y"/>
                                          </p:val>
                                        </p:tav>
                                      </p:tavLst>
                                    </p:anim>
                                  </p:childTnLst>
                                </p:cTn>
                              </p:par>
                              <p:par>
                                <p:cTn id="172" presetID="42" presetClass="entr" presetSubtype="0" fill="hold" nodeType="withEffect">
                                  <p:stCondLst>
                                    <p:cond delay="0"/>
                                  </p:stCondLst>
                                  <p:childTnLst>
                                    <p:set>
                                      <p:cBhvr>
                                        <p:cTn id="173" dur="1" fill="hold">
                                          <p:stCondLst>
                                            <p:cond delay="0"/>
                                          </p:stCondLst>
                                        </p:cTn>
                                        <p:tgtEl>
                                          <p:spTgt spid="349"/>
                                        </p:tgtEl>
                                        <p:attrNameLst>
                                          <p:attrName>style.visibility</p:attrName>
                                        </p:attrNameLst>
                                      </p:cBhvr>
                                      <p:to>
                                        <p:strVal val="visible"/>
                                      </p:to>
                                    </p:set>
                                    <p:animEffect transition="in" filter="fade">
                                      <p:cBhvr>
                                        <p:cTn id="174" dur="1000"/>
                                        <p:tgtEl>
                                          <p:spTgt spid="349"/>
                                        </p:tgtEl>
                                      </p:cBhvr>
                                    </p:animEffect>
                                    <p:anim calcmode="lin" valueType="num">
                                      <p:cBhvr>
                                        <p:cTn id="175" dur="1000" fill="hold"/>
                                        <p:tgtEl>
                                          <p:spTgt spid="349"/>
                                        </p:tgtEl>
                                        <p:attrNameLst>
                                          <p:attrName>ppt_x</p:attrName>
                                        </p:attrNameLst>
                                      </p:cBhvr>
                                      <p:tavLst>
                                        <p:tav tm="0">
                                          <p:val>
                                            <p:strVal val="#ppt_x"/>
                                          </p:val>
                                        </p:tav>
                                        <p:tav tm="100000">
                                          <p:val>
                                            <p:strVal val="#ppt_x"/>
                                          </p:val>
                                        </p:tav>
                                      </p:tavLst>
                                    </p:anim>
                                    <p:anim calcmode="lin" valueType="num">
                                      <p:cBhvr>
                                        <p:cTn id="176" dur="1000" fill="hold"/>
                                        <p:tgtEl>
                                          <p:spTgt spid="349"/>
                                        </p:tgtEl>
                                        <p:attrNameLst>
                                          <p:attrName>ppt_y</p:attrName>
                                        </p:attrNameLst>
                                      </p:cBhvr>
                                      <p:tavLst>
                                        <p:tav tm="0">
                                          <p:val>
                                            <p:strVal val="#ppt_y+.1"/>
                                          </p:val>
                                        </p:tav>
                                        <p:tav tm="100000">
                                          <p:val>
                                            <p:strVal val="#ppt_y"/>
                                          </p:val>
                                        </p:tav>
                                      </p:tavLst>
                                    </p:anim>
                                  </p:childTnLst>
                                </p:cTn>
                              </p:par>
                              <p:par>
                                <p:cTn id="177" presetID="42" presetClass="entr" presetSubtype="0" fill="hold" nodeType="withEffect">
                                  <p:stCondLst>
                                    <p:cond delay="0"/>
                                  </p:stCondLst>
                                  <p:childTnLst>
                                    <p:set>
                                      <p:cBhvr>
                                        <p:cTn id="178" dur="1" fill="hold">
                                          <p:stCondLst>
                                            <p:cond delay="0"/>
                                          </p:stCondLst>
                                        </p:cTn>
                                        <p:tgtEl>
                                          <p:spTgt spid="350"/>
                                        </p:tgtEl>
                                        <p:attrNameLst>
                                          <p:attrName>style.visibility</p:attrName>
                                        </p:attrNameLst>
                                      </p:cBhvr>
                                      <p:to>
                                        <p:strVal val="visible"/>
                                      </p:to>
                                    </p:set>
                                    <p:animEffect transition="in" filter="fade">
                                      <p:cBhvr>
                                        <p:cTn id="179" dur="1000"/>
                                        <p:tgtEl>
                                          <p:spTgt spid="350"/>
                                        </p:tgtEl>
                                      </p:cBhvr>
                                    </p:animEffect>
                                    <p:anim calcmode="lin" valueType="num">
                                      <p:cBhvr>
                                        <p:cTn id="180" dur="1000" fill="hold"/>
                                        <p:tgtEl>
                                          <p:spTgt spid="350"/>
                                        </p:tgtEl>
                                        <p:attrNameLst>
                                          <p:attrName>ppt_x</p:attrName>
                                        </p:attrNameLst>
                                      </p:cBhvr>
                                      <p:tavLst>
                                        <p:tav tm="0">
                                          <p:val>
                                            <p:strVal val="#ppt_x"/>
                                          </p:val>
                                        </p:tav>
                                        <p:tav tm="100000">
                                          <p:val>
                                            <p:strVal val="#ppt_x"/>
                                          </p:val>
                                        </p:tav>
                                      </p:tavLst>
                                    </p:anim>
                                    <p:anim calcmode="lin" valueType="num">
                                      <p:cBhvr>
                                        <p:cTn id="181" dur="1000" fill="hold"/>
                                        <p:tgtEl>
                                          <p:spTgt spid="350"/>
                                        </p:tgtEl>
                                        <p:attrNameLst>
                                          <p:attrName>ppt_y</p:attrName>
                                        </p:attrNameLst>
                                      </p:cBhvr>
                                      <p:tavLst>
                                        <p:tav tm="0">
                                          <p:val>
                                            <p:strVal val="#ppt_y+.1"/>
                                          </p:val>
                                        </p:tav>
                                        <p:tav tm="100000">
                                          <p:val>
                                            <p:strVal val="#ppt_y"/>
                                          </p:val>
                                        </p:tav>
                                      </p:tavLst>
                                    </p:anim>
                                  </p:childTnLst>
                                </p:cTn>
                              </p:par>
                            </p:childTnLst>
                          </p:cTn>
                        </p:par>
                      </p:childTnLst>
                    </p:cTn>
                  </p:par>
                  <p:par>
                    <p:cTn id="182" fill="hold">
                      <p:stCondLst>
                        <p:cond delay="indefinite"/>
                      </p:stCondLst>
                      <p:childTnLst>
                        <p:par>
                          <p:cTn id="183" fill="hold">
                            <p:stCondLst>
                              <p:cond delay="0"/>
                            </p:stCondLst>
                            <p:childTnLst>
                              <p:par>
                                <p:cTn id="184" presetID="16" presetClass="entr" presetSubtype="21" fill="hold" grpId="0" nodeType="clickEffect">
                                  <p:stCondLst>
                                    <p:cond delay="0"/>
                                  </p:stCondLst>
                                  <p:childTnLst>
                                    <p:set>
                                      <p:cBhvr>
                                        <p:cTn id="185" dur="1" fill="hold">
                                          <p:stCondLst>
                                            <p:cond delay="0"/>
                                          </p:stCondLst>
                                        </p:cTn>
                                        <p:tgtEl>
                                          <p:spTgt spid="54"/>
                                        </p:tgtEl>
                                        <p:attrNameLst>
                                          <p:attrName>style.visibility</p:attrName>
                                        </p:attrNameLst>
                                      </p:cBhvr>
                                      <p:to>
                                        <p:strVal val="visible"/>
                                      </p:to>
                                    </p:set>
                                    <p:animEffect transition="in" filter="barn(inVertical)">
                                      <p:cBhvr>
                                        <p:cTn id="186" dur="500"/>
                                        <p:tgtEl>
                                          <p:spTgt spid="54"/>
                                        </p:tgtEl>
                                      </p:cBhvr>
                                    </p:animEffect>
                                  </p:childTnLst>
                                </p:cTn>
                              </p:par>
                            </p:childTnLst>
                          </p:cTn>
                        </p:par>
                      </p:childTnLst>
                    </p:cTn>
                  </p:par>
                  <p:par>
                    <p:cTn id="187" fill="hold">
                      <p:stCondLst>
                        <p:cond delay="indefinite"/>
                      </p:stCondLst>
                      <p:childTnLst>
                        <p:par>
                          <p:cTn id="188" fill="hold">
                            <p:stCondLst>
                              <p:cond delay="0"/>
                            </p:stCondLst>
                            <p:childTnLst>
                              <p:par>
                                <p:cTn id="189" presetID="2" presetClass="entr" presetSubtype="4" fill="hold" grpId="0" nodeType="clickEffect">
                                  <p:stCondLst>
                                    <p:cond delay="0"/>
                                  </p:stCondLst>
                                  <p:childTnLst>
                                    <p:set>
                                      <p:cBhvr>
                                        <p:cTn id="190" dur="1" fill="hold">
                                          <p:stCondLst>
                                            <p:cond delay="0"/>
                                          </p:stCondLst>
                                        </p:cTn>
                                        <p:tgtEl>
                                          <p:spTgt spid="351"/>
                                        </p:tgtEl>
                                        <p:attrNameLst>
                                          <p:attrName>style.visibility</p:attrName>
                                        </p:attrNameLst>
                                      </p:cBhvr>
                                      <p:to>
                                        <p:strVal val="visible"/>
                                      </p:to>
                                    </p:set>
                                    <p:anim calcmode="lin" valueType="num">
                                      <p:cBhvr additive="base">
                                        <p:cTn id="191" dur="500" fill="hold"/>
                                        <p:tgtEl>
                                          <p:spTgt spid="351"/>
                                        </p:tgtEl>
                                        <p:attrNameLst>
                                          <p:attrName>ppt_x</p:attrName>
                                        </p:attrNameLst>
                                      </p:cBhvr>
                                      <p:tavLst>
                                        <p:tav tm="0">
                                          <p:val>
                                            <p:strVal val="#ppt_x"/>
                                          </p:val>
                                        </p:tav>
                                        <p:tav tm="100000">
                                          <p:val>
                                            <p:strVal val="#ppt_x"/>
                                          </p:val>
                                        </p:tav>
                                      </p:tavLst>
                                    </p:anim>
                                    <p:anim calcmode="lin" valueType="num">
                                      <p:cBhvr additive="base">
                                        <p:cTn id="192" dur="500" fill="hold"/>
                                        <p:tgtEl>
                                          <p:spTgt spid="351"/>
                                        </p:tgtEl>
                                        <p:attrNameLst>
                                          <p:attrName>ppt_y</p:attrName>
                                        </p:attrNameLst>
                                      </p:cBhvr>
                                      <p:tavLst>
                                        <p:tav tm="0">
                                          <p:val>
                                            <p:strVal val="1+#ppt_h/2"/>
                                          </p:val>
                                        </p:tav>
                                        <p:tav tm="100000">
                                          <p:val>
                                            <p:strVal val="#ppt_y"/>
                                          </p:val>
                                        </p:tav>
                                      </p:tavLst>
                                    </p:anim>
                                  </p:childTnLst>
                                </p:cTn>
                              </p:par>
                              <p:par>
                                <p:cTn id="193" presetID="2" presetClass="entr" presetSubtype="4" fill="hold" nodeType="withEffect">
                                  <p:stCondLst>
                                    <p:cond delay="0"/>
                                  </p:stCondLst>
                                  <p:childTnLst>
                                    <p:set>
                                      <p:cBhvr>
                                        <p:cTn id="194" dur="1" fill="hold">
                                          <p:stCondLst>
                                            <p:cond delay="0"/>
                                          </p:stCondLst>
                                        </p:cTn>
                                        <p:tgtEl>
                                          <p:spTgt spid="353"/>
                                        </p:tgtEl>
                                        <p:attrNameLst>
                                          <p:attrName>style.visibility</p:attrName>
                                        </p:attrNameLst>
                                      </p:cBhvr>
                                      <p:to>
                                        <p:strVal val="visible"/>
                                      </p:to>
                                    </p:set>
                                    <p:anim calcmode="lin" valueType="num">
                                      <p:cBhvr additive="base">
                                        <p:cTn id="195" dur="500" fill="hold"/>
                                        <p:tgtEl>
                                          <p:spTgt spid="353"/>
                                        </p:tgtEl>
                                        <p:attrNameLst>
                                          <p:attrName>ppt_x</p:attrName>
                                        </p:attrNameLst>
                                      </p:cBhvr>
                                      <p:tavLst>
                                        <p:tav tm="0">
                                          <p:val>
                                            <p:strVal val="#ppt_x"/>
                                          </p:val>
                                        </p:tav>
                                        <p:tav tm="100000">
                                          <p:val>
                                            <p:strVal val="#ppt_x"/>
                                          </p:val>
                                        </p:tav>
                                      </p:tavLst>
                                    </p:anim>
                                    <p:anim calcmode="lin" valueType="num">
                                      <p:cBhvr additive="base">
                                        <p:cTn id="196" dur="500" fill="hold"/>
                                        <p:tgtEl>
                                          <p:spTgt spid="353"/>
                                        </p:tgtEl>
                                        <p:attrNameLst>
                                          <p:attrName>ppt_y</p:attrName>
                                        </p:attrNameLst>
                                      </p:cBhvr>
                                      <p:tavLst>
                                        <p:tav tm="0">
                                          <p:val>
                                            <p:strVal val="1+#ppt_h/2"/>
                                          </p:val>
                                        </p:tav>
                                        <p:tav tm="100000">
                                          <p:val>
                                            <p:strVal val="#ppt_y"/>
                                          </p:val>
                                        </p:tav>
                                      </p:tavLst>
                                    </p:anim>
                                  </p:childTnLst>
                                </p:cTn>
                              </p:par>
                              <p:par>
                                <p:cTn id="197" presetID="2" presetClass="entr" presetSubtype="4" fill="hold" grpId="0" nodeType="withEffect">
                                  <p:stCondLst>
                                    <p:cond delay="0"/>
                                  </p:stCondLst>
                                  <p:childTnLst>
                                    <p:set>
                                      <p:cBhvr>
                                        <p:cTn id="198" dur="1" fill="hold">
                                          <p:stCondLst>
                                            <p:cond delay="0"/>
                                          </p:stCondLst>
                                        </p:cTn>
                                        <p:tgtEl>
                                          <p:spTgt spid="354"/>
                                        </p:tgtEl>
                                        <p:attrNameLst>
                                          <p:attrName>style.visibility</p:attrName>
                                        </p:attrNameLst>
                                      </p:cBhvr>
                                      <p:to>
                                        <p:strVal val="visible"/>
                                      </p:to>
                                    </p:set>
                                    <p:anim calcmode="lin" valueType="num">
                                      <p:cBhvr additive="base">
                                        <p:cTn id="199" dur="500" fill="hold"/>
                                        <p:tgtEl>
                                          <p:spTgt spid="354"/>
                                        </p:tgtEl>
                                        <p:attrNameLst>
                                          <p:attrName>ppt_x</p:attrName>
                                        </p:attrNameLst>
                                      </p:cBhvr>
                                      <p:tavLst>
                                        <p:tav tm="0">
                                          <p:val>
                                            <p:strVal val="#ppt_x"/>
                                          </p:val>
                                        </p:tav>
                                        <p:tav tm="100000">
                                          <p:val>
                                            <p:strVal val="#ppt_x"/>
                                          </p:val>
                                        </p:tav>
                                      </p:tavLst>
                                    </p:anim>
                                    <p:anim calcmode="lin" valueType="num">
                                      <p:cBhvr additive="base">
                                        <p:cTn id="200" dur="500" fill="hold"/>
                                        <p:tgtEl>
                                          <p:spTgt spid="354"/>
                                        </p:tgtEl>
                                        <p:attrNameLst>
                                          <p:attrName>ppt_y</p:attrName>
                                        </p:attrNameLst>
                                      </p:cBhvr>
                                      <p:tavLst>
                                        <p:tav tm="0">
                                          <p:val>
                                            <p:strVal val="1+#ppt_h/2"/>
                                          </p:val>
                                        </p:tav>
                                        <p:tav tm="100000">
                                          <p:val>
                                            <p:strVal val="#ppt_y"/>
                                          </p:val>
                                        </p:tav>
                                      </p:tavLst>
                                    </p:anim>
                                  </p:childTnLst>
                                </p:cTn>
                              </p:par>
                              <p:par>
                                <p:cTn id="201" presetID="2" presetClass="entr" presetSubtype="4" fill="hold" nodeType="withEffect">
                                  <p:stCondLst>
                                    <p:cond delay="0"/>
                                  </p:stCondLst>
                                  <p:childTnLst>
                                    <p:set>
                                      <p:cBhvr>
                                        <p:cTn id="202" dur="1" fill="hold">
                                          <p:stCondLst>
                                            <p:cond delay="0"/>
                                          </p:stCondLst>
                                        </p:cTn>
                                        <p:tgtEl>
                                          <p:spTgt spid="356"/>
                                        </p:tgtEl>
                                        <p:attrNameLst>
                                          <p:attrName>style.visibility</p:attrName>
                                        </p:attrNameLst>
                                      </p:cBhvr>
                                      <p:to>
                                        <p:strVal val="visible"/>
                                      </p:to>
                                    </p:set>
                                    <p:anim calcmode="lin" valueType="num">
                                      <p:cBhvr additive="base">
                                        <p:cTn id="203" dur="500" fill="hold"/>
                                        <p:tgtEl>
                                          <p:spTgt spid="356"/>
                                        </p:tgtEl>
                                        <p:attrNameLst>
                                          <p:attrName>ppt_x</p:attrName>
                                        </p:attrNameLst>
                                      </p:cBhvr>
                                      <p:tavLst>
                                        <p:tav tm="0">
                                          <p:val>
                                            <p:strVal val="#ppt_x"/>
                                          </p:val>
                                        </p:tav>
                                        <p:tav tm="100000">
                                          <p:val>
                                            <p:strVal val="#ppt_x"/>
                                          </p:val>
                                        </p:tav>
                                      </p:tavLst>
                                    </p:anim>
                                    <p:anim calcmode="lin" valueType="num">
                                      <p:cBhvr additive="base">
                                        <p:cTn id="204" dur="500" fill="hold"/>
                                        <p:tgtEl>
                                          <p:spTgt spid="356"/>
                                        </p:tgtEl>
                                        <p:attrNameLst>
                                          <p:attrName>ppt_y</p:attrName>
                                        </p:attrNameLst>
                                      </p:cBhvr>
                                      <p:tavLst>
                                        <p:tav tm="0">
                                          <p:val>
                                            <p:strVal val="1+#ppt_h/2"/>
                                          </p:val>
                                        </p:tav>
                                        <p:tav tm="100000">
                                          <p:val>
                                            <p:strVal val="#ppt_y"/>
                                          </p:val>
                                        </p:tav>
                                      </p:tavLst>
                                    </p:anim>
                                  </p:childTnLst>
                                </p:cTn>
                              </p:par>
                              <p:par>
                                <p:cTn id="205" presetID="2" presetClass="entr" presetSubtype="4" fill="hold" nodeType="withEffect">
                                  <p:stCondLst>
                                    <p:cond delay="0"/>
                                  </p:stCondLst>
                                  <p:childTnLst>
                                    <p:set>
                                      <p:cBhvr>
                                        <p:cTn id="206" dur="1" fill="hold">
                                          <p:stCondLst>
                                            <p:cond delay="0"/>
                                          </p:stCondLst>
                                        </p:cTn>
                                        <p:tgtEl>
                                          <p:spTgt spid="355"/>
                                        </p:tgtEl>
                                        <p:attrNameLst>
                                          <p:attrName>style.visibility</p:attrName>
                                        </p:attrNameLst>
                                      </p:cBhvr>
                                      <p:to>
                                        <p:strVal val="visible"/>
                                      </p:to>
                                    </p:set>
                                    <p:anim calcmode="lin" valueType="num">
                                      <p:cBhvr additive="base">
                                        <p:cTn id="207" dur="500" fill="hold"/>
                                        <p:tgtEl>
                                          <p:spTgt spid="355"/>
                                        </p:tgtEl>
                                        <p:attrNameLst>
                                          <p:attrName>ppt_x</p:attrName>
                                        </p:attrNameLst>
                                      </p:cBhvr>
                                      <p:tavLst>
                                        <p:tav tm="0">
                                          <p:val>
                                            <p:strVal val="#ppt_x"/>
                                          </p:val>
                                        </p:tav>
                                        <p:tav tm="100000">
                                          <p:val>
                                            <p:strVal val="#ppt_x"/>
                                          </p:val>
                                        </p:tav>
                                      </p:tavLst>
                                    </p:anim>
                                    <p:anim calcmode="lin" valueType="num">
                                      <p:cBhvr additive="base">
                                        <p:cTn id="208" dur="500" fill="hold"/>
                                        <p:tgtEl>
                                          <p:spTgt spid="355"/>
                                        </p:tgtEl>
                                        <p:attrNameLst>
                                          <p:attrName>ppt_y</p:attrName>
                                        </p:attrNameLst>
                                      </p:cBhvr>
                                      <p:tavLst>
                                        <p:tav tm="0">
                                          <p:val>
                                            <p:strVal val="1+#ppt_h/2"/>
                                          </p:val>
                                        </p:tav>
                                        <p:tav tm="100000">
                                          <p:val>
                                            <p:strVal val="#ppt_y"/>
                                          </p:val>
                                        </p:tav>
                                      </p:tavLst>
                                    </p:anim>
                                  </p:childTnLst>
                                </p:cTn>
                              </p:par>
                              <p:par>
                                <p:cTn id="209" presetID="2" presetClass="entr" presetSubtype="4" fill="hold" grpId="0" nodeType="withEffect">
                                  <p:stCondLst>
                                    <p:cond delay="0"/>
                                  </p:stCondLst>
                                  <p:childTnLst>
                                    <p:set>
                                      <p:cBhvr>
                                        <p:cTn id="210" dur="1" fill="hold">
                                          <p:stCondLst>
                                            <p:cond delay="0"/>
                                          </p:stCondLst>
                                        </p:cTn>
                                        <p:tgtEl>
                                          <p:spTgt spid="352"/>
                                        </p:tgtEl>
                                        <p:attrNameLst>
                                          <p:attrName>style.visibility</p:attrName>
                                        </p:attrNameLst>
                                      </p:cBhvr>
                                      <p:to>
                                        <p:strVal val="visible"/>
                                      </p:to>
                                    </p:set>
                                    <p:anim calcmode="lin" valueType="num">
                                      <p:cBhvr additive="base">
                                        <p:cTn id="211" dur="500" fill="hold"/>
                                        <p:tgtEl>
                                          <p:spTgt spid="352"/>
                                        </p:tgtEl>
                                        <p:attrNameLst>
                                          <p:attrName>ppt_x</p:attrName>
                                        </p:attrNameLst>
                                      </p:cBhvr>
                                      <p:tavLst>
                                        <p:tav tm="0">
                                          <p:val>
                                            <p:strVal val="#ppt_x"/>
                                          </p:val>
                                        </p:tav>
                                        <p:tav tm="100000">
                                          <p:val>
                                            <p:strVal val="#ppt_x"/>
                                          </p:val>
                                        </p:tav>
                                      </p:tavLst>
                                    </p:anim>
                                    <p:anim calcmode="lin" valueType="num">
                                      <p:cBhvr additive="base">
                                        <p:cTn id="212" dur="500" fill="hold"/>
                                        <p:tgtEl>
                                          <p:spTgt spid="352"/>
                                        </p:tgtEl>
                                        <p:attrNameLst>
                                          <p:attrName>ppt_y</p:attrName>
                                        </p:attrNameLst>
                                      </p:cBhvr>
                                      <p:tavLst>
                                        <p:tav tm="0">
                                          <p:val>
                                            <p:strVal val="1+#ppt_h/2"/>
                                          </p:val>
                                        </p:tav>
                                        <p:tav tm="100000">
                                          <p:val>
                                            <p:strVal val="#ppt_y"/>
                                          </p:val>
                                        </p:tav>
                                      </p:tavLst>
                                    </p:anim>
                                  </p:childTnLst>
                                </p:cTn>
                              </p:par>
                            </p:childTnLst>
                          </p:cTn>
                        </p:par>
                      </p:childTnLst>
                    </p:cTn>
                  </p:par>
                  <p:par>
                    <p:cTn id="213" fill="hold">
                      <p:stCondLst>
                        <p:cond delay="indefinite"/>
                      </p:stCondLst>
                      <p:childTnLst>
                        <p:par>
                          <p:cTn id="214" fill="hold">
                            <p:stCondLst>
                              <p:cond delay="0"/>
                            </p:stCondLst>
                            <p:childTnLst>
                              <p:par>
                                <p:cTn id="215" presetID="42" presetClass="entr" presetSubtype="0" fill="hold" grpId="0" nodeType="clickEffect">
                                  <p:stCondLst>
                                    <p:cond delay="0"/>
                                  </p:stCondLst>
                                  <p:childTnLst>
                                    <p:set>
                                      <p:cBhvr>
                                        <p:cTn id="216" dur="1" fill="hold">
                                          <p:stCondLst>
                                            <p:cond delay="0"/>
                                          </p:stCondLst>
                                        </p:cTn>
                                        <p:tgtEl>
                                          <p:spTgt spid="357"/>
                                        </p:tgtEl>
                                        <p:attrNameLst>
                                          <p:attrName>style.visibility</p:attrName>
                                        </p:attrNameLst>
                                      </p:cBhvr>
                                      <p:to>
                                        <p:strVal val="visible"/>
                                      </p:to>
                                    </p:set>
                                    <p:animEffect transition="in" filter="fade">
                                      <p:cBhvr>
                                        <p:cTn id="217" dur="1000"/>
                                        <p:tgtEl>
                                          <p:spTgt spid="357"/>
                                        </p:tgtEl>
                                      </p:cBhvr>
                                    </p:animEffect>
                                    <p:anim calcmode="lin" valueType="num">
                                      <p:cBhvr>
                                        <p:cTn id="218" dur="1000" fill="hold"/>
                                        <p:tgtEl>
                                          <p:spTgt spid="357"/>
                                        </p:tgtEl>
                                        <p:attrNameLst>
                                          <p:attrName>ppt_x</p:attrName>
                                        </p:attrNameLst>
                                      </p:cBhvr>
                                      <p:tavLst>
                                        <p:tav tm="0">
                                          <p:val>
                                            <p:strVal val="#ppt_x"/>
                                          </p:val>
                                        </p:tav>
                                        <p:tav tm="100000">
                                          <p:val>
                                            <p:strVal val="#ppt_x"/>
                                          </p:val>
                                        </p:tav>
                                      </p:tavLst>
                                    </p:anim>
                                    <p:anim calcmode="lin" valueType="num">
                                      <p:cBhvr>
                                        <p:cTn id="219" dur="1000" fill="hold"/>
                                        <p:tgtEl>
                                          <p:spTgt spid="357"/>
                                        </p:tgtEl>
                                        <p:attrNameLst>
                                          <p:attrName>ppt_y</p:attrName>
                                        </p:attrNameLst>
                                      </p:cBhvr>
                                      <p:tavLst>
                                        <p:tav tm="0">
                                          <p:val>
                                            <p:strVal val="#ppt_y+.1"/>
                                          </p:val>
                                        </p:tav>
                                        <p:tav tm="100000">
                                          <p:val>
                                            <p:strVal val="#ppt_y"/>
                                          </p:val>
                                        </p:tav>
                                      </p:tavLst>
                                    </p:anim>
                                  </p:childTnLst>
                                </p:cTn>
                              </p:par>
                              <p:par>
                                <p:cTn id="220" presetID="42" presetClass="entr" presetSubtype="0" fill="hold" grpId="0" nodeType="withEffect">
                                  <p:stCondLst>
                                    <p:cond delay="0"/>
                                  </p:stCondLst>
                                  <p:childTnLst>
                                    <p:set>
                                      <p:cBhvr>
                                        <p:cTn id="221" dur="1" fill="hold">
                                          <p:stCondLst>
                                            <p:cond delay="0"/>
                                          </p:stCondLst>
                                        </p:cTn>
                                        <p:tgtEl>
                                          <p:spTgt spid="358"/>
                                        </p:tgtEl>
                                        <p:attrNameLst>
                                          <p:attrName>style.visibility</p:attrName>
                                        </p:attrNameLst>
                                      </p:cBhvr>
                                      <p:to>
                                        <p:strVal val="visible"/>
                                      </p:to>
                                    </p:set>
                                    <p:animEffect transition="in" filter="fade">
                                      <p:cBhvr>
                                        <p:cTn id="222" dur="1000"/>
                                        <p:tgtEl>
                                          <p:spTgt spid="358"/>
                                        </p:tgtEl>
                                      </p:cBhvr>
                                    </p:animEffect>
                                    <p:anim calcmode="lin" valueType="num">
                                      <p:cBhvr>
                                        <p:cTn id="223" dur="1000" fill="hold"/>
                                        <p:tgtEl>
                                          <p:spTgt spid="358"/>
                                        </p:tgtEl>
                                        <p:attrNameLst>
                                          <p:attrName>ppt_x</p:attrName>
                                        </p:attrNameLst>
                                      </p:cBhvr>
                                      <p:tavLst>
                                        <p:tav tm="0">
                                          <p:val>
                                            <p:strVal val="#ppt_x"/>
                                          </p:val>
                                        </p:tav>
                                        <p:tav tm="100000">
                                          <p:val>
                                            <p:strVal val="#ppt_x"/>
                                          </p:val>
                                        </p:tav>
                                      </p:tavLst>
                                    </p:anim>
                                    <p:anim calcmode="lin" valueType="num">
                                      <p:cBhvr>
                                        <p:cTn id="224" dur="1000" fill="hold"/>
                                        <p:tgtEl>
                                          <p:spTgt spid="358"/>
                                        </p:tgtEl>
                                        <p:attrNameLst>
                                          <p:attrName>ppt_y</p:attrName>
                                        </p:attrNameLst>
                                      </p:cBhvr>
                                      <p:tavLst>
                                        <p:tav tm="0">
                                          <p:val>
                                            <p:strVal val="#ppt_y+.1"/>
                                          </p:val>
                                        </p:tav>
                                        <p:tav tm="100000">
                                          <p:val>
                                            <p:strVal val="#ppt_y"/>
                                          </p:val>
                                        </p:tav>
                                      </p:tavLst>
                                    </p:anim>
                                  </p:childTnLst>
                                </p:cTn>
                              </p:par>
                              <p:par>
                                <p:cTn id="225" presetID="42" presetClass="entr" presetSubtype="0" fill="hold" grpId="0" nodeType="withEffect">
                                  <p:stCondLst>
                                    <p:cond delay="0"/>
                                  </p:stCondLst>
                                  <p:childTnLst>
                                    <p:set>
                                      <p:cBhvr>
                                        <p:cTn id="226" dur="1" fill="hold">
                                          <p:stCondLst>
                                            <p:cond delay="0"/>
                                          </p:stCondLst>
                                        </p:cTn>
                                        <p:tgtEl>
                                          <p:spTgt spid="359"/>
                                        </p:tgtEl>
                                        <p:attrNameLst>
                                          <p:attrName>style.visibility</p:attrName>
                                        </p:attrNameLst>
                                      </p:cBhvr>
                                      <p:to>
                                        <p:strVal val="visible"/>
                                      </p:to>
                                    </p:set>
                                    <p:animEffect transition="in" filter="fade">
                                      <p:cBhvr>
                                        <p:cTn id="227" dur="1000"/>
                                        <p:tgtEl>
                                          <p:spTgt spid="359"/>
                                        </p:tgtEl>
                                      </p:cBhvr>
                                    </p:animEffect>
                                    <p:anim calcmode="lin" valueType="num">
                                      <p:cBhvr>
                                        <p:cTn id="228" dur="1000" fill="hold"/>
                                        <p:tgtEl>
                                          <p:spTgt spid="359"/>
                                        </p:tgtEl>
                                        <p:attrNameLst>
                                          <p:attrName>ppt_x</p:attrName>
                                        </p:attrNameLst>
                                      </p:cBhvr>
                                      <p:tavLst>
                                        <p:tav tm="0">
                                          <p:val>
                                            <p:strVal val="#ppt_x"/>
                                          </p:val>
                                        </p:tav>
                                        <p:tav tm="100000">
                                          <p:val>
                                            <p:strVal val="#ppt_x"/>
                                          </p:val>
                                        </p:tav>
                                      </p:tavLst>
                                    </p:anim>
                                    <p:anim calcmode="lin" valueType="num">
                                      <p:cBhvr>
                                        <p:cTn id="229" dur="1000" fill="hold"/>
                                        <p:tgtEl>
                                          <p:spTgt spid="359"/>
                                        </p:tgtEl>
                                        <p:attrNameLst>
                                          <p:attrName>ppt_y</p:attrName>
                                        </p:attrNameLst>
                                      </p:cBhvr>
                                      <p:tavLst>
                                        <p:tav tm="0">
                                          <p:val>
                                            <p:strVal val="#ppt_y+.1"/>
                                          </p:val>
                                        </p:tav>
                                        <p:tav tm="100000">
                                          <p:val>
                                            <p:strVal val="#ppt_y"/>
                                          </p:val>
                                        </p:tav>
                                      </p:tavLst>
                                    </p:anim>
                                  </p:childTnLst>
                                </p:cTn>
                              </p:par>
                              <p:par>
                                <p:cTn id="230" presetID="42" presetClass="entr" presetSubtype="0" fill="hold" nodeType="withEffect">
                                  <p:stCondLst>
                                    <p:cond delay="0"/>
                                  </p:stCondLst>
                                  <p:childTnLst>
                                    <p:set>
                                      <p:cBhvr>
                                        <p:cTn id="231" dur="1" fill="hold">
                                          <p:stCondLst>
                                            <p:cond delay="0"/>
                                          </p:stCondLst>
                                        </p:cTn>
                                        <p:tgtEl>
                                          <p:spTgt spid="360"/>
                                        </p:tgtEl>
                                        <p:attrNameLst>
                                          <p:attrName>style.visibility</p:attrName>
                                        </p:attrNameLst>
                                      </p:cBhvr>
                                      <p:to>
                                        <p:strVal val="visible"/>
                                      </p:to>
                                    </p:set>
                                    <p:animEffect transition="in" filter="fade">
                                      <p:cBhvr>
                                        <p:cTn id="232" dur="1000"/>
                                        <p:tgtEl>
                                          <p:spTgt spid="360"/>
                                        </p:tgtEl>
                                      </p:cBhvr>
                                    </p:animEffect>
                                    <p:anim calcmode="lin" valueType="num">
                                      <p:cBhvr>
                                        <p:cTn id="233" dur="1000" fill="hold"/>
                                        <p:tgtEl>
                                          <p:spTgt spid="360"/>
                                        </p:tgtEl>
                                        <p:attrNameLst>
                                          <p:attrName>ppt_x</p:attrName>
                                        </p:attrNameLst>
                                      </p:cBhvr>
                                      <p:tavLst>
                                        <p:tav tm="0">
                                          <p:val>
                                            <p:strVal val="#ppt_x"/>
                                          </p:val>
                                        </p:tav>
                                        <p:tav tm="100000">
                                          <p:val>
                                            <p:strVal val="#ppt_x"/>
                                          </p:val>
                                        </p:tav>
                                      </p:tavLst>
                                    </p:anim>
                                    <p:anim calcmode="lin" valueType="num">
                                      <p:cBhvr>
                                        <p:cTn id="234" dur="1000" fill="hold"/>
                                        <p:tgtEl>
                                          <p:spTgt spid="360"/>
                                        </p:tgtEl>
                                        <p:attrNameLst>
                                          <p:attrName>ppt_y</p:attrName>
                                        </p:attrNameLst>
                                      </p:cBhvr>
                                      <p:tavLst>
                                        <p:tav tm="0">
                                          <p:val>
                                            <p:strVal val="#ppt_y+.1"/>
                                          </p:val>
                                        </p:tav>
                                        <p:tav tm="100000">
                                          <p:val>
                                            <p:strVal val="#ppt_y"/>
                                          </p:val>
                                        </p:tav>
                                      </p:tavLst>
                                    </p:anim>
                                  </p:childTnLst>
                                </p:cTn>
                              </p:par>
                              <p:par>
                                <p:cTn id="235" presetID="42" presetClass="entr" presetSubtype="0" fill="hold" grpId="0" nodeType="withEffect">
                                  <p:stCondLst>
                                    <p:cond delay="0"/>
                                  </p:stCondLst>
                                  <p:childTnLst>
                                    <p:set>
                                      <p:cBhvr>
                                        <p:cTn id="236" dur="1" fill="hold">
                                          <p:stCondLst>
                                            <p:cond delay="0"/>
                                          </p:stCondLst>
                                        </p:cTn>
                                        <p:tgtEl>
                                          <p:spTgt spid="361"/>
                                        </p:tgtEl>
                                        <p:attrNameLst>
                                          <p:attrName>style.visibility</p:attrName>
                                        </p:attrNameLst>
                                      </p:cBhvr>
                                      <p:to>
                                        <p:strVal val="visible"/>
                                      </p:to>
                                    </p:set>
                                    <p:animEffect transition="in" filter="fade">
                                      <p:cBhvr>
                                        <p:cTn id="237" dur="1000"/>
                                        <p:tgtEl>
                                          <p:spTgt spid="361"/>
                                        </p:tgtEl>
                                      </p:cBhvr>
                                    </p:animEffect>
                                    <p:anim calcmode="lin" valueType="num">
                                      <p:cBhvr>
                                        <p:cTn id="238" dur="1000" fill="hold"/>
                                        <p:tgtEl>
                                          <p:spTgt spid="361"/>
                                        </p:tgtEl>
                                        <p:attrNameLst>
                                          <p:attrName>ppt_x</p:attrName>
                                        </p:attrNameLst>
                                      </p:cBhvr>
                                      <p:tavLst>
                                        <p:tav tm="0">
                                          <p:val>
                                            <p:strVal val="#ppt_x"/>
                                          </p:val>
                                        </p:tav>
                                        <p:tav tm="100000">
                                          <p:val>
                                            <p:strVal val="#ppt_x"/>
                                          </p:val>
                                        </p:tav>
                                      </p:tavLst>
                                    </p:anim>
                                    <p:anim calcmode="lin" valueType="num">
                                      <p:cBhvr>
                                        <p:cTn id="239" dur="1000" fill="hold"/>
                                        <p:tgtEl>
                                          <p:spTgt spid="361"/>
                                        </p:tgtEl>
                                        <p:attrNameLst>
                                          <p:attrName>ppt_y</p:attrName>
                                        </p:attrNameLst>
                                      </p:cBhvr>
                                      <p:tavLst>
                                        <p:tav tm="0">
                                          <p:val>
                                            <p:strVal val="#ppt_y+.1"/>
                                          </p:val>
                                        </p:tav>
                                        <p:tav tm="100000">
                                          <p:val>
                                            <p:strVal val="#ppt_y"/>
                                          </p:val>
                                        </p:tav>
                                      </p:tavLst>
                                    </p:anim>
                                  </p:childTnLst>
                                </p:cTn>
                              </p:par>
                              <p:par>
                                <p:cTn id="240" presetID="42" presetClass="entr" presetSubtype="0" fill="hold" nodeType="withEffect">
                                  <p:stCondLst>
                                    <p:cond delay="0"/>
                                  </p:stCondLst>
                                  <p:childTnLst>
                                    <p:set>
                                      <p:cBhvr>
                                        <p:cTn id="241" dur="1" fill="hold">
                                          <p:stCondLst>
                                            <p:cond delay="0"/>
                                          </p:stCondLst>
                                        </p:cTn>
                                        <p:tgtEl>
                                          <p:spTgt spid="362"/>
                                        </p:tgtEl>
                                        <p:attrNameLst>
                                          <p:attrName>style.visibility</p:attrName>
                                        </p:attrNameLst>
                                      </p:cBhvr>
                                      <p:to>
                                        <p:strVal val="visible"/>
                                      </p:to>
                                    </p:set>
                                    <p:animEffect transition="in" filter="fade">
                                      <p:cBhvr>
                                        <p:cTn id="242" dur="1000"/>
                                        <p:tgtEl>
                                          <p:spTgt spid="362"/>
                                        </p:tgtEl>
                                      </p:cBhvr>
                                    </p:animEffect>
                                    <p:anim calcmode="lin" valueType="num">
                                      <p:cBhvr>
                                        <p:cTn id="243" dur="1000" fill="hold"/>
                                        <p:tgtEl>
                                          <p:spTgt spid="362"/>
                                        </p:tgtEl>
                                        <p:attrNameLst>
                                          <p:attrName>ppt_x</p:attrName>
                                        </p:attrNameLst>
                                      </p:cBhvr>
                                      <p:tavLst>
                                        <p:tav tm="0">
                                          <p:val>
                                            <p:strVal val="#ppt_x"/>
                                          </p:val>
                                        </p:tav>
                                        <p:tav tm="100000">
                                          <p:val>
                                            <p:strVal val="#ppt_x"/>
                                          </p:val>
                                        </p:tav>
                                      </p:tavLst>
                                    </p:anim>
                                    <p:anim calcmode="lin" valueType="num">
                                      <p:cBhvr>
                                        <p:cTn id="244" dur="1000" fill="hold"/>
                                        <p:tgtEl>
                                          <p:spTgt spid="362"/>
                                        </p:tgtEl>
                                        <p:attrNameLst>
                                          <p:attrName>ppt_y</p:attrName>
                                        </p:attrNameLst>
                                      </p:cBhvr>
                                      <p:tavLst>
                                        <p:tav tm="0">
                                          <p:val>
                                            <p:strVal val="#ppt_y+.1"/>
                                          </p:val>
                                        </p:tav>
                                        <p:tav tm="100000">
                                          <p:val>
                                            <p:strVal val="#ppt_y"/>
                                          </p:val>
                                        </p:tav>
                                      </p:tavLst>
                                    </p:anim>
                                  </p:childTnLst>
                                </p:cTn>
                              </p:par>
                              <p:par>
                                <p:cTn id="245" presetID="42" presetClass="entr" presetSubtype="0" fill="hold" nodeType="withEffect">
                                  <p:stCondLst>
                                    <p:cond delay="0"/>
                                  </p:stCondLst>
                                  <p:childTnLst>
                                    <p:set>
                                      <p:cBhvr>
                                        <p:cTn id="246" dur="1" fill="hold">
                                          <p:stCondLst>
                                            <p:cond delay="0"/>
                                          </p:stCondLst>
                                        </p:cTn>
                                        <p:tgtEl>
                                          <p:spTgt spid="363"/>
                                        </p:tgtEl>
                                        <p:attrNameLst>
                                          <p:attrName>style.visibility</p:attrName>
                                        </p:attrNameLst>
                                      </p:cBhvr>
                                      <p:to>
                                        <p:strVal val="visible"/>
                                      </p:to>
                                    </p:set>
                                    <p:animEffect transition="in" filter="fade">
                                      <p:cBhvr>
                                        <p:cTn id="247" dur="1000"/>
                                        <p:tgtEl>
                                          <p:spTgt spid="363"/>
                                        </p:tgtEl>
                                      </p:cBhvr>
                                    </p:animEffect>
                                    <p:anim calcmode="lin" valueType="num">
                                      <p:cBhvr>
                                        <p:cTn id="248" dur="1000" fill="hold"/>
                                        <p:tgtEl>
                                          <p:spTgt spid="363"/>
                                        </p:tgtEl>
                                        <p:attrNameLst>
                                          <p:attrName>ppt_x</p:attrName>
                                        </p:attrNameLst>
                                      </p:cBhvr>
                                      <p:tavLst>
                                        <p:tav tm="0">
                                          <p:val>
                                            <p:strVal val="#ppt_x"/>
                                          </p:val>
                                        </p:tav>
                                        <p:tav tm="100000">
                                          <p:val>
                                            <p:strVal val="#ppt_x"/>
                                          </p:val>
                                        </p:tav>
                                      </p:tavLst>
                                    </p:anim>
                                    <p:anim calcmode="lin" valueType="num">
                                      <p:cBhvr>
                                        <p:cTn id="249" dur="1000" fill="hold"/>
                                        <p:tgtEl>
                                          <p:spTgt spid="363"/>
                                        </p:tgtEl>
                                        <p:attrNameLst>
                                          <p:attrName>ppt_y</p:attrName>
                                        </p:attrNameLst>
                                      </p:cBhvr>
                                      <p:tavLst>
                                        <p:tav tm="0">
                                          <p:val>
                                            <p:strVal val="#ppt_y+.1"/>
                                          </p:val>
                                        </p:tav>
                                        <p:tav tm="100000">
                                          <p:val>
                                            <p:strVal val="#ppt_y"/>
                                          </p:val>
                                        </p:tav>
                                      </p:tavLst>
                                    </p:anim>
                                  </p:childTnLst>
                                </p:cTn>
                              </p:par>
                              <p:par>
                                <p:cTn id="250" presetID="42" presetClass="entr" presetSubtype="0" fill="hold" nodeType="withEffect">
                                  <p:stCondLst>
                                    <p:cond delay="0"/>
                                  </p:stCondLst>
                                  <p:childTnLst>
                                    <p:set>
                                      <p:cBhvr>
                                        <p:cTn id="251" dur="1" fill="hold">
                                          <p:stCondLst>
                                            <p:cond delay="0"/>
                                          </p:stCondLst>
                                        </p:cTn>
                                        <p:tgtEl>
                                          <p:spTgt spid="364"/>
                                        </p:tgtEl>
                                        <p:attrNameLst>
                                          <p:attrName>style.visibility</p:attrName>
                                        </p:attrNameLst>
                                      </p:cBhvr>
                                      <p:to>
                                        <p:strVal val="visible"/>
                                      </p:to>
                                    </p:set>
                                    <p:animEffect transition="in" filter="fade">
                                      <p:cBhvr>
                                        <p:cTn id="252" dur="1000"/>
                                        <p:tgtEl>
                                          <p:spTgt spid="364"/>
                                        </p:tgtEl>
                                      </p:cBhvr>
                                    </p:animEffect>
                                    <p:anim calcmode="lin" valueType="num">
                                      <p:cBhvr>
                                        <p:cTn id="253" dur="1000" fill="hold"/>
                                        <p:tgtEl>
                                          <p:spTgt spid="364"/>
                                        </p:tgtEl>
                                        <p:attrNameLst>
                                          <p:attrName>ppt_x</p:attrName>
                                        </p:attrNameLst>
                                      </p:cBhvr>
                                      <p:tavLst>
                                        <p:tav tm="0">
                                          <p:val>
                                            <p:strVal val="#ppt_x"/>
                                          </p:val>
                                        </p:tav>
                                        <p:tav tm="100000">
                                          <p:val>
                                            <p:strVal val="#ppt_x"/>
                                          </p:val>
                                        </p:tav>
                                      </p:tavLst>
                                    </p:anim>
                                    <p:anim calcmode="lin" valueType="num">
                                      <p:cBhvr>
                                        <p:cTn id="254" dur="1000" fill="hold"/>
                                        <p:tgtEl>
                                          <p:spTgt spid="364"/>
                                        </p:tgtEl>
                                        <p:attrNameLst>
                                          <p:attrName>ppt_y</p:attrName>
                                        </p:attrNameLst>
                                      </p:cBhvr>
                                      <p:tavLst>
                                        <p:tav tm="0">
                                          <p:val>
                                            <p:strVal val="#ppt_y+.1"/>
                                          </p:val>
                                        </p:tav>
                                        <p:tav tm="100000">
                                          <p:val>
                                            <p:strVal val="#ppt_y"/>
                                          </p:val>
                                        </p:tav>
                                      </p:tavLst>
                                    </p:anim>
                                  </p:childTnLst>
                                </p:cTn>
                              </p:par>
                              <p:par>
                                <p:cTn id="255" presetID="42" presetClass="entr" presetSubtype="0" fill="hold" grpId="0" nodeType="withEffect">
                                  <p:stCondLst>
                                    <p:cond delay="0"/>
                                  </p:stCondLst>
                                  <p:childTnLst>
                                    <p:set>
                                      <p:cBhvr>
                                        <p:cTn id="256" dur="1" fill="hold">
                                          <p:stCondLst>
                                            <p:cond delay="0"/>
                                          </p:stCondLst>
                                        </p:cTn>
                                        <p:tgtEl>
                                          <p:spTgt spid="365"/>
                                        </p:tgtEl>
                                        <p:attrNameLst>
                                          <p:attrName>style.visibility</p:attrName>
                                        </p:attrNameLst>
                                      </p:cBhvr>
                                      <p:to>
                                        <p:strVal val="visible"/>
                                      </p:to>
                                    </p:set>
                                    <p:animEffect transition="in" filter="fade">
                                      <p:cBhvr>
                                        <p:cTn id="257" dur="1000"/>
                                        <p:tgtEl>
                                          <p:spTgt spid="365"/>
                                        </p:tgtEl>
                                      </p:cBhvr>
                                    </p:animEffect>
                                    <p:anim calcmode="lin" valueType="num">
                                      <p:cBhvr>
                                        <p:cTn id="258" dur="1000" fill="hold"/>
                                        <p:tgtEl>
                                          <p:spTgt spid="365"/>
                                        </p:tgtEl>
                                        <p:attrNameLst>
                                          <p:attrName>ppt_x</p:attrName>
                                        </p:attrNameLst>
                                      </p:cBhvr>
                                      <p:tavLst>
                                        <p:tav tm="0">
                                          <p:val>
                                            <p:strVal val="#ppt_x"/>
                                          </p:val>
                                        </p:tav>
                                        <p:tav tm="100000">
                                          <p:val>
                                            <p:strVal val="#ppt_x"/>
                                          </p:val>
                                        </p:tav>
                                      </p:tavLst>
                                    </p:anim>
                                    <p:anim calcmode="lin" valueType="num">
                                      <p:cBhvr>
                                        <p:cTn id="259" dur="1000" fill="hold"/>
                                        <p:tgtEl>
                                          <p:spTgt spid="365"/>
                                        </p:tgtEl>
                                        <p:attrNameLst>
                                          <p:attrName>ppt_y</p:attrName>
                                        </p:attrNameLst>
                                      </p:cBhvr>
                                      <p:tavLst>
                                        <p:tav tm="0">
                                          <p:val>
                                            <p:strVal val="#ppt_y+.1"/>
                                          </p:val>
                                        </p:tav>
                                        <p:tav tm="100000">
                                          <p:val>
                                            <p:strVal val="#ppt_y"/>
                                          </p:val>
                                        </p:tav>
                                      </p:tavLst>
                                    </p:anim>
                                  </p:childTnLst>
                                </p:cTn>
                              </p:par>
                              <p:par>
                                <p:cTn id="260" presetID="42" presetClass="entr" presetSubtype="0" fill="hold" nodeType="withEffect">
                                  <p:stCondLst>
                                    <p:cond delay="0"/>
                                  </p:stCondLst>
                                  <p:childTnLst>
                                    <p:set>
                                      <p:cBhvr>
                                        <p:cTn id="261" dur="1" fill="hold">
                                          <p:stCondLst>
                                            <p:cond delay="0"/>
                                          </p:stCondLst>
                                        </p:cTn>
                                        <p:tgtEl>
                                          <p:spTgt spid="366"/>
                                        </p:tgtEl>
                                        <p:attrNameLst>
                                          <p:attrName>style.visibility</p:attrName>
                                        </p:attrNameLst>
                                      </p:cBhvr>
                                      <p:to>
                                        <p:strVal val="visible"/>
                                      </p:to>
                                    </p:set>
                                    <p:animEffect transition="in" filter="fade">
                                      <p:cBhvr>
                                        <p:cTn id="262" dur="1000"/>
                                        <p:tgtEl>
                                          <p:spTgt spid="366"/>
                                        </p:tgtEl>
                                      </p:cBhvr>
                                    </p:animEffect>
                                    <p:anim calcmode="lin" valueType="num">
                                      <p:cBhvr>
                                        <p:cTn id="263" dur="1000" fill="hold"/>
                                        <p:tgtEl>
                                          <p:spTgt spid="366"/>
                                        </p:tgtEl>
                                        <p:attrNameLst>
                                          <p:attrName>ppt_x</p:attrName>
                                        </p:attrNameLst>
                                      </p:cBhvr>
                                      <p:tavLst>
                                        <p:tav tm="0">
                                          <p:val>
                                            <p:strVal val="#ppt_x"/>
                                          </p:val>
                                        </p:tav>
                                        <p:tav tm="100000">
                                          <p:val>
                                            <p:strVal val="#ppt_x"/>
                                          </p:val>
                                        </p:tav>
                                      </p:tavLst>
                                    </p:anim>
                                    <p:anim calcmode="lin" valueType="num">
                                      <p:cBhvr>
                                        <p:cTn id="264" dur="1000" fill="hold"/>
                                        <p:tgtEl>
                                          <p:spTgt spid="366"/>
                                        </p:tgtEl>
                                        <p:attrNameLst>
                                          <p:attrName>ppt_y</p:attrName>
                                        </p:attrNameLst>
                                      </p:cBhvr>
                                      <p:tavLst>
                                        <p:tav tm="0">
                                          <p:val>
                                            <p:strVal val="#ppt_y+.1"/>
                                          </p:val>
                                        </p:tav>
                                        <p:tav tm="100000">
                                          <p:val>
                                            <p:strVal val="#ppt_y"/>
                                          </p:val>
                                        </p:tav>
                                      </p:tavLst>
                                    </p:anim>
                                  </p:childTnLst>
                                </p:cTn>
                              </p:par>
                              <p:par>
                                <p:cTn id="265" presetID="42" presetClass="entr" presetSubtype="0" fill="hold" nodeType="withEffect">
                                  <p:stCondLst>
                                    <p:cond delay="0"/>
                                  </p:stCondLst>
                                  <p:childTnLst>
                                    <p:set>
                                      <p:cBhvr>
                                        <p:cTn id="266" dur="1" fill="hold">
                                          <p:stCondLst>
                                            <p:cond delay="0"/>
                                          </p:stCondLst>
                                        </p:cTn>
                                        <p:tgtEl>
                                          <p:spTgt spid="367"/>
                                        </p:tgtEl>
                                        <p:attrNameLst>
                                          <p:attrName>style.visibility</p:attrName>
                                        </p:attrNameLst>
                                      </p:cBhvr>
                                      <p:to>
                                        <p:strVal val="visible"/>
                                      </p:to>
                                    </p:set>
                                    <p:animEffect transition="in" filter="fade">
                                      <p:cBhvr>
                                        <p:cTn id="267" dur="1000"/>
                                        <p:tgtEl>
                                          <p:spTgt spid="367"/>
                                        </p:tgtEl>
                                      </p:cBhvr>
                                    </p:animEffect>
                                    <p:anim calcmode="lin" valueType="num">
                                      <p:cBhvr>
                                        <p:cTn id="268" dur="1000" fill="hold"/>
                                        <p:tgtEl>
                                          <p:spTgt spid="367"/>
                                        </p:tgtEl>
                                        <p:attrNameLst>
                                          <p:attrName>ppt_x</p:attrName>
                                        </p:attrNameLst>
                                      </p:cBhvr>
                                      <p:tavLst>
                                        <p:tav tm="0">
                                          <p:val>
                                            <p:strVal val="#ppt_x"/>
                                          </p:val>
                                        </p:tav>
                                        <p:tav tm="100000">
                                          <p:val>
                                            <p:strVal val="#ppt_x"/>
                                          </p:val>
                                        </p:tav>
                                      </p:tavLst>
                                    </p:anim>
                                    <p:anim calcmode="lin" valueType="num">
                                      <p:cBhvr>
                                        <p:cTn id="269" dur="1000" fill="hold"/>
                                        <p:tgtEl>
                                          <p:spTgt spid="367"/>
                                        </p:tgtEl>
                                        <p:attrNameLst>
                                          <p:attrName>ppt_y</p:attrName>
                                        </p:attrNameLst>
                                      </p:cBhvr>
                                      <p:tavLst>
                                        <p:tav tm="0">
                                          <p:val>
                                            <p:strVal val="#ppt_y+.1"/>
                                          </p:val>
                                        </p:tav>
                                        <p:tav tm="100000">
                                          <p:val>
                                            <p:strVal val="#ppt_y"/>
                                          </p:val>
                                        </p:tav>
                                      </p:tavLst>
                                    </p:anim>
                                  </p:childTnLst>
                                </p:cTn>
                              </p:par>
                            </p:childTnLst>
                          </p:cTn>
                        </p:par>
                      </p:childTnLst>
                    </p:cTn>
                  </p:par>
                  <p:par>
                    <p:cTn id="270" fill="hold">
                      <p:stCondLst>
                        <p:cond delay="indefinite"/>
                      </p:stCondLst>
                      <p:childTnLst>
                        <p:par>
                          <p:cTn id="271" fill="hold">
                            <p:stCondLst>
                              <p:cond delay="0"/>
                            </p:stCondLst>
                            <p:childTnLst>
                              <p:par>
                                <p:cTn id="272" presetID="42" presetClass="entr" presetSubtype="0" fill="hold" grpId="0" nodeType="clickEffect">
                                  <p:stCondLst>
                                    <p:cond delay="0"/>
                                  </p:stCondLst>
                                  <p:childTnLst>
                                    <p:set>
                                      <p:cBhvr>
                                        <p:cTn id="273" dur="1" fill="hold">
                                          <p:stCondLst>
                                            <p:cond delay="0"/>
                                          </p:stCondLst>
                                        </p:cTn>
                                        <p:tgtEl>
                                          <p:spTgt spid="368"/>
                                        </p:tgtEl>
                                        <p:attrNameLst>
                                          <p:attrName>style.visibility</p:attrName>
                                        </p:attrNameLst>
                                      </p:cBhvr>
                                      <p:to>
                                        <p:strVal val="visible"/>
                                      </p:to>
                                    </p:set>
                                    <p:animEffect transition="in" filter="fade">
                                      <p:cBhvr>
                                        <p:cTn id="274" dur="1000"/>
                                        <p:tgtEl>
                                          <p:spTgt spid="368"/>
                                        </p:tgtEl>
                                      </p:cBhvr>
                                    </p:animEffect>
                                    <p:anim calcmode="lin" valueType="num">
                                      <p:cBhvr>
                                        <p:cTn id="275" dur="1000" fill="hold"/>
                                        <p:tgtEl>
                                          <p:spTgt spid="368"/>
                                        </p:tgtEl>
                                        <p:attrNameLst>
                                          <p:attrName>ppt_x</p:attrName>
                                        </p:attrNameLst>
                                      </p:cBhvr>
                                      <p:tavLst>
                                        <p:tav tm="0">
                                          <p:val>
                                            <p:strVal val="#ppt_x"/>
                                          </p:val>
                                        </p:tav>
                                        <p:tav tm="100000">
                                          <p:val>
                                            <p:strVal val="#ppt_x"/>
                                          </p:val>
                                        </p:tav>
                                      </p:tavLst>
                                    </p:anim>
                                    <p:anim calcmode="lin" valueType="num">
                                      <p:cBhvr>
                                        <p:cTn id="276" dur="1000" fill="hold"/>
                                        <p:tgtEl>
                                          <p:spTgt spid="368"/>
                                        </p:tgtEl>
                                        <p:attrNameLst>
                                          <p:attrName>ppt_y</p:attrName>
                                        </p:attrNameLst>
                                      </p:cBhvr>
                                      <p:tavLst>
                                        <p:tav tm="0">
                                          <p:val>
                                            <p:strVal val="#ppt_y+.1"/>
                                          </p:val>
                                        </p:tav>
                                        <p:tav tm="100000">
                                          <p:val>
                                            <p:strVal val="#ppt_y"/>
                                          </p:val>
                                        </p:tav>
                                      </p:tavLst>
                                    </p:anim>
                                  </p:childTnLst>
                                </p:cTn>
                              </p:par>
                              <p:par>
                                <p:cTn id="277" presetID="42" presetClass="entr" presetSubtype="0" fill="hold" grpId="0" nodeType="withEffect">
                                  <p:stCondLst>
                                    <p:cond delay="0"/>
                                  </p:stCondLst>
                                  <p:childTnLst>
                                    <p:set>
                                      <p:cBhvr>
                                        <p:cTn id="278" dur="1" fill="hold">
                                          <p:stCondLst>
                                            <p:cond delay="0"/>
                                          </p:stCondLst>
                                        </p:cTn>
                                        <p:tgtEl>
                                          <p:spTgt spid="369"/>
                                        </p:tgtEl>
                                        <p:attrNameLst>
                                          <p:attrName>style.visibility</p:attrName>
                                        </p:attrNameLst>
                                      </p:cBhvr>
                                      <p:to>
                                        <p:strVal val="visible"/>
                                      </p:to>
                                    </p:set>
                                    <p:animEffect transition="in" filter="fade">
                                      <p:cBhvr>
                                        <p:cTn id="279" dur="1000"/>
                                        <p:tgtEl>
                                          <p:spTgt spid="369"/>
                                        </p:tgtEl>
                                      </p:cBhvr>
                                    </p:animEffect>
                                    <p:anim calcmode="lin" valueType="num">
                                      <p:cBhvr>
                                        <p:cTn id="280" dur="1000" fill="hold"/>
                                        <p:tgtEl>
                                          <p:spTgt spid="369"/>
                                        </p:tgtEl>
                                        <p:attrNameLst>
                                          <p:attrName>ppt_x</p:attrName>
                                        </p:attrNameLst>
                                      </p:cBhvr>
                                      <p:tavLst>
                                        <p:tav tm="0">
                                          <p:val>
                                            <p:strVal val="#ppt_x"/>
                                          </p:val>
                                        </p:tav>
                                        <p:tav tm="100000">
                                          <p:val>
                                            <p:strVal val="#ppt_x"/>
                                          </p:val>
                                        </p:tav>
                                      </p:tavLst>
                                    </p:anim>
                                    <p:anim calcmode="lin" valueType="num">
                                      <p:cBhvr>
                                        <p:cTn id="281" dur="1000" fill="hold"/>
                                        <p:tgtEl>
                                          <p:spTgt spid="369"/>
                                        </p:tgtEl>
                                        <p:attrNameLst>
                                          <p:attrName>ppt_y</p:attrName>
                                        </p:attrNameLst>
                                      </p:cBhvr>
                                      <p:tavLst>
                                        <p:tav tm="0">
                                          <p:val>
                                            <p:strVal val="#ppt_y+.1"/>
                                          </p:val>
                                        </p:tav>
                                        <p:tav tm="100000">
                                          <p:val>
                                            <p:strVal val="#ppt_y"/>
                                          </p:val>
                                        </p:tav>
                                      </p:tavLst>
                                    </p:anim>
                                  </p:childTnLst>
                                </p:cTn>
                              </p:par>
                              <p:par>
                                <p:cTn id="282" presetID="42" presetClass="entr" presetSubtype="0" fill="hold" nodeType="withEffect">
                                  <p:stCondLst>
                                    <p:cond delay="0"/>
                                  </p:stCondLst>
                                  <p:childTnLst>
                                    <p:set>
                                      <p:cBhvr>
                                        <p:cTn id="283" dur="1" fill="hold">
                                          <p:stCondLst>
                                            <p:cond delay="0"/>
                                          </p:stCondLst>
                                        </p:cTn>
                                        <p:tgtEl>
                                          <p:spTgt spid="370"/>
                                        </p:tgtEl>
                                        <p:attrNameLst>
                                          <p:attrName>style.visibility</p:attrName>
                                        </p:attrNameLst>
                                      </p:cBhvr>
                                      <p:to>
                                        <p:strVal val="visible"/>
                                      </p:to>
                                    </p:set>
                                    <p:animEffect transition="in" filter="fade">
                                      <p:cBhvr>
                                        <p:cTn id="284" dur="1000"/>
                                        <p:tgtEl>
                                          <p:spTgt spid="370"/>
                                        </p:tgtEl>
                                      </p:cBhvr>
                                    </p:animEffect>
                                    <p:anim calcmode="lin" valueType="num">
                                      <p:cBhvr>
                                        <p:cTn id="285" dur="1000" fill="hold"/>
                                        <p:tgtEl>
                                          <p:spTgt spid="370"/>
                                        </p:tgtEl>
                                        <p:attrNameLst>
                                          <p:attrName>ppt_x</p:attrName>
                                        </p:attrNameLst>
                                      </p:cBhvr>
                                      <p:tavLst>
                                        <p:tav tm="0">
                                          <p:val>
                                            <p:strVal val="#ppt_x"/>
                                          </p:val>
                                        </p:tav>
                                        <p:tav tm="100000">
                                          <p:val>
                                            <p:strVal val="#ppt_x"/>
                                          </p:val>
                                        </p:tav>
                                      </p:tavLst>
                                    </p:anim>
                                    <p:anim calcmode="lin" valueType="num">
                                      <p:cBhvr>
                                        <p:cTn id="286" dur="1000" fill="hold"/>
                                        <p:tgtEl>
                                          <p:spTgt spid="370"/>
                                        </p:tgtEl>
                                        <p:attrNameLst>
                                          <p:attrName>ppt_y</p:attrName>
                                        </p:attrNameLst>
                                      </p:cBhvr>
                                      <p:tavLst>
                                        <p:tav tm="0">
                                          <p:val>
                                            <p:strVal val="#ppt_y+.1"/>
                                          </p:val>
                                        </p:tav>
                                        <p:tav tm="100000">
                                          <p:val>
                                            <p:strVal val="#ppt_y"/>
                                          </p:val>
                                        </p:tav>
                                      </p:tavLst>
                                    </p:anim>
                                  </p:childTnLst>
                                </p:cTn>
                              </p:par>
                              <p:par>
                                <p:cTn id="287" presetID="42" presetClass="entr" presetSubtype="0" fill="hold" nodeType="withEffect">
                                  <p:stCondLst>
                                    <p:cond delay="0"/>
                                  </p:stCondLst>
                                  <p:childTnLst>
                                    <p:set>
                                      <p:cBhvr>
                                        <p:cTn id="288" dur="1" fill="hold">
                                          <p:stCondLst>
                                            <p:cond delay="0"/>
                                          </p:stCondLst>
                                        </p:cTn>
                                        <p:tgtEl>
                                          <p:spTgt spid="371"/>
                                        </p:tgtEl>
                                        <p:attrNameLst>
                                          <p:attrName>style.visibility</p:attrName>
                                        </p:attrNameLst>
                                      </p:cBhvr>
                                      <p:to>
                                        <p:strVal val="visible"/>
                                      </p:to>
                                    </p:set>
                                    <p:animEffect transition="in" filter="fade">
                                      <p:cBhvr>
                                        <p:cTn id="289" dur="1000"/>
                                        <p:tgtEl>
                                          <p:spTgt spid="371"/>
                                        </p:tgtEl>
                                      </p:cBhvr>
                                    </p:animEffect>
                                    <p:anim calcmode="lin" valueType="num">
                                      <p:cBhvr>
                                        <p:cTn id="290" dur="1000" fill="hold"/>
                                        <p:tgtEl>
                                          <p:spTgt spid="371"/>
                                        </p:tgtEl>
                                        <p:attrNameLst>
                                          <p:attrName>ppt_x</p:attrName>
                                        </p:attrNameLst>
                                      </p:cBhvr>
                                      <p:tavLst>
                                        <p:tav tm="0">
                                          <p:val>
                                            <p:strVal val="#ppt_x"/>
                                          </p:val>
                                        </p:tav>
                                        <p:tav tm="100000">
                                          <p:val>
                                            <p:strVal val="#ppt_x"/>
                                          </p:val>
                                        </p:tav>
                                      </p:tavLst>
                                    </p:anim>
                                    <p:anim calcmode="lin" valueType="num">
                                      <p:cBhvr>
                                        <p:cTn id="291" dur="1000" fill="hold"/>
                                        <p:tgtEl>
                                          <p:spTgt spid="371"/>
                                        </p:tgtEl>
                                        <p:attrNameLst>
                                          <p:attrName>ppt_y</p:attrName>
                                        </p:attrNameLst>
                                      </p:cBhvr>
                                      <p:tavLst>
                                        <p:tav tm="0">
                                          <p:val>
                                            <p:strVal val="#ppt_y+.1"/>
                                          </p:val>
                                        </p:tav>
                                        <p:tav tm="100000">
                                          <p:val>
                                            <p:strVal val="#ppt_y"/>
                                          </p:val>
                                        </p:tav>
                                      </p:tavLst>
                                    </p:anim>
                                  </p:childTnLst>
                                </p:cTn>
                              </p:par>
                              <p:par>
                                <p:cTn id="292" presetID="42" presetClass="entr" presetSubtype="0" fill="hold" grpId="0" nodeType="withEffect">
                                  <p:stCondLst>
                                    <p:cond delay="0"/>
                                  </p:stCondLst>
                                  <p:childTnLst>
                                    <p:set>
                                      <p:cBhvr>
                                        <p:cTn id="293" dur="1" fill="hold">
                                          <p:stCondLst>
                                            <p:cond delay="0"/>
                                          </p:stCondLst>
                                        </p:cTn>
                                        <p:tgtEl>
                                          <p:spTgt spid="372"/>
                                        </p:tgtEl>
                                        <p:attrNameLst>
                                          <p:attrName>style.visibility</p:attrName>
                                        </p:attrNameLst>
                                      </p:cBhvr>
                                      <p:to>
                                        <p:strVal val="visible"/>
                                      </p:to>
                                    </p:set>
                                    <p:animEffect transition="in" filter="fade">
                                      <p:cBhvr>
                                        <p:cTn id="294" dur="1000"/>
                                        <p:tgtEl>
                                          <p:spTgt spid="372"/>
                                        </p:tgtEl>
                                      </p:cBhvr>
                                    </p:animEffect>
                                    <p:anim calcmode="lin" valueType="num">
                                      <p:cBhvr>
                                        <p:cTn id="295" dur="1000" fill="hold"/>
                                        <p:tgtEl>
                                          <p:spTgt spid="372"/>
                                        </p:tgtEl>
                                        <p:attrNameLst>
                                          <p:attrName>ppt_x</p:attrName>
                                        </p:attrNameLst>
                                      </p:cBhvr>
                                      <p:tavLst>
                                        <p:tav tm="0">
                                          <p:val>
                                            <p:strVal val="#ppt_x"/>
                                          </p:val>
                                        </p:tav>
                                        <p:tav tm="100000">
                                          <p:val>
                                            <p:strVal val="#ppt_x"/>
                                          </p:val>
                                        </p:tav>
                                      </p:tavLst>
                                    </p:anim>
                                    <p:anim calcmode="lin" valueType="num">
                                      <p:cBhvr>
                                        <p:cTn id="296" dur="1000" fill="hold"/>
                                        <p:tgtEl>
                                          <p:spTgt spid="372"/>
                                        </p:tgtEl>
                                        <p:attrNameLst>
                                          <p:attrName>ppt_y</p:attrName>
                                        </p:attrNameLst>
                                      </p:cBhvr>
                                      <p:tavLst>
                                        <p:tav tm="0">
                                          <p:val>
                                            <p:strVal val="#ppt_y+.1"/>
                                          </p:val>
                                        </p:tav>
                                        <p:tav tm="100000">
                                          <p:val>
                                            <p:strVal val="#ppt_y"/>
                                          </p:val>
                                        </p:tav>
                                      </p:tavLst>
                                    </p:anim>
                                  </p:childTnLst>
                                </p:cTn>
                              </p:par>
                              <p:par>
                                <p:cTn id="297" presetID="42" presetClass="entr" presetSubtype="0" fill="hold" nodeType="withEffect">
                                  <p:stCondLst>
                                    <p:cond delay="0"/>
                                  </p:stCondLst>
                                  <p:childTnLst>
                                    <p:set>
                                      <p:cBhvr>
                                        <p:cTn id="298" dur="1" fill="hold">
                                          <p:stCondLst>
                                            <p:cond delay="0"/>
                                          </p:stCondLst>
                                        </p:cTn>
                                        <p:tgtEl>
                                          <p:spTgt spid="373"/>
                                        </p:tgtEl>
                                        <p:attrNameLst>
                                          <p:attrName>style.visibility</p:attrName>
                                        </p:attrNameLst>
                                      </p:cBhvr>
                                      <p:to>
                                        <p:strVal val="visible"/>
                                      </p:to>
                                    </p:set>
                                    <p:animEffect transition="in" filter="fade">
                                      <p:cBhvr>
                                        <p:cTn id="299" dur="1000"/>
                                        <p:tgtEl>
                                          <p:spTgt spid="373"/>
                                        </p:tgtEl>
                                      </p:cBhvr>
                                    </p:animEffect>
                                    <p:anim calcmode="lin" valueType="num">
                                      <p:cBhvr>
                                        <p:cTn id="300" dur="1000" fill="hold"/>
                                        <p:tgtEl>
                                          <p:spTgt spid="373"/>
                                        </p:tgtEl>
                                        <p:attrNameLst>
                                          <p:attrName>ppt_x</p:attrName>
                                        </p:attrNameLst>
                                      </p:cBhvr>
                                      <p:tavLst>
                                        <p:tav tm="0">
                                          <p:val>
                                            <p:strVal val="#ppt_x"/>
                                          </p:val>
                                        </p:tav>
                                        <p:tav tm="100000">
                                          <p:val>
                                            <p:strVal val="#ppt_x"/>
                                          </p:val>
                                        </p:tav>
                                      </p:tavLst>
                                    </p:anim>
                                    <p:anim calcmode="lin" valueType="num">
                                      <p:cBhvr>
                                        <p:cTn id="301" dur="1000" fill="hold"/>
                                        <p:tgtEl>
                                          <p:spTgt spid="373"/>
                                        </p:tgtEl>
                                        <p:attrNameLst>
                                          <p:attrName>ppt_y</p:attrName>
                                        </p:attrNameLst>
                                      </p:cBhvr>
                                      <p:tavLst>
                                        <p:tav tm="0">
                                          <p:val>
                                            <p:strVal val="#ppt_y+.1"/>
                                          </p:val>
                                        </p:tav>
                                        <p:tav tm="100000">
                                          <p:val>
                                            <p:strVal val="#ppt_y"/>
                                          </p:val>
                                        </p:tav>
                                      </p:tavLst>
                                    </p:anim>
                                  </p:childTnLst>
                                </p:cTn>
                              </p:par>
                              <p:par>
                                <p:cTn id="302" presetID="42" presetClass="entr" presetSubtype="0" fill="hold" grpId="0" nodeType="withEffect">
                                  <p:stCondLst>
                                    <p:cond delay="0"/>
                                  </p:stCondLst>
                                  <p:childTnLst>
                                    <p:set>
                                      <p:cBhvr>
                                        <p:cTn id="303" dur="1" fill="hold">
                                          <p:stCondLst>
                                            <p:cond delay="0"/>
                                          </p:stCondLst>
                                        </p:cTn>
                                        <p:tgtEl>
                                          <p:spTgt spid="374"/>
                                        </p:tgtEl>
                                        <p:attrNameLst>
                                          <p:attrName>style.visibility</p:attrName>
                                        </p:attrNameLst>
                                      </p:cBhvr>
                                      <p:to>
                                        <p:strVal val="visible"/>
                                      </p:to>
                                    </p:set>
                                    <p:animEffect transition="in" filter="fade">
                                      <p:cBhvr>
                                        <p:cTn id="304" dur="1000"/>
                                        <p:tgtEl>
                                          <p:spTgt spid="374"/>
                                        </p:tgtEl>
                                      </p:cBhvr>
                                    </p:animEffect>
                                    <p:anim calcmode="lin" valueType="num">
                                      <p:cBhvr>
                                        <p:cTn id="305" dur="1000" fill="hold"/>
                                        <p:tgtEl>
                                          <p:spTgt spid="374"/>
                                        </p:tgtEl>
                                        <p:attrNameLst>
                                          <p:attrName>ppt_x</p:attrName>
                                        </p:attrNameLst>
                                      </p:cBhvr>
                                      <p:tavLst>
                                        <p:tav tm="0">
                                          <p:val>
                                            <p:strVal val="#ppt_x"/>
                                          </p:val>
                                        </p:tav>
                                        <p:tav tm="100000">
                                          <p:val>
                                            <p:strVal val="#ppt_x"/>
                                          </p:val>
                                        </p:tav>
                                      </p:tavLst>
                                    </p:anim>
                                    <p:anim calcmode="lin" valueType="num">
                                      <p:cBhvr>
                                        <p:cTn id="306" dur="1000" fill="hold"/>
                                        <p:tgtEl>
                                          <p:spTgt spid="374"/>
                                        </p:tgtEl>
                                        <p:attrNameLst>
                                          <p:attrName>ppt_y</p:attrName>
                                        </p:attrNameLst>
                                      </p:cBhvr>
                                      <p:tavLst>
                                        <p:tav tm="0">
                                          <p:val>
                                            <p:strVal val="#ppt_y+.1"/>
                                          </p:val>
                                        </p:tav>
                                        <p:tav tm="100000">
                                          <p:val>
                                            <p:strVal val="#ppt_y"/>
                                          </p:val>
                                        </p:tav>
                                      </p:tavLst>
                                    </p:anim>
                                  </p:childTnLst>
                                </p:cTn>
                              </p:par>
                            </p:childTnLst>
                          </p:cTn>
                        </p:par>
                      </p:childTnLst>
                    </p:cTn>
                  </p:par>
                  <p:par>
                    <p:cTn id="307" fill="hold">
                      <p:stCondLst>
                        <p:cond delay="indefinite"/>
                      </p:stCondLst>
                      <p:childTnLst>
                        <p:par>
                          <p:cTn id="308" fill="hold">
                            <p:stCondLst>
                              <p:cond delay="0"/>
                            </p:stCondLst>
                            <p:childTnLst>
                              <p:par>
                                <p:cTn id="309" presetID="2" presetClass="entr" presetSubtype="4" fill="hold" grpId="0" nodeType="clickEffect">
                                  <p:stCondLst>
                                    <p:cond delay="0"/>
                                  </p:stCondLst>
                                  <p:childTnLst>
                                    <p:set>
                                      <p:cBhvr>
                                        <p:cTn id="310" dur="1" fill="hold">
                                          <p:stCondLst>
                                            <p:cond delay="0"/>
                                          </p:stCondLst>
                                        </p:cTn>
                                        <p:tgtEl>
                                          <p:spTgt spid="375"/>
                                        </p:tgtEl>
                                        <p:attrNameLst>
                                          <p:attrName>style.visibility</p:attrName>
                                        </p:attrNameLst>
                                      </p:cBhvr>
                                      <p:to>
                                        <p:strVal val="visible"/>
                                      </p:to>
                                    </p:set>
                                    <p:anim calcmode="lin" valueType="num">
                                      <p:cBhvr additive="base">
                                        <p:cTn id="311" dur="500" fill="hold"/>
                                        <p:tgtEl>
                                          <p:spTgt spid="375"/>
                                        </p:tgtEl>
                                        <p:attrNameLst>
                                          <p:attrName>ppt_x</p:attrName>
                                        </p:attrNameLst>
                                      </p:cBhvr>
                                      <p:tavLst>
                                        <p:tav tm="0">
                                          <p:val>
                                            <p:strVal val="#ppt_x"/>
                                          </p:val>
                                        </p:tav>
                                        <p:tav tm="100000">
                                          <p:val>
                                            <p:strVal val="#ppt_x"/>
                                          </p:val>
                                        </p:tav>
                                      </p:tavLst>
                                    </p:anim>
                                    <p:anim calcmode="lin" valueType="num">
                                      <p:cBhvr additive="base">
                                        <p:cTn id="312" dur="500" fill="hold"/>
                                        <p:tgtEl>
                                          <p:spTgt spid="375"/>
                                        </p:tgtEl>
                                        <p:attrNameLst>
                                          <p:attrName>ppt_y</p:attrName>
                                        </p:attrNameLst>
                                      </p:cBhvr>
                                      <p:tavLst>
                                        <p:tav tm="0">
                                          <p:val>
                                            <p:strVal val="1+#ppt_h/2"/>
                                          </p:val>
                                        </p:tav>
                                        <p:tav tm="100000">
                                          <p:val>
                                            <p:strVal val="#ppt_y"/>
                                          </p:val>
                                        </p:tav>
                                      </p:tavLst>
                                    </p:anim>
                                  </p:childTnLst>
                                </p:cTn>
                              </p:par>
                              <p:par>
                                <p:cTn id="313" presetID="2" presetClass="entr" presetSubtype="4" fill="hold" nodeType="withEffect">
                                  <p:stCondLst>
                                    <p:cond delay="0"/>
                                  </p:stCondLst>
                                  <p:childTnLst>
                                    <p:set>
                                      <p:cBhvr>
                                        <p:cTn id="314" dur="1" fill="hold">
                                          <p:stCondLst>
                                            <p:cond delay="0"/>
                                          </p:stCondLst>
                                        </p:cTn>
                                        <p:tgtEl>
                                          <p:spTgt spid="376"/>
                                        </p:tgtEl>
                                        <p:attrNameLst>
                                          <p:attrName>style.visibility</p:attrName>
                                        </p:attrNameLst>
                                      </p:cBhvr>
                                      <p:to>
                                        <p:strVal val="visible"/>
                                      </p:to>
                                    </p:set>
                                    <p:anim calcmode="lin" valueType="num">
                                      <p:cBhvr additive="base">
                                        <p:cTn id="315" dur="500" fill="hold"/>
                                        <p:tgtEl>
                                          <p:spTgt spid="376"/>
                                        </p:tgtEl>
                                        <p:attrNameLst>
                                          <p:attrName>ppt_x</p:attrName>
                                        </p:attrNameLst>
                                      </p:cBhvr>
                                      <p:tavLst>
                                        <p:tav tm="0">
                                          <p:val>
                                            <p:strVal val="#ppt_x"/>
                                          </p:val>
                                        </p:tav>
                                        <p:tav tm="100000">
                                          <p:val>
                                            <p:strVal val="#ppt_x"/>
                                          </p:val>
                                        </p:tav>
                                      </p:tavLst>
                                    </p:anim>
                                    <p:anim calcmode="lin" valueType="num">
                                      <p:cBhvr additive="base">
                                        <p:cTn id="316" dur="500" fill="hold"/>
                                        <p:tgtEl>
                                          <p:spTgt spid="376"/>
                                        </p:tgtEl>
                                        <p:attrNameLst>
                                          <p:attrName>ppt_y</p:attrName>
                                        </p:attrNameLst>
                                      </p:cBhvr>
                                      <p:tavLst>
                                        <p:tav tm="0">
                                          <p:val>
                                            <p:strVal val="1+#ppt_h/2"/>
                                          </p:val>
                                        </p:tav>
                                        <p:tav tm="100000">
                                          <p:val>
                                            <p:strVal val="#ppt_y"/>
                                          </p:val>
                                        </p:tav>
                                      </p:tavLst>
                                    </p:anim>
                                  </p:childTnLst>
                                </p:cTn>
                              </p:par>
                              <p:par>
                                <p:cTn id="317" presetID="2" presetClass="entr" presetSubtype="4" fill="hold" grpId="0" nodeType="withEffect">
                                  <p:stCondLst>
                                    <p:cond delay="0"/>
                                  </p:stCondLst>
                                  <p:childTnLst>
                                    <p:set>
                                      <p:cBhvr>
                                        <p:cTn id="318" dur="1" fill="hold">
                                          <p:stCondLst>
                                            <p:cond delay="0"/>
                                          </p:stCondLst>
                                        </p:cTn>
                                        <p:tgtEl>
                                          <p:spTgt spid="377"/>
                                        </p:tgtEl>
                                        <p:attrNameLst>
                                          <p:attrName>style.visibility</p:attrName>
                                        </p:attrNameLst>
                                      </p:cBhvr>
                                      <p:to>
                                        <p:strVal val="visible"/>
                                      </p:to>
                                    </p:set>
                                    <p:anim calcmode="lin" valueType="num">
                                      <p:cBhvr additive="base">
                                        <p:cTn id="319" dur="500" fill="hold"/>
                                        <p:tgtEl>
                                          <p:spTgt spid="377"/>
                                        </p:tgtEl>
                                        <p:attrNameLst>
                                          <p:attrName>ppt_x</p:attrName>
                                        </p:attrNameLst>
                                      </p:cBhvr>
                                      <p:tavLst>
                                        <p:tav tm="0">
                                          <p:val>
                                            <p:strVal val="#ppt_x"/>
                                          </p:val>
                                        </p:tav>
                                        <p:tav tm="100000">
                                          <p:val>
                                            <p:strVal val="#ppt_x"/>
                                          </p:val>
                                        </p:tav>
                                      </p:tavLst>
                                    </p:anim>
                                    <p:anim calcmode="lin" valueType="num">
                                      <p:cBhvr additive="base">
                                        <p:cTn id="320" dur="500" fill="hold"/>
                                        <p:tgtEl>
                                          <p:spTgt spid="377"/>
                                        </p:tgtEl>
                                        <p:attrNameLst>
                                          <p:attrName>ppt_y</p:attrName>
                                        </p:attrNameLst>
                                      </p:cBhvr>
                                      <p:tavLst>
                                        <p:tav tm="0">
                                          <p:val>
                                            <p:strVal val="1+#ppt_h/2"/>
                                          </p:val>
                                        </p:tav>
                                        <p:tav tm="100000">
                                          <p:val>
                                            <p:strVal val="#ppt_y"/>
                                          </p:val>
                                        </p:tav>
                                      </p:tavLst>
                                    </p:anim>
                                  </p:childTnLst>
                                </p:cTn>
                              </p:par>
                              <p:par>
                                <p:cTn id="321" presetID="2" presetClass="entr" presetSubtype="4" fill="hold" grpId="0" nodeType="withEffect">
                                  <p:stCondLst>
                                    <p:cond delay="0"/>
                                  </p:stCondLst>
                                  <p:childTnLst>
                                    <p:set>
                                      <p:cBhvr>
                                        <p:cTn id="322" dur="1" fill="hold">
                                          <p:stCondLst>
                                            <p:cond delay="0"/>
                                          </p:stCondLst>
                                        </p:cTn>
                                        <p:tgtEl>
                                          <p:spTgt spid="378"/>
                                        </p:tgtEl>
                                        <p:attrNameLst>
                                          <p:attrName>style.visibility</p:attrName>
                                        </p:attrNameLst>
                                      </p:cBhvr>
                                      <p:to>
                                        <p:strVal val="visible"/>
                                      </p:to>
                                    </p:set>
                                    <p:anim calcmode="lin" valueType="num">
                                      <p:cBhvr additive="base">
                                        <p:cTn id="323" dur="500" fill="hold"/>
                                        <p:tgtEl>
                                          <p:spTgt spid="378"/>
                                        </p:tgtEl>
                                        <p:attrNameLst>
                                          <p:attrName>ppt_x</p:attrName>
                                        </p:attrNameLst>
                                      </p:cBhvr>
                                      <p:tavLst>
                                        <p:tav tm="0">
                                          <p:val>
                                            <p:strVal val="#ppt_x"/>
                                          </p:val>
                                        </p:tav>
                                        <p:tav tm="100000">
                                          <p:val>
                                            <p:strVal val="#ppt_x"/>
                                          </p:val>
                                        </p:tav>
                                      </p:tavLst>
                                    </p:anim>
                                    <p:anim calcmode="lin" valueType="num">
                                      <p:cBhvr additive="base">
                                        <p:cTn id="324" dur="500" fill="hold"/>
                                        <p:tgtEl>
                                          <p:spTgt spid="378"/>
                                        </p:tgtEl>
                                        <p:attrNameLst>
                                          <p:attrName>ppt_y</p:attrName>
                                        </p:attrNameLst>
                                      </p:cBhvr>
                                      <p:tavLst>
                                        <p:tav tm="0">
                                          <p:val>
                                            <p:strVal val="1+#ppt_h/2"/>
                                          </p:val>
                                        </p:tav>
                                        <p:tav tm="100000">
                                          <p:val>
                                            <p:strVal val="#ppt_y"/>
                                          </p:val>
                                        </p:tav>
                                      </p:tavLst>
                                    </p:anim>
                                  </p:childTnLst>
                                </p:cTn>
                              </p:par>
                              <p:par>
                                <p:cTn id="325" presetID="2" presetClass="entr" presetSubtype="4" fill="hold" nodeType="withEffect">
                                  <p:stCondLst>
                                    <p:cond delay="0"/>
                                  </p:stCondLst>
                                  <p:childTnLst>
                                    <p:set>
                                      <p:cBhvr>
                                        <p:cTn id="326" dur="1" fill="hold">
                                          <p:stCondLst>
                                            <p:cond delay="0"/>
                                          </p:stCondLst>
                                        </p:cTn>
                                        <p:tgtEl>
                                          <p:spTgt spid="379"/>
                                        </p:tgtEl>
                                        <p:attrNameLst>
                                          <p:attrName>style.visibility</p:attrName>
                                        </p:attrNameLst>
                                      </p:cBhvr>
                                      <p:to>
                                        <p:strVal val="visible"/>
                                      </p:to>
                                    </p:set>
                                    <p:anim calcmode="lin" valueType="num">
                                      <p:cBhvr additive="base">
                                        <p:cTn id="327" dur="500" fill="hold"/>
                                        <p:tgtEl>
                                          <p:spTgt spid="379"/>
                                        </p:tgtEl>
                                        <p:attrNameLst>
                                          <p:attrName>ppt_x</p:attrName>
                                        </p:attrNameLst>
                                      </p:cBhvr>
                                      <p:tavLst>
                                        <p:tav tm="0">
                                          <p:val>
                                            <p:strVal val="#ppt_x"/>
                                          </p:val>
                                        </p:tav>
                                        <p:tav tm="100000">
                                          <p:val>
                                            <p:strVal val="#ppt_x"/>
                                          </p:val>
                                        </p:tav>
                                      </p:tavLst>
                                    </p:anim>
                                    <p:anim calcmode="lin" valueType="num">
                                      <p:cBhvr additive="base">
                                        <p:cTn id="328" dur="500" fill="hold"/>
                                        <p:tgtEl>
                                          <p:spTgt spid="379"/>
                                        </p:tgtEl>
                                        <p:attrNameLst>
                                          <p:attrName>ppt_y</p:attrName>
                                        </p:attrNameLst>
                                      </p:cBhvr>
                                      <p:tavLst>
                                        <p:tav tm="0">
                                          <p:val>
                                            <p:strVal val="1+#ppt_h/2"/>
                                          </p:val>
                                        </p:tav>
                                        <p:tav tm="100000">
                                          <p:val>
                                            <p:strVal val="#ppt_y"/>
                                          </p:val>
                                        </p:tav>
                                      </p:tavLst>
                                    </p:anim>
                                  </p:childTnLst>
                                </p:cTn>
                              </p:par>
                            </p:childTnLst>
                          </p:cTn>
                        </p:par>
                      </p:childTnLst>
                    </p:cTn>
                  </p:par>
                  <p:par>
                    <p:cTn id="329" fill="hold">
                      <p:stCondLst>
                        <p:cond delay="indefinite"/>
                      </p:stCondLst>
                      <p:childTnLst>
                        <p:par>
                          <p:cTn id="330" fill="hold">
                            <p:stCondLst>
                              <p:cond delay="0"/>
                            </p:stCondLst>
                            <p:childTnLst>
                              <p:par>
                                <p:cTn id="331" presetID="2" presetClass="entr" presetSubtype="4" fill="hold" nodeType="clickEffect">
                                  <p:stCondLst>
                                    <p:cond delay="0"/>
                                  </p:stCondLst>
                                  <p:childTnLst>
                                    <p:set>
                                      <p:cBhvr>
                                        <p:cTn id="332" dur="1" fill="hold">
                                          <p:stCondLst>
                                            <p:cond delay="0"/>
                                          </p:stCondLst>
                                        </p:cTn>
                                        <p:tgtEl>
                                          <p:spTgt spid="380"/>
                                        </p:tgtEl>
                                        <p:attrNameLst>
                                          <p:attrName>style.visibility</p:attrName>
                                        </p:attrNameLst>
                                      </p:cBhvr>
                                      <p:to>
                                        <p:strVal val="visible"/>
                                      </p:to>
                                    </p:set>
                                    <p:anim calcmode="lin" valueType="num">
                                      <p:cBhvr additive="base">
                                        <p:cTn id="333" dur="500" fill="hold"/>
                                        <p:tgtEl>
                                          <p:spTgt spid="380"/>
                                        </p:tgtEl>
                                        <p:attrNameLst>
                                          <p:attrName>ppt_x</p:attrName>
                                        </p:attrNameLst>
                                      </p:cBhvr>
                                      <p:tavLst>
                                        <p:tav tm="0">
                                          <p:val>
                                            <p:strVal val="#ppt_x"/>
                                          </p:val>
                                        </p:tav>
                                        <p:tav tm="100000">
                                          <p:val>
                                            <p:strVal val="#ppt_x"/>
                                          </p:val>
                                        </p:tav>
                                      </p:tavLst>
                                    </p:anim>
                                    <p:anim calcmode="lin" valueType="num">
                                      <p:cBhvr additive="base">
                                        <p:cTn id="334" dur="500" fill="hold"/>
                                        <p:tgtEl>
                                          <p:spTgt spid="380"/>
                                        </p:tgtEl>
                                        <p:attrNameLst>
                                          <p:attrName>ppt_y</p:attrName>
                                        </p:attrNameLst>
                                      </p:cBhvr>
                                      <p:tavLst>
                                        <p:tav tm="0">
                                          <p:val>
                                            <p:strVal val="1+#ppt_h/2"/>
                                          </p:val>
                                        </p:tav>
                                        <p:tav tm="100000">
                                          <p:val>
                                            <p:strVal val="#ppt_y"/>
                                          </p:val>
                                        </p:tav>
                                      </p:tavLst>
                                    </p:anim>
                                  </p:childTnLst>
                                </p:cTn>
                              </p:par>
                              <p:par>
                                <p:cTn id="335" presetID="2" presetClass="entr" presetSubtype="4" fill="hold" grpId="0" nodeType="withEffect">
                                  <p:stCondLst>
                                    <p:cond delay="0"/>
                                  </p:stCondLst>
                                  <p:childTnLst>
                                    <p:set>
                                      <p:cBhvr>
                                        <p:cTn id="336" dur="1" fill="hold">
                                          <p:stCondLst>
                                            <p:cond delay="0"/>
                                          </p:stCondLst>
                                        </p:cTn>
                                        <p:tgtEl>
                                          <p:spTgt spid="381"/>
                                        </p:tgtEl>
                                        <p:attrNameLst>
                                          <p:attrName>style.visibility</p:attrName>
                                        </p:attrNameLst>
                                      </p:cBhvr>
                                      <p:to>
                                        <p:strVal val="visible"/>
                                      </p:to>
                                    </p:set>
                                    <p:anim calcmode="lin" valueType="num">
                                      <p:cBhvr additive="base">
                                        <p:cTn id="337" dur="500" fill="hold"/>
                                        <p:tgtEl>
                                          <p:spTgt spid="381"/>
                                        </p:tgtEl>
                                        <p:attrNameLst>
                                          <p:attrName>ppt_x</p:attrName>
                                        </p:attrNameLst>
                                      </p:cBhvr>
                                      <p:tavLst>
                                        <p:tav tm="0">
                                          <p:val>
                                            <p:strVal val="#ppt_x"/>
                                          </p:val>
                                        </p:tav>
                                        <p:tav tm="100000">
                                          <p:val>
                                            <p:strVal val="#ppt_x"/>
                                          </p:val>
                                        </p:tav>
                                      </p:tavLst>
                                    </p:anim>
                                    <p:anim calcmode="lin" valueType="num">
                                      <p:cBhvr additive="base">
                                        <p:cTn id="338" dur="500" fill="hold"/>
                                        <p:tgtEl>
                                          <p:spTgt spid="38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 grpId="0" bldLvl="0" animBg="1"/>
      <p:bldP spid="302" grpId="0" animBg="1"/>
      <p:bldP spid="303" grpId="0" animBg="1"/>
      <p:bldP spid="304" grpId="0" animBg="1"/>
      <p:bldP spid="305" grpId="0" animBg="1"/>
      <p:bldP spid="306" grpId="0" animBg="1"/>
      <p:bldP spid="307" grpId="0" animBg="1"/>
      <p:bldP spid="308" grpId="0" animBg="1"/>
      <p:bldP spid="309" grpId="0" animBg="1"/>
      <p:bldP spid="310" grpId="0" animBg="1"/>
      <p:bldP spid="314" grpId="0" animBg="1"/>
      <p:bldP spid="315" grpId="0" animBg="1"/>
      <p:bldP spid="316" grpId="0" animBg="1"/>
      <p:bldP spid="320" grpId="0" animBg="1"/>
      <p:bldP spid="321" grpId="0" animBg="1"/>
      <p:bldP spid="322" grpId="0" animBg="1"/>
      <p:bldP spid="323" grpId="0" animBg="1"/>
      <p:bldP spid="324" grpId="0" animBg="1"/>
      <p:bldP spid="328" grpId="0" animBg="1"/>
      <p:bldP spid="332" grpId="0" animBg="1"/>
      <p:bldP spid="333" grpId="0" animBg="1"/>
      <p:bldP spid="335" grpId="0" animBg="1"/>
      <p:bldP spid="336" grpId="0" animBg="1"/>
      <p:bldP spid="338" grpId="0" animBg="1"/>
      <p:bldP spid="340" grpId="0" animBg="1"/>
      <p:bldP spid="342" grpId="0" animBg="1"/>
      <p:bldP spid="344" grpId="0" animBg="1"/>
      <p:bldP spid="345" grpId="0" animBg="1"/>
      <p:bldP spid="346" grpId="0" animBg="1"/>
      <p:bldP spid="347" grpId="0" animBg="1"/>
      <p:bldP spid="348" grpId="0" animBg="1"/>
      <p:bldP spid="351" grpId="0" animBg="1"/>
      <p:bldP spid="352" grpId="0" animBg="1"/>
      <p:bldP spid="354" grpId="0" animBg="1"/>
      <p:bldP spid="357" grpId="0" animBg="1"/>
      <p:bldP spid="358" grpId="0" animBg="1"/>
      <p:bldP spid="359" grpId="0" animBg="1"/>
      <p:bldP spid="361" grpId="0" animBg="1"/>
      <p:bldP spid="365" grpId="0" animBg="1"/>
      <p:bldP spid="368" grpId="0" animBg="1"/>
      <p:bldP spid="369" grpId="0" animBg="1"/>
      <p:bldP spid="372" grpId="0" animBg="1"/>
      <p:bldP spid="374" grpId="0" animBg="1"/>
      <p:bldP spid="375" grpId="0" animBg="1"/>
      <p:bldP spid="377" grpId="0" animBg="1"/>
      <p:bldP spid="378" grpId="0" animBg="1"/>
      <p:bldP spid="381" grpId="0" animBg="1"/>
    </p:bldLst>
  </p:timing>
</p:sld>
</file>

<file path=ppt/slides/slide13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2642" name="Rectangle 4"/>
          <p:cNvSpPr>
            <a:spLocks noGrp="1" noChangeArrowheads="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a:spcBef>
                <a:spcPct val="0"/>
              </a:spcBef>
              <a:buFontTx/>
              <a:buNone/>
            </a:pPr>
            <a:fld id="{1E7E4645-BD59-4A7D-BD03-A339A75F115D}" type="datetime1">
              <a:rPr kumimoji="0" lang="zh-CN" altLang="en-US" sz="1200" smtClean="0">
                <a:solidFill>
                  <a:srgbClr val="000000"/>
                </a:solidFill>
                <a:ea typeface="宋体" panose="02010600030101010101" pitchFamily="2" charset="-122"/>
              </a:rPr>
            </a:fld>
            <a:endParaRPr kumimoji="0" lang="en-US" altLang="zh-CN" sz="1200">
              <a:solidFill>
                <a:srgbClr val="000000"/>
              </a:solidFill>
              <a:ea typeface="宋体" panose="02010600030101010101" pitchFamily="2" charset="-122"/>
            </a:endParaRPr>
          </a:p>
        </p:txBody>
      </p:sp>
      <p:sp>
        <p:nvSpPr>
          <p:cNvPr id="112643" name="Rectangle 2"/>
          <p:cNvSpPr>
            <a:spLocks noGrp="1" noChangeArrowheads="1"/>
          </p:cNvSpPr>
          <p:nvPr>
            <p:ph type="title" idx="4294967295"/>
          </p:nvPr>
        </p:nvSpPr>
        <p:spPr>
          <a:xfrm>
            <a:off x="971550" y="433388"/>
            <a:ext cx="2543175" cy="481012"/>
          </a:xfrm>
          <a:noFill/>
          <a:extLst>
            <a:ext uri="{909E8E84-426E-40DD-AFC4-6F175D3DCCD1}">
              <a14:hiddenFill xmlns:a14="http://schemas.microsoft.com/office/drawing/2010/main">
                <a:solidFill>
                  <a:srgbClr val="FFFFFF"/>
                </a:solidFill>
              </a14:hiddenFill>
            </a:ext>
          </a:extLst>
        </p:spPr>
        <p:txBody>
          <a:bodyPr/>
          <a:lstStyle/>
          <a:p>
            <a:r>
              <a:rPr kumimoji="0" lang="zh-CN" altLang="en-US" sz="3600" b="1">
                <a:solidFill>
                  <a:srgbClr val="0000FF"/>
                </a:solidFill>
                <a:effectLst/>
              </a:rPr>
              <a:t>本章要点：</a:t>
            </a:r>
            <a:endParaRPr kumimoji="0" lang="zh-CN" altLang="en-US" sz="3600" b="1">
              <a:solidFill>
                <a:srgbClr val="0000FF"/>
              </a:solidFill>
              <a:effectLst/>
            </a:endParaRPr>
          </a:p>
        </p:txBody>
      </p:sp>
      <p:sp>
        <p:nvSpPr>
          <p:cNvPr id="195587" name="Rectangle 3" descr="Rectangle: Click to edit Master text styles&#10;Second level&#10;Third level&#10;Fourth level&#10;Fifth level"/>
          <p:cNvSpPr>
            <a:spLocks noGrp="1" noChangeArrowheads="1"/>
          </p:cNvSpPr>
          <p:nvPr>
            <p:ph type="body" idx="1"/>
          </p:nvPr>
        </p:nvSpPr>
        <p:spPr>
          <a:xfrm>
            <a:off x="1287463" y="1816100"/>
            <a:ext cx="7153275" cy="3167063"/>
          </a:xfrm>
          <a:noFill/>
          <a:extLst>
            <a:ext uri="{909E8E84-426E-40DD-AFC4-6F175D3DCCD1}">
              <a14:hiddenFill xmlns:a14="http://schemas.microsoft.com/office/drawing/2010/main">
                <a:solidFill>
                  <a:srgbClr val="FFFFFF"/>
                </a:solidFill>
              </a14:hiddenFill>
            </a:ext>
          </a:extLst>
        </p:spPr>
        <p:txBody>
          <a:bodyPr/>
          <a:lstStyle/>
          <a:p>
            <a:pPr>
              <a:lnSpc>
                <a:spcPct val="150000"/>
              </a:lnSpc>
              <a:buFont typeface="Monotype Sorts" charset="2"/>
              <a:buChar char=" "/>
            </a:pPr>
            <a:r>
              <a:rPr kumimoji="0" lang="en-US" altLang="zh-CN" b="1">
                <a:solidFill>
                  <a:srgbClr val="FF0000"/>
                </a:solidFill>
                <a:effectLst/>
              </a:rPr>
              <a:t>1</a:t>
            </a:r>
            <a:r>
              <a:rPr kumimoji="0" lang="zh-CN" altLang="en-US" b="1">
                <a:solidFill>
                  <a:srgbClr val="FF0000"/>
                </a:solidFill>
                <a:effectLst/>
              </a:rPr>
              <a:t>、</a:t>
            </a:r>
            <a:r>
              <a:rPr kumimoji="0" lang="zh-CN" altLang="en-US" b="1">
                <a:solidFill>
                  <a:srgbClr val="1C5C21"/>
                </a:solidFill>
                <a:effectLst/>
              </a:rPr>
              <a:t>拉普拉斯变换与反变换；</a:t>
            </a:r>
            <a:endParaRPr kumimoji="0" lang="zh-CN" altLang="en-US" b="1">
              <a:solidFill>
                <a:srgbClr val="58CC60"/>
              </a:solidFill>
              <a:effectLst/>
              <a:ea typeface="楷体_GB2312" pitchFamily="49" charset="-122"/>
            </a:endParaRPr>
          </a:p>
          <a:p>
            <a:pPr>
              <a:lnSpc>
                <a:spcPct val="150000"/>
              </a:lnSpc>
              <a:buFont typeface="Monotype Sorts" charset="2"/>
              <a:buChar char=" "/>
            </a:pPr>
            <a:r>
              <a:rPr kumimoji="0" lang="en-US" altLang="zh-CN" b="1">
                <a:solidFill>
                  <a:srgbClr val="FF0000"/>
                </a:solidFill>
                <a:effectLst/>
              </a:rPr>
              <a:t>2</a:t>
            </a:r>
            <a:r>
              <a:rPr kumimoji="0" lang="zh-CN" altLang="en-US" b="1">
                <a:solidFill>
                  <a:srgbClr val="FF0000"/>
                </a:solidFill>
                <a:effectLst/>
              </a:rPr>
              <a:t>、</a:t>
            </a:r>
            <a:r>
              <a:rPr kumimoji="0" lang="zh-CN" altLang="en-US" b="1">
                <a:solidFill>
                  <a:srgbClr val="1C5C21"/>
                </a:solidFill>
                <a:effectLst/>
              </a:rPr>
              <a:t>拉普拉斯变换的性质</a:t>
            </a:r>
            <a:r>
              <a:rPr kumimoji="0" lang="zh-CN" altLang="en-US" b="1">
                <a:effectLst/>
              </a:rPr>
              <a:t>：</a:t>
            </a:r>
            <a:endParaRPr kumimoji="0" lang="zh-CN" altLang="en-US" b="1">
              <a:effectLst/>
            </a:endParaRPr>
          </a:p>
          <a:p>
            <a:pPr>
              <a:lnSpc>
                <a:spcPct val="150000"/>
              </a:lnSpc>
              <a:buFont typeface="Monotype Sorts" charset="2"/>
              <a:buChar char=" "/>
            </a:pPr>
            <a:r>
              <a:rPr kumimoji="0" lang="en-US" altLang="zh-CN" b="1">
                <a:solidFill>
                  <a:srgbClr val="FF0000"/>
                </a:solidFill>
                <a:effectLst/>
              </a:rPr>
              <a:t>3</a:t>
            </a:r>
            <a:r>
              <a:rPr kumimoji="0" lang="zh-CN" altLang="en-US" b="1">
                <a:solidFill>
                  <a:srgbClr val="FF0000"/>
                </a:solidFill>
                <a:effectLst/>
              </a:rPr>
              <a:t>、</a:t>
            </a:r>
            <a:r>
              <a:rPr kumimoji="0" lang="zh-CN" altLang="en-US" b="1">
                <a:solidFill>
                  <a:srgbClr val="1C5C21"/>
                </a:solidFill>
                <a:effectLst/>
              </a:rPr>
              <a:t>线性系统的拉普拉斯变换分析法</a:t>
            </a:r>
            <a:r>
              <a:rPr kumimoji="0" lang="zh-CN" altLang="en-US" b="1" u="sng">
                <a:effectLst/>
              </a:rPr>
              <a:t>：</a:t>
            </a:r>
            <a:endParaRPr kumimoji="0" lang="zh-CN" altLang="en-US" b="1" u="sng">
              <a:effectLst/>
            </a:endParaRPr>
          </a:p>
          <a:p>
            <a:pPr>
              <a:lnSpc>
                <a:spcPct val="150000"/>
              </a:lnSpc>
              <a:buFont typeface="Monotype Sorts" charset="2"/>
              <a:buNone/>
            </a:pPr>
            <a:r>
              <a:rPr kumimoji="0" lang="zh-CN" altLang="en-US" b="1">
                <a:solidFill>
                  <a:srgbClr val="800000"/>
                </a:solidFill>
                <a:effectLst/>
                <a:ea typeface="楷体_GB2312" pitchFamily="49" charset="-122"/>
              </a:rPr>
              <a:t>      </a:t>
            </a:r>
            <a:endParaRPr kumimoji="0" lang="zh-CN" altLang="en-US" b="1">
              <a:solidFill>
                <a:srgbClr val="1C5C21"/>
              </a:solidFill>
              <a:effectLst/>
            </a:endParaRPr>
          </a:p>
        </p:txBody>
      </p:sp>
      <p:sp>
        <p:nvSpPr>
          <p:cNvPr id="2" name="墨迹 1"/>
          <p:cNvSpPr/>
          <p:nvPr/>
        </p:nvSpPr>
        <p:spPr bwMode="auto">
          <a:xfrm>
            <a:off x="6761160" y="2107800"/>
            <a:ext cx="1904400" cy="1950120"/>
          </a:xfrm>
        </p:spPr>
      </p:sp>
    </p:spTree>
    <p:custDataLst>
      <p:tags r:id="rId1"/>
    </p:custDataLst>
  </p:cSld>
  <p:clrMapOvr>
    <a:masterClrMapping/>
  </p:clrMapOvr>
  <mc:AlternateContent xmlns:mc="http://schemas.openxmlformats.org/markup-compatibility/2006">
    <mc:Choice xmlns:p14="http://schemas.microsoft.com/office/powerpoint/2010/main" Requires="p14">
      <p:transition spd="slow" p14:dur="2000" advTm="35224"/>
    </mc:Choice>
    <mc:Fallback>
      <p:transition spd="slow" advTm="35224"/>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nodeType="withEffect">
                                  <p:stCondLst>
                                    <p:cond delay="0"/>
                                  </p:stCondLst>
                                  <p:childTnLst>
                                    <p:set>
                                      <p:cBhvr>
                                        <p:cTn id="6" dur="1" fill="hold">
                                          <p:stCondLst>
                                            <p:cond delay="0"/>
                                          </p:stCondLst>
                                        </p:cTn>
                                        <p:tgtEl>
                                          <p:spTgt spid="2"/>
                                        </p:tgtEl>
                                        <p:attrNameLst>
                                          <p:attrName>style.visibility</p:attrName>
                                        </p:attrNameLst>
                                      </p:cBhvr>
                                      <p:to>
                                        <p:strVal val="visible"/>
                                      </p:to>
                                    </p:set>
                                    <p:cmd type="call" cmd="playFrom(0.0)">
                                      <p:cBhvr>
                                        <p:cTn id="7" dur="1" fill="hold"/>
                                        <p:tgtEl>
                                          <p:spTgt spid="2"/>
                                        </p:tgtEl>
                                      </p:cBhvr>
                                    </p:cmd>
                                  </p:childTnLst>
                                </p:cTn>
                              </p:par>
                            </p:childTnLst>
                          </p:cTn>
                        </p:par>
                        <p:par>
                          <p:cTn id="8" fill="hold">
                            <p:stCondLst>
                              <p:cond delay="0"/>
                            </p:stCondLst>
                            <p:childTnLst>
                              <p:par>
                                <p:cTn id="9" presetID="17" presetClass="entr" presetSubtype="8" fill="hold" grpId="0" nodeType="afterEffect">
                                  <p:stCondLst>
                                    <p:cond delay="0"/>
                                  </p:stCondLst>
                                  <p:childTnLst>
                                    <p:set>
                                      <p:cBhvr>
                                        <p:cTn id="10" dur="1" fill="hold">
                                          <p:stCondLst>
                                            <p:cond delay="0"/>
                                          </p:stCondLst>
                                        </p:cTn>
                                        <p:tgtEl>
                                          <p:spTgt spid="195587">
                                            <p:txEl>
                                              <p:pRg st="0" end="0"/>
                                            </p:txEl>
                                          </p:spTgt>
                                        </p:tgtEl>
                                        <p:attrNameLst>
                                          <p:attrName>style.visibility</p:attrName>
                                        </p:attrNameLst>
                                      </p:cBhvr>
                                      <p:to>
                                        <p:strVal val="visible"/>
                                      </p:to>
                                    </p:set>
                                    <p:anim calcmode="lin" valueType="num">
                                      <p:cBhvr>
                                        <p:cTn id="11" dur="500" fill="hold"/>
                                        <p:tgtEl>
                                          <p:spTgt spid="195587">
                                            <p:txEl>
                                              <p:pRg st="0" end="0"/>
                                            </p:txEl>
                                          </p:spTgt>
                                        </p:tgtEl>
                                        <p:attrNameLst>
                                          <p:attrName>ppt_x</p:attrName>
                                        </p:attrNameLst>
                                      </p:cBhvr>
                                      <p:tavLst>
                                        <p:tav tm="0">
                                          <p:val>
                                            <p:strVal val="#ppt_x-#ppt_w/2"/>
                                          </p:val>
                                        </p:tav>
                                        <p:tav tm="100000">
                                          <p:val>
                                            <p:strVal val="#ppt_x"/>
                                          </p:val>
                                        </p:tav>
                                      </p:tavLst>
                                    </p:anim>
                                    <p:anim calcmode="lin" valueType="num">
                                      <p:cBhvr>
                                        <p:cTn id="12" dur="500" fill="hold"/>
                                        <p:tgtEl>
                                          <p:spTgt spid="195587">
                                            <p:txEl>
                                              <p:pRg st="0" end="0"/>
                                            </p:txEl>
                                          </p:spTgt>
                                        </p:tgtEl>
                                        <p:attrNameLst>
                                          <p:attrName>ppt_y</p:attrName>
                                        </p:attrNameLst>
                                      </p:cBhvr>
                                      <p:tavLst>
                                        <p:tav tm="0">
                                          <p:val>
                                            <p:strVal val="#ppt_y"/>
                                          </p:val>
                                        </p:tav>
                                        <p:tav tm="100000">
                                          <p:val>
                                            <p:strVal val="#ppt_y"/>
                                          </p:val>
                                        </p:tav>
                                      </p:tavLst>
                                    </p:anim>
                                    <p:anim calcmode="lin" valueType="num">
                                      <p:cBhvr>
                                        <p:cTn id="13" dur="500" fill="hold"/>
                                        <p:tgtEl>
                                          <p:spTgt spid="195587">
                                            <p:txEl>
                                              <p:pRg st="0" end="0"/>
                                            </p:txEl>
                                          </p:spTgt>
                                        </p:tgtEl>
                                        <p:attrNameLst>
                                          <p:attrName>ppt_w</p:attrName>
                                        </p:attrNameLst>
                                      </p:cBhvr>
                                      <p:tavLst>
                                        <p:tav tm="0">
                                          <p:val>
                                            <p:fltVal val="0"/>
                                          </p:val>
                                        </p:tav>
                                        <p:tav tm="100000">
                                          <p:val>
                                            <p:strVal val="#ppt_w"/>
                                          </p:val>
                                        </p:tav>
                                      </p:tavLst>
                                    </p:anim>
                                    <p:anim calcmode="lin" valueType="num">
                                      <p:cBhvr>
                                        <p:cTn id="14" dur="500" fill="hold"/>
                                        <p:tgtEl>
                                          <p:spTgt spid="195587">
                                            <p:txEl>
                                              <p:pRg st="0" end="0"/>
                                            </p:txEl>
                                          </p:spTgt>
                                        </p:tgtEl>
                                        <p:attrNameLst>
                                          <p:attrName>ppt_h</p:attrName>
                                        </p:attrNameLst>
                                      </p:cBhvr>
                                      <p:tavLst>
                                        <p:tav tm="0">
                                          <p:val>
                                            <p:strVal val="#ppt_h"/>
                                          </p:val>
                                        </p:tav>
                                        <p:tav tm="100000">
                                          <p:val>
                                            <p:strVal val="#ppt_h"/>
                                          </p:val>
                                        </p:tav>
                                      </p:tavLst>
                                    </p:anim>
                                  </p:childTnLst>
                                </p:cTn>
                              </p:par>
                            </p:childTnLst>
                          </p:cTn>
                        </p:par>
                      </p:childTnLst>
                    </p:cTn>
                  </p:par>
                  <p:par>
                    <p:cTn id="15" fill="hold">
                      <p:stCondLst>
                        <p:cond delay="indefinite"/>
                      </p:stCondLst>
                      <p:childTnLst>
                        <p:par>
                          <p:cTn id="16" fill="hold">
                            <p:stCondLst>
                              <p:cond delay="0"/>
                            </p:stCondLst>
                            <p:childTnLst>
                              <p:par>
                                <p:cTn id="17" presetID="17" presetClass="entr" presetSubtype="8" fill="hold" grpId="0" nodeType="clickEffect">
                                  <p:stCondLst>
                                    <p:cond delay="0"/>
                                  </p:stCondLst>
                                  <p:childTnLst>
                                    <p:set>
                                      <p:cBhvr>
                                        <p:cTn id="18" dur="1" fill="hold">
                                          <p:stCondLst>
                                            <p:cond delay="0"/>
                                          </p:stCondLst>
                                        </p:cTn>
                                        <p:tgtEl>
                                          <p:spTgt spid="195587">
                                            <p:txEl>
                                              <p:pRg st="1" end="1"/>
                                            </p:txEl>
                                          </p:spTgt>
                                        </p:tgtEl>
                                        <p:attrNameLst>
                                          <p:attrName>style.visibility</p:attrName>
                                        </p:attrNameLst>
                                      </p:cBhvr>
                                      <p:to>
                                        <p:strVal val="visible"/>
                                      </p:to>
                                    </p:set>
                                    <p:anim calcmode="lin" valueType="num">
                                      <p:cBhvr>
                                        <p:cTn id="19" dur="500" fill="hold"/>
                                        <p:tgtEl>
                                          <p:spTgt spid="195587">
                                            <p:txEl>
                                              <p:pRg st="1" end="1"/>
                                            </p:txEl>
                                          </p:spTgt>
                                        </p:tgtEl>
                                        <p:attrNameLst>
                                          <p:attrName>ppt_x</p:attrName>
                                        </p:attrNameLst>
                                      </p:cBhvr>
                                      <p:tavLst>
                                        <p:tav tm="0">
                                          <p:val>
                                            <p:strVal val="#ppt_x-#ppt_w/2"/>
                                          </p:val>
                                        </p:tav>
                                        <p:tav tm="100000">
                                          <p:val>
                                            <p:strVal val="#ppt_x"/>
                                          </p:val>
                                        </p:tav>
                                      </p:tavLst>
                                    </p:anim>
                                    <p:anim calcmode="lin" valueType="num">
                                      <p:cBhvr>
                                        <p:cTn id="20" dur="500" fill="hold"/>
                                        <p:tgtEl>
                                          <p:spTgt spid="195587">
                                            <p:txEl>
                                              <p:pRg st="1" end="1"/>
                                            </p:txEl>
                                          </p:spTgt>
                                        </p:tgtEl>
                                        <p:attrNameLst>
                                          <p:attrName>ppt_y</p:attrName>
                                        </p:attrNameLst>
                                      </p:cBhvr>
                                      <p:tavLst>
                                        <p:tav tm="0">
                                          <p:val>
                                            <p:strVal val="#ppt_y"/>
                                          </p:val>
                                        </p:tav>
                                        <p:tav tm="100000">
                                          <p:val>
                                            <p:strVal val="#ppt_y"/>
                                          </p:val>
                                        </p:tav>
                                      </p:tavLst>
                                    </p:anim>
                                    <p:anim calcmode="lin" valueType="num">
                                      <p:cBhvr>
                                        <p:cTn id="21" dur="500" fill="hold"/>
                                        <p:tgtEl>
                                          <p:spTgt spid="195587">
                                            <p:txEl>
                                              <p:pRg st="1" end="1"/>
                                            </p:txEl>
                                          </p:spTgt>
                                        </p:tgtEl>
                                        <p:attrNameLst>
                                          <p:attrName>ppt_w</p:attrName>
                                        </p:attrNameLst>
                                      </p:cBhvr>
                                      <p:tavLst>
                                        <p:tav tm="0">
                                          <p:val>
                                            <p:fltVal val="0"/>
                                          </p:val>
                                        </p:tav>
                                        <p:tav tm="100000">
                                          <p:val>
                                            <p:strVal val="#ppt_w"/>
                                          </p:val>
                                        </p:tav>
                                      </p:tavLst>
                                    </p:anim>
                                    <p:anim calcmode="lin" valueType="num">
                                      <p:cBhvr>
                                        <p:cTn id="22" dur="500" fill="hold"/>
                                        <p:tgtEl>
                                          <p:spTgt spid="195587">
                                            <p:txEl>
                                              <p:pRg st="1" end="1"/>
                                            </p:txEl>
                                          </p:spTgt>
                                        </p:tgtEl>
                                        <p:attrNameLst>
                                          <p:attrName>ppt_h</p:attrName>
                                        </p:attrNameLst>
                                      </p:cBhvr>
                                      <p:tavLst>
                                        <p:tav tm="0">
                                          <p:val>
                                            <p:strVal val="#ppt_h"/>
                                          </p:val>
                                        </p:tav>
                                        <p:tav tm="100000">
                                          <p:val>
                                            <p:strVal val="#ppt_h"/>
                                          </p:val>
                                        </p:tav>
                                      </p:tavLst>
                                    </p:anim>
                                  </p:childTnLst>
                                </p:cTn>
                              </p:par>
                            </p:childTnLst>
                          </p:cTn>
                        </p:par>
                      </p:childTnLst>
                    </p:cTn>
                  </p:par>
                  <p:par>
                    <p:cTn id="23" fill="hold">
                      <p:stCondLst>
                        <p:cond delay="indefinite"/>
                      </p:stCondLst>
                      <p:childTnLst>
                        <p:par>
                          <p:cTn id="24" fill="hold">
                            <p:stCondLst>
                              <p:cond delay="0"/>
                            </p:stCondLst>
                            <p:childTnLst>
                              <p:par>
                                <p:cTn id="25" presetID="17" presetClass="entr" presetSubtype="8" fill="hold" grpId="0" nodeType="clickEffect">
                                  <p:stCondLst>
                                    <p:cond delay="0"/>
                                  </p:stCondLst>
                                  <p:childTnLst>
                                    <p:set>
                                      <p:cBhvr>
                                        <p:cTn id="26" dur="1" fill="hold">
                                          <p:stCondLst>
                                            <p:cond delay="0"/>
                                          </p:stCondLst>
                                        </p:cTn>
                                        <p:tgtEl>
                                          <p:spTgt spid="195587">
                                            <p:txEl>
                                              <p:pRg st="2" end="2"/>
                                            </p:txEl>
                                          </p:spTgt>
                                        </p:tgtEl>
                                        <p:attrNameLst>
                                          <p:attrName>style.visibility</p:attrName>
                                        </p:attrNameLst>
                                      </p:cBhvr>
                                      <p:to>
                                        <p:strVal val="visible"/>
                                      </p:to>
                                    </p:set>
                                    <p:anim calcmode="lin" valueType="num">
                                      <p:cBhvr>
                                        <p:cTn id="27" dur="500" fill="hold"/>
                                        <p:tgtEl>
                                          <p:spTgt spid="195587">
                                            <p:txEl>
                                              <p:pRg st="2" end="2"/>
                                            </p:txEl>
                                          </p:spTgt>
                                        </p:tgtEl>
                                        <p:attrNameLst>
                                          <p:attrName>ppt_x</p:attrName>
                                        </p:attrNameLst>
                                      </p:cBhvr>
                                      <p:tavLst>
                                        <p:tav tm="0">
                                          <p:val>
                                            <p:strVal val="#ppt_x-#ppt_w/2"/>
                                          </p:val>
                                        </p:tav>
                                        <p:tav tm="100000">
                                          <p:val>
                                            <p:strVal val="#ppt_x"/>
                                          </p:val>
                                        </p:tav>
                                      </p:tavLst>
                                    </p:anim>
                                    <p:anim calcmode="lin" valueType="num">
                                      <p:cBhvr>
                                        <p:cTn id="28" dur="500" fill="hold"/>
                                        <p:tgtEl>
                                          <p:spTgt spid="195587">
                                            <p:txEl>
                                              <p:pRg st="2" end="2"/>
                                            </p:txEl>
                                          </p:spTgt>
                                        </p:tgtEl>
                                        <p:attrNameLst>
                                          <p:attrName>ppt_y</p:attrName>
                                        </p:attrNameLst>
                                      </p:cBhvr>
                                      <p:tavLst>
                                        <p:tav tm="0">
                                          <p:val>
                                            <p:strVal val="#ppt_y"/>
                                          </p:val>
                                        </p:tav>
                                        <p:tav tm="100000">
                                          <p:val>
                                            <p:strVal val="#ppt_y"/>
                                          </p:val>
                                        </p:tav>
                                      </p:tavLst>
                                    </p:anim>
                                    <p:anim calcmode="lin" valueType="num">
                                      <p:cBhvr>
                                        <p:cTn id="29" dur="500" fill="hold"/>
                                        <p:tgtEl>
                                          <p:spTgt spid="195587">
                                            <p:txEl>
                                              <p:pRg st="2" end="2"/>
                                            </p:txEl>
                                          </p:spTgt>
                                        </p:tgtEl>
                                        <p:attrNameLst>
                                          <p:attrName>ppt_w</p:attrName>
                                        </p:attrNameLst>
                                      </p:cBhvr>
                                      <p:tavLst>
                                        <p:tav tm="0">
                                          <p:val>
                                            <p:fltVal val="0"/>
                                          </p:val>
                                        </p:tav>
                                        <p:tav tm="100000">
                                          <p:val>
                                            <p:strVal val="#ppt_w"/>
                                          </p:val>
                                        </p:tav>
                                      </p:tavLst>
                                    </p:anim>
                                    <p:anim calcmode="lin" valueType="num">
                                      <p:cBhvr>
                                        <p:cTn id="30" dur="500" fill="hold"/>
                                        <p:tgtEl>
                                          <p:spTgt spid="195587">
                                            <p:txEl>
                                              <p:pRg st="2" end="2"/>
                                            </p:txEl>
                                          </p:spTgt>
                                        </p:tgtEl>
                                        <p:attrNameLst>
                                          <p:attrName>ppt_h</p:attrName>
                                        </p:attrNameLst>
                                      </p:cBhvr>
                                      <p:tavLst>
                                        <p:tav tm="0">
                                          <p:val>
                                            <p:strVal val="#ppt_h"/>
                                          </p:val>
                                        </p:tav>
                                        <p:tav tm="100000">
                                          <p:val>
                                            <p:strVal val="#ppt_h"/>
                                          </p:val>
                                        </p:tav>
                                      </p:tavLst>
                                    </p:anim>
                                  </p:childTnLst>
                                </p:cTn>
                              </p:par>
                            </p:childTnLst>
                          </p:cTn>
                        </p:par>
                        <p:par>
                          <p:cTn id="31" fill="hold">
                            <p:stCondLst>
                              <p:cond delay="500"/>
                            </p:stCondLst>
                            <p:childTnLst>
                              <p:par>
                                <p:cTn id="32" presetID="17" presetClass="entr" presetSubtype="8" fill="hold" grpId="0" nodeType="afterEffect">
                                  <p:stCondLst>
                                    <p:cond delay="0"/>
                                  </p:stCondLst>
                                  <p:childTnLst>
                                    <p:set>
                                      <p:cBhvr>
                                        <p:cTn id="33" dur="1" fill="hold">
                                          <p:stCondLst>
                                            <p:cond delay="0"/>
                                          </p:stCondLst>
                                        </p:cTn>
                                        <p:tgtEl>
                                          <p:spTgt spid="195587">
                                            <p:txEl>
                                              <p:pRg st="3" end="3"/>
                                            </p:txEl>
                                          </p:spTgt>
                                        </p:tgtEl>
                                        <p:attrNameLst>
                                          <p:attrName>style.visibility</p:attrName>
                                        </p:attrNameLst>
                                      </p:cBhvr>
                                      <p:to>
                                        <p:strVal val="visible"/>
                                      </p:to>
                                    </p:set>
                                    <p:anim calcmode="lin" valueType="num">
                                      <p:cBhvr>
                                        <p:cTn id="34" dur="500" fill="hold"/>
                                        <p:tgtEl>
                                          <p:spTgt spid="195587">
                                            <p:txEl>
                                              <p:pRg st="3" end="3"/>
                                            </p:txEl>
                                          </p:spTgt>
                                        </p:tgtEl>
                                        <p:attrNameLst>
                                          <p:attrName>ppt_x</p:attrName>
                                        </p:attrNameLst>
                                      </p:cBhvr>
                                      <p:tavLst>
                                        <p:tav tm="0">
                                          <p:val>
                                            <p:strVal val="#ppt_x-#ppt_w/2"/>
                                          </p:val>
                                        </p:tav>
                                        <p:tav tm="100000">
                                          <p:val>
                                            <p:strVal val="#ppt_x"/>
                                          </p:val>
                                        </p:tav>
                                      </p:tavLst>
                                    </p:anim>
                                    <p:anim calcmode="lin" valueType="num">
                                      <p:cBhvr>
                                        <p:cTn id="35" dur="500" fill="hold"/>
                                        <p:tgtEl>
                                          <p:spTgt spid="195587">
                                            <p:txEl>
                                              <p:pRg st="3" end="3"/>
                                            </p:txEl>
                                          </p:spTgt>
                                        </p:tgtEl>
                                        <p:attrNameLst>
                                          <p:attrName>ppt_y</p:attrName>
                                        </p:attrNameLst>
                                      </p:cBhvr>
                                      <p:tavLst>
                                        <p:tav tm="0">
                                          <p:val>
                                            <p:strVal val="#ppt_y"/>
                                          </p:val>
                                        </p:tav>
                                        <p:tav tm="100000">
                                          <p:val>
                                            <p:strVal val="#ppt_y"/>
                                          </p:val>
                                        </p:tav>
                                      </p:tavLst>
                                    </p:anim>
                                    <p:anim calcmode="lin" valueType="num">
                                      <p:cBhvr>
                                        <p:cTn id="36" dur="500" fill="hold"/>
                                        <p:tgtEl>
                                          <p:spTgt spid="195587">
                                            <p:txEl>
                                              <p:pRg st="3" end="3"/>
                                            </p:txEl>
                                          </p:spTgt>
                                        </p:tgtEl>
                                        <p:attrNameLst>
                                          <p:attrName>ppt_w</p:attrName>
                                        </p:attrNameLst>
                                      </p:cBhvr>
                                      <p:tavLst>
                                        <p:tav tm="0">
                                          <p:val>
                                            <p:fltVal val="0"/>
                                          </p:val>
                                        </p:tav>
                                        <p:tav tm="100000">
                                          <p:val>
                                            <p:strVal val="#ppt_w"/>
                                          </p:val>
                                        </p:tav>
                                      </p:tavLst>
                                    </p:anim>
                                    <p:anim calcmode="lin" valueType="num">
                                      <p:cBhvr>
                                        <p:cTn id="37" dur="500" fill="hold"/>
                                        <p:tgtEl>
                                          <p:spTgt spid="195587">
                                            <p:txEl>
                                              <p:pRg st="3" end="3"/>
                                            </p:txEl>
                                          </p:spTgt>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5587" grpId="0" autoUpdateAnimBg="0" build="p"/>
    </p:bldLst>
  </p:timing>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9378" name="Rectangle 2" descr="Rectangle: Click to edit Master text styles&#10;Second level&#10;Third level&#10;Fourth level&#10;Fifth level"/>
          <p:cNvSpPr>
            <a:spLocks noGrp="1"/>
          </p:cNvSpPr>
          <p:nvPr>
            <p:ph idx="1"/>
          </p:nvPr>
        </p:nvSpPr>
        <p:spPr>
          <a:xfrm>
            <a:off x="1692275" y="1557338"/>
            <a:ext cx="6408738" cy="4249737"/>
          </a:xfrm>
          <a:solidFill>
            <a:schemeClr val="tx1"/>
          </a:solidFill>
          <a:ln>
            <a:solidFill>
              <a:schemeClr val="accent1"/>
            </a:solidFill>
            <a:miter/>
          </a:ln>
          <a:effectLst>
            <a:outerShdw dist="35921" dir="2699999" algn="ctr" rotWithShape="0">
              <a:schemeClr val="bg2"/>
            </a:outerShdw>
          </a:effectLst>
        </p:spPr>
        <p:txBody>
          <a:bodyPr vert="horz" wrap="square" lIns="91440" tIns="45720" rIns="91440" bIns="45720" anchor="t" anchorCtr="0"/>
          <a:lstStyle/>
          <a:p>
            <a:pPr>
              <a:lnSpc>
                <a:spcPct val="150000"/>
              </a:lnSpc>
              <a:buFont typeface="Monotype Sorts" charset="2"/>
              <a:buChar char=" "/>
            </a:pPr>
            <a:r>
              <a:rPr lang="en-US" altLang="zh-CN" sz="2400" b="1" dirty="0">
                <a:solidFill>
                  <a:srgbClr val="000000"/>
                </a:solidFill>
                <a:effectLst/>
                <a:latin typeface="黑体" panose="02010609060101010101" charset="-122"/>
                <a:ea typeface="黑体" panose="02010609060101010101" charset="-122"/>
              </a:rPr>
              <a:t>1</a:t>
            </a:r>
            <a:r>
              <a:rPr lang="zh-CN" altLang="en-US" sz="2400" b="1" dirty="0">
                <a:solidFill>
                  <a:srgbClr val="000000"/>
                </a:solidFill>
                <a:effectLst/>
                <a:latin typeface="黑体" panose="02010609060101010101" charset="-122"/>
                <a:ea typeface="黑体" panose="02010609060101010101" charset="-122"/>
              </a:rPr>
              <a:t>、</a:t>
            </a:r>
            <a:r>
              <a:rPr lang="zh-CN" altLang="en-US" sz="2400" b="1" dirty="0">
                <a:solidFill>
                  <a:srgbClr val="1C5C21"/>
                </a:solidFill>
                <a:effectLst/>
              </a:rPr>
              <a:t>拉普拉斯变换与反变换定义；</a:t>
            </a:r>
            <a:endParaRPr lang="zh-CN" altLang="en-US" sz="2400" b="1" dirty="0">
              <a:solidFill>
                <a:srgbClr val="1C5C21"/>
              </a:solidFill>
              <a:effectLst/>
            </a:endParaRPr>
          </a:p>
          <a:p>
            <a:pPr>
              <a:lnSpc>
                <a:spcPct val="150000"/>
              </a:lnSpc>
              <a:buFont typeface="Monotype Sorts" charset="2"/>
              <a:buChar char=" "/>
            </a:pPr>
            <a:r>
              <a:rPr lang="en-US" altLang="zh-CN" sz="2400" b="1" dirty="0">
                <a:solidFill>
                  <a:srgbClr val="1C5C21"/>
                </a:solidFill>
                <a:effectLst/>
              </a:rPr>
              <a:t>2</a:t>
            </a:r>
            <a:r>
              <a:rPr lang="zh-CN" altLang="en-US" sz="2400" b="1" dirty="0">
                <a:solidFill>
                  <a:srgbClr val="1C5C21"/>
                </a:solidFill>
                <a:effectLst/>
              </a:rPr>
              <a:t>、拉普拉斯变换收敛域</a:t>
            </a:r>
            <a:endParaRPr lang="zh-CN" altLang="en-US" sz="2400" b="1" dirty="0">
              <a:solidFill>
                <a:srgbClr val="1C5C21"/>
              </a:solidFill>
              <a:effectLst/>
            </a:endParaRPr>
          </a:p>
          <a:p>
            <a:pPr>
              <a:lnSpc>
                <a:spcPct val="150000"/>
              </a:lnSpc>
              <a:buFont typeface="Monotype Sorts" charset="2"/>
              <a:buChar char=" "/>
            </a:pPr>
            <a:r>
              <a:rPr lang="en-US" altLang="zh-CN" sz="2400" b="1" dirty="0">
                <a:solidFill>
                  <a:srgbClr val="1C5C21"/>
                </a:solidFill>
                <a:effectLst/>
              </a:rPr>
              <a:t>3</a:t>
            </a:r>
            <a:r>
              <a:rPr lang="zh-CN" altLang="en-US" sz="2400" b="1" dirty="0">
                <a:solidFill>
                  <a:srgbClr val="1C5C21"/>
                </a:solidFill>
                <a:effectLst/>
              </a:rPr>
              <a:t>、常用拉普拉斯变换；</a:t>
            </a:r>
            <a:endParaRPr lang="zh-CN" altLang="en-US" sz="2400" b="1" dirty="0">
              <a:solidFill>
                <a:srgbClr val="1C5C21"/>
              </a:solidFill>
              <a:effectLst/>
            </a:endParaRPr>
          </a:p>
          <a:p>
            <a:pPr>
              <a:lnSpc>
                <a:spcPct val="150000"/>
              </a:lnSpc>
              <a:buFont typeface="Monotype Sorts" charset="2"/>
              <a:buChar char=" "/>
            </a:pPr>
            <a:r>
              <a:rPr lang="en-US" altLang="zh-CN" sz="2400" b="1" dirty="0">
                <a:solidFill>
                  <a:srgbClr val="1C5C21"/>
                </a:solidFill>
                <a:effectLst/>
              </a:rPr>
              <a:t>4</a:t>
            </a:r>
            <a:r>
              <a:rPr lang="zh-CN" altLang="en-US" sz="2400" b="1" dirty="0">
                <a:solidFill>
                  <a:srgbClr val="1C5C21"/>
                </a:solidFill>
                <a:effectLst/>
              </a:rPr>
              <a:t>、拉普拉斯反变换；</a:t>
            </a:r>
            <a:endParaRPr lang="zh-CN" altLang="en-US" sz="2400" b="1" dirty="0">
              <a:solidFill>
                <a:srgbClr val="1C5C21"/>
              </a:solidFill>
              <a:effectLst/>
            </a:endParaRPr>
          </a:p>
          <a:p>
            <a:pPr>
              <a:lnSpc>
                <a:spcPct val="150000"/>
              </a:lnSpc>
              <a:buFont typeface="Monotype Sorts" charset="2"/>
              <a:buChar char=" "/>
            </a:pPr>
            <a:r>
              <a:rPr lang="en-US" altLang="zh-CN" sz="2400" b="1" dirty="0">
                <a:solidFill>
                  <a:srgbClr val="1C5C21"/>
                </a:solidFill>
                <a:effectLst/>
              </a:rPr>
              <a:t>5</a:t>
            </a:r>
            <a:r>
              <a:rPr lang="zh-CN" altLang="en-US" sz="2400" b="1" dirty="0">
                <a:solidFill>
                  <a:srgbClr val="1C5C21"/>
                </a:solidFill>
                <a:effectLst/>
              </a:rPr>
              <a:t>、拉普拉斯变换的性质；</a:t>
            </a:r>
            <a:endParaRPr lang="zh-CN" altLang="en-US" sz="2400" b="1" dirty="0">
              <a:solidFill>
                <a:srgbClr val="1C5C21"/>
              </a:solidFill>
              <a:effectLst/>
            </a:endParaRPr>
          </a:p>
          <a:p>
            <a:pPr>
              <a:lnSpc>
                <a:spcPct val="150000"/>
              </a:lnSpc>
              <a:buFont typeface="Monotype Sorts" charset="2"/>
              <a:buChar char=" "/>
            </a:pPr>
            <a:r>
              <a:rPr lang="en-US" altLang="zh-CN" sz="2400" b="1" dirty="0">
                <a:solidFill>
                  <a:srgbClr val="1C5C21"/>
                </a:solidFill>
                <a:effectLst/>
              </a:rPr>
              <a:t>6</a:t>
            </a:r>
            <a:r>
              <a:rPr lang="zh-CN" altLang="en-US" sz="2400" b="1" dirty="0">
                <a:solidFill>
                  <a:srgbClr val="1C5C21"/>
                </a:solidFill>
                <a:effectLst/>
              </a:rPr>
              <a:t>、线性系统的拉普拉斯变换分析法；</a:t>
            </a:r>
            <a:endParaRPr lang="zh-CN" altLang="en-US" sz="2400" b="1" dirty="0">
              <a:solidFill>
                <a:srgbClr val="1C5C21"/>
              </a:solidFill>
              <a:effectLst/>
            </a:endParaRPr>
          </a:p>
        </p:txBody>
      </p:sp>
      <p:sp>
        <p:nvSpPr>
          <p:cNvPr id="99330" name="Rectangle 3"/>
          <p:cNvSpPr/>
          <p:nvPr/>
        </p:nvSpPr>
        <p:spPr>
          <a:xfrm>
            <a:off x="1619250" y="260350"/>
            <a:ext cx="5842000" cy="823913"/>
          </a:xfrm>
          <a:prstGeom prst="rect">
            <a:avLst/>
          </a:prstGeom>
          <a:solidFill>
            <a:schemeClr val="tx1"/>
          </a:solidFill>
          <a:ln w="9525" cap="flat" cmpd="sng">
            <a:solidFill>
              <a:srgbClr val="C0C0C0"/>
            </a:solidFill>
            <a:prstDash val="solid"/>
            <a:miter/>
            <a:headEnd type="none" w="med" len="med"/>
            <a:tailEnd type="none" w="med" len="med"/>
          </a:ln>
          <a:effectLst>
            <a:outerShdw dist="35921" dir="2699999" algn="ctr" rotWithShape="0">
              <a:srgbClr val="808080"/>
            </a:outerShdw>
          </a:effectLst>
        </p:spPr>
        <p:txBody>
          <a:bodyPr anchor="ctr" anchorCtr="0"/>
          <a:lstStyle/>
          <a:p>
            <a:pPr algn="ctr" eaLnBrk="0" hangingPunct="0"/>
            <a:r>
              <a:rPr lang="zh-CN" altLang="en-US" sz="4000" b="0" dirty="0">
                <a:solidFill>
                  <a:schemeClr val="bg1"/>
                </a:solidFill>
                <a:latin typeface="Arial" panose="020B0604020202020204" pitchFamily="34" charset="0"/>
                <a:ea typeface="黑体" panose="02010609060101010101" charset="-122"/>
              </a:rPr>
              <a:t>总结</a:t>
            </a:r>
            <a:r>
              <a:rPr lang="en-US" altLang="zh-CN" sz="4000" b="0" baseline="30000" dirty="0">
                <a:solidFill>
                  <a:schemeClr val="bg1"/>
                </a:solidFill>
                <a:latin typeface="Arial" panose="020B0604020202020204" pitchFamily="34" charset="0"/>
                <a:ea typeface="黑体" panose="02010609060101010101" charset="-122"/>
              </a:rPr>
              <a:t>—</a:t>
            </a:r>
            <a:r>
              <a:rPr lang="zh-CN" altLang="en-US" sz="4000" b="0" baseline="30000" dirty="0">
                <a:solidFill>
                  <a:schemeClr val="bg1"/>
                </a:solidFill>
                <a:latin typeface="Arial" panose="020B0604020202020204" pitchFamily="34" charset="0"/>
                <a:ea typeface="黑体" panose="02010609060101010101" charset="-122"/>
              </a:rPr>
              <a:t>基本要求</a:t>
            </a:r>
            <a:endParaRPr lang="zh-CN" altLang="en-US" sz="4000" b="0" dirty="0">
              <a:solidFill>
                <a:schemeClr val="bg1"/>
              </a:solidFill>
              <a:latin typeface="Arial" panose="020B0604020202020204" pitchFamily="34" charset="0"/>
              <a:ea typeface="黑体" panose="02010609060101010101" charset="-122"/>
            </a:endParaRPr>
          </a:p>
        </p:txBody>
      </p:sp>
    </p:spTree>
    <p:custDataLst>
      <p:tags r:id="rId1"/>
    </p:custDataLst>
  </p:cSld>
  <p:clrMapOvr>
    <a:masterClrMapping/>
  </p:clrMapOvr>
  <mc:AlternateContent xmlns:mc="http://schemas.openxmlformats.org/markup-compatibility/2006">
    <mc:Choice xmlns:p14="http://schemas.microsoft.com/office/powerpoint/2010/main" Requires="p14">
      <p:transition spd="slow" p14:dur="2000" advTm="7529"/>
    </mc:Choice>
    <mc:Fallback>
      <p:transition spd="slow" advTm="7529"/>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8" fill="hold" grpId="0" nodeType="afterEffect">
                                  <p:stCondLst>
                                    <p:cond delay="0"/>
                                  </p:stCondLst>
                                  <p:childTnLst>
                                    <p:set>
                                      <p:cBhvr>
                                        <p:cTn id="6" dur="1" fill="hold">
                                          <p:stCondLst>
                                            <p:cond delay="0"/>
                                          </p:stCondLst>
                                        </p:cTn>
                                        <p:tgtEl>
                                          <p:spTgt spid="229378">
                                            <p:txEl>
                                              <p:pRg st="0" end="0"/>
                                            </p:txEl>
                                          </p:spTgt>
                                        </p:tgtEl>
                                        <p:attrNameLst>
                                          <p:attrName>style.visibility</p:attrName>
                                        </p:attrNameLst>
                                      </p:cBhvr>
                                      <p:to>
                                        <p:strVal val="visible"/>
                                      </p:to>
                                    </p:set>
                                    <p:anim calcmode="lin" valueType="num">
                                      <p:cBhvr>
                                        <p:cTn id="7" dur="500" fill="hold"/>
                                        <p:tgtEl>
                                          <p:spTgt spid="229378">
                                            <p:txEl>
                                              <p:pRg st="0" end="0"/>
                                            </p:txEl>
                                          </p:spTgt>
                                        </p:tgtEl>
                                        <p:attrNameLst>
                                          <p:attrName>ppt_x</p:attrName>
                                        </p:attrNameLst>
                                      </p:cBhvr>
                                      <p:tavLst>
                                        <p:tav tm="0">
                                          <p:val>
                                            <p:strVal val="#ppt_x-#ppt_w/2"/>
                                          </p:val>
                                        </p:tav>
                                        <p:tav tm="100000">
                                          <p:val>
                                            <p:strVal val="#ppt_x"/>
                                          </p:val>
                                        </p:tav>
                                      </p:tavLst>
                                    </p:anim>
                                    <p:anim calcmode="lin" valueType="num">
                                      <p:cBhvr>
                                        <p:cTn id="8" dur="500" fill="hold"/>
                                        <p:tgtEl>
                                          <p:spTgt spid="229378">
                                            <p:txEl>
                                              <p:pRg st="0" end="0"/>
                                            </p:txEl>
                                          </p:spTgt>
                                        </p:tgtEl>
                                        <p:attrNameLst>
                                          <p:attrName>ppt_y</p:attrName>
                                        </p:attrNameLst>
                                      </p:cBhvr>
                                      <p:tavLst>
                                        <p:tav tm="0">
                                          <p:val>
                                            <p:strVal val="#ppt_y"/>
                                          </p:val>
                                        </p:tav>
                                        <p:tav tm="100000">
                                          <p:val>
                                            <p:strVal val="#ppt_y"/>
                                          </p:val>
                                        </p:tav>
                                      </p:tavLst>
                                    </p:anim>
                                    <p:anim calcmode="lin" valueType="num">
                                      <p:cBhvr>
                                        <p:cTn id="9" dur="500" fill="hold"/>
                                        <p:tgtEl>
                                          <p:spTgt spid="229378">
                                            <p:txEl>
                                              <p:pRg st="0" end="0"/>
                                            </p:txEl>
                                          </p:spTgt>
                                        </p:tgtEl>
                                        <p:attrNameLst>
                                          <p:attrName>ppt_w</p:attrName>
                                        </p:attrNameLst>
                                      </p:cBhvr>
                                      <p:tavLst>
                                        <p:tav tm="0">
                                          <p:val>
                                            <p:fltVal val="0"/>
                                          </p:val>
                                        </p:tav>
                                        <p:tav tm="100000">
                                          <p:val>
                                            <p:strVal val="#ppt_w"/>
                                          </p:val>
                                        </p:tav>
                                      </p:tavLst>
                                    </p:anim>
                                    <p:anim calcmode="lin" valueType="num">
                                      <p:cBhvr>
                                        <p:cTn id="10" dur="500" fill="hold"/>
                                        <p:tgtEl>
                                          <p:spTgt spid="229378">
                                            <p:txEl>
                                              <p:pRg st="0" end="0"/>
                                            </p:txEl>
                                          </p:spTgt>
                                        </p:tgtEl>
                                        <p:attrNameLst>
                                          <p:attrName>ppt_h</p:attrName>
                                        </p:attrNameLst>
                                      </p:cBhvr>
                                      <p:tavLst>
                                        <p:tav tm="0">
                                          <p:val>
                                            <p:strVal val="#ppt_h"/>
                                          </p:val>
                                        </p:tav>
                                        <p:tav tm="100000">
                                          <p:val>
                                            <p:strVal val="#ppt_h"/>
                                          </p:val>
                                        </p:tav>
                                      </p:tavLst>
                                    </p:anim>
                                  </p:childTnLst>
                                </p:cTn>
                              </p:par>
                            </p:childTnLst>
                          </p:cTn>
                        </p:par>
                      </p:childTnLst>
                    </p:cTn>
                  </p:par>
                  <p:par>
                    <p:cTn id="11" fill="hold">
                      <p:stCondLst>
                        <p:cond delay="indefinite"/>
                      </p:stCondLst>
                      <p:childTnLst>
                        <p:par>
                          <p:cTn id="12" fill="hold">
                            <p:stCondLst>
                              <p:cond delay="0"/>
                            </p:stCondLst>
                            <p:childTnLst>
                              <p:par>
                                <p:cTn id="13" presetID="17" presetClass="entr" presetSubtype="8" fill="hold" grpId="0" nodeType="clickEffect">
                                  <p:stCondLst>
                                    <p:cond delay="0"/>
                                  </p:stCondLst>
                                  <p:childTnLst>
                                    <p:set>
                                      <p:cBhvr>
                                        <p:cTn id="14" dur="1" fill="hold">
                                          <p:stCondLst>
                                            <p:cond delay="0"/>
                                          </p:stCondLst>
                                        </p:cTn>
                                        <p:tgtEl>
                                          <p:spTgt spid="229378">
                                            <p:txEl>
                                              <p:pRg st="1" end="1"/>
                                            </p:txEl>
                                          </p:spTgt>
                                        </p:tgtEl>
                                        <p:attrNameLst>
                                          <p:attrName>style.visibility</p:attrName>
                                        </p:attrNameLst>
                                      </p:cBhvr>
                                      <p:to>
                                        <p:strVal val="visible"/>
                                      </p:to>
                                    </p:set>
                                    <p:anim calcmode="lin" valueType="num">
                                      <p:cBhvr>
                                        <p:cTn id="15" dur="500" fill="hold"/>
                                        <p:tgtEl>
                                          <p:spTgt spid="229378">
                                            <p:txEl>
                                              <p:pRg st="1" end="1"/>
                                            </p:txEl>
                                          </p:spTgt>
                                        </p:tgtEl>
                                        <p:attrNameLst>
                                          <p:attrName>ppt_x</p:attrName>
                                        </p:attrNameLst>
                                      </p:cBhvr>
                                      <p:tavLst>
                                        <p:tav tm="0">
                                          <p:val>
                                            <p:strVal val="#ppt_x-#ppt_w/2"/>
                                          </p:val>
                                        </p:tav>
                                        <p:tav tm="100000">
                                          <p:val>
                                            <p:strVal val="#ppt_x"/>
                                          </p:val>
                                        </p:tav>
                                      </p:tavLst>
                                    </p:anim>
                                    <p:anim calcmode="lin" valueType="num">
                                      <p:cBhvr>
                                        <p:cTn id="16" dur="500" fill="hold"/>
                                        <p:tgtEl>
                                          <p:spTgt spid="229378">
                                            <p:txEl>
                                              <p:pRg st="1" end="1"/>
                                            </p:txEl>
                                          </p:spTgt>
                                        </p:tgtEl>
                                        <p:attrNameLst>
                                          <p:attrName>ppt_y</p:attrName>
                                        </p:attrNameLst>
                                      </p:cBhvr>
                                      <p:tavLst>
                                        <p:tav tm="0">
                                          <p:val>
                                            <p:strVal val="#ppt_y"/>
                                          </p:val>
                                        </p:tav>
                                        <p:tav tm="100000">
                                          <p:val>
                                            <p:strVal val="#ppt_y"/>
                                          </p:val>
                                        </p:tav>
                                      </p:tavLst>
                                    </p:anim>
                                    <p:anim calcmode="lin" valueType="num">
                                      <p:cBhvr>
                                        <p:cTn id="17" dur="500" fill="hold"/>
                                        <p:tgtEl>
                                          <p:spTgt spid="229378">
                                            <p:txEl>
                                              <p:pRg st="1" end="1"/>
                                            </p:txEl>
                                          </p:spTgt>
                                        </p:tgtEl>
                                        <p:attrNameLst>
                                          <p:attrName>ppt_w</p:attrName>
                                        </p:attrNameLst>
                                      </p:cBhvr>
                                      <p:tavLst>
                                        <p:tav tm="0">
                                          <p:val>
                                            <p:fltVal val="0"/>
                                          </p:val>
                                        </p:tav>
                                        <p:tav tm="100000">
                                          <p:val>
                                            <p:strVal val="#ppt_w"/>
                                          </p:val>
                                        </p:tav>
                                      </p:tavLst>
                                    </p:anim>
                                    <p:anim calcmode="lin" valueType="num">
                                      <p:cBhvr>
                                        <p:cTn id="18" dur="500" fill="hold"/>
                                        <p:tgtEl>
                                          <p:spTgt spid="229378">
                                            <p:txEl>
                                              <p:pRg st="1" end="1"/>
                                            </p:txEl>
                                          </p:spTgt>
                                        </p:tgtEl>
                                        <p:attrNameLst>
                                          <p:attrName>ppt_h</p:attrName>
                                        </p:attrNameLst>
                                      </p:cBhvr>
                                      <p:tavLst>
                                        <p:tav tm="0">
                                          <p:val>
                                            <p:strVal val="#ppt_h"/>
                                          </p:val>
                                        </p:tav>
                                        <p:tav tm="100000">
                                          <p:val>
                                            <p:strVal val="#ppt_h"/>
                                          </p:val>
                                        </p:tav>
                                      </p:tavLst>
                                    </p:anim>
                                  </p:childTnLst>
                                </p:cTn>
                              </p:par>
                            </p:childTnLst>
                          </p:cTn>
                        </p:par>
                      </p:childTnLst>
                    </p:cTn>
                  </p:par>
                  <p:par>
                    <p:cTn id="19" fill="hold">
                      <p:stCondLst>
                        <p:cond delay="indefinite"/>
                      </p:stCondLst>
                      <p:childTnLst>
                        <p:par>
                          <p:cTn id="20" fill="hold">
                            <p:stCondLst>
                              <p:cond delay="0"/>
                            </p:stCondLst>
                            <p:childTnLst>
                              <p:par>
                                <p:cTn id="21" presetID="17" presetClass="entr" presetSubtype="8" fill="hold" grpId="0" nodeType="clickEffect">
                                  <p:stCondLst>
                                    <p:cond delay="0"/>
                                  </p:stCondLst>
                                  <p:childTnLst>
                                    <p:set>
                                      <p:cBhvr>
                                        <p:cTn id="22" dur="1" fill="hold">
                                          <p:stCondLst>
                                            <p:cond delay="0"/>
                                          </p:stCondLst>
                                        </p:cTn>
                                        <p:tgtEl>
                                          <p:spTgt spid="229378">
                                            <p:txEl>
                                              <p:pRg st="2" end="2"/>
                                            </p:txEl>
                                          </p:spTgt>
                                        </p:tgtEl>
                                        <p:attrNameLst>
                                          <p:attrName>style.visibility</p:attrName>
                                        </p:attrNameLst>
                                      </p:cBhvr>
                                      <p:to>
                                        <p:strVal val="visible"/>
                                      </p:to>
                                    </p:set>
                                    <p:anim calcmode="lin" valueType="num">
                                      <p:cBhvr>
                                        <p:cTn id="23" dur="500" fill="hold"/>
                                        <p:tgtEl>
                                          <p:spTgt spid="229378">
                                            <p:txEl>
                                              <p:pRg st="2" end="2"/>
                                            </p:txEl>
                                          </p:spTgt>
                                        </p:tgtEl>
                                        <p:attrNameLst>
                                          <p:attrName>ppt_x</p:attrName>
                                        </p:attrNameLst>
                                      </p:cBhvr>
                                      <p:tavLst>
                                        <p:tav tm="0">
                                          <p:val>
                                            <p:strVal val="#ppt_x-#ppt_w/2"/>
                                          </p:val>
                                        </p:tav>
                                        <p:tav tm="100000">
                                          <p:val>
                                            <p:strVal val="#ppt_x"/>
                                          </p:val>
                                        </p:tav>
                                      </p:tavLst>
                                    </p:anim>
                                    <p:anim calcmode="lin" valueType="num">
                                      <p:cBhvr>
                                        <p:cTn id="24" dur="500" fill="hold"/>
                                        <p:tgtEl>
                                          <p:spTgt spid="229378">
                                            <p:txEl>
                                              <p:pRg st="2" end="2"/>
                                            </p:txEl>
                                          </p:spTgt>
                                        </p:tgtEl>
                                        <p:attrNameLst>
                                          <p:attrName>ppt_y</p:attrName>
                                        </p:attrNameLst>
                                      </p:cBhvr>
                                      <p:tavLst>
                                        <p:tav tm="0">
                                          <p:val>
                                            <p:strVal val="#ppt_y"/>
                                          </p:val>
                                        </p:tav>
                                        <p:tav tm="100000">
                                          <p:val>
                                            <p:strVal val="#ppt_y"/>
                                          </p:val>
                                        </p:tav>
                                      </p:tavLst>
                                    </p:anim>
                                    <p:anim calcmode="lin" valueType="num">
                                      <p:cBhvr>
                                        <p:cTn id="25" dur="500" fill="hold"/>
                                        <p:tgtEl>
                                          <p:spTgt spid="229378">
                                            <p:txEl>
                                              <p:pRg st="2" end="2"/>
                                            </p:txEl>
                                          </p:spTgt>
                                        </p:tgtEl>
                                        <p:attrNameLst>
                                          <p:attrName>ppt_w</p:attrName>
                                        </p:attrNameLst>
                                      </p:cBhvr>
                                      <p:tavLst>
                                        <p:tav tm="0">
                                          <p:val>
                                            <p:fltVal val="0"/>
                                          </p:val>
                                        </p:tav>
                                        <p:tav tm="100000">
                                          <p:val>
                                            <p:strVal val="#ppt_w"/>
                                          </p:val>
                                        </p:tav>
                                      </p:tavLst>
                                    </p:anim>
                                    <p:anim calcmode="lin" valueType="num">
                                      <p:cBhvr>
                                        <p:cTn id="26" dur="500" fill="hold"/>
                                        <p:tgtEl>
                                          <p:spTgt spid="229378">
                                            <p:txEl>
                                              <p:pRg st="2" end="2"/>
                                            </p:txEl>
                                          </p:spTgt>
                                        </p:tgtEl>
                                        <p:attrNameLst>
                                          <p:attrName>ppt_h</p:attrName>
                                        </p:attrNameLst>
                                      </p:cBhvr>
                                      <p:tavLst>
                                        <p:tav tm="0">
                                          <p:val>
                                            <p:strVal val="#ppt_h"/>
                                          </p:val>
                                        </p:tav>
                                        <p:tav tm="100000">
                                          <p:val>
                                            <p:strVal val="#ppt_h"/>
                                          </p:val>
                                        </p:tav>
                                      </p:tavLst>
                                    </p:anim>
                                  </p:childTnLst>
                                </p:cTn>
                              </p:par>
                            </p:childTnLst>
                          </p:cTn>
                        </p:par>
                      </p:childTnLst>
                    </p:cTn>
                  </p:par>
                  <p:par>
                    <p:cTn id="27" fill="hold">
                      <p:stCondLst>
                        <p:cond delay="indefinite"/>
                      </p:stCondLst>
                      <p:childTnLst>
                        <p:par>
                          <p:cTn id="28" fill="hold">
                            <p:stCondLst>
                              <p:cond delay="0"/>
                            </p:stCondLst>
                            <p:childTnLst>
                              <p:par>
                                <p:cTn id="29" presetID="17" presetClass="entr" presetSubtype="8" fill="hold" grpId="0" nodeType="clickEffect">
                                  <p:stCondLst>
                                    <p:cond delay="0"/>
                                  </p:stCondLst>
                                  <p:childTnLst>
                                    <p:set>
                                      <p:cBhvr>
                                        <p:cTn id="30" dur="1" fill="hold">
                                          <p:stCondLst>
                                            <p:cond delay="0"/>
                                          </p:stCondLst>
                                        </p:cTn>
                                        <p:tgtEl>
                                          <p:spTgt spid="229378">
                                            <p:txEl>
                                              <p:pRg st="3" end="3"/>
                                            </p:txEl>
                                          </p:spTgt>
                                        </p:tgtEl>
                                        <p:attrNameLst>
                                          <p:attrName>style.visibility</p:attrName>
                                        </p:attrNameLst>
                                      </p:cBhvr>
                                      <p:to>
                                        <p:strVal val="visible"/>
                                      </p:to>
                                    </p:set>
                                    <p:anim calcmode="lin" valueType="num">
                                      <p:cBhvr>
                                        <p:cTn id="31" dur="500" fill="hold"/>
                                        <p:tgtEl>
                                          <p:spTgt spid="229378">
                                            <p:txEl>
                                              <p:pRg st="3" end="3"/>
                                            </p:txEl>
                                          </p:spTgt>
                                        </p:tgtEl>
                                        <p:attrNameLst>
                                          <p:attrName>ppt_x</p:attrName>
                                        </p:attrNameLst>
                                      </p:cBhvr>
                                      <p:tavLst>
                                        <p:tav tm="0">
                                          <p:val>
                                            <p:strVal val="#ppt_x-#ppt_w/2"/>
                                          </p:val>
                                        </p:tav>
                                        <p:tav tm="100000">
                                          <p:val>
                                            <p:strVal val="#ppt_x"/>
                                          </p:val>
                                        </p:tav>
                                      </p:tavLst>
                                    </p:anim>
                                    <p:anim calcmode="lin" valueType="num">
                                      <p:cBhvr>
                                        <p:cTn id="32" dur="500" fill="hold"/>
                                        <p:tgtEl>
                                          <p:spTgt spid="229378">
                                            <p:txEl>
                                              <p:pRg st="3" end="3"/>
                                            </p:txEl>
                                          </p:spTgt>
                                        </p:tgtEl>
                                        <p:attrNameLst>
                                          <p:attrName>ppt_y</p:attrName>
                                        </p:attrNameLst>
                                      </p:cBhvr>
                                      <p:tavLst>
                                        <p:tav tm="0">
                                          <p:val>
                                            <p:strVal val="#ppt_y"/>
                                          </p:val>
                                        </p:tav>
                                        <p:tav tm="100000">
                                          <p:val>
                                            <p:strVal val="#ppt_y"/>
                                          </p:val>
                                        </p:tav>
                                      </p:tavLst>
                                    </p:anim>
                                    <p:anim calcmode="lin" valueType="num">
                                      <p:cBhvr>
                                        <p:cTn id="33" dur="500" fill="hold"/>
                                        <p:tgtEl>
                                          <p:spTgt spid="229378">
                                            <p:txEl>
                                              <p:pRg st="3" end="3"/>
                                            </p:txEl>
                                          </p:spTgt>
                                        </p:tgtEl>
                                        <p:attrNameLst>
                                          <p:attrName>ppt_w</p:attrName>
                                        </p:attrNameLst>
                                      </p:cBhvr>
                                      <p:tavLst>
                                        <p:tav tm="0">
                                          <p:val>
                                            <p:fltVal val="0"/>
                                          </p:val>
                                        </p:tav>
                                        <p:tav tm="100000">
                                          <p:val>
                                            <p:strVal val="#ppt_w"/>
                                          </p:val>
                                        </p:tav>
                                      </p:tavLst>
                                    </p:anim>
                                    <p:anim calcmode="lin" valueType="num">
                                      <p:cBhvr>
                                        <p:cTn id="34" dur="500" fill="hold"/>
                                        <p:tgtEl>
                                          <p:spTgt spid="229378">
                                            <p:txEl>
                                              <p:pRg st="3" end="3"/>
                                            </p:txEl>
                                          </p:spTgt>
                                        </p:tgtEl>
                                        <p:attrNameLst>
                                          <p:attrName>ppt_h</p:attrName>
                                        </p:attrNameLst>
                                      </p:cBhvr>
                                      <p:tavLst>
                                        <p:tav tm="0">
                                          <p:val>
                                            <p:strVal val="#ppt_h"/>
                                          </p:val>
                                        </p:tav>
                                        <p:tav tm="100000">
                                          <p:val>
                                            <p:strVal val="#ppt_h"/>
                                          </p:val>
                                        </p:tav>
                                      </p:tavLst>
                                    </p:anim>
                                  </p:childTnLst>
                                </p:cTn>
                              </p:par>
                            </p:childTnLst>
                          </p:cTn>
                        </p:par>
                      </p:childTnLst>
                    </p:cTn>
                  </p:par>
                  <p:par>
                    <p:cTn id="35" fill="hold">
                      <p:stCondLst>
                        <p:cond delay="indefinite"/>
                      </p:stCondLst>
                      <p:childTnLst>
                        <p:par>
                          <p:cTn id="36" fill="hold">
                            <p:stCondLst>
                              <p:cond delay="0"/>
                            </p:stCondLst>
                            <p:childTnLst>
                              <p:par>
                                <p:cTn id="37" presetID="17" presetClass="entr" presetSubtype="8" fill="hold" grpId="0" nodeType="clickEffect">
                                  <p:stCondLst>
                                    <p:cond delay="0"/>
                                  </p:stCondLst>
                                  <p:childTnLst>
                                    <p:set>
                                      <p:cBhvr>
                                        <p:cTn id="38" dur="1" fill="hold">
                                          <p:stCondLst>
                                            <p:cond delay="0"/>
                                          </p:stCondLst>
                                        </p:cTn>
                                        <p:tgtEl>
                                          <p:spTgt spid="229378">
                                            <p:txEl>
                                              <p:pRg st="4" end="4"/>
                                            </p:txEl>
                                          </p:spTgt>
                                        </p:tgtEl>
                                        <p:attrNameLst>
                                          <p:attrName>style.visibility</p:attrName>
                                        </p:attrNameLst>
                                      </p:cBhvr>
                                      <p:to>
                                        <p:strVal val="visible"/>
                                      </p:to>
                                    </p:set>
                                    <p:anim calcmode="lin" valueType="num">
                                      <p:cBhvr>
                                        <p:cTn id="39" dur="500" fill="hold"/>
                                        <p:tgtEl>
                                          <p:spTgt spid="229378">
                                            <p:txEl>
                                              <p:pRg st="4" end="4"/>
                                            </p:txEl>
                                          </p:spTgt>
                                        </p:tgtEl>
                                        <p:attrNameLst>
                                          <p:attrName>ppt_x</p:attrName>
                                        </p:attrNameLst>
                                      </p:cBhvr>
                                      <p:tavLst>
                                        <p:tav tm="0">
                                          <p:val>
                                            <p:strVal val="#ppt_x-#ppt_w/2"/>
                                          </p:val>
                                        </p:tav>
                                        <p:tav tm="100000">
                                          <p:val>
                                            <p:strVal val="#ppt_x"/>
                                          </p:val>
                                        </p:tav>
                                      </p:tavLst>
                                    </p:anim>
                                    <p:anim calcmode="lin" valueType="num">
                                      <p:cBhvr>
                                        <p:cTn id="40" dur="500" fill="hold"/>
                                        <p:tgtEl>
                                          <p:spTgt spid="229378">
                                            <p:txEl>
                                              <p:pRg st="4" end="4"/>
                                            </p:txEl>
                                          </p:spTgt>
                                        </p:tgtEl>
                                        <p:attrNameLst>
                                          <p:attrName>ppt_y</p:attrName>
                                        </p:attrNameLst>
                                      </p:cBhvr>
                                      <p:tavLst>
                                        <p:tav tm="0">
                                          <p:val>
                                            <p:strVal val="#ppt_y"/>
                                          </p:val>
                                        </p:tav>
                                        <p:tav tm="100000">
                                          <p:val>
                                            <p:strVal val="#ppt_y"/>
                                          </p:val>
                                        </p:tav>
                                      </p:tavLst>
                                    </p:anim>
                                    <p:anim calcmode="lin" valueType="num">
                                      <p:cBhvr>
                                        <p:cTn id="41" dur="500" fill="hold"/>
                                        <p:tgtEl>
                                          <p:spTgt spid="229378">
                                            <p:txEl>
                                              <p:pRg st="4" end="4"/>
                                            </p:txEl>
                                          </p:spTgt>
                                        </p:tgtEl>
                                        <p:attrNameLst>
                                          <p:attrName>ppt_w</p:attrName>
                                        </p:attrNameLst>
                                      </p:cBhvr>
                                      <p:tavLst>
                                        <p:tav tm="0">
                                          <p:val>
                                            <p:fltVal val="0"/>
                                          </p:val>
                                        </p:tav>
                                        <p:tav tm="100000">
                                          <p:val>
                                            <p:strVal val="#ppt_w"/>
                                          </p:val>
                                        </p:tav>
                                      </p:tavLst>
                                    </p:anim>
                                    <p:anim calcmode="lin" valueType="num">
                                      <p:cBhvr>
                                        <p:cTn id="42" dur="500" fill="hold"/>
                                        <p:tgtEl>
                                          <p:spTgt spid="229378">
                                            <p:txEl>
                                              <p:pRg st="4" end="4"/>
                                            </p:txEl>
                                          </p:spTgt>
                                        </p:tgtEl>
                                        <p:attrNameLst>
                                          <p:attrName>ppt_h</p:attrName>
                                        </p:attrNameLst>
                                      </p:cBhvr>
                                      <p:tavLst>
                                        <p:tav tm="0">
                                          <p:val>
                                            <p:strVal val="#ppt_h"/>
                                          </p:val>
                                        </p:tav>
                                        <p:tav tm="100000">
                                          <p:val>
                                            <p:strVal val="#ppt_h"/>
                                          </p:val>
                                        </p:tav>
                                      </p:tavLst>
                                    </p:anim>
                                  </p:childTnLst>
                                </p:cTn>
                              </p:par>
                            </p:childTnLst>
                          </p:cTn>
                        </p:par>
                      </p:childTnLst>
                    </p:cTn>
                  </p:par>
                  <p:par>
                    <p:cTn id="43" fill="hold">
                      <p:stCondLst>
                        <p:cond delay="indefinite"/>
                      </p:stCondLst>
                      <p:childTnLst>
                        <p:par>
                          <p:cTn id="44" fill="hold">
                            <p:stCondLst>
                              <p:cond delay="0"/>
                            </p:stCondLst>
                            <p:childTnLst>
                              <p:par>
                                <p:cTn id="45" presetID="17" presetClass="entr" presetSubtype="8" fill="hold" grpId="0" nodeType="clickEffect">
                                  <p:stCondLst>
                                    <p:cond delay="0"/>
                                  </p:stCondLst>
                                  <p:childTnLst>
                                    <p:set>
                                      <p:cBhvr>
                                        <p:cTn id="46" dur="1" fill="hold">
                                          <p:stCondLst>
                                            <p:cond delay="0"/>
                                          </p:stCondLst>
                                        </p:cTn>
                                        <p:tgtEl>
                                          <p:spTgt spid="229378">
                                            <p:txEl>
                                              <p:pRg st="5" end="5"/>
                                            </p:txEl>
                                          </p:spTgt>
                                        </p:tgtEl>
                                        <p:attrNameLst>
                                          <p:attrName>style.visibility</p:attrName>
                                        </p:attrNameLst>
                                      </p:cBhvr>
                                      <p:to>
                                        <p:strVal val="visible"/>
                                      </p:to>
                                    </p:set>
                                    <p:anim calcmode="lin" valueType="num">
                                      <p:cBhvr>
                                        <p:cTn id="47" dur="500" fill="hold"/>
                                        <p:tgtEl>
                                          <p:spTgt spid="229378">
                                            <p:txEl>
                                              <p:pRg st="5" end="5"/>
                                            </p:txEl>
                                          </p:spTgt>
                                        </p:tgtEl>
                                        <p:attrNameLst>
                                          <p:attrName>ppt_x</p:attrName>
                                        </p:attrNameLst>
                                      </p:cBhvr>
                                      <p:tavLst>
                                        <p:tav tm="0">
                                          <p:val>
                                            <p:strVal val="#ppt_x-#ppt_w/2"/>
                                          </p:val>
                                        </p:tav>
                                        <p:tav tm="100000">
                                          <p:val>
                                            <p:strVal val="#ppt_x"/>
                                          </p:val>
                                        </p:tav>
                                      </p:tavLst>
                                    </p:anim>
                                    <p:anim calcmode="lin" valueType="num">
                                      <p:cBhvr>
                                        <p:cTn id="48" dur="500" fill="hold"/>
                                        <p:tgtEl>
                                          <p:spTgt spid="229378">
                                            <p:txEl>
                                              <p:pRg st="5" end="5"/>
                                            </p:txEl>
                                          </p:spTgt>
                                        </p:tgtEl>
                                        <p:attrNameLst>
                                          <p:attrName>ppt_y</p:attrName>
                                        </p:attrNameLst>
                                      </p:cBhvr>
                                      <p:tavLst>
                                        <p:tav tm="0">
                                          <p:val>
                                            <p:strVal val="#ppt_y"/>
                                          </p:val>
                                        </p:tav>
                                        <p:tav tm="100000">
                                          <p:val>
                                            <p:strVal val="#ppt_y"/>
                                          </p:val>
                                        </p:tav>
                                      </p:tavLst>
                                    </p:anim>
                                    <p:anim calcmode="lin" valueType="num">
                                      <p:cBhvr>
                                        <p:cTn id="49" dur="500" fill="hold"/>
                                        <p:tgtEl>
                                          <p:spTgt spid="229378">
                                            <p:txEl>
                                              <p:pRg st="5" end="5"/>
                                            </p:txEl>
                                          </p:spTgt>
                                        </p:tgtEl>
                                        <p:attrNameLst>
                                          <p:attrName>ppt_w</p:attrName>
                                        </p:attrNameLst>
                                      </p:cBhvr>
                                      <p:tavLst>
                                        <p:tav tm="0">
                                          <p:val>
                                            <p:fltVal val="0"/>
                                          </p:val>
                                        </p:tav>
                                        <p:tav tm="100000">
                                          <p:val>
                                            <p:strVal val="#ppt_w"/>
                                          </p:val>
                                        </p:tav>
                                      </p:tavLst>
                                    </p:anim>
                                    <p:anim calcmode="lin" valueType="num">
                                      <p:cBhvr>
                                        <p:cTn id="50" dur="500" fill="hold"/>
                                        <p:tgtEl>
                                          <p:spTgt spid="229378">
                                            <p:txEl>
                                              <p:pRg st="5" end="5"/>
                                            </p:txEl>
                                          </p:spTgt>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9378" grpId="0" build="p"/>
    </p:bldLst>
  </p:timing>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Rectangle 4"/>
          <p:cNvSpPr>
            <a:spLocks noGrp="1" noChangeArrowheads="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a:spcBef>
                <a:spcPct val="0"/>
              </a:spcBef>
              <a:buFontTx/>
              <a:buNone/>
            </a:pPr>
            <a:fld id="{3AEC58A8-9769-4BC5-B2F1-8B1280E089FD}" type="datetime1">
              <a:rPr kumimoji="0" lang="zh-CN" altLang="en-US" sz="1200" smtClean="0">
                <a:solidFill>
                  <a:srgbClr val="000000"/>
                </a:solidFill>
                <a:ea typeface="宋体" panose="02010600030101010101" pitchFamily="2" charset="-122"/>
              </a:rPr>
            </a:fld>
            <a:endParaRPr kumimoji="0" lang="en-US" altLang="zh-CN" sz="1200">
              <a:solidFill>
                <a:srgbClr val="000000"/>
              </a:solidFill>
              <a:ea typeface="宋体" panose="02010600030101010101" pitchFamily="2" charset="-122"/>
            </a:endParaRPr>
          </a:p>
        </p:txBody>
      </p:sp>
      <p:grpSp>
        <p:nvGrpSpPr>
          <p:cNvPr id="3" name="Group 2"/>
          <p:cNvGrpSpPr/>
          <p:nvPr/>
        </p:nvGrpSpPr>
        <p:grpSpPr bwMode="auto">
          <a:xfrm>
            <a:off x="918890" y="1809750"/>
            <a:ext cx="7885113" cy="790575"/>
            <a:chOff x="612" y="709"/>
            <a:chExt cx="4967" cy="498"/>
          </a:xfrm>
        </p:grpSpPr>
        <p:sp>
          <p:nvSpPr>
            <p:cNvPr id="2" name="Rectangle 12"/>
            <p:cNvSpPr>
              <a:spLocks noChangeArrowheads="1"/>
            </p:cNvSpPr>
            <p:nvPr/>
          </p:nvSpPr>
          <p:spPr bwMode="auto">
            <a:xfrm>
              <a:off x="2653" y="799"/>
              <a:ext cx="2926" cy="408"/>
            </a:xfrm>
            <a:prstGeom prst="rect">
              <a:avLst/>
            </a:prstGeom>
            <a:noFill/>
            <a:ln w="9525">
              <a:noFill/>
              <a:miter lim="800000"/>
            </a:ln>
            <a:effectLst/>
          </p:spPr>
          <p:txBody>
            <a:bodyPr/>
            <a:lstStyle/>
            <a:p>
              <a:pPr marL="342900" indent="-342900" eaLnBrk="1" hangingPunct="1">
                <a:spcBef>
                  <a:spcPct val="20000"/>
                </a:spcBef>
                <a:defRPr/>
              </a:pPr>
              <a:r>
                <a:rPr lang="zh-CN" altLang="en-US" sz="2400" b="0">
                  <a:solidFill>
                    <a:srgbClr val="000000"/>
                  </a:solidFill>
                  <a:effectLst>
                    <a:outerShdw blurRad="38100" dist="38100" dir="2700000" algn="tl">
                      <a:srgbClr val="C0C0C0"/>
                    </a:outerShdw>
                  </a:effectLst>
                  <a:ea typeface="华文中宋" panose="02010600040101010101" charset="-122"/>
                </a:rPr>
                <a:t>称为</a:t>
              </a:r>
              <a:r>
                <a:rPr lang="zh-CN" altLang="en-US" sz="2400" b="0">
                  <a:solidFill>
                    <a:srgbClr val="FF0000"/>
                  </a:solidFill>
                  <a:effectLst>
                    <a:outerShdw blurRad="38100" dist="38100" dir="2700000" algn="tl">
                      <a:srgbClr val="C0C0C0"/>
                    </a:outerShdw>
                  </a:effectLst>
                  <a:ea typeface="华文中宋" panose="02010600040101010101" charset="-122"/>
                </a:rPr>
                <a:t>双边拉普拉斯变换</a:t>
              </a:r>
              <a:r>
                <a:rPr lang="zh-CN" altLang="en-US" sz="2400" b="0">
                  <a:solidFill>
                    <a:srgbClr val="000000"/>
                  </a:solidFill>
                  <a:effectLst>
                    <a:outerShdw blurRad="38100" dist="38100" dir="2700000" algn="tl">
                      <a:srgbClr val="C0C0C0"/>
                    </a:outerShdw>
                  </a:effectLst>
                  <a:ea typeface="华文中宋" panose="02010600040101010101" charset="-122"/>
                </a:rPr>
                <a:t>或</a:t>
              </a:r>
              <a:r>
                <a:rPr lang="zh-CN" altLang="en-US" sz="2400" b="0">
                  <a:solidFill>
                    <a:srgbClr val="FF0000"/>
                  </a:solidFill>
                  <a:effectLst>
                    <a:outerShdw blurRad="38100" dist="38100" dir="2700000" algn="tl">
                      <a:srgbClr val="C0C0C0"/>
                    </a:outerShdw>
                  </a:effectLst>
                  <a:ea typeface="华文中宋" panose="02010600040101010101" charset="-122"/>
                </a:rPr>
                <a:t>象函数</a:t>
              </a:r>
              <a:endParaRPr lang="zh-CN" altLang="en-US" sz="2400" b="0">
                <a:solidFill>
                  <a:srgbClr val="FF0000"/>
                </a:solidFill>
                <a:effectLst>
                  <a:outerShdw blurRad="38100" dist="38100" dir="2700000" algn="tl">
                    <a:srgbClr val="C0C0C0"/>
                  </a:outerShdw>
                </a:effectLst>
                <a:ea typeface="华文中宋" panose="02010600040101010101" charset="-122"/>
              </a:endParaRPr>
            </a:p>
            <a:p>
              <a:pPr marL="342900" indent="-342900" eaLnBrk="1" hangingPunct="1">
                <a:spcBef>
                  <a:spcPct val="20000"/>
                </a:spcBef>
                <a:defRPr/>
              </a:pPr>
              <a:endParaRPr lang="en-US" altLang="zh-CN" sz="2400" b="0">
                <a:solidFill>
                  <a:srgbClr val="000000"/>
                </a:solidFill>
                <a:effectLst>
                  <a:outerShdw blurRad="38100" dist="38100" dir="2700000" algn="tl">
                    <a:srgbClr val="C0C0C0"/>
                  </a:outerShdw>
                </a:effectLst>
                <a:ea typeface="华文中宋" panose="02010600040101010101" charset="-122"/>
              </a:endParaRPr>
            </a:p>
          </p:txBody>
        </p:sp>
        <p:graphicFrame>
          <p:nvGraphicFramePr>
            <p:cNvPr id="113675" name="Object 4"/>
            <p:cNvGraphicFramePr>
              <a:graphicFrameLocks noChangeAspect="1"/>
            </p:cNvGraphicFramePr>
            <p:nvPr/>
          </p:nvGraphicFramePr>
          <p:xfrm>
            <a:off x="612" y="709"/>
            <a:ext cx="1814" cy="472"/>
          </p:xfrm>
          <a:graphic>
            <a:graphicData uri="http://schemas.openxmlformats.org/presentationml/2006/ole">
              <mc:AlternateContent xmlns:mc="http://schemas.openxmlformats.org/markup-compatibility/2006">
                <mc:Choice xmlns:v="urn:schemas-microsoft-com:vml" Requires="v">
                  <p:oleObj spid="_x0000_s4" name="公式" r:id="rId1" imgW="1269365" imgH="330200" progId="Equation.3">
                    <p:embed/>
                  </p:oleObj>
                </mc:Choice>
                <mc:Fallback>
                  <p:oleObj name="公式" r:id="rId1" imgW="1269365" imgH="330200" progId="Equation.3">
                    <p:embed/>
                    <p:pic>
                      <p:nvPicPr>
                        <p:cNvPr id="0" name="Object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2" y="709"/>
                          <a:ext cx="1814" cy="4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pSp>
      <p:graphicFrame>
        <p:nvGraphicFramePr>
          <p:cNvPr id="113668" name="Object 5"/>
          <p:cNvGraphicFramePr>
            <a:graphicFrameLocks noChangeAspect="1"/>
          </p:cNvGraphicFramePr>
          <p:nvPr/>
        </p:nvGraphicFramePr>
        <p:xfrm>
          <a:off x="1051296" y="1134641"/>
          <a:ext cx="2374900" cy="619125"/>
        </p:xfrm>
        <a:graphic>
          <a:graphicData uri="http://schemas.openxmlformats.org/presentationml/2006/ole">
            <mc:AlternateContent xmlns:mc="http://schemas.openxmlformats.org/markup-compatibility/2006">
              <mc:Choice xmlns:v="urn:schemas-microsoft-com:vml" Requires="v">
                <p:oleObj spid="_x0000_s5" name="公式" r:id="rId3" imgW="876300" imgH="228600" progId="Equation.3">
                  <p:embed/>
                </p:oleObj>
              </mc:Choice>
              <mc:Fallback>
                <p:oleObj name="公式" r:id="rId3" imgW="876300" imgH="228600" progId="Equation.3">
                  <p:embed/>
                  <p:pic>
                    <p:nvPicPr>
                      <p:cNvPr id="0"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51296" y="1134641"/>
                        <a:ext cx="2374900" cy="6191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pSp>
        <p:nvGrpSpPr>
          <p:cNvPr id="6" name="Group 6"/>
          <p:cNvGrpSpPr/>
          <p:nvPr/>
        </p:nvGrpSpPr>
        <p:grpSpPr bwMode="auto">
          <a:xfrm>
            <a:off x="899592" y="2600325"/>
            <a:ext cx="8388350" cy="792163"/>
            <a:chOff x="476" y="2523"/>
            <a:chExt cx="5284" cy="499"/>
          </a:xfrm>
        </p:grpSpPr>
        <p:graphicFrame>
          <p:nvGraphicFramePr>
            <p:cNvPr id="113672" name="Object 7"/>
            <p:cNvGraphicFramePr>
              <a:graphicFrameLocks noChangeAspect="1"/>
            </p:cNvGraphicFramePr>
            <p:nvPr/>
          </p:nvGraphicFramePr>
          <p:xfrm>
            <a:off x="476" y="2523"/>
            <a:ext cx="2131" cy="499"/>
          </p:xfrm>
          <a:graphic>
            <a:graphicData uri="http://schemas.openxmlformats.org/presentationml/2006/ole">
              <mc:AlternateContent xmlns:mc="http://schemas.openxmlformats.org/markup-compatibility/2006">
                <mc:Choice xmlns:v="urn:schemas-microsoft-com:vml" Requires="v">
                  <p:oleObj spid="_x0000_s7" name="公式" r:id="rId5" imgW="1625600" imgH="419100" progId="Equation.3">
                    <p:embed/>
                  </p:oleObj>
                </mc:Choice>
                <mc:Fallback>
                  <p:oleObj name="公式" r:id="rId5" imgW="1625600" imgH="419100" progId="Equation.3">
                    <p:embed/>
                    <p:pic>
                      <p:nvPicPr>
                        <p:cNvPr id="0" name="Object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76" y="2523"/>
                          <a:ext cx="2131" cy="499"/>
                        </a:xfrm>
                        <a:prstGeom prst="rect">
                          <a:avLst/>
                        </a:prstGeom>
                        <a:solidFill>
                          <a:schemeClr val="tx1"/>
                        </a:solidFill>
                        <a:ln>
                          <a:noFill/>
                        </a:ln>
                        <a:effectLst/>
                        <a:extLs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sp>
          <p:nvSpPr>
            <p:cNvPr id="114700" name="Rectangle 12"/>
            <p:cNvSpPr>
              <a:spLocks noChangeArrowheads="1"/>
            </p:cNvSpPr>
            <p:nvPr/>
          </p:nvSpPr>
          <p:spPr bwMode="auto">
            <a:xfrm>
              <a:off x="2676" y="2614"/>
              <a:ext cx="3084" cy="318"/>
            </a:xfrm>
            <a:prstGeom prst="rect">
              <a:avLst/>
            </a:prstGeom>
            <a:noFill/>
            <a:ln w="9525">
              <a:noFill/>
              <a:miter lim="800000"/>
            </a:ln>
            <a:effectLst/>
          </p:spPr>
          <p:txBody>
            <a:bodyPr/>
            <a:lstStyle/>
            <a:p>
              <a:pPr marL="342900" indent="-342900" eaLnBrk="1" hangingPunct="1">
                <a:spcBef>
                  <a:spcPct val="20000"/>
                </a:spcBef>
                <a:defRPr/>
              </a:pPr>
              <a:r>
                <a:rPr lang="zh-CN" altLang="en-US" sz="2400" b="0">
                  <a:solidFill>
                    <a:srgbClr val="000000"/>
                  </a:solidFill>
                  <a:effectLst>
                    <a:outerShdw blurRad="38100" dist="38100" dir="2700000" algn="tl">
                      <a:srgbClr val="C0C0C0"/>
                    </a:outerShdw>
                  </a:effectLst>
                  <a:ea typeface="华文中宋" panose="02010600040101010101" charset="-122"/>
                </a:rPr>
                <a:t>称为</a:t>
              </a:r>
              <a:r>
                <a:rPr lang="zh-CN" altLang="en-US" sz="2400" b="0">
                  <a:solidFill>
                    <a:srgbClr val="FF0000"/>
                  </a:solidFill>
                  <a:effectLst>
                    <a:outerShdw blurRad="38100" dist="38100" dir="2700000" algn="tl">
                      <a:srgbClr val="C0C0C0"/>
                    </a:outerShdw>
                  </a:effectLst>
                  <a:ea typeface="华文中宋" panose="02010600040101010101" charset="-122"/>
                </a:rPr>
                <a:t>双边拉普拉斯反变换</a:t>
              </a:r>
              <a:r>
                <a:rPr lang="zh-CN" altLang="en-US" sz="2400" b="0">
                  <a:solidFill>
                    <a:srgbClr val="000000"/>
                  </a:solidFill>
                  <a:effectLst>
                    <a:outerShdw blurRad="38100" dist="38100" dir="2700000" algn="tl">
                      <a:srgbClr val="C0C0C0"/>
                    </a:outerShdw>
                  </a:effectLst>
                  <a:ea typeface="华文中宋" panose="02010600040101010101" charset="-122"/>
                </a:rPr>
                <a:t>或</a:t>
              </a:r>
              <a:r>
                <a:rPr lang="zh-CN" altLang="en-US" sz="2400" b="0">
                  <a:solidFill>
                    <a:srgbClr val="FF0000"/>
                  </a:solidFill>
                  <a:effectLst>
                    <a:outerShdw blurRad="38100" dist="38100" dir="2700000" algn="tl">
                      <a:srgbClr val="C0C0C0"/>
                    </a:outerShdw>
                  </a:effectLst>
                  <a:ea typeface="华文中宋" panose="02010600040101010101" charset="-122"/>
                </a:rPr>
                <a:t>原函数</a:t>
              </a:r>
              <a:endParaRPr lang="zh-CN" altLang="en-US" sz="2400" b="0">
                <a:solidFill>
                  <a:srgbClr val="FF0000"/>
                </a:solidFill>
                <a:effectLst>
                  <a:outerShdw blurRad="38100" dist="38100" dir="2700000" algn="tl">
                    <a:srgbClr val="C0C0C0"/>
                  </a:outerShdw>
                </a:effectLst>
                <a:ea typeface="华文中宋" panose="02010600040101010101" charset="-122"/>
              </a:endParaRPr>
            </a:p>
            <a:p>
              <a:pPr marL="342900" indent="-342900" eaLnBrk="1" hangingPunct="1">
                <a:spcBef>
                  <a:spcPct val="20000"/>
                </a:spcBef>
                <a:defRPr/>
              </a:pPr>
              <a:endParaRPr lang="en-US" altLang="zh-CN" sz="2400" b="0">
                <a:solidFill>
                  <a:srgbClr val="000000"/>
                </a:solidFill>
                <a:effectLst>
                  <a:outerShdw blurRad="38100" dist="38100" dir="2700000" algn="tl">
                    <a:srgbClr val="C0C0C0"/>
                  </a:outerShdw>
                </a:effectLst>
                <a:ea typeface="华文中宋" panose="02010600040101010101" charset="-122"/>
              </a:endParaRPr>
            </a:p>
          </p:txBody>
        </p:sp>
      </p:grpSp>
      <p:graphicFrame>
        <p:nvGraphicFramePr>
          <p:cNvPr id="213001" name="Object 9"/>
          <p:cNvGraphicFramePr>
            <a:graphicFrameLocks noChangeAspect="1"/>
          </p:cNvGraphicFramePr>
          <p:nvPr/>
        </p:nvGraphicFramePr>
        <p:xfrm>
          <a:off x="1079500" y="5085606"/>
          <a:ext cx="6985000" cy="1655762"/>
        </p:xfrm>
        <a:graphic>
          <a:graphicData uri="http://schemas.openxmlformats.org/presentationml/2006/ole">
            <mc:AlternateContent xmlns:mc="http://schemas.openxmlformats.org/markup-compatibility/2006">
              <mc:Choice xmlns:v="urn:schemas-microsoft-com:vml" Requires="v">
                <p:oleObj spid="_x0000_s8" name="公式" r:id="rId7" imgW="3403600" imgH="736600" progId="Equation.3">
                  <p:embed/>
                </p:oleObj>
              </mc:Choice>
              <mc:Fallback>
                <p:oleObj name="公式" r:id="rId7" imgW="3403600" imgH="736600" progId="Equation.3">
                  <p:embed/>
                  <p:pic>
                    <p:nvPicPr>
                      <p:cNvPr id="0" name="Object 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079500" y="5085606"/>
                        <a:ext cx="6985000" cy="1655762"/>
                      </a:xfrm>
                      <a:prstGeom prst="rect">
                        <a:avLst/>
                      </a:prstGeom>
                      <a:solidFill>
                        <a:schemeClr val="tx1"/>
                      </a:solidFill>
                      <a:ln w="9525">
                        <a:solidFill>
                          <a:schemeClr val="bg1"/>
                        </a:solidFill>
                        <a:miter lim="800000"/>
                        <a:headEnd/>
                        <a:tailEnd/>
                      </a:ln>
                      <a:effectLst>
                        <a:outerShdw dist="35921" dir="2700000" algn="ctr" rotWithShape="0">
                          <a:schemeClr val="bg2">
                            <a:alpha val="74997"/>
                          </a:schemeClr>
                        </a:outerShdw>
                      </a:effectLst>
                    </p:spPr>
                  </p:pic>
                </p:oleObj>
              </mc:Fallback>
            </mc:AlternateContent>
          </a:graphicData>
        </a:graphic>
      </p:graphicFrame>
      <p:graphicFrame>
        <p:nvGraphicFramePr>
          <p:cNvPr id="213002" name="Object 10"/>
          <p:cNvGraphicFramePr>
            <a:graphicFrameLocks noChangeAspect="1"/>
          </p:cNvGraphicFramePr>
          <p:nvPr/>
        </p:nvGraphicFramePr>
        <p:xfrm>
          <a:off x="1112915" y="3861593"/>
          <a:ext cx="5751512" cy="1008063"/>
        </p:xfrm>
        <a:graphic>
          <a:graphicData uri="http://schemas.openxmlformats.org/presentationml/2006/ole">
            <mc:AlternateContent xmlns:mc="http://schemas.openxmlformats.org/markup-compatibility/2006">
              <mc:Choice xmlns:v="urn:schemas-microsoft-com:vml" Requires="v">
                <p:oleObj spid="_x0000_s9" name="公式" r:id="rId9" imgW="2311400" imgH="457200" progId="Equation.3">
                  <p:embed/>
                </p:oleObj>
              </mc:Choice>
              <mc:Fallback>
                <p:oleObj name="公式" r:id="rId9" imgW="2311400" imgH="457200" progId="Equation.3">
                  <p:embed/>
                  <p:pic>
                    <p:nvPicPr>
                      <p:cNvPr id="0" name="Object 10"/>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112915" y="3861593"/>
                        <a:ext cx="5751512" cy="1008063"/>
                      </a:xfrm>
                      <a:prstGeom prst="rect">
                        <a:avLst/>
                      </a:prstGeom>
                      <a:solidFill>
                        <a:schemeClr val="tx1"/>
                      </a:solidFill>
                      <a:ln w="9525">
                        <a:solidFill>
                          <a:srgbClr val="C0C0C0"/>
                        </a:solidFill>
                        <a:miter lim="800000"/>
                        <a:headEnd/>
                        <a:tailEnd/>
                      </a:ln>
                      <a:effectLst>
                        <a:outerShdw dist="35921" dir="2700000" algn="ctr" rotWithShape="0">
                          <a:schemeClr val="bg2">
                            <a:alpha val="74997"/>
                          </a:schemeClr>
                        </a:outerShdw>
                      </a:effectLst>
                    </p:spPr>
                  </p:pic>
                </p:oleObj>
              </mc:Fallback>
            </mc:AlternateContent>
          </a:graphicData>
        </a:graphic>
      </p:graphicFrame>
      <p:sp>
        <p:nvSpPr>
          <p:cNvPr id="12" name="Rectangle 10"/>
          <p:cNvSpPr/>
          <p:nvPr/>
        </p:nvSpPr>
        <p:spPr>
          <a:xfrm>
            <a:off x="1403350" y="-7818"/>
            <a:ext cx="6337300" cy="823913"/>
          </a:xfrm>
          <a:prstGeom prst="rect">
            <a:avLst/>
          </a:prstGeom>
          <a:solidFill>
            <a:schemeClr val="tx1"/>
          </a:solidFill>
          <a:ln w="9525" cap="flat" cmpd="sng">
            <a:solidFill>
              <a:srgbClr val="C0C0C0"/>
            </a:solidFill>
            <a:prstDash val="solid"/>
            <a:miter/>
            <a:headEnd type="none" w="med" len="med"/>
            <a:tailEnd type="none" w="med" len="med"/>
          </a:ln>
          <a:effectLst>
            <a:outerShdw dist="35921" dir="2699999" algn="ctr" rotWithShape="0">
              <a:srgbClr val="808080"/>
            </a:outerShdw>
          </a:effectLst>
        </p:spPr>
        <p:txBody>
          <a:bodyPr anchor="ctr" anchorCtr="0"/>
          <a:lstStyle/>
          <a:p>
            <a:pPr algn="ctr" eaLnBrk="0" hangingPunct="0"/>
            <a:r>
              <a:rPr lang="zh-CN" altLang="en-US" sz="4000" b="0" dirty="0">
                <a:solidFill>
                  <a:schemeClr val="bg1"/>
                </a:solidFill>
                <a:latin typeface="Arial" panose="020B0604020202020204" pitchFamily="34" charset="0"/>
                <a:ea typeface="黑体" panose="02010609060101010101" charset="-122"/>
              </a:rPr>
              <a:t>总结</a:t>
            </a:r>
            <a:r>
              <a:rPr lang="en-US" altLang="zh-CN" sz="4000" b="0" baseline="30000" dirty="0">
                <a:solidFill>
                  <a:schemeClr val="bg1"/>
                </a:solidFill>
                <a:latin typeface="Arial" panose="020B0604020202020204" pitchFamily="34" charset="0"/>
                <a:ea typeface="黑体" panose="02010609060101010101" charset="-122"/>
              </a:rPr>
              <a:t>—</a:t>
            </a:r>
            <a:r>
              <a:rPr lang="zh-CN" altLang="en-US" sz="4000" b="0" baseline="30000" dirty="0">
                <a:solidFill>
                  <a:schemeClr val="bg1"/>
                </a:solidFill>
                <a:latin typeface="Arial" panose="020B0604020202020204" pitchFamily="34" charset="0"/>
                <a:ea typeface="黑体" panose="02010609060101010101" charset="-122"/>
              </a:rPr>
              <a:t>拉普拉斯变换的</a:t>
            </a:r>
            <a:r>
              <a:rPr lang="zh-CN" altLang="en-US" sz="4000" b="0" baseline="30000" dirty="0">
                <a:solidFill>
                  <a:schemeClr val="bg1"/>
                </a:solidFill>
                <a:ea typeface="黑体" panose="02010609060101010101" charset="-122"/>
              </a:rPr>
              <a:t>定义</a:t>
            </a:r>
            <a:endParaRPr lang="zh-CN" altLang="en-US" sz="4000" b="0" dirty="0">
              <a:solidFill>
                <a:schemeClr val="bg1"/>
              </a:solidFill>
              <a:latin typeface="Arial" panose="020B0604020202020204" pitchFamily="34" charset="0"/>
              <a:ea typeface="黑体" panose="02010609060101010101" charset="-122"/>
            </a:endParaRPr>
          </a:p>
        </p:txBody>
      </p:sp>
      <p:sp>
        <p:nvSpPr>
          <p:cNvPr id="10" name="墨迹 4"/>
          <p:cNvSpPr/>
          <p:nvPr/>
        </p:nvSpPr>
        <p:spPr bwMode="auto">
          <a:xfrm>
            <a:off x="2058120" y="1157400"/>
            <a:ext cx="5970960" cy="5456160"/>
          </a:xfrm>
        </p:spPr>
      </p:sp>
    </p:spTree>
    <p:custDataLst>
      <p:tags r:id="rId11"/>
    </p:custDataLst>
  </p:cSld>
  <p:clrMapOvr>
    <a:masterClrMapping/>
  </p:clrMapOvr>
  <mc:AlternateContent xmlns:mc="http://schemas.openxmlformats.org/markup-compatibility/2006">
    <mc:Choice xmlns:p14="http://schemas.microsoft.com/office/powerpoint/2010/main" Requires="p14">
      <p:transition spd="slow" p14:dur="2000" advTm="70780"/>
    </mc:Choice>
    <mc:Fallback>
      <p:transition spd="slow" advTm="7078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5" presetClass="entr" presetSubtype="0"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1000" fill="hold"/>
                                        <p:tgtEl>
                                          <p:spTgt spid="3"/>
                                        </p:tgtEl>
                                        <p:attrNameLst>
                                          <p:attrName>ppt_w</p:attrName>
                                        </p:attrNameLst>
                                      </p:cBhvr>
                                      <p:tavLst>
                                        <p:tav tm="0">
                                          <p:val>
                                            <p:strVal val="#ppt_w*0.70"/>
                                          </p:val>
                                        </p:tav>
                                        <p:tav tm="100000">
                                          <p:val>
                                            <p:strVal val="#ppt_w"/>
                                          </p:val>
                                        </p:tav>
                                      </p:tavLst>
                                    </p:anim>
                                    <p:anim calcmode="lin" valueType="num">
                                      <p:cBhvr>
                                        <p:cTn id="8" dur="1000" fill="hold"/>
                                        <p:tgtEl>
                                          <p:spTgt spid="3"/>
                                        </p:tgtEl>
                                        <p:attrNameLst>
                                          <p:attrName>ppt_h</p:attrName>
                                        </p:attrNameLst>
                                      </p:cBhvr>
                                      <p:tavLst>
                                        <p:tav tm="0">
                                          <p:val>
                                            <p:strVal val="#ppt_h"/>
                                          </p:val>
                                        </p:tav>
                                        <p:tav tm="100000">
                                          <p:val>
                                            <p:strVal val="#ppt_h"/>
                                          </p:val>
                                        </p:tav>
                                      </p:tavLst>
                                    </p:anim>
                                    <p:animEffect transition="in" filter="fade">
                                      <p:cBhvr>
                                        <p:cTn id="9" dur="10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55" presetClass="entr" presetSubtype="0" fill="hold" nodeType="clickEffect">
                                  <p:stCondLst>
                                    <p:cond delay="0"/>
                                  </p:stCondLst>
                                  <p:childTnLst>
                                    <p:set>
                                      <p:cBhvr>
                                        <p:cTn id="13" dur="1" fill="hold">
                                          <p:stCondLst>
                                            <p:cond delay="0"/>
                                          </p:stCondLst>
                                        </p:cTn>
                                        <p:tgtEl>
                                          <p:spTgt spid="213002"/>
                                        </p:tgtEl>
                                        <p:attrNameLst>
                                          <p:attrName>style.visibility</p:attrName>
                                        </p:attrNameLst>
                                      </p:cBhvr>
                                      <p:to>
                                        <p:strVal val="visible"/>
                                      </p:to>
                                    </p:set>
                                    <p:anim calcmode="lin" valueType="num">
                                      <p:cBhvr>
                                        <p:cTn id="14" dur="1000" fill="hold"/>
                                        <p:tgtEl>
                                          <p:spTgt spid="213002"/>
                                        </p:tgtEl>
                                        <p:attrNameLst>
                                          <p:attrName>ppt_w</p:attrName>
                                        </p:attrNameLst>
                                      </p:cBhvr>
                                      <p:tavLst>
                                        <p:tav tm="0">
                                          <p:val>
                                            <p:strVal val="#ppt_w*0.70"/>
                                          </p:val>
                                        </p:tav>
                                        <p:tav tm="100000">
                                          <p:val>
                                            <p:strVal val="#ppt_w"/>
                                          </p:val>
                                        </p:tav>
                                      </p:tavLst>
                                    </p:anim>
                                    <p:anim calcmode="lin" valueType="num">
                                      <p:cBhvr>
                                        <p:cTn id="15" dur="1000" fill="hold"/>
                                        <p:tgtEl>
                                          <p:spTgt spid="213002"/>
                                        </p:tgtEl>
                                        <p:attrNameLst>
                                          <p:attrName>ppt_h</p:attrName>
                                        </p:attrNameLst>
                                      </p:cBhvr>
                                      <p:tavLst>
                                        <p:tav tm="0">
                                          <p:val>
                                            <p:strVal val="#ppt_h"/>
                                          </p:val>
                                        </p:tav>
                                        <p:tav tm="100000">
                                          <p:val>
                                            <p:strVal val="#ppt_h"/>
                                          </p:val>
                                        </p:tav>
                                      </p:tavLst>
                                    </p:anim>
                                    <p:animEffect transition="in" filter="fade">
                                      <p:cBhvr>
                                        <p:cTn id="16" dur="1000"/>
                                        <p:tgtEl>
                                          <p:spTgt spid="213002"/>
                                        </p:tgtEl>
                                      </p:cBhvr>
                                    </p:animEffect>
                                  </p:childTnLst>
                                </p:cTn>
                              </p:par>
                            </p:childTnLst>
                          </p:cTn>
                        </p:par>
                      </p:childTnLst>
                    </p:cTn>
                  </p:par>
                  <p:par>
                    <p:cTn id="17" fill="hold">
                      <p:stCondLst>
                        <p:cond delay="indefinite"/>
                      </p:stCondLst>
                      <p:childTnLst>
                        <p:par>
                          <p:cTn id="18" fill="hold">
                            <p:stCondLst>
                              <p:cond delay="0"/>
                            </p:stCondLst>
                            <p:childTnLst>
                              <p:par>
                                <p:cTn id="19" presetID="55" presetClass="entr" presetSubtype="0" fill="hold" nodeType="clickEffect">
                                  <p:stCondLst>
                                    <p:cond delay="0"/>
                                  </p:stCondLst>
                                  <p:childTnLst>
                                    <p:set>
                                      <p:cBhvr>
                                        <p:cTn id="20" dur="1" fill="hold">
                                          <p:stCondLst>
                                            <p:cond delay="0"/>
                                          </p:stCondLst>
                                        </p:cTn>
                                        <p:tgtEl>
                                          <p:spTgt spid="213001"/>
                                        </p:tgtEl>
                                        <p:attrNameLst>
                                          <p:attrName>style.visibility</p:attrName>
                                        </p:attrNameLst>
                                      </p:cBhvr>
                                      <p:to>
                                        <p:strVal val="visible"/>
                                      </p:to>
                                    </p:set>
                                    <p:anim calcmode="lin" valueType="num">
                                      <p:cBhvr>
                                        <p:cTn id="21" dur="1000" fill="hold"/>
                                        <p:tgtEl>
                                          <p:spTgt spid="213001"/>
                                        </p:tgtEl>
                                        <p:attrNameLst>
                                          <p:attrName>ppt_w</p:attrName>
                                        </p:attrNameLst>
                                      </p:cBhvr>
                                      <p:tavLst>
                                        <p:tav tm="0">
                                          <p:val>
                                            <p:strVal val="#ppt_w*0.70"/>
                                          </p:val>
                                        </p:tav>
                                        <p:tav tm="100000">
                                          <p:val>
                                            <p:strVal val="#ppt_w"/>
                                          </p:val>
                                        </p:tav>
                                      </p:tavLst>
                                    </p:anim>
                                    <p:anim calcmode="lin" valueType="num">
                                      <p:cBhvr>
                                        <p:cTn id="22" dur="1000" fill="hold"/>
                                        <p:tgtEl>
                                          <p:spTgt spid="213001"/>
                                        </p:tgtEl>
                                        <p:attrNameLst>
                                          <p:attrName>ppt_h</p:attrName>
                                        </p:attrNameLst>
                                      </p:cBhvr>
                                      <p:tavLst>
                                        <p:tav tm="0">
                                          <p:val>
                                            <p:strVal val="#ppt_h"/>
                                          </p:val>
                                        </p:tav>
                                        <p:tav tm="100000">
                                          <p:val>
                                            <p:strVal val="#ppt_h"/>
                                          </p:val>
                                        </p:tav>
                                      </p:tavLst>
                                    </p:anim>
                                    <p:animEffect transition="in" filter="fade">
                                      <p:cBhvr>
                                        <p:cTn id="23" dur="1000"/>
                                        <p:tgtEl>
                                          <p:spTgt spid="21300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14374" name="Object 6"/>
          <p:cNvGraphicFramePr>
            <a:graphicFrameLocks noChangeAspect="1"/>
          </p:cNvGraphicFramePr>
          <p:nvPr/>
        </p:nvGraphicFramePr>
        <p:xfrm>
          <a:off x="1763713" y="1773238"/>
          <a:ext cx="4608512" cy="804862"/>
        </p:xfrm>
        <a:graphic>
          <a:graphicData uri="http://schemas.openxmlformats.org/presentationml/2006/ole">
            <mc:AlternateContent xmlns:mc="http://schemas.openxmlformats.org/markup-compatibility/2006">
              <mc:Choice xmlns:v="urn:schemas-microsoft-com:vml" Requires="v">
                <p:oleObj spid="_x0000_s2" name="" r:id="rId1" imgW="1676400" imgH="292100" progId="Equation.3">
                  <p:embed/>
                </p:oleObj>
              </mc:Choice>
              <mc:Fallback>
                <p:oleObj name="" r:id="rId1" imgW="1676400" imgH="292100" progId="Equation.3">
                  <p:embed/>
                  <p:pic>
                    <p:nvPicPr>
                      <p:cNvPr id="0" name="Object 6"/>
                      <p:cNvPicPr/>
                      <p:nvPr/>
                    </p:nvPicPr>
                    <p:blipFill>
                      <a:blip r:embed="rId2"/>
                      <a:stretch>
                        <a:fillRect/>
                      </a:stretch>
                    </p:blipFill>
                    <p:spPr>
                      <a:xfrm>
                        <a:off x="1763713" y="1773238"/>
                        <a:ext cx="4608512" cy="804862"/>
                      </a:xfrm>
                      <a:prstGeom prst="rect">
                        <a:avLst/>
                      </a:prstGeom>
                      <a:solidFill>
                        <a:schemeClr val="tx1"/>
                      </a:solidFill>
                      <a:ln w="9525" cap="flat" cmpd="sng">
                        <a:solidFill>
                          <a:schemeClr val="accent1"/>
                        </a:solidFill>
                        <a:prstDash val="solid"/>
                        <a:miter/>
                        <a:headEnd type="none" w="med" len="med"/>
                        <a:tailEnd type="none" w="med" len="med"/>
                      </a:ln>
                      <a:effectLst>
                        <a:outerShdw dist="35921" dir="2699999" algn="ctr" rotWithShape="0">
                          <a:schemeClr val="bg2"/>
                        </a:outerShdw>
                      </a:effectLst>
                    </p:spPr>
                  </p:pic>
                </p:oleObj>
              </mc:Fallback>
            </mc:AlternateContent>
          </a:graphicData>
        </a:graphic>
      </p:graphicFrame>
      <p:sp>
        <p:nvSpPr>
          <p:cNvPr id="101378" name="Rectangle 10"/>
          <p:cNvSpPr/>
          <p:nvPr/>
        </p:nvSpPr>
        <p:spPr>
          <a:xfrm>
            <a:off x="1403350" y="549275"/>
            <a:ext cx="6337300" cy="823913"/>
          </a:xfrm>
          <a:prstGeom prst="rect">
            <a:avLst/>
          </a:prstGeom>
          <a:solidFill>
            <a:schemeClr val="tx1"/>
          </a:solidFill>
          <a:ln w="9525" cap="flat" cmpd="sng">
            <a:solidFill>
              <a:srgbClr val="C0C0C0"/>
            </a:solidFill>
            <a:prstDash val="solid"/>
            <a:miter/>
            <a:headEnd type="none" w="med" len="med"/>
            <a:tailEnd type="none" w="med" len="med"/>
          </a:ln>
          <a:effectLst>
            <a:outerShdw dist="35921" dir="2699999" algn="ctr" rotWithShape="0">
              <a:srgbClr val="808080"/>
            </a:outerShdw>
          </a:effectLst>
        </p:spPr>
        <p:txBody>
          <a:bodyPr anchor="ctr" anchorCtr="0"/>
          <a:lstStyle/>
          <a:p>
            <a:pPr algn="ctr" eaLnBrk="0" hangingPunct="0"/>
            <a:r>
              <a:rPr lang="zh-CN" altLang="en-US" sz="4000" b="0" dirty="0">
                <a:solidFill>
                  <a:schemeClr val="bg1"/>
                </a:solidFill>
                <a:latin typeface="Arial" panose="020B0604020202020204" pitchFamily="34" charset="0"/>
                <a:ea typeface="黑体" panose="02010609060101010101" charset="-122"/>
              </a:rPr>
              <a:t>总结</a:t>
            </a:r>
            <a:r>
              <a:rPr lang="en-US" altLang="zh-CN" sz="4000" b="0" baseline="30000" dirty="0">
                <a:solidFill>
                  <a:schemeClr val="bg1"/>
                </a:solidFill>
                <a:latin typeface="Arial" panose="020B0604020202020204" pitchFamily="34" charset="0"/>
                <a:ea typeface="黑体" panose="02010609060101010101" charset="-122"/>
              </a:rPr>
              <a:t>—</a:t>
            </a:r>
            <a:r>
              <a:rPr lang="zh-CN" altLang="en-US" sz="4000" b="0" baseline="30000" dirty="0">
                <a:solidFill>
                  <a:schemeClr val="bg1"/>
                </a:solidFill>
                <a:latin typeface="Arial" panose="020B0604020202020204" pitchFamily="34" charset="0"/>
                <a:ea typeface="黑体" panose="02010609060101010101" charset="-122"/>
              </a:rPr>
              <a:t>拉普拉斯变换的收敛域</a:t>
            </a:r>
            <a:endParaRPr lang="zh-CN" altLang="en-US" sz="4000" b="0" dirty="0">
              <a:solidFill>
                <a:schemeClr val="bg1"/>
              </a:solidFill>
              <a:latin typeface="Arial" panose="020B0604020202020204" pitchFamily="34" charset="0"/>
              <a:ea typeface="黑体" panose="02010609060101010101" charset="-122"/>
            </a:endParaRPr>
          </a:p>
        </p:txBody>
      </p:sp>
      <p:sp>
        <p:nvSpPr>
          <p:cNvPr id="315401" name="Rectangle 9"/>
          <p:cNvSpPr>
            <a:spLocks noChangeArrowheads="1"/>
          </p:cNvSpPr>
          <p:nvPr/>
        </p:nvSpPr>
        <p:spPr bwMode="auto">
          <a:xfrm>
            <a:off x="4932363" y="3213100"/>
            <a:ext cx="1873250" cy="576263"/>
          </a:xfrm>
          <a:prstGeom prst="rect">
            <a:avLst/>
          </a:prstGeom>
          <a:solidFill>
            <a:schemeClr val="tx1"/>
          </a:solidFill>
          <a:ln w="28575">
            <a:noFill/>
            <a:miter lim="800000"/>
          </a:ln>
        </p:spPr>
        <p:txBody>
          <a:bodyPr/>
          <a:lstStyle/>
          <a:p>
            <a:pPr marL="342900" marR="0" lvl="0" indent="-342900" algn="l" defTabSz="914400" rtl="0" eaLnBrk="1" fontAlgn="base" latinLnBrk="0" hangingPunct="1">
              <a:lnSpc>
                <a:spcPct val="100000"/>
              </a:lnSpc>
              <a:spcBef>
                <a:spcPct val="50000"/>
              </a:spcBef>
              <a:spcAft>
                <a:spcPct val="0"/>
              </a:spcAft>
              <a:buClrTx/>
              <a:buSzTx/>
              <a:buFontTx/>
              <a:buNone/>
              <a:defRPr/>
            </a:pPr>
            <a:r>
              <a:rPr kumimoji="0" lang="zh-CN" altLang="en-US" sz="2800" b="0" i="0" u="none" strike="noStrike" kern="1200" cap="none" spc="0" normalizeH="0" baseline="0" noProof="0">
                <a:ln>
                  <a:noFill/>
                </a:ln>
                <a:solidFill>
                  <a:srgbClr val="FF0000"/>
                </a:solidFill>
                <a:effectLst>
                  <a:outerShdw blurRad="38100" dist="38100" dir="2700000" algn="tl">
                    <a:srgbClr val="C0C0C0"/>
                  </a:outerShdw>
                </a:effectLst>
                <a:uLnTx/>
                <a:uFillTx/>
                <a:latin typeface="Arial" panose="020B0604020202020204" pitchFamily="34" charset="0"/>
                <a:ea typeface="华文中宋" panose="02010600040101010101" charset="-122"/>
                <a:cs typeface="+mn-cs"/>
                <a:sym typeface="+mn-ea"/>
              </a:rPr>
              <a:t>整个</a:t>
            </a:r>
            <a:r>
              <a:rPr kumimoji="0" lang="en-US" altLang="zh-CN" sz="2800" b="0" i="1" u="none" strike="noStrike" kern="1200" cap="none" spc="0" normalizeH="0" baseline="0" noProof="0">
                <a:ln>
                  <a:noFill/>
                </a:ln>
                <a:solidFill>
                  <a:srgbClr val="FF0000"/>
                </a:solidFill>
                <a:effectLst>
                  <a:outerShdw blurRad="38100" dist="38100" dir="2700000" algn="tl">
                    <a:srgbClr val="C0C0C0"/>
                  </a:outerShdw>
                </a:effectLst>
                <a:uLnTx/>
                <a:uFillTx/>
                <a:latin typeface="Times New Roman" panose="02020603050405020304" pitchFamily="18" charset="0"/>
                <a:ea typeface="华文中宋" panose="02010600040101010101" charset="-122"/>
                <a:cs typeface="+mn-cs"/>
                <a:sym typeface="+mn-ea"/>
              </a:rPr>
              <a:t>S</a:t>
            </a:r>
            <a:r>
              <a:rPr kumimoji="0" lang="zh-CN" altLang="en-US" sz="2800" b="0" i="0" u="none" strike="noStrike" kern="1200" cap="none" spc="0" normalizeH="0" baseline="0" noProof="0">
                <a:ln>
                  <a:noFill/>
                </a:ln>
                <a:solidFill>
                  <a:srgbClr val="FF0000"/>
                </a:solidFill>
                <a:effectLst>
                  <a:outerShdw blurRad="38100" dist="38100" dir="2700000" algn="tl">
                    <a:srgbClr val="C0C0C0"/>
                  </a:outerShdw>
                </a:effectLst>
                <a:uLnTx/>
                <a:uFillTx/>
                <a:latin typeface="Arial" panose="020B0604020202020204" pitchFamily="34" charset="0"/>
                <a:ea typeface="华文中宋" panose="02010600040101010101" charset="-122"/>
                <a:cs typeface="+mn-cs"/>
                <a:sym typeface="+mn-ea"/>
              </a:rPr>
              <a:t>平面</a:t>
            </a:r>
            <a:endParaRPr kumimoji="0" lang="zh-CN" altLang="en-US" sz="2800" b="0" i="0" u="none" strike="noStrike" kern="1200" cap="none" spc="0" normalizeH="0" baseline="0" noProof="0">
              <a:ln>
                <a:noFill/>
              </a:ln>
              <a:solidFill>
                <a:srgbClr val="FF0000"/>
              </a:solidFill>
              <a:effectLst>
                <a:outerShdw blurRad="38100" dist="38100" dir="2700000" algn="tl">
                  <a:srgbClr val="C0C0C0"/>
                </a:outerShdw>
              </a:effectLst>
              <a:uLnTx/>
              <a:uFillTx/>
              <a:latin typeface="Arial" panose="020B0604020202020204" pitchFamily="34" charset="0"/>
              <a:ea typeface="华文中宋" panose="02010600040101010101" charset="-122"/>
              <a:cs typeface="+mn-cs"/>
              <a:sym typeface="+mn-ea"/>
            </a:endParaRPr>
          </a:p>
        </p:txBody>
      </p:sp>
      <p:graphicFrame>
        <p:nvGraphicFramePr>
          <p:cNvPr id="233484" name="Object 12"/>
          <p:cNvGraphicFramePr>
            <a:graphicFrameLocks noChangeAspect="1"/>
          </p:cNvGraphicFramePr>
          <p:nvPr/>
        </p:nvGraphicFramePr>
        <p:xfrm>
          <a:off x="5291138" y="4221163"/>
          <a:ext cx="936625" cy="436562"/>
        </p:xfrm>
        <a:graphic>
          <a:graphicData uri="http://schemas.openxmlformats.org/presentationml/2006/ole">
            <mc:AlternateContent xmlns:mc="http://schemas.openxmlformats.org/markup-compatibility/2006">
              <mc:Choice xmlns:v="urn:schemas-microsoft-com:vml" Requires="v">
                <p:oleObj spid="_x0000_s3" name="" r:id="rId3" imgW="380365" imgH="177800" progId="Equation.3">
                  <p:embed/>
                </p:oleObj>
              </mc:Choice>
              <mc:Fallback>
                <p:oleObj name="" r:id="rId3" imgW="380365" imgH="177800" progId="Equation.3">
                  <p:embed/>
                  <p:pic>
                    <p:nvPicPr>
                      <p:cNvPr id="0" name="Object 12"/>
                      <p:cNvPicPr/>
                      <p:nvPr/>
                    </p:nvPicPr>
                    <p:blipFill>
                      <a:blip r:embed="rId4"/>
                      <a:stretch>
                        <a:fillRect/>
                      </a:stretch>
                    </p:blipFill>
                    <p:spPr>
                      <a:xfrm>
                        <a:off x="5291138" y="4221163"/>
                        <a:ext cx="936625" cy="436562"/>
                      </a:xfrm>
                      <a:prstGeom prst="rect">
                        <a:avLst/>
                      </a:prstGeom>
                      <a:solidFill>
                        <a:schemeClr val="tx1"/>
                      </a:solidFill>
                      <a:ln w="9525" cap="flat" cmpd="sng">
                        <a:solidFill>
                          <a:schemeClr val="bg1"/>
                        </a:solidFill>
                        <a:prstDash val="solid"/>
                        <a:miter/>
                        <a:headEnd type="none" w="med" len="med"/>
                        <a:tailEnd type="none" w="med" len="med"/>
                      </a:ln>
                      <a:effectLst>
                        <a:outerShdw dist="35921" dir="2699999" algn="ctr" rotWithShape="0">
                          <a:schemeClr val="bg2"/>
                        </a:outerShdw>
                      </a:effectLst>
                    </p:spPr>
                  </p:pic>
                </p:oleObj>
              </mc:Fallback>
            </mc:AlternateContent>
          </a:graphicData>
        </a:graphic>
      </p:graphicFrame>
      <p:graphicFrame>
        <p:nvGraphicFramePr>
          <p:cNvPr id="233485" name="Object 13"/>
          <p:cNvGraphicFramePr>
            <a:graphicFrameLocks noChangeAspect="1"/>
          </p:cNvGraphicFramePr>
          <p:nvPr/>
        </p:nvGraphicFramePr>
        <p:xfrm>
          <a:off x="5291138" y="5518150"/>
          <a:ext cx="1150937" cy="422275"/>
        </p:xfrm>
        <a:graphic>
          <a:graphicData uri="http://schemas.openxmlformats.org/presentationml/2006/ole">
            <mc:AlternateContent xmlns:mc="http://schemas.openxmlformats.org/markup-compatibility/2006">
              <mc:Choice xmlns:v="urn:schemas-microsoft-com:vml" Requires="v">
                <p:oleObj spid="_x0000_s4" name="" r:id="rId5" imgW="381000" imgH="139700" progId="Equation.3">
                  <p:embed/>
                </p:oleObj>
              </mc:Choice>
              <mc:Fallback>
                <p:oleObj name="" r:id="rId5" imgW="381000" imgH="139700" progId="Equation.3">
                  <p:embed/>
                  <p:pic>
                    <p:nvPicPr>
                      <p:cNvPr id="0" name="Object 13"/>
                      <p:cNvPicPr/>
                      <p:nvPr/>
                    </p:nvPicPr>
                    <p:blipFill>
                      <a:blip r:embed="rId6"/>
                      <a:stretch>
                        <a:fillRect/>
                      </a:stretch>
                    </p:blipFill>
                    <p:spPr>
                      <a:xfrm>
                        <a:off x="5291138" y="5518150"/>
                        <a:ext cx="1150937" cy="422275"/>
                      </a:xfrm>
                      <a:prstGeom prst="rect">
                        <a:avLst/>
                      </a:prstGeom>
                      <a:solidFill>
                        <a:schemeClr val="tx1"/>
                      </a:solidFill>
                      <a:ln w="9525" cap="flat" cmpd="sng">
                        <a:solidFill>
                          <a:schemeClr val="bg1"/>
                        </a:solidFill>
                        <a:prstDash val="solid"/>
                        <a:miter/>
                        <a:headEnd type="none" w="med" len="med"/>
                        <a:tailEnd type="none" w="med" len="med"/>
                      </a:ln>
                      <a:effectLst>
                        <a:outerShdw dist="35921" dir="2699999" algn="ctr" rotWithShape="0">
                          <a:schemeClr val="bg2"/>
                        </a:outerShdw>
                      </a:effectLst>
                    </p:spPr>
                  </p:pic>
                </p:oleObj>
              </mc:Fallback>
            </mc:AlternateContent>
          </a:graphicData>
        </a:graphic>
      </p:graphicFrame>
      <p:graphicFrame>
        <p:nvGraphicFramePr>
          <p:cNvPr id="233486" name="Object 14"/>
          <p:cNvGraphicFramePr>
            <a:graphicFrameLocks noChangeAspect="1"/>
          </p:cNvGraphicFramePr>
          <p:nvPr/>
        </p:nvGraphicFramePr>
        <p:xfrm>
          <a:off x="1365250" y="5427663"/>
          <a:ext cx="2814638" cy="617537"/>
        </p:xfrm>
        <a:graphic>
          <a:graphicData uri="http://schemas.openxmlformats.org/presentationml/2006/ole">
            <mc:AlternateContent xmlns:mc="http://schemas.openxmlformats.org/markup-compatibility/2006">
              <mc:Choice xmlns:v="urn:schemas-microsoft-com:vml" Requires="v">
                <p:oleObj spid="_x0000_s5" name="" r:id="rId7" imgW="1041400" imgH="228600" progId="Equation.3">
                  <p:embed/>
                </p:oleObj>
              </mc:Choice>
              <mc:Fallback>
                <p:oleObj name="" r:id="rId7" imgW="1041400" imgH="228600" progId="Equation.3">
                  <p:embed/>
                  <p:pic>
                    <p:nvPicPr>
                      <p:cNvPr id="0" name="Object 14"/>
                      <p:cNvPicPr/>
                      <p:nvPr/>
                    </p:nvPicPr>
                    <p:blipFill>
                      <a:blip r:embed="rId8"/>
                      <a:stretch>
                        <a:fillRect/>
                      </a:stretch>
                    </p:blipFill>
                    <p:spPr>
                      <a:xfrm>
                        <a:off x="1365250" y="5427663"/>
                        <a:ext cx="2814638" cy="617537"/>
                      </a:xfrm>
                      <a:prstGeom prst="rect">
                        <a:avLst/>
                      </a:prstGeom>
                      <a:noFill/>
                      <a:ln w="38100">
                        <a:noFill/>
                        <a:miter/>
                      </a:ln>
                    </p:spPr>
                  </p:pic>
                </p:oleObj>
              </mc:Fallback>
            </mc:AlternateContent>
          </a:graphicData>
        </a:graphic>
      </p:graphicFrame>
      <p:sp>
        <p:nvSpPr>
          <p:cNvPr id="315397" name="Rectangle 5"/>
          <p:cNvSpPr>
            <a:spLocks noChangeArrowheads="1"/>
          </p:cNvSpPr>
          <p:nvPr/>
        </p:nvSpPr>
        <p:spPr bwMode="auto">
          <a:xfrm>
            <a:off x="1550988" y="3213100"/>
            <a:ext cx="2736850" cy="576263"/>
          </a:xfrm>
          <a:prstGeom prst="rect">
            <a:avLst/>
          </a:prstGeom>
          <a:solidFill>
            <a:schemeClr val="tx1"/>
          </a:solidFill>
          <a:ln w="28575">
            <a:noFill/>
            <a:miter lim="800000"/>
          </a:ln>
        </p:spPr>
        <p:txBody>
          <a:bodyPr/>
          <a:lstStyle/>
          <a:p>
            <a:pPr marL="342900" marR="0" lvl="0" indent="-342900" algn="l" defTabSz="914400" rtl="0" eaLnBrk="1" fontAlgn="base" latinLnBrk="0" hangingPunct="1">
              <a:lnSpc>
                <a:spcPct val="100000"/>
              </a:lnSpc>
              <a:spcBef>
                <a:spcPct val="50000"/>
              </a:spcBef>
              <a:spcAft>
                <a:spcPct val="0"/>
              </a:spcAft>
              <a:buClrTx/>
              <a:buSzTx/>
              <a:buFontTx/>
              <a:buNone/>
              <a:defRPr/>
            </a:pPr>
            <a:r>
              <a:rPr kumimoji="0" lang="zh-CN" altLang="en-US" sz="2800" b="0" i="0" u="none" strike="noStrike" kern="1200" cap="none" spc="0" normalizeH="0" baseline="0" noProof="0">
                <a:ln>
                  <a:noFill/>
                </a:ln>
                <a:solidFill>
                  <a:srgbClr val="000000"/>
                </a:solidFill>
                <a:effectLst>
                  <a:outerShdw blurRad="38100" dist="38100" dir="2700000" algn="tl">
                    <a:srgbClr val="C0C0C0"/>
                  </a:outerShdw>
                </a:effectLst>
                <a:uLnTx/>
                <a:uFillTx/>
                <a:latin typeface="Arial" panose="020B0604020202020204" pitchFamily="34" charset="0"/>
                <a:ea typeface="华文中宋" panose="02010600040101010101" charset="-122"/>
                <a:cs typeface="+mn-cs"/>
                <a:sym typeface="+mn-ea"/>
              </a:rPr>
              <a:t>单个脉冲信号：</a:t>
            </a:r>
            <a:endParaRPr kumimoji="0" lang="zh-CN" altLang="en-US" sz="2800" b="0" i="0" u="none" strike="noStrike" kern="1200" cap="none" spc="0" normalizeH="0" baseline="0" noProof="0">
              <a:ln>
                <a:noFill/>
              </a:ln>
              <a:solidFill>
                <a:srgbClr val="000000"/>
              </a:solidFill>
              <a:effectLst>
                <a:outerShdw blurRad="38100" dist="38100" dir="2700000" algn="tl">
                  <a:srgbClr val="C0C0C0"/>
                </a:outerShdw>
              </a:effectLst>
              <a:uLnTx/>
              <a:uFillTx/>
              <a:latin typeface="Arial" panose="020B0604020202020204" pitchFamily="34" charset="0"/>
              <a:ea typeface="华文中宋" panose="02010600040101010101" charset="-122"/>
              <a:cs typeface="+mn-cs"/>
              <a:sym typeface="+mn-ea"/>
            </a:endParaRPr>
          </a:p>
        </p:txBody>
      </p:sp>
      <p:sp>
        <p:nvSpPr>
          <p:cNvPr id="6" name="Rectangle 5"/>
          <p:cNvSpPr>
            <a:spLocks noChangeArrowheads="1"/>
          </p:cNvSpPr>
          <p:nvPr/>
        </p:nvSpPr>
        <p:spPr bwMode="auto">
          <a:xfrm>
            <a:off x="1477963" y="4221163"/>
            <a:ext cx="3529013" cy="649288"/>
          </a:xfrm>
          <a:prstGeom prst="rect">
            <a:avLst/>
          </a:prstGeom>
          <a:solidFill>
            <a:schemeClr val="tx1"/>
          </a:solidFill>
          <a:ln w="28575">
            <a:noFill/>
            <a:miter lim="800000"/>
          </a:ln>
        </p:spPr>
        <p:txBody>
          <a:bodyPr/>
          <a:lstStyle/>
          <a:p>
            <a:pPr marL="342900" marR="0" lvl="0" indent="-342900" algn="l" defTabSz="914400" rtl="0" eaLnBrk="1" fontAlgn="base" latinLnBrk="0" hangingPunct="1">
              <a:lnSpc>
                <a:spcPct val="100000"/>
              </a:lnSpc>
              <a:spcBef>
                <a:spcPct val="50000"/>
              </a:spcBef>
              <a:spcAft>
                <a:spcPct val="0"/>
              </a:spcAft>
              <a:buClrTx/>
              <a:buSzTx/>
              <a:buFontTx/>
              <a:buNone/>
              <a:defRPr/>
            </a:pPr>
            <a:r>
              <a:rPr kumimoji="0" lang="zh-CN" altLang="en-US" sz="2800" b="0" i="0" u="none" strike="noStrike" kern="1200" cap="none" spc="0" normalizeH="0" baseline="0" noProof="0">
                <a:ln>
                  <a:noFill/>
                </a:ln>
                <a:solidFill>
                  <a:srgbClr val="000000"/>
                </a:solidFill>
                <a:effectLst>
                  <a:outerShdw blurRad="38100" dist="38100" dir="2700000" algn="tl">
                    <a:srgbClr val="C0C0C0"/>
                  </a:outerShdw>
                </a:effectLst>
                <a:uLnTx/>
                <a:uFillTx/>
                <a:latin typeface="Arial" panose="020B0604020202020204" pitchFamily="34" charset="0"/>
                <a:ea typeface="华文中宋" panose="02010600040101010101" charset="-122"/>
                <a:cs typeface="+mn-cs"/>
                <a:sym typeface="+mn-ea"/>
              </a:rPr>
              <a:t>单位阶跃信号</a:t>
            </a:r>
            <a:r>
              <a:rPr kumimoji="0" lang="el-GR" altLang="zh-CN" sz="2800" b="0" i="0" u="none" strike="noStrike" kern="1200" cap="none" spc="0" normalizeH="0" baseline="0" noProof="0">
                <a:ln>
                  <a:noFill/>
                </a:ln>
                <a:solidFill>
                  <a:srgbClr val="000000"/>
                </a:solidFill>
                <a:effectLst>
                  <a:outerShdw blurRad="38100" dist="38100" dir="2700000" algn="tl">
                    <a:srgbClr val="C0C0C0"/>
                  </a:outerShdw>
                </a:effectLst>
                <a:uLnTx/>
                <a:uFillTx/>
                <a:latin typeface="华文中宋" panose="02010600040101010101" charset="-122"/>
                <a:ea typeface="华文中宋" panose="02010600040101010101" charset="-122"/>
                <a:cs typeface="+mn-cs"/>
                <a:sym typeface="+mn-ea"/>
              </a:rPr>
              <a:t>ε</a:t>
            </a:r>
            <a:r>
              <a:rPr kumimoji="0" lang="en-US" altLang="zh-CN" sz="2800" b="0" i="0" u="none" strike="noStrike" kern="1200" cap="none" spc="0" normalizeH="0" baseline="0" noProof="0">
                <a:ln>
                  <a:noFill/>
                </a:ln>
                <a:solidFill>
                  <a:srgbClr val="000000"/>
                </a:solidFill>
                <a:effectLst>
                  <a:outerShdw blurRad="38100" dist="38100" dir="2700000" algn="tl">
                    <a:srgbClr val="C0C0C0"/>
                  </a:outerShdw>
                </a:effectLst>
                <a:uLnTx/>
                <a:uFillTx/>
                <a:latin typeface="华文中宋" panose="02010600040101010101" charset="-122"/>
                <a:ea typeface="华文中宋" panose="02010600040101010101" charset="-122"/>
                <a:cs typeface="+mn-cs"/>
                <a:sym typeface="+mn-ea"/>
              </a:rPr>
              <a:t>(t)</a:t>
            </a:r>
            <a:r>
              <a:rPr kumimoji="0" lang="zh-CN" altLang="en-US" sz="2800" b="0" i="0" u="none" strike="noStrike" kern="1200" cap="none" spc="0" normalizeH="0" baseline="0" noProof="0">
                <a:ln>
                  <a:noFill/>
                </a:ln>
                <a:solidFill>
                  <a:srgbClr val="000000"/>
                </a:solidFill>
                <a:effectLst>
                  <a:outerShdw blurRad="38100" dist="38100" dir="2700000" algn="tl">
                    <a:srgbClr val="C0C0C0"/>
                  </a:outerShdw>
                </a:effectLst>
                <a:uLnTx/>
                <a:uFillTx/>
                <a:latin typeface="Arial" panose="020B0604020202020204" pitchFamily="34" charset="0"/>
                <a:ea typeface="华文中宋" panose="02010600040101010101" charset="-122"/>
                <a:cs typeface="+mn-cs"/>
                <a:sym typeface="+mn-ea"/>
              </a:rPr>
              <a:t>：</a:t>
            </a:r>
            <a:endParaRPr kumimoji="0" lang="zh-CN" altLang="en-US" sz="2800" b="0" i="0" u="none" strike="noStrike" kern="1200" cap="none" spc="0" normalizeH="0" baseline="0" noProof="0">
              <a:ln>
                <a:noFill/>
              </a:ln>
              <a:solidFill>
                <a:srgbClr val="000000"/>
              </a:solidFill>
              <a:effectLst>
                <a:outerShdw blurRad="38100" dist="38100" dir="2700000" algn="tl">
                  <a:srgbClr val="C0C0C0"/>
                </a:outerShdw>
              </a:effectLst>
              <a:uLnTx/>
              <a:uFillTx/>
              <a:latin typeface="Arial" panose="020B0604020202020204" pitchFamily="34" charset="0"/>
              <a:ea typeface="华文中宋" panose="02010600040101010101" charset="-122"/>
              <a:cs typeface="+mn-cs"/>
              <a:sym typeface="+mn-ea"/>
            </a:endParaRPr>
          </a:p>
        </p:txBody>
      </p:sp>
      <p:sp>
        <p:nvSpPr>
          <p:cNvPr id="7" name="墨迹 2"/>
          <p:cNvSpPr/>
          <p:nvPr/>
        </p:nvSpPr>
        <p:spPr bwMode="auto">
          <a:xfrm>
            <a:off x="2495160" y="1073520"/>
            <a:ext cx="6409440" cy="2963520"/>
          </a:xfrm>
        </p:spPr>
      </p:sp>
    </p:spTree>
    <p:custDataLst>
      <p:tags r:id="rId9"/>
    </p:custDataLst>
  </p:cSld>
  <p:clrMapOvr>
    <a:masterClrMapping/>
  </p:clrMapOvr>
  <p:transition advTm="109681"/>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5" presetClass="entr" presetSubtype="0" fill="hold" nodeType="clickEffect">
                                  <p:stCondLst>
                                    <p:cond delay="0"/>
                                  </p:stCondLst>
                                  <p:childTnLst>
                                    <p:set>
                                      <p:cBhvr>
                                        <p:cTn id="6" dur="1" fill="hold">
                                          <p:stCondLst>
                                            <p:cond delay="0"/>
                                          </p:stCondLst>
                                        </p:cTn>
                                        <p:tgtEl>
                                          <p:spTgt spid="314374"/>
                                        </p:tgtEl>
                                        <p:attrNameLst>
                                          <p:attrName>style.visibility</p:attrName>
                                        </p:attrNameLst>
                                      </p:cBhvr>
                                      <p:to>
                                        <p:strVal val="visible"/>
                                      </p:to>
                                    </p:set>
                                    <p:anim calcmode="lin" valueType="num">
                                      <p:cBhvr>
                                        <p:cTn id="7" dur="1000" fill="hold"/>
                                        <p:tgtEl>
                                          <p:spTgt spid="314374"/>
                                        </p:tgtEl>
                                        <p:attrNameLst>
                                          <p:attrName>ppt_w</p:attrName>
                                        </p:attrNameLst>
                                      </p:cBhvr>
                                      <p:tavLst>
                                        <p:tav tm="0">
                                          <p:val>
                                            <p:strVal val="#ppt_w*0.70"/>
                                          </p:val>
                                        </p:tav>
                                        <p:tav tm="100000">
                                          <p:val>
                                            <p:strVal val="#ppt_w"/>
                                          </p:val>
                                        </p:tav>
                                      </p:tavLst>
                                    </p:anim>
                                    <p:anim calcmode="lin" valueType="num">
                                      <p:cBhvr>
                                        <p:cTn id="8" dur="1000" fill="hold"/>
                                        <p:tgtEl>
                                          <p:spTgt spid="314374"/>
                                        </p:tgtEl>
                                        <p:attrNameLst>
                                          <p:attrName>ppt_h</p:attrName>
                                        </p:attrNameLst>
                                      </p:cBhvr>
                                      <p:tavLst>
                                        <p:tav tm="0">
                                          <p:val>
                                            <p:strVal val="#ppt_h"/>
                                          </p:val>
                                        </p:tav>
                                        <p:tav tm="100000">
                                          <p:val>
                                            <p:strVal val="#ppt_h"/>
                                          </p:val>
                                        </p:tav>
                                      </p:tavLst>
                                    </p:anim>
                                    <p:animEffect transition="in" filter="fade">
                                      <p:cBhvr>
                                        <p:cTn id="9" dur="1000"/>
                                        <p:tgtEl>
                                          <p:spTgt spid="314374"/>
                                        </p:tgtEl>
                                      </p:cBhvr>
                                    </p:animEffect>
                                  </p:childTnLst>
                                </p:cTn>
                              </p:par>
                            </p:childTnLst>
                          </p:cTn>
                        </p:par>
                      </p:childTnLst>
                    </p:cTn>
                  </p:par>
                  <p:par>
                    <p:cTn id="10" fill="hold">
                      <p:stCondLst>
                        <p:cond delay="indefinite"/>
                      </p:stCondLst>
                      <p:childTnLst>
                        <p:par>
                          <p:cTn id="11" fill="hold">
                            <p:stCondLst>
                              <p:cond delay="0"/>
                            </p:stCondLst>
                            <p:childTnLst>
                              <p:par>
                                <p:cTn id="12" presetID="5" presetClass="entr" presetSubtype="10" fill="hold" grpId="0" nodeType="clickEffect">
                                  <p:stCondLst>
                                    <p:cond delay="0"/>
                                  </p:stCondLst>
                                  <p:childTnLst>
                                    <p:set>
                                      <p:cBhvr>
                                        <p:cTn id="13" dur="1" fill="hold">
                                          <p:stCondLst>
                                            <p:cond delay="0"/>
                                          </p:stCondLst>
                                        </p:cTn>
                                        <p:tgtEl>
                                          <p:spTgt spid="315397"/>
                                        </p:tgtEl>
                                        <p:attrNameLst>
                                          <p:attrName>style.visibility</p:attrName>
                                        </p:attrNameLst>
                                      </p:cBhvr>
                                      <p:to>
                                        <p:strVal val="visible"/>
                                      </p:to>
                                    </p:set>
                                    <p:animEffect transition="in" filter="checkerboard(across)">
                                      <p:cBhvr>
                                        <p:cTn id="14" dur="500"/>
                                        <p:tgtEl>
                                          <p:spTgt spid="315397"/>
                                        </p:tgtEl>
                                      </p:cBhvr>
                                    </p:animEffect>
                                  </p:childTnLst>
                                </p:cTn>
                              </p:par>
                              <p:par>
                                <p:cTn id="15" presetID="5" presetClass="entr" presetSubtype="10" fill="hold" nodeType="withEffect">
                                  <p:stCondLst>
                                    <p:cond delay="0"/>
                                  </p:stCondLst>
                                  <p:childTnLst>
                                    <p:set>
                                      <p:cBhvr>
                                        <p:cTn id="16" dur="500" fill="hold">
                                          <p:stCondLst>
                                            <p:cond delay="0"/>
                                          </p:stCondLst>
                                        </p:cTn>
                                        <p:tgtEl>
                                          <p:spTgt spid="233486"/>
                                        </p:tgtEl>
                                        <p:attrNameLst>
                                          <p:attrName>style.visibility</p:attrName>
                                        </p:attrNameLst>
                                      </p:cBhvr>
                                      <p:to>
                                        <p:strVal val="visible"/>
                                      </p:to>
                                    </p:set>
                                    <p:animEffect transition="in" filter="checkerboard(across)">
                                      <p:cBhvr>
                                        <p:cTn id="17" dur="500"/>
                                        <p:tgtEl>
                                          <p:spTgt spid="233486"/>
                                        </p:tgtEl>
                                      </p:cBhvr>
                                    </p:animEffect>
                                  </p:childTnLst>
                                </p:cTn>
                              </p:par>
                            </p:childTnLst>
                          </p:cTn>
                        </p:par>
                      </p:childTnLst>
                    </p:cTn>
                  </p:par>
                  <p:par>
                    <p:cTn id="18" fill="hold">
                      <p:stCondLst>
                        <p:cond delay="indefinite"/>
                      </p:stCondLst>
                      <p:childTnLst>
                        <p:par>
                          <p:cTn id="19" fill="hold">
                            <p:stCondLst>
                              <p:cond delay="0"/>
                            </p:stCondLst>
                            <p:childTnLst>
                              <p:par>
                                <p:cTn id="20" presetID="55" presetClass="entr" presetSubtype="0" fill="hold" grpId="0" nodeType="clickEffect">
                                  <p:stCondLst>
                                    <p:cond delay="0"/>
                                  </p:stCondLst>
                                  <p:childTnLst>
                                    <p:set>
                                      <p:cBhvr>
                                        <p:cTn id="21" dur="1" fill="hold">
                                          <p:stCondLst>
                                            <p:cond delay="0"/>
                                          </p:stCondLst>
                                        </p:cTn>
                                        <p:tgtEl>
                                          <p:spTgt spid="315401"/>
                                        </p:tgtEl>
                                        <p:attrNameLst>
                                          <p:attrName>style.visibility</p:attrName>
                                        </p:attrNameLst>
                                      </p:cBhvr>
                                      <p:to>
                                        <p:strVal val="visible"/>
                                      </p:to>
                                    </p:set>
                                    <p:anim calcmode="lin" valueType="num">
                                      <p:cBhvr>
                                        <p:cTn id="22" dur="1000" fill="hold"/>
                                        <p:tgtEl>
                                          <p:spTgt spid="315401"/>
                                        </p:tgtEl>
                                        <p:attrNameLst>
                                          <p:attrName>ppt_w</p:attrName>
                                        </p:attrNameLst>
                                      </p:cBhvr>
                                      <p:tavLst>
                                        <p:tav tm="0">
                                          <p:val>
                                            <p:strVal val="#ppt_w*0.70"/>
                                          </p:val>
                                        </p:tav>
                                        <p:tav tm="100000">
                                          <p:val>
                                            <p:strVal val="#ppt_w"/>
                                          </p:val>
                                        </p:tav>
                                      </p:tavLst>
                                    </p:anim>
                                    <p:anim calcmode="lin" valueType="num">
                                      <p:cBhvr>
                                        <p:cTn id="23" dur="1000" fill="hold"/>
                                        <p:tgtEl>
                                          <p:spTgt spid="315401"/>
                                        </p:tgtEl>
                                        <p:attrNameLst>
                                          <p:attrName>ppt_h</p:attrName>
                                        </p:attrNameLst>
                                      </p:cBhvr>
                                      <p:tavLst>
                                        <p:tav tm="0">
                                          <p:val>
                                            <p:strVal val="#ppt_h"/>
                                          </p:val>
                                        </p:tav>
                                        <p:tav tm="100000">
                                          <p:val>
                                            <p:strVal val="#ppt_h"/>
                                          </p:val>
                                        </p:tav>
                                      </p:tavLst>
                                    </p:anim>
                                    <p:animEffect transition="in" filter="fade">
                                      <p:cBhvr>
                                        <p:cTn id="24" dur="1000"/>
                                        <p:tgtEl>
                                          <p:spTgt spid="315401"/>
                                        </p:tgtEl>
                                      </p:cBhvr>
                                    </p:animEffect>
                                  </p:childTnLst>
                                </p:cTn>
                              </p:par>
                            </p:childTnLst>
                          </p:cTn>
                        </p:par>
                      </p:childTnLst>
                    </p:cTn>
                  </p:par>
                  <p:par>
                    <p:cTn id="25" fill="hold">
                      <p:stCondLst>
                        <p:cond delay="indefinite"/>
                      </p:stCondLst>
                      <p:childTnLst>
                        <p:par>
                          <p:cTn id="26" fill="hold">
                            <p:stCondLst>
                              <p:cond delay="0"/>
                            </p:stCondLst>
                            <p:childTnLst>
                              <p:par>
                                <p:cTn id="27" presetID="55" presetClass="entr" presetSubtype="0" fill="hold" nodeType="clickEffect">
                                  <p:stCondLst>
                                    <p:cond delay="0"/>
                                  </p:stCondLst>
                                  <p:childTnLst>
                                    <p:set>
                                      <p:cBhvr>
                                        <p:cTn id="28" dur="1" fill="hold">
                                          <p:stCondLst>
                                            <p:cond delay="0"/>
                                          </p:stCondLst>
                                        </p:cTn>
                                        <p:tgtEl>
                                          <p:spTgt spid="233484"/>
                                        </p:tgtEl>
                                        <p:attrNameLst>
                                          <p:attrName>style.visibility</p:attrName>
                                        </p:attrNameLst>
                                      </p:cBhvr>
                                      <p:to>
                                        <p:strVal val="visible"/>
                                      </p:to>
                                    </p:set>
                                    <p:anim calcmode="lin" valueType="num">
                                      <p:cBhvr>
                                        <p:cTn id="29" dur="1000" fill="hold"/>
                                        <p:tgtEl>
                                          <p:spTgt spid="233484"/>
                                        </p:tgtEl>
                                        <p:attrNameLst>
                                          <p:attrName>ppt_w</p:attrName>
                                        </p:attrNameLst>
                                      </p:cBhvr>
                                      <p:tavLst>
                                        <p:tav tm="0">
                                          <p:val>
                                            <p:strVal val="#ppt_w*0.70"/>
                                          </p:val>
                                        </p:tav>
                                        <p:tav tm="100000">
                                          <p:val>
                                            <p:strVal val="#ppt_w"/>
                                          </p:val>
                                        </p:tav>
                                      </p:tavLst>
                                    </p:anim>
                                    <p:anim calcmode="lin" valueType="num">
                                      <p:cBhvr>
                                        <p:cTn id="30" dur="1000" fill="hold"/>
                                        <p:tgtEl>
                                          <p:spTgt spid="233484"/>
                                        </p:tgtEl>
                                        <p:attrNameLst>
                                          <p:attrName>ppt_h</p:attrName>
                                        </p:attrNameLst>
                                      </p:cBhvr>
                                      <p:tavLst>
                                        <p:tav tm="0">
                                          <p:val>
                                            <p:strVal val="#ppt_h"/>
                                          </p:val>
                                        </p:tav>
                                        <p:tav tm="100000">
                                          <p:val>
                                            <p:strVal val="#ppt_h"/>
                                          </p:val>
                                        </p:tav>
                                      </p:tavLst>
                                    </p:anim>
                                    <p:animEffect transition="in" filter="fade">
                                      <p:cBhvr>
                                        <p:cTn id="31" dur="1000"/>
                                        <p:tgtEl>
                                          <p:spTgt spid="233484"/>
                                        </p:tgtEl>
                                      </p:cBhvr>
                                    </p:animEffect>
                                  </p:childTnLst>
                                </p:cTn>
                              </p:par>
                            </p:childTnLst>
                          </p:cTn>
                        </p:par>
                      </p:childTnLst>
                    </p:cTn>
                  </p:par>
                  <p:par>
                    <p:cTn id="32" fill="hold">
                      <p:stCondLst>
                        <p:cond delay="indefinite"/>
                      </p:stCondLst>
                      <p:childTnLst>
                        <p:par>
                          <p:cTn id="33" fill="hold">
                            <p:stCondLst>
                              <p:cond delay="0"/>
                            </p:stCondLst>
                            <p:childTnLst>
                              <p:par>
                                <p:cTn id="34" presetID="55" presetClass="entr" presetSubtype="0" fill="hold" nodeType="clickEffect">
                                  <p:stCondLst>
                                    <p:cond delay="0"/>
                                  </p:stCondLst>
                                  <p:childTnLst>
                                    <p:set>
                                      <p:cBhvr>
                                        <p:cTn id="35" dur="1" fill="hold">
                                          <p:stCondLst>
                                            <p:cond delay="0"/>
                                          </p:stCondLst>
                                        </p:cTn>
                                        <p:tgtEl>
                                          <p:spTgt spid="233485"/>
                                        </p:tgtEl>
                                        <p:attrNameLst>
                                          <p:attrName>style.visibility</p:attrName>
                                        </p:attrNameLst>
                                      </p:cBhvr>
                                      <p:to>
                                        <p:strVal val="visible"/>
                                      </p:to>
                                    </p:set>
                                    <p:anim calcmode="lin" valueType="num">
                                      <p:cBhvr>
                                        <p:cTn id="36" dur="1000" fill="hold"/>
                                        <p:tgtEl>
                                          <p:spTgt spid="233485"/>
                                        </p:tgtEl>
                                        <p:attrNameLst>
                                          <p:attrName>ppt_w</p:attrName>
                                        </p:attrNameLst>
                                      </p:cBhvr>
                                      <p:tavLst>
                                        <p:tav tm="0">
                                          <p:val>
                                            <p:strVal val="#ppt_w*0.70"/>
                                          </p:val>
                                        </p:tav>
                                        <p:tav tm="100000">
                                          <p:val>
                                            <p:strVal val="#ppt_w"/>
                                          </p:val>
                                        </p:tav>
                                      </p:tavLst>
                                    </p:anim>
                                    <p:anim calcmode="lin" valueType="num">
                                      <p:cBhvr>
                                        <p:cTn id="37" dur="1000" fill="hold"/>
                                        <p:tgtEl>
                                          <p:spTgt spid="233485"/>
                                        </p:tgtEl>
                                        <p:attrNameLst>
                                          <p:attrName>ppt_h</p:attrName>
                                        </p:attrNameLst>
                                      </p:cBhvr>
                                      <p:tavLst>
                                        <p:tav tm="0">
                                          <p:val>
                                            <p:strVal val="#ppt_h"/>
                                          </p:val>
                                        </p:tav>
                                        <p:tav tm="100000">
                                          <p:val>
                                            <p:strVal val="#ppt_h"/>
                                          </p:val>
                                        </p:tav>
                                      </p:tavLst>
                                    </p:anim>
                                    <p:animEffect transition="in" filter="fade">
                                      <p:cBhvr>
                                        <p:cTn id="38" dur="1000"/>
                                        <p:tgtEl>
                                          <p:spTgt spid="23348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5401" grpId="0" animBg="1"/>
      <p:bldP spid="315397" grpId="0" animBg="1"/>
    </p:bldLst>
  </p:timing>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32454" name="Object 6"/>
          <p:cNvGraphicFramePr>
            <a:graphicFrameLocks noChangeAspect="1"/>
          </p:cNvGraphicFramePr>
          <p:nvPr/>
        </p:nvGraphicFramePr>
        <p:xfrm>
          <a:off x="2339975" y="1844675"/>
          <a:ext cx="1785938" cy="565150"/>
        </p:xfrm>
        <a:graphic>
          <a:graphicData uri="http://schemas.openxmlformats.org/presentationml/2006/ole">
            <mc:AlternateContent xmlns:mc="http://schemas.openxmlformats.org/markup-compatibility/2006">
              <mc:Choice xmlns:v="urn:schemas-microsoft-com:vml" Requires="v">
                <p:oleObj spid="_x0000_s2" name="" r:id="rId1" imgW="723900" imgH="228600" progId="Equation.3">
                  <p:embed/>
                </p:oleObj>
              </mc:Choice>
              <mc:Fallback>
                <p:oleObj name="" r:id="rId1" imgW="723900" imgH="228600" progId="Equation.3">
                  <p:embed/>
                  <p:pic>
                    <p:nvPicPr>
                      <p:cNvPr id="0" name="Object 6"/>
                      <p:cNvPicPr/>
                      <p:nvPr/>
                    </p:nvPicPr>
                    <p:blipFill>
                      <a:blip r:embed="rId2"/>
                      <a:stretch>
                        <a:fillRect/>
                      </a:stretch>
                    </p:blipFill>
                    <p:spPr>
                      <a:xfrm>
                        <a:off x="2339975" y="1844675"/>
                        <a:ext cx="1785938" cy="565150"/>
                      </a:xfrm>
                      <a:prstGeom prst="rect">
                        <a:avLst/>
                      </a:prstGeom>
                      <a:solidFill>
                        <a:schemeClr val="tx1"/>
                      </a:solidFill>
                      <a:ln w="38100">
                        <a:noFill/>
                        <a:miter/>
                      </a:ln>
                    </p:spPr>
                  </p:pic>
                </p:oleObj>
              </mc:Fallback>
            </mc:AlternateContent>
          </a:graphicData>
        </a:graphic>
      </p:graphicFrame>
      <p:graphicFrame>
        <p:nvGraphicFramePr>
          <p:cNvPr id="232455" name="Object 7"/>
          <p:cNvGraphicFramePr>
            <a:graphicFrameLocks noChangeAspect="1"/>
          </p:cNvGraphicFramePr>
          <p:nvPr/>
        </p:nvGraphicFramePr>
        <p:xfrm>
          <a:off x="2411413" y="3213100"/>
          <a:ext cx="1190625" cy="501650"/>
        </p:xfrm>
        <a:graphic>
          <a:graphicData uri="http://schemas.openxmlformats.org/presentationml/2006/ole">
            <mc:AlternateContent xmlns:mc="http://schemas.openxmlformats.org/markup-compatibility/2006">
              <mc:Choice xmlns:v="urn:schemas-microsoft-com:vml" Requires="v">
                <p:oleObj spid="_x0000_s3" name="" r:id="rId3" imgW="482600" imgH="203200" progId="Equation.3">
                  <p:embed/>
                </p:oleObj>
              </mc:Choice>
              <mc:Fallback>
                <p:oleObj name="" r:id="rId3" imgW="482600" imgH="203200" progId="Equation.3">
                  <p:embed/>
                  <p:pic>
                    <p:nvPicPr>
                      <p:cNvPr id="0" name="Object 7"/>
                      <p:cNvPicPr/>
                      <p:nvPr/>
                    </p:nvPicPr>
                    <p:blipFill>
                      <a:blip r:embed="rId4"/>
                      <a:stretch>
                        <a:fillRect/>
                      </a:stretch>
                    </p:blipFill>
                    <p:spPr>
                      <a:xfrm>
                        <a:off x="2411413" y="3213100"/>
                        <a:ext cx="1190625" cy="501650"/>
                      </a:xfrm>
                      <a:prstGeom prst="rect">
                        <a:avLst/>
                      </a:prstGeom>
                      <a:solidFill>
                        <a:schemeClr val="tx1"/>
                      </a:solidFill>
                      <a:ln w="38100">
                        <a:noFill/>
                        <a:miter/>
                      </a:ln>
                    </p:spPr>
                  </p:pic>
                </p:oleObj>
              </mc:Fallback>
            </mc:AlternateContent>
          </a:graphicData>
        </a:graphic>
      </p:graphicFrame>
      <p:graphicFrame>
        <p:nvGraphicFramePr>
          <p:cNvPr id="232456" name="Object 8"/>
          <p:cNvGraphicFramePr>
            <a:graphicFrameLocks noChangeAspect="1"/>
          </p:cNvGraphicFramePr>
          <p:nvPr/>
        </p:nvGraphicFramePr>
        <p:xfrm>
          <a:off x="2411413" y="4365625"/>
          <a:ext cx="1292225" cy="439738"/>
        </p:xfrm>
        <a:graphic>
          <a:graphicData uri="http://schemas.openxmlformats.org/presentationml/2006/ole">
            <mc:AlternateContent xmlns:mc="http://schemas.openxmlformats.org/markup-compatibility/2006">
              <mc:Choice xmlns:v="urn:schemas-microsoft-com:vml" Requires="v">
                <p:oleObj spid="_x0000_s4" name="" r:id="rId5" imgW="596900" imgH="203200" progId="Equation.3">
                  <p:embed/>
                </p:oleObj>
              </mc:Choice>
              <mc:Fallback>
                <p:oleObj name="" r:id="rId5" imgW="596900" imgH="203200" progId="Equation.3">
                  <p:embed/>
                  <p:pic>
                    <p:nvPicPr>
                      <p:cNvPr id="0" name="Object 8"/>
                      <p:cNvPicPr/>
                      <p:nvPr/>
                    </p:nvPicPr>
                    <p:blipFill>
                      <a:blip r:embed="rId6"/>
                      <a:stretch>
                        <a:fillRect/>
                      </a:stretch>
                    </p:blipFill>
                    <p:spPr>
                      <a:xfrm>
                        <a:off x="2411413" y="4365625"/>
                        <a:ext cx="1292225" cy="439738"/>
                      </a:xfrm>
                      <a:prstGeom prst="rect">
                        <a:avLst/>
                      </a:prstGeom>
                      <a:solidFill>
                        <a:schemeClr val="tx1"/>
                      </a:solidFill>
                      <a:ln w="38100">
                        <a:noFill/>
                        <a:miter/>
                      </a:ln>
                    </p:spPr>
                  </p:pic>
                </p:oleObj>
              </mc:Fallback>
            </mc:AlternateContent>
          </a:graphicData>
        </a:graphic>
      </p:graphicFrame>
      <p:sp>
        <p:nvSpPr>
          <p:cNvPr id="102404" name="Rectangle 12"/>
          <p:cNvSpPr/>
          <p:nvPr/>
        </p:nvSpPr>
        <p:spPr>
          <a:xfrm>
            <a:off x="1547813" y="260350"/>
            <a:ext cx="6337300" cy="823913"/>
          </a:xfrm>
          <a:prstGeom prst="rect">
            <a:avLst/>
          </a:prstGeom>
          <a:solidFill>
            <a:schemeClr val="tx1"/>
          </a:solidFill>
          <a:ln w="9525" cap="flat" cmpd="sng">
            <a:solidFill>
              <a:srgbClr val="C0C0C0"/>
            </a:solidFill>
            <a:prstDash val="solid"/>
            <a:miter/>
            <a:headEnd type="none" w="med" len="med"/>
            <a:tailEnd type="none" w="med" len="med"/>
          </a:ln>
          <a:effectLst>
            <a:outerShdw dist="35921" dir="2699999" algn="ctr" rotWithShape="0">
              <a:srgbClr val="808080"/>
            </a:outerShdw>
          </a:effectLst>
        </p:spPr>
        <p:txBody>
          <a:bodyPr anchor="ctr" anchorCtr="0"/>
          <a:lstStyle/>
          <a:p>
            <a:pPr algn="ctr" eaLnBrk="0" hangingPunct="0"/>
            <a:r>
              <a:rPr lang="zh-CN" altLang="en-US" sz="4000" b="0" dirty="0">
                <a:solidFill>
                  <a:schemeClr val="bg1"/>
                </a:solidFill>
                <a:latin typeface="Arial" panose="020B0604020202020204" pitchFamily="34" charset="0"/>
                <a:ea typeface="黑体" panose="02010609060101010101" charset="-122"/>
              </a:rPr>
              <a:t>总结</a:t>
            </a:r>
            <a:r>
              <a:rPr lang="en-US" altLang="zh-CN" sz="4000" b="0" baseline="30000" dirty="0">
                <a:solidFill>
                  <a:schemeClr val="bg1"/>
                </a:solidFill>
                <a:latin typeface="Arial" panose="020B0604020202020204" pitchFamily="34" charset="0"/>
                <a:ea typeface="黑体" panose="02010609060101010101" charset="-122"/>
              </a:rPr>
              <a:t>—</a:t>
            </a:r>
            <a:r>
              <a:rPr lang="zh-CN" altLang="en-US" sz="4000" b="0" baseline="30000" dirty="0">
                <a:solidFill>
                  <a:schemeClr val="bg1"/>
                </a:solidFill>
                <a:latin typeface="Arial" panose="020B0604020202020204" pitchFamily="34" charset="0"/>
                <a:ea typeface="黑体" panose="02010609060101010101" charset="-122"/>
              </a:rPr>
              <a:t>常用函数的拉普拉斯变换</a:t>
            </a:r>
            <a:endParaRPr lang="zh-CN" altLang="en-US" sz="4000" b="0" dirty="0">
              <a:solidFill>
                <a:schemeClr val="bg1"/>
              </a:solidFill>
              <a:latin typeface="Arial" panose="020B0604020202020204" pitchFamily="34" charset="0"/>
              <a:ea typeface="黑体" panose="02010609060101010101" charset="-122"/>
            </a:endParaRPr>
          </a:p>
        </p:txBody>
      </p:sp>
      <p:graphicFrame>
        <p:nvGraphicFramePr>
          <p:cNvPr id="232461" name="Object 13"/>
          <p:cNvGraphicFramePr>
            <a:graphicFrameLocks noChangeAspect="1"/>
          </p:cNvGraphicFramePr>
          <p:nvPr/>
        </p:nvGraphicFramePr>
        <p:xfrm>
          <a:off x="2286000" y="5341938"/>
          <a:ext cx="1441450" cy="565150"/>
        </p:xfrm>
        <a:graphic>
          <a:graphicData uri="http://schemas.openxmlformats.org/presentationml/2006/ole">
            <mc:AlternateContent xmlns:mc="http://schemas.openxmlformats.org/markup-compatibility/2006">
              <mc:Choice xmlns:v="urn:schemas-microsoft-com:vml" Requires="v">
                <p:oleObj spid="_x0000_s5" name="" r:id="rId7" imgW="584200" imgH="228600" progId="Equation.3">
                  <p:embed/>
                </p:oleObj>
              </mc:Choice>
              <mc:Fallback>
                <p:oleObj name="" r:id="rId7" imgW="584200" imgH="228600" progId="Equation.3">
                  <p:embed/>
                  <p:pic>
                    <p:nvPicPr>
                      <p:cNvPr id="0" name="Object 13"/>
                      <p:cNvPicPr/>
                      <p:nvPr/>
                    </p:nvPicPr>
                    <p:blipFill>
                      <a:blip r:embed="rId8"/>
                      <a:stretch>
                        <a:fillRect/>
                      </a:stretch>
                    </p:blipFill>
                    <p:spPr>
                      <a:xfrm>
                        <a:off x="2286000" y="5341938"/>
                        <a:ext cx="1441450" cy="565150"/>
                      </a:xfrm>
                      <a:prstGeom prst="rect">
                        <a:avLst/>
                      </a:prstGeom>
                      <a:solidFill>
                        <a:schemeClr val="tx1"/>
                      </a:solidFill>
                      <a:ln w="38100">
                        <a:noFill/>
                        <a:miter/>
                      </a:ln>
                    </p:spPr>
                  </p:pic>
                </p:oleObj>
              </mc:Fallback>
            </mc:AlternateContent>
          </a:graphicData>
        </a:graphic>
      </p:graphicFrame>
      <p:sp>
        <p:nvSpPr>
          <p:cNvPr id="6" name="墨迹 1"/>
          <p:cNvSpPr/>
          <p:nvPr/>
        </p:nvSpPr>
        <p:spPr bwMode="auto">
          <a:xfrm>
            <a:off x="4249440" y="1750680"/>
            <a:ext cx="1626840" cy="4306680"/>
          </a:xfrm>
        </p:spPr>
      </p:sp>
    </p:spTree>
    <p:custDataLst>
      <p:tags r:id="rId9"/>
    </p:custDataLst>
  </p:cSld>
  <p:clrMapOvr>
    <a:masterClrMapping/>
  </p:clrMapOvr>
  <p:transition advTm="64629"/>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5" presetClass="entr" presetSubtype="0" fill="hold" nodeType="clickEffect">
                                  <p:stCondLst>
                                    <p:cond delay="0"/>
                                  </p:stCondLst>
                                  <p:childTnLst>
                                    <p:set>
                                      <p:cBhvr>
                                        <p:cTn id="6" dur="1" fill="hold">
                                          <p:stCondLst>
                                            <p:cond delay="0"/>
                                          </p:stCondLst>
                                        </p:cTn>
                                        <p:tgtEl>
                                          <p:spTgt spid="232454"/>
                                        </p:tgtEl>
                                        <p:attrNameLst>
                                          <p:attrName>style.visibility</p:attrName>
                                        </p:attrNameLst>
                                      </p:cBhvr>
                                      <p:to>
                                        <p:strVal val="visible"/>
                                      </p:to>
                                    </p:set>
                                    <p:anim calcmode="lin" valueType="num">
                                      <p:cBhvr>
                                        <p:cTn id="7" dur="1000" fill="hold"/>
                                        <p:tgtEl>
                                          <p:spTgt spid="232454"/>
                                        </p:tgtEl>
                                        <p:attrNameLst>
                                          <p:attrName>ppt_w</p:attrName>
                                        </p:attrNameLst>
                                      </p:cBhvr>
                                      <p:tavLst>
                                        <p:tav tm="0">
                                          <p:val>
                                            <p:strVal val="#ppt_w*0.70"/>
                                          </p:val>
                                        </p:tav>
                                        <p:tav tm="100000">
                                          <p:val>
                                            <p:strVal val="#ppt_w"/>
                                          </p:val>
                                        </p:tav>
                                      </p:tavLst>
                                    </p:anim>
                                    <p:anim calcmode="lin" valueType="num">
                                      <p:cBhvr>
                                        <p:cTn id="8" dur="1000" fill="hold"/>
                                        <p:tgtEl>
                                          <p:spTgt spid="232454"/>
                                        </p:tgtEl>
                                        <p:attrNameLst>
                                          <p:attrName>ppt_h</p:attrName>
                                        </p:attrNameLst>
                                      </p:cBhvr>
                                      <p:tavLst>
                                        <p:tav tm="0">
                                          <p:val>
                                            <p:strVal val="#ppt_h"/>
                                          </p:val>
                                        </p:tav>
                                        <p:tav tm="100000">
                                          <p:val>
                                            <p:strVal val="#ppt_h"/>
                                          </p:val>
                                        </p:tav>
                                      </p:tavLst>
                                    </p:anim>
                                    <p:animEffect transition="in" filter="fade">
                                      <p:cBhvr>
                                        <p:cTn id="9" dur="1000"/>
                                        <p:tgtEl>
                                          <p:spTgt spid="232454"/>
                                        </p:tgtEl>
                                      </p:cBhvr>
                                    </p:animEffect>
                                  </p:childTnLst>
                                </p:cTn>
                              </p:par>
                              <p:par>
                                <p:cTn id="10" presetID="55" presetClass="entr" presetSubtype="0" fill="hold" nodeType="withEffect">
                                  <p:stCondLst>
                                    <p:cond delay="0"/>
                                  </p:stCondLst>
                                  <p:childTnLst>
                                    <p:set>
                                      <p:cBhvr>
                                        <p:cTn id="11" dur="1" fill="hold">
                                          <p:stCondLst>
                                            <p:cond delay="0"/>
                                          </p:stCondLst>
                                        </p:cTn>
                                        <p:tgtEl>
                                          <p:spTgt spid="232455"/>
                                        </p:tgtEl>
                                        <p:attrNameLst>
                                          <p:attrName>style.visibility</p:attrName>
                                        </p:attrNameLst>
                                      </p:cBhvr>
                                      <p:to>
                                        <p:strVal val="visible"/>
                                      </p:to>
                                    </p:set>
                                    <p:anim calcmode="lin" valueType="num">
                                      <p:cBhvr>
                                        <p:cTn id="12" dur="1000" fill="hold"/>
                                        <p:tgtEl>
                                          <p:spTgt spid="232455"/>
                                        </p:tgtEl>
                                        <p:attrNameLst>
                                          <p:attrName>ppt_w</p:attrName>
                                        </p:attrNameLst>
                                      </p:cBhvr>
                                      <p:tavLst>
                                        <p:tav tm="0">
                                          <p:val>
                                            <p:strVal val="#ppt_w*0.70"/>
                                          </p:val>
                                        </p:tav>
                                        <p:tav tm="100000">
                                          <p:val>
                                            <p:strVal val="#ppt_w"/>
                                          </p:val>
                                        </p:tav>
                                      </p:tavLst>
                                    </p:anim>
                                    <p:anim calcmode="lin" valueType="num">
                                      <p:cBhvr>
                                        <p:cTn id="13" dur="1000" fill="hold"/>
                                        <p:tgtEl>
                                          <p:spTgt spid="232455"/>
                                        </p:tgtEl>
                                        <p:attrNameLst>
                                          <p:attrName>ppt_h</p:attrName>
                                        </p:attrNameLst>
                                      </p:cBhvr>
                                      <p:tavLst>
                                        <p:tav tm="0">
                                          <p:val>
                                            <p:strVal val="#ppt_h"/>
                                          </p:val>
                                        </p:tav>
                                        <p:tav tm="100000">
                                          <p:val>
                                            <p:strVal val="#ppt_h"/>
                                          </p:val>
                                        </p:tav>
                                      </p:tavLst>
                                    </p:anim>
                                    <p:animEffect transition="in" filter="fade">
                                      <p:cBhvr>
                                        <p:cTn id="14" dur="1000"/>
                                        <p:tgtEl>
                                          <p:spTgt spid="232455"/>
                                        </p:tgtEl>
                                      </p:cBhvr>
                                    </p:animEffect>
                                  </p:childTnLst>
                                </p:cTn>
                              </p:par>
                              <p:par>
                                <p:cTn id="15" presetID="55" presetClass="entr" presetSubtype="0" fill="hold" nodeType="withEffect">
                                  <p:stCondLst>
                                    <p:cond delay="0"/>
                                  </p:stCondLst>
                                  <p:childTnLst>
                                    <p:set>
                                      <p:cBhvr>
                                        <p:cTn id="16" dur="1" fill="hold">
                                          <p:stCondLst>
                                            <p:cond delay="0"/>
                                          </p:stCondLst>
                                        </p:cTn>
                                        <p:tgtEl>
                                          <p:spTgt spid="232456"/>
                                        </p:tgtEl>
                                        <p:attrNameLst>
                                          <p:attrName>style.visibility</p:attrName>
                                        </p:attrNameLst>
                                      </p:cBhvr>
                                      <p:to>
                                        <p:strVal val="visible"/>
                                      </p:to>
                                    </p:set>
                                    <p:anim calcmode="lin" valueType="num">
                                      <p:cBhvr>
                                        <p:cTn id="17" dur="1000" fill="hold"/>
                                        <p:tgtEl>
                                          <p:spTgt spid="232456"/>
                                        </p:tgtEl>
                                        <p:attrNameLst>
                                          <p:attrName>ppt_w</p:attrName>
                                        </p:attrNameLst>
                                      </p:cBhvr>
                                      <p:tavLst>
                                        <p:tav tm="0">
                                          <p:val>
                                            <p:strVal val="#ppt_w*0.70"/>
                                          </p:val>
                                        </p:tav>
                                        <p:tav tm="100000">
                                          <p:val>
                                            <p:strVal val="#ppt_w"/>
                                          </p:val>
                                        </p:tav>
                                      </p:tavLst>
                                    </p:anim>
                                    <p:anim calcmode="lin" valueType="num">
                                      <p:cBhvr>
                                        <p:cTn id="18" dur="1000" fill="hold"/>
                                        <p:tgtEl>
                                          <p:spTgt spid="232456"/>
                                        </p:tgtEl>
                                        <p:attrNameLst>
                                          <p:attrName>ppt_h</p:attrName>
                                        </p:attrNameLst>
                                      </p:cBhvr>
                                      <p:tavLst>
                                        <p:tav tm="0">
                                          <p:val>
                                            <p:strVal val="#ppt_h"/>
                                          </p:val>
                                        </p:tav>
                                        <p:tav tm="100000">
                                          <p:val>
                                            <p:strVal val="#ppt_h"/>
                                          </p:val>
                                        </p:tav>
                                      </p:tavLst>
                                    </p:anim>
                                    <p:animEffect transition="in" filter="fade">
                                      <p:cBhvr>
                                        <p:cTn id="19" dur="1000"/>
                                        <p:tgtEl>
                                          <p:spTgt spid="232456"/>
                                        </p:tgtEl>
                                      </p:cBhvr>
                                    </p:animEffect>
                                  </p:childTnLst>
                                </p:cTn>
                              </p:par>
                              <p:par>
                                <p:cTn id="20" presetID="55" presetClass="entr" presetSubtype="0" fill="hold" nodeType="withEffect">
                                  <p:stCondLst>
                                    <p:cond delay="0"/>
                                  </p:stCondLst>
                                  <p:childTnLst>
                                    <p:set>
                                      <p:cBhvr>
                                        <p:cTn id="21" dur="1" fill="hold">
                                          <p:stCondLst>
                                            <p:cond delay="0"/>
                                          </p:stCondLst>
                                        </p:cTn>
                                        <p:tgtEl>
                                          <p:spTgt spid="232461"/>
                                        </p:tgtEl>
                                        <p:attrNameLst>
                                          <p:attrName>style.visibility</p:attrName>
                                        </p:attrNameLst>
                                      </p:cBhvr>
                                      <p:to>
                                        <p:strVal val="visible"/>
                                      </p:to>
                                    </p:set>
                                    <p:anim calcmode="lin" valueType="num">
                                      <p:cBhvr>
                                        <p:cTn id="22" dur="1000" fill="hold"/>
                                        <p:tgtEl>
                                          <p:spTgt spid="232461"/>
                                        </p:tgtEl>
                                        <p:attrNameLst>
                                          <p:attrName>ppt_w</p:attrName>
                                        </p:attrNameLst>
                                      </p:cBhvr>
                                      <p:tavLst>
                                        <p:tav tm="0">
                                          <p:val>
                                            <p:strVal val="#ppt_w*0.70"/>
                                          </p:val>
                                        </p:tav>
                                        <p:tav tm="100000">
                                          <p:val>
                                            <p:strVal val="#ppt_w"/>
                                          </p:val>
                                        </p:tav>
                                      </p:tavLst>
                                    </p:anim>
                                    <p:anim calcmode="lin" valueType="num">
                                      <p:cBhvr>
                                        <p:cTn id="23" dur="1000" fill="hold"/>
                                        <p:tgtEl>
                                          <p:spTgt spid="232461"/>
                                        </p:tgtEl>
                                        <p:attrNameLst>
                                          <p:attrName>ppt_h</p:attrName>
                                        </p:attrNameLst>
                                      </p:cBhvr>
                                      <p:tavLst>
                                        <p:tav tm="0">
                                          <p:val>
                                            <p:strVal val="#ppt_h"/>
                                          </p:val>
                                        </p:tav>
                                        <p:tav tm="100000">
                                          <p:val>
                                            <p:strVal val="#ppt_h"/>
                                          </p:val>
                                        </p:tav>
                                      </p:tavLst>
                                    </p:anim>
                                    <p:animEffect transition="in" filter="fade">
                                      <p:cBhvr>
                                        <p:cTn id="24" dur="1000"/>
                                        <p:tgtEl>
                                          <p:spTgt spid="23246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1428" name="Rectangle 4"/>
          <p:cNvSpPr/>
          <p:nvPr/>
        </p:nvSpPr>
        <p:spPr>
          <a:xfrm>
            <a:off x="971550" y="1322387"/>
            <a:ext cx="4572000" cy="1314450"/>
          </a:xfrm>
          <a:prstGeom prst="rect">
            <a:avLst/>
          </a:prstGeom>
          <a:solidFill>
            <a:schemeClr val="tx1"/>
          </a:solidFill>
          <a:ln w="9525" cap="flat" cmpd="sng">
            <a:solidFill>
              <a:srgbClr val="C0C0C0"/>
            </a:solidFill>
            <a:prstDash val="solid"/>
            <a:miter/>
            <a:headEnd type="none" w="med" len="med"/>
            <a:tailEnd type="none" w="med" len="med"/>
          </a:ln>
          <a:effectLst>
            <a:outerShdw dist="35921" dir="2699999" algn="ctr" rotWithShape="0">
              <a:schemeClr val="bg2"/>
            </a:outerShdw>
          </a:effectLst>
        </p:spPr>
        <p:txBody>
          <a:bodyPr anchor="t" anchorCtr="0">
            <a:spAutoFit/>
          </a:bodyPr>
          <a:lstStyle/>
          <a:p>
            <a:pPr lvl="1" indent="0" eaLnBrk="1" hangingPunct="1">
              <a:lnSpc>
                <a:spcPct val="120000"/>
              </a:lnSpc>
              <a:spcBef>
                <a:spcPct val="20000"/>
              </a:spcBef>
              <a:spcAft>
                <a:spcPct val="20000"/>
              </a:spcAft>
            </a:pPr>
            <a:r>
              <a:rPr lang="en-US" altLang="zh-CN" dirty="0">
                <a:solidFill>
                  <a:srgbClr val="000000"/>
                </a:solidFill>
                <a:latin typeface="Arial" panose="020B0604020202020204" pitchFamily="34" charset="0"/>
                <a:ea typeface="宋体" panose="02010600030101010101" pitchFamily="2" charset="-122"/>
              </a:rPr>
              <a:t>1</a:t>
            </a:r>
            <a:r>
              <a:rPr lang="zh-CN" altLang="en-US" dirty="0">
                <a:solidFill>
                  <a:srgbClr val="000000"/>
                </a:solidFill>
                <a:latin typeface="Arial" panose="020B0604020202020204" pitchFamily="34" charset="0"/>
                <a:ea typeface="宋体" panose="02010600030101010101" pitchFamily="2" charset="-122"/>
              </a:rPr>
              <a:t>、查表并利用拉普拉斯变换的性质</a:t>
            </a:r>
            <a:endParaRPr lang="zh-CN" altLang="en-US" dirty="0">
              <a:solidFill>
                <a:srgbClr val="000000"/>
              </a:solidFill>
              <a:latin typeface="Arial" panose="020B0604020202020204" pitchFamily="34" charset="0"/>
              <a:ea typeface="宋体" panose="02010600030101010101" pitchFamily="2" charset="-122"/>
            </a:endParaRPr>
          </a:p>
          <a:p>
            <a:pPr lvl="1" indent="0" eaLnBrk="1" hangingPunct="1">
              <a:lnSpc>
                <a:spcPct val="120000"/>
              </a:lnSpc>
              <a:spcBef>
                <a:spcPct val="20000"/>
              </a:spcBef>
              <a:spcAft>
                <a:spcPct val="20000"/>
              </a:spcAft>
            </a:pPr>
            <a:r>
              <a:rPr lang="en-US" altLang="zh-CN" dirty="0">
                <a:solidFill>
                  <a:srgbClr val="000000"/>
                </a:solidFill>
                <a:latin typeface="Arial" panose="020B0604020202020204" pitchFamily="34" charset="0"/>
                <a:ea typeface="宋体" panose="02010600030101010101" pitchFamily="2" charset="-122"/>
              </a:rPr>
              <a:t>2</a:t>
            </a:r>
            <a:r>
              <a:rPr lang="zh-CN" altLang="en-US" dirty="0">
                <a:solidFill>
                  <a:srgbClr val="000000"/>
                </a:solidFill>
                <a:latin typeface="Arial" panose="020B0604020202020204" pitchFamily="34" charset="0"/>
                <a:ea typeface="宋体" panose="02010600030101010101" pitchFamily="2" charset="-122"/>
              </a:rPr>
              <a:t>、部分分式展开法</a:t>
            </a:r>
            <a:endParaRPr lang="zh-CN" altLang="en-US" dirty="0">
              <a:solidFill>
                <a:srgbClr val="000000"/>
              </a:solidFill>
              <a:latin typeface="Arial" panose="020B0604020202020204" pitchFamily="34" charset="0"/>
              <a:ea typeface="宋体" panose="02010600030101010101" pitchFamily="2" charset="-122"/>
            </a:endParaRPr>
          </a:p>
          <a:p>
            <a:pPr lvl="1" indent="0" eaLnBrk="1" hangingPunct="1">
              <a:lnSpc>
                <a:spcPct val="120000"/>
              </a:lnSpc>
              <a:spcBef>
                <a:spcPct val="20000"/>
              </a:spcBef>
              <a:spcAft>
                <a:spcPct val="20000"/>
              </a:spcAft>
            </a:pPr>
            <a:r>
              <a:rPr lang="en-US" altLang="zh-CN" dirty="0">
                <a:solidFill>
                  <a:srgbClr val="000000"/>
                </a:solidFill>
                <a:latin typeface="Arial" panose="020B0604020202020204" pitchFamily="34" charset="0"/>
                <a:ea typeface="宋体" panose="02010600030101010101" pitchFamily="2" charset="-122"/>
              </a:rPr>
              <a:t>3</a:t>
            </a:r>
            <a:r>
              <a:rPr lang="zh-CN" altLang="en-US" dirty="0">
                <a:solidFill>
                  <a:srgbClr val="000000"/>
                </a:solidFill>
                <a:latin typeface="Arial" panose="020B0604020202020204" pitchFamily="34" charset="0"/>
                <a:ea typeface="宋体" panose="02010600030101010101" pitchFamily="2" charset="-122"/>
              </a:rPr>
              <a:t>、留数法</a:t>
            </a:r>
            <a:endParaRPr lang="zh-CN" altLang="en-US" dirty="0">
              <a:solidFill>
                <a:srgbClr val="000000"/>
              </a:solidFill>
              <a:latin typeface="Arial" panose="020B0604020202020204" pitchFamily="34" charset="0"/>
              <a:ea typeface="宋体" panose="02010600030101010101" pitchFamily="2" charset="-122"/>
            </a:endParaRPr>
          </a:p>
        </p:txBody>
      </p:sp>
      <p:graphicFrame>
        <p:nvGraphicFramePr>
          <p:cNvPr id="231429" name="Object 5"/>
          <p:cNvGraphicFramePr>
            <a:graphicFrameLocks noChangeAspect="1"/>
          </p:cNvGraphicFramePr>
          <p:nvPr/>
        </p:nvGraphicFramePr>
        <p:xfrm>
          <a:off x="971550" y="4005263"/>
          <a:ext cx="4537075" cy="755650"/>
        </p:xfrm>
        <a:graphic>
          <a:graphicData uri="http://schemas.openxmlformats.org/presentationml/2006/ole">
            <mc:AlternateContent xmlns:mc="http://schemas.openxmlformats.org/markup-compatibility/2006">
              <mc:Choice xmlns:v="urn:schemas-microsoft-com:vml" Requires="v">
                <p:oleObj spid="_x0000_s2" name="" r:id="rId1" imgW="2438400" imgH="406400" progId="Equation.3">
                  <p:embed/>
                </p:oleObj>
              </mc:Choice>
              <mc:Fallback>
                <p:oleObj name="" r:id="rId1" imgW="2438400" imgH="406400" progId="Equation.3">
                  <p:embed/>
                  <p:pic>
                    <p:nvPicPr>
                      <p:cNvPr id="0" name="Object 5"/>
                      <p:cNvPicPr/>
                      <p:nvPr/>
                    </p:nvPicPr>
                    <p:blipFill>
                      <a:blip r:embed="rId2"/>
                      <a:stretch>
                        <a:fillRect/>
                      </a:stretch>
                    </p:blipFill>
                    <p:spPr>
                      <a:xfrm>
                        <a:off x="971550" y="4005263"/>
                        <a:ext cx="4537075" cy="755650"/>
                      </a:xfrm>
                      <a:prstGeom prst="rect">
                        <a:avLst/>
                      </a:prstGeom>
                      <a:noFill/>
                      <a:ln w="38100">
                        <a:noFill/>
                        <a:miter/>
                      </a:ln>
                    </p:spPr>
                  </p:pic>
                </p:oleObj>
              </mc:Fallback>
            </mc:AlternateContent>
          </a:graphicData>
        </a:graphic>
      </p:graphicFrame>
      <p:graphicFrame>
        <p:nvGraphicFramePr>
          <p:cNvPr id="231430" name="Object 6"/>
          <p:cNvGraphicFramePr>
            <a:graphicFrameLocks noChangeAspect="1"/>
          </p:cNvGraphicFramePr>
          <p:nvPr/>
        </p:nvGraphicFramePr>
        <p:xfrm>
          <a:off x="5508625" y="3933825"/>
          <a:ext cx="2868613" cy="863600"/>
        </p:xfrm>
        <a:graphic>
          <a:graphicData uri="http://schemas.openxmlformats.org/presentationml/2006/ole">
            <mc:AlternateContent xmlns:mc="http://schemas.openxmlformats.org/markup-compatibility/2006">
              <mc:Choice xmlns:v="urn:schemas-microsoft-com:vml" Requires="v">
                <p:oleObj spid="_x0000_s3" name="" r:id="rId3" imgW="1739900" imgH="406400" progId="Equation.3">
                  <p:embed/>
                </p:oleObj>
              </mc:Choice>
              <mc:Fallback>
                <p:oleObj name="" r:id="rId3" imgW="1739900" imgH="406400" progId="Equation.3">
                  <p:embed/>
                  <p:pic>
                    <p:nvPicPr>
                      <p:cNvPr id="0" name="Object 6"/>
                      <p:cNvPicPr/>
                      <p:nvPr/>
                    </p:nvPicPr>
                    <p:blipFill>
                      <a:blip r:embed="rId4"/>
                      <a:stretch>
                        <a:fillRect/>
                      </a:stretch>
                    </p:blipFill>
                    <p:spPr>
                      <a:xfrm>
                        <a:off x="5508625" y="3933825"/>
                        <a:ext cx="2868613" cy="863600"/>
                      </a:xfrm>
                      <a:prstGeom prst="rect">
                        <a:avLst/>
                      </a:prstGeom>
                      <a:noFill/>
                      <a:ln w="38100">
                        <a:noFill/>
                        <a:miter/>
                      </a:ln>
                    </p:spPr>
                  </p:pic>
                </p:oleObj>
              </mc:Fallback>
            </mc:AlternateContent>
          </a:graphicData>
        </a:graphic>
      </p:graphicFrame>
      <p:sp>
        <p:nvSpPr>
          <p:cNvPr id="231431" name="Rectangle 7"/>
          <p:cNvSpPr/>
          <p:nvPr/>
        </p:nvSpPr>
        <p:spPr>
          <a:xfrm>
            <a:off x="2339975" y="2924175"/>
            <a:ext cx="5540375" cy="396875"/>
          </a:xfrm>
          <a:prstGeom prst="rect">
            <a:avLst/>
          </a:prstGeom>
          <a:noFill/>
          <a:ln w="9525">
            <a:noFill/>
          </a:ln>
        </p:spPr>
        <p:txBody>
          <a:bodyPr wrap="none" anchor="t" anchorCtr="0">
            <a:spAutoFit/>
          </a:bodyPr>
          <a:lstStyle/>
          <a:p>
            <a:r>
              <a:rPr lang="zh-CN" altLang="en-US" sz="2000" dirty="0">
                <a:solidFill>
                  <a:srgbClr val="000000"/>
                </a:solidFill>
                <a:latin typeface="黑体" panose="02010609060101010101" charset="-122"/>
                <a:ea typeface="黑体" panose="02010609060101010101" charset="-122"/>
              </a:rPr>
              <a:t>有理假分式</a:t>
            </a:r>
            <a:r>
              <a:rPr lang="zh-CN" altLang="en-US" sz="2000" dirty="0">
                <a:solidFill>
                  <a:srgbClr val="000000"/>
                </a:solidFill>
                <a:latin typeface="黑体" panose="02010609060101010101" charset="-122"/>
                <a:ea typeface="黑体" panose="02010609060101010101" charset="-122"/>
                <a:sym typeface="Symbol" panose="05050102010706020507" pitchFamily="18" charset="2"/>
              </a:rPr>
              <a:t></a:t>
            </a:r>
            <a:r>
              <a:rPr lang="zh-CN" altLang="en-US" sz="2000" dirty="0">
                <a:solidFill>
                  <a:srgbClr val="000000"/>
                </a:solidFill>
                <a:latin typeface="黑体" panose="02010609060101010101" charset="-122"/>
                <a:ea typeface="黑体" panose="02010609060101010101" charset="-122"/>
              </a:rPr>
              <a:t>有理真分式</a:t>
            </a:r>
            <a:r>
              <a:rPr lang="zh-CN" altLang="en-US" sz="2000" dirty="0">
                <a:solidFill>
                  <a:srgbClr val="000000"/>
                </a:solidFill>
                <a:latin typeface="黑体" panose="02010609060101010101" charset="-122"/>
                <a:ea typeface="黑体" panose="02010609060101010101" charset="-122"/>
                <a:sym typeface="Symbol" panose="05050102010706020507" pitchFamily="18" charset="2"/>
              </a:rPr>
              <a:t></a:t>
            </a:r>
            <a:r>
              <a:rPr lang="zh-CN" altLang="en-US" sz="2000" dirty="0">
                <a:solidFill>
                  <a:srgbClr val="000000"/>
                </a:solidFill>
                <a:latin typeface="黑体" panose="02010609060101010101" charset="-122"/>
                <a:ea typeface="黑体" panose="02010609060101010101" charset="-122"/>
              </a:rPr>
              <a:t>最简分式之和</a:t>
            </a:r>
            <a:r>
              <a:rPr lang="zh-CN" altLang="en-US" sz="2000" dirty="0">
                <a:solidFill>
                  <a:srgbClr val="000000"/>
                </a:solidFill>
                <a:latin typeface="黑体" panose="02010609060101010101" charset="-122"/>
                <a:ea typeface="黑体" panose="02010609060101010101" charset="-122"/>
                <a:sym typeface="Symbol" panose="05050102010706020507" pitchFamily="18" charset="2"/>
              </a:rPr>
              <a:t></a:t>
            </a:r>
            <a:r>
              <a:rPr lang="en-US" altLang="zh-CN" sz="2000" i="1" dirty="0">
                <a:solidFill>
                  <a:srgbClr val="000000"/>
                </a:solidFill>
                <a:latin typeface="黑体" panose="02010609060101010101" charset="-122"/>
                <a:ea typeface="黑体" panose="02010609060101010101" charset="-122"/>
              </a:rPr>
              <a:t>f</a:t>
            </a:r>
            <a:r>
              <a:rPr lang="en-US" altLang="zh-CN" sz="2000" dirty="0">
                <a:solidFill>
                  <a:srgbClr val="000000"/>
                </a:solidFill>
                <a:latin typeface="黑体" panose="02010609060101010101" charset="-122"/>
                <a:ea typeface="黑体" panose="02010609060101010101" charset="-122"/>
              </a:rPr>
              <a:t>(</a:t>
            </a:r>
            <a:r>
              <a:rPr lang="en-US" altLang="zh-CN" sz="2000" i="1" dirty="0">
                <a:solidFill>
                  <a:srgbClr val="000000"/>
                </a:solidFill>
                <a:latin typeface="黑体" panose="02010609060101010101" charset="-122"/>
                <a:ea typeface="黑体" panose="02010609060101010101" charset="-122"/>
              </a:rPr>
              <a:t>t</a:t>
            </a:r>
            <a:r>
              <a:rPr lang="en-US" altLang="zh-CN" sz="2000" dirty="0">
                <a:solidFill>
                  <a:srgbClr val="000000"/>
                </a:solidFill>
                <a:latin typeface="黑体" panose="02010609060101010101" charset="-122"/>
                <a:ea typeface="黑体" panose="02010609060101010101" charset="-122"/>
              </a:rPr>
              <a:t>)</a:t>
            </a:r>
            <a:endParaRPr lang="zh-CN" altLang="en-US" sz="2000" dirty="0">
              <a:solidFill>
                <a:srgbClr val="000000"/>
              </a:solidFill>
              <a:latin typeface="黑体" panose="02010609060101010101" charset="-122"/>
              <a:ea typeface="黑体" panose="02010609060101010101" charset="-122"/>
            </a:endParaRPr>
          </a:p>
        </p:txBody>
      </p:sp>
      <p:sp>
        <p:nvSpPr>
          <p:cNvPr id="149507" name="Rectangle 3"/>
          <p:cNvSpPr>
            <a:spLocks noChangeArrowheads="1"/>
          </p:cNvSpPr>
          <p:nvPr/>
        </p:nvSpPr>
        <p:spPr bwMode="auto">
          <a:xfrm>
            <a:off x="684213" y="2852738"/>
            <a:ext cx="1655763" cy="504825"/>
          </a:xfrm>
          <a:prstGeom prst="rect">
            <a:avLst/>
          </a:prstGeom>
          <a:solidFill>
            <a:schemeClr val="tx1"/>
          </a:solidFill>
          <a:ln w="9525">
            <a:noFill/>
            <a:miter lim="800000"/>
          </a:ln>
        </p:spPr>
        <p:txBody>
          <a:bodyPr/>
          <a:lstStyle/>
          <a:p>
            <a:pPr marL="609600" marR="0" lvl="0" indent="-609600" algn="l" defTabSz="914400" rtl="0" eaLnBrk="1" fontAlgn="base" latinLnBrk="0" hangingPunct="1">
              <a:lnSpc>
                <a:spcPct val="100000"/>
              </a:lnSpc>
              <a:spcBef>
                <a:spcPct val="20000"/>
              </a:spcBef>
              <a:spcAft>
                <a:spcPct val="0"/>
              </a:spcAft>
              <a:buClrTx/>
              <a:buSzTx/>
              <a:buFontTx/>
              <a:buNone/>
              <a:defRPr/>
            </a:pPr>
            <a:r>
              <a:rPr kumimoji="0" lang="zh-CN" altLang="en-US" sz="2400" b="1" i="0" u="none" strike="noStrike" kern="1200" cap="none" spc="0" normalizeH="0" baseline="0" noProof="0">
                <a:ln>
                  <a:noFill/>
                </a:ln>
                <a:solidFill>
                  <a:srgbClr val="FF0000"/>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sym typeface="+mn-ea"/>
              </a:rPr>
              <a:t>总的思路：</a:t>
            </a:r>
            <a:endParaRPr kumimoji="0" lang="en-US" altLang="zh-CN" sz="2400" b="1" i="0" u="none" strike="noStrike" kern="1200" cap="none" spc="0" normalizeH="0" baseline="0" noProof="0">
              <a:ln>
                <a:noFill/>
              </a:ln>
              <a:solidFill>
                <a:srgbClr val="FF0000"/>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sym typeface="+mn-ea"/>
            </a:endParaRPr>
          </a:p>
        </p:txBody>
      </p:sp>
      <p:graphicFrame>
        <p:nvGraphicFramePr>
          <p:cNvPr id="231433" name="Object 9"/>
          <p:cNvGraphicFramePr>
            <a:graphicFrameLocks noChangeAspect="1"/>
          </p:cNvGraphicFramePr>
          <p:nvPr/>
        </p:nvGraphicFramePr>
        <p:xfrm>
          <a:off x="827088" y="3500438"/>
          <a:ext cx="3095625" cy="401637"/>
        </p:xfrm>
        <a:graphic>
          <a:graphicData uri="http://schemas.openxmlformats.org/presentationml/2006/ole">
            <mc:AlternateContent xmlns:mc="http://schemas.openxmlformats.org/markup-compatibility/2006">
              <mc:Choice xmlns:v="urn:schemas-microsoft-com:vml" Requires="v">
                <p:oleObj spid="_x0000_s4" name="" r:id="rId5" imgW="1663700" imgH="215900" progId="Equation.3">
                  <p:embed/>
                </p:oleObj>
              </mc:Choice>
              <mc:Fallback>
                <p:oleObj name="" r:id="rId5" imgW="1663700" imgH="215900" progId="Equation.3">
                  <p:embed/>
                  <p:pic>
                    <p:nvPicPr>
                      <p:cNvPr id="0" name="Object 9"/>
                      <p:cNvPicPr/>
                      <p:nvPr/>
                    </p:nvPicPr>
                    <p:blipFill>
                      <a:blip r:embed="rId6"/>
                      <a:stretch>
                        <a:fillRect/>
                      </a:stretch>
                    </p:blipFill>
                    <p:spPr>
                      <a:xfrm>
                        <a:off x="827088" y="3500438"/>
                        <a:ext cx="3095625" cy="401637"/>
                      </a:xfrm>
                      <a:prstGeom prst="rect">
                        <a:avLst/>
                      </a:prstGeom>
                      <a:noFill/>
                      <a:ln w="38100">
                        <a:noFill/>
                        <a:miter/>
                      </a:ln>
                    </p:spPr>
                  </p:pic>
                </p:oleObj>
              </mc:Fallback>
            </mc:AlternateContent>
          </a:graphicData>
        </a:graphic>
      </p:graphicFrame>
      <p:graphicFrame>
        <p:nvGraphicFramePr>
          <p:cNvPr id="231434" name="Object 10"/>
          <p:cNvGraphicFramePr>
            <a:graphicFrameLocks noChangeAspect="1"/>
          </p:cNvGraphicFramePr>
          <p:nvPr/>
        </p:nvGraphicFramePr>
        <p:xfrm>
          <a:off x="971550" y="5373688"/>
          <a:ext cx="711200" cy="431800"/>
        </p:xfrm>
        <a:graphic>
          <a:graphicData uri="http://schemas.openxmlformats.org/presentationml/2006/ole">
            <mc:AlternateContent xmlns:mc="http://schemas.openxmlformats.org/markup-compatibility/2006">
              <mc:Choice xmlns:v="urn:schemas-microsoft-com:vml" Requires="v">
                <p:oleObj spid="_x0000_s5" name="" r:id="rId7" imgW="431800" imgH="203200" progId="Equation.3">
                  <p:embed/>
                </p:oleObj>
              </mc:Choice>
              <mc:Fallback>
                <p:oleObj name="" r:id="rId7" imgW="431800" imgH="203200" progId="Equation.3">
                  <p:embed/>
                  <p:pic>
                    <p:nvPicPr>
                      <p:cNvPr id="0" name="Object 10"/>
                      <p:cNvPicPr/>
                      <p:nvPr/>
                    </p:nvPicPr>
                    <p:blipFill>
                      <a:blip r:embed="rId8"/>
                      <a:stretch>
                        <a:fillRect/>
                      </a:stretch>
                    </p:blipFill>
                    <p:spPr>
                      <a:xfrm>
                        <a:off x="971550" y="5373688"/>
                        <a:ext cx="711200" cy="431800"/>
                      </a:xfrm>
                      <a:prstGeom prst="rect">
                        <a:avLst/>
                      </a:prstGeom>
                      <a:noFill/>
                      <a:ln w="38100">
                        <a:noFill/>
                        <a:miter/>
                      </a:ln>
                    </p:spPr>
                  </p:pic>
                </p:oleObj>
              </mc:Fallback>
            </mc:AlternateContent>
          </a:graphicData>
        </a:graphic>
      </p:graphicFrame>
      <p:graphicFrame>
        <p:nvGraphicFramePr>
          <p:cNvPr id="152591" name="Object 15"/>
          <p:cNvGraphicFramePr>
            <a:graphicFrameLocks noChangeAspect="1"/>
          </p:cNvGraphicFramePr>
          <p:nvPr/>
        </p:nvGraphicFramePr>
        <p:xfrm>
          <a:off x="1763713" y="5084763"/>
          <a:ext cx="1709737" cy="979487"/>
        </p:xfrm>
        <a:graphic>
          <a:graphicData uri="http://schemas.openxmlformats.org/presentationml/2006/ole">
            <mc:AlternateContent xmlns:mc="http://schemas.openxmlformats.org/markup-compatibility/2006">
              <mc:Choice xmlns:v="urn:schemas-microsoft-com:vml" Requires="v">
                <p:oleObj spid="_x0000_s6" name="" r:id="rId9" imgW="761365" imgH="431800" progId="Equation.3">
                  <p:embed/>
                </p:oleObj>
              </mc:Choice>
              <mc:Fallback>
                <p:oleObj name="" r:id="rId9" imgW="761365" imgH="431800" progId="Equation.3">
                  <p:embed/>
                  <p:pic>
                    <p:nvPicPr>
                      <p:cNvPr id="0" name="Object 15"/>
                      <p:cNvPicPr/>
                      <p:nvPr/>
                    </p:nvPicPr>
                    <p:blipFill>
                      <a:blip r:embed="rId10"/>
                      <a:stretch>
                        <a:fillRect/>
                      </a:stretch>
                    </p:blipFill>
                    <p:spPr>
                      <a:xfrm>
                        <a:off x="1763713" y="5084763"/>
                        <a:ext cx="1709737" cy="979487"/>
                      </a:xfrm>
                      <a:prstGeom prst="rect">
                        <a:avLst/>
                      </a:prstGeom>
                      <a:solidFill>
                        <a:schemeClr val="tx1"/>
                      </a:solidFill>
                      <a:ln w="38100">
                        <a:noFill/>
                        <a:miter/>
                      </a:ln>
                    </p:spPr>
                  </p:pic>
                </p:oleObj>
              </mc:Fallback>
            </mc:AlternateContent>
          </a:graphicData>
        </a:graphic>
      </p:graphicFrame>
      <p:graphicFrame>
        <p:nvGraphicFramePr>
          <p:cNvPr id="231436" name="Object 12"/>
          <p:cNvGraphicFramePr>
            <a:graphicFrameLocks noChangeAspect="1"/>
          </p:cNvGraphicFramePr>
          <p:nvPr/>
        </p:nvGraphicFramePr>
        <p:xfrm>
          <a:off x="4211638" y="5084763"/>
          <a:ext cx="4660900" cy="923925"/>
        </p:xfrm>
        <a:graphic>
          <a:graphicData uri="http://schemas.openxmlformats.org/presentationml/2006/ole">
            <mc:AlternateContent xmlns:mc="http://schemas.openxmlformats.org/markup-compatibility/2006">
              <mc:Choice xmlns:v="urn:schemas-microsoft-com:vml" Requires="v">
                <p:oleObj spid="_x0000_s7" name="" r:id="rId11" imgW="2451100" imgH="419100" progId="Equation.3">
                  <p:embed/>
                </p:oleObj>
              </mc:Choice>
              <mc:Fallback>
                <p:oleObj name="" r:id="rId11" imgW="2451100" imgH="419100" progId="Equation.3">
                  <p:embed/>
                  <p:pic>
                    <p:nvPicPr>
                      <p:cNvPr id="0" name="Object 12"/>
                      <p:cNvPicPr/>
                      <p:nvPr/>
                    </p:nvPicPr>
                    <p:blipFill>
                      <a:blip r:embed="rId12"/>
                      <a:stretch>
                        <a:fillRect/>
                      </a:stretch>
                    </p:blipFill>
                    <p:spPr>
                      <a:xfrm>
                        <a:off x="4211638" y="5084763"/>
                        <a:ext cx="4660900" cy="923925"/>
                      </a:xfrm>
                      <a:prstGeom prst="rect">
                        <a:avLst/>
                      </a:prstGeom>
                      <a:noFill/>
                      <a:ln w="38100">
                        <a:noFill/>
                        <a:miter/>
                      </a:ln>
                    </p:spPr>
                  </p:pic>
                </p:oleObj>
              </mc:Fallback>
            </mc:AlternateContent>
          </a:graphicData>
        </a:graphic>
      </p:graphicFrame>
      <p:sp>
        <p:nvSpPr>
          <p:cNvPr id="103434" name="Rectangle 13"/>
          <p:cNvSpPr/>
          <p:nvPr/>
        </p:nvSpPr>
        <p:spPr>
          <a:xfrm>
            <a:off x="971550" y="260350"/>
            <a:ext cx="6337300" cy="823913"/>
          </a:xfrm>
          <a:prstGeom prst="rect">
            <a:avLst/>
          </a:prstGeom>
          <a:solidFill>
            <a:schemeClr val="tx1"/>
          </a:solidFill>
          <a:ln w="9525" cap="flat" cmpd="sng">
            <a:solidFill>
              <a:srgbClr val="C0C0C0"/>
            </a:solidFill>
            <a:prstDash val="solid"/>
            <a:miter/>
            <a:headEnd type="none" w="med" len="med"/>
            <a:tailEnd type="none" w="med" len="med"/>
          </a:ln>
          <a:effectLst>
            <a:outerShdw dist="35921" dir="2699999" algn="ctr" rotWithShape="0">
              <a:srgbClr val="808080"/>
            </a:outerShdw>
          </a:effectLst>
        </p:spPr>
        <p:txBody>
          <a:bodyPr anchor="ctr" anchorCtr="0"/>
          <a:lstStyle/>
          <a:p>
            <a:pPr algn="ctr" eaLnBrk="0" hangingPunct="0"/>
            <a:r>
              <a:rPr lang="zh-CN" altLang="en-US" sz="4000" b="0" dirty="0">
                <a:solidFill>
                  <a:schemeClr val="bg1"/>
                </a:solidFill>
                <a:latin typeface="Arial" panose="020B0604020202020204" pitchFamily="34" charset="0"/>
                <a:ea typeface="黑体" panose="02010609060101010101" charset="-122"/>
              </a:rPr>
              <a:t>总结</a:t>
            </a:r>
            <a:r>
              <a:rPr lang="en-US" altLang="zh-CN" sz="4000" b="0" baseline="30000" dirty="0">
                <a:solidFill>
                  <a:schemeClr val="bg1"/>
                </a:solidFill>
                <a:latin typeface="Arial" panose="020B0604020202020204" pitchFamily="34" charset="0"/>
                <a:ea typeface="黑体" panose="02010609060101010101" charset="-122"/>
              </a:rPr>
              <a:t>--</a:t>
            </a:r>
            <a:r>
              <a:rPr lang="zh-CN" altLang="en-US" sz="4000" b="0" baseline="30000" dirty="0">
                <a:solidFill>
                  <a:schemeClr val="bg1"/>
                </a:solidFill>
                <a:latin typeface="Arial" panose="020B0604020202020204" pitchFamily="34" charset="0"/>
                <a:ea typeface="黑体" panose="02010609060101010101" charset="-122"/>
              </a:rPr>
              <a:t>拉普拉斯反变换</a:t>
            </a:r>
            <a:endParaRPr lang="zh-CN" altLang="en-US" sz="4000" b="0" dirty="0">
              <a:solidFill>
                <a:schemeClr val="bg1"/>
              </a:solidFill>
              <a:latin typeface="Arial" panose="020B0604020202020204" pitchFamily="34" charset="0"/>
              <a:ea typeface="黑体" panose="02010609060101010101" charset="-122"/>
            </a:endParaRPr>
          </a:p>
        </p:txBody>
      </p:sp>
      <p:sp>
        <p:nvSpPr>
          <p:cNvPr id="8" name="墨迹 1"/>
          <p:cNvSpPr/>
          <p:nvPr/>
        </p:nvSpPr>
        <p:spPr bwMode="auto">
          <a:xfrm>
            <a:off x="6326280" y="1262880"/>
            <a:ext cx="967680" cy="1652040"/>
          </a:xfrm>
        </p:spPr>
      </p:sp>
      <p:pic>
        <p:nvPicPr>
          <p:cNvPr id="9" name="音频 2">
            <a:hlinkClick r:id="" action="ppaction://media"/>
          </p:cNvPr>
          <p:cNvPicPr>
            <a:picLocks noChangeAspect="1"/>
          </p:cNvPicPr>
          <p:nvPr>
            <a:audioFile r:link="rId13"/>
            <p:extLst>
              <p:ext uri="{DAA4B4D4-6D71-4841-9C94-3DE7FCFB9230}">
                <p14:media xmlns:p14="http://schemas.microsoft.com/office/powerpoint/2010/main" r:embed="rId14"/>
              </p:ext>
            </p:extLst>
          </p:nvPr>
        </p:nvPicPr>
        <p:blipFill>
          <a:blip r:embed="rId15"/>
          <a:stretch>
            <a:fillRect/>
          </a:stretch>
        </p:blipFill>
        <p:spPr>
          <a:xfrm>
            <a:off x="8623300" y="6337300"/>
            <a:ext cx="304800" cy="304800"/>
          </a:xfrm>
          <a:prstGeom prst="rect">
            <a:avLst/>
          </a:prstGeom>
        </p:spPr>
      </p:pic>
    </p:spTree>
    <p:custDataLst>
      <p:tags r:id="rId16"/>
    </p:custDataLst>
  </p:cSld>
  <p:clrMapOvr>
    <a:masterClrMapping/>
  </p:clrMapOvr>
  <p:transition advTm="56543"/>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mph" presetSubtype="2" fill="hold" nodeType="clickEffect">
                                  <p:stCondLst>
                                    <p:cond delay="0"/>
                                  </p:stCondLst>
                                  <p:childTnLst>
                                    <p:animClr clrSpc="rgb" dir="cw">
                                      <p:cBhvr override="childStyle">
                                        <p:cTn id="6" dur="500" fill="hold"/>
                                        <p:tgtEl>
                                          <p:spTgt spid="231428">
                                            <p:txEl>
                                              <p:pRg st="1" end="1"/>
                                            </p:txEl>
                                          </p:spTgt>
                                        </p:tgtEl>
                                        <p:attrNameLst>
                                          <p:attrName>style.color</p:attrName>
                                        </p:attrNameLst>
                                      </p:cBhvr>
                                      <p:to>
                                        <a:srgbClr val="FF0000"/>
                                      </p:to>
                                    </p:animClr>
                                  </p:childTnLst>
                                </p:cTn>
                              </p:par>
                            </p:childTnLst>
                          </p:cTn>
                        </p:par>
                        <p:par>
                          <p:cTn id="7" fill="hold">
                            <p:stCondLst>
                              <p:cond delay="500"/>
                            </p:stCondLst>
                            <p:childTnLst>
                              <p:par>
                                <p:cTn id="8" presetID="5" presetClass="entr" presetSubtype="10" fill="hold" grpId="0" nodeType="afterEffect">
                                  <p:stCondLst>
                                    <p:cond delay="0"/>
                                  </p:stCondLst>
                                  <p:childTnLst>
                                    <p:set>
                                      <p:cBhvr>
                                        <p:cTn id="9" dur="1" fill="hold">
                                          <p:stCondLst>
                                            <p:cond delay="0"/>
                                          </p:stCondLst>
                                        </p:cTn>
                                        <p:tgtEl>
                                          <p:spTgt spid="149507"/>
                                        </p:tgtEl>
                                        <p:attrNameLst>
                                          <p:attrName>style.visibility</p:attrName>
                                        </p:attrNameLst>
                                      </p:cBhvr>
                                      <p:to>
                                        <p:strVal val="visible"/>
                                      </p:to>
                                    </p:set>
                                    <p:animEffect transition="in" filter="checkerboard(across)">
                                      <p:cBhvr>
                                        <p:cTn id="10" dur="500"/>
                                        <p:tgtEl>
                                          <p:spTgt spid="149507"/>
                                        </p:tgtEl>
                                      </p:cBhvr>
                                    </p:animEffect>
                                  </p:childTnLst>
                                </p:cTn>
                              </p:par>
                            </p:childTnLst>
                          </p:cTn>
                        </p:par>
                      </p:childTnLst>
                    </p:cTn>
                  </p:par>
                  <p:par>
                    <p:cTn id="11" fill="hold">
                      <p:stCondLst>
                        <p:cond delay="indefinite"/>
                      </p:stCondLst>
                      <p:childTnLst>
                        <p:par>
                          <p:cTn id="12" fill="hold">
                            <p:stCondLst>
                              <p:cond delay="0"/>
                            </p:stCondLst>
                            <p:childTnLst>
                              <p:par>
                                <p:cTn id="13" presetID="55" presetClass="entr" presetSubtype="0" fill="hold" grpId="0" nodeType="clickEffect">
                                  <p:stCondLst>
                                    <p:cond delay="0"/>
                                  </p:stCondLst>
                                  <p:childTnLst>
                                    <p:set>
                                      <p:cBhvr>
                                        <p:cTn id="14" dur="1" fill="hold">
                                          <p:stCondLst>
                                            <p:cond delay="0"/>
                                          </p:stCondLst>
                                        </p:cTn>
                                        <p:tgtEl>
                                          <p:spTgt spid="231431"/>
                                        </p:tgtEl>
                                        <p:attrNameLst>
                                          <p:attrName>style.visibility</p:attrName>
                                        </p:attrNameLst>
                                      </p:cBhvr>
                                      <p:to>
                                        <p:strVal val="visible"/>
                                      </p:to>
                                    </p:set>
                                    <p:anim calcmode="lin" valueType="num">
                                      <p:cBhvr>
                                        <p:cTn id="15" dur="1000" fill="hold"/>
                                        <p:tgtEl>
                                          <p:spTgt spid="231431"/>
                                        </p:tgtEl>
                                        <p:attrNameLst>
                                          <p:attrName>ppt_w</p:attrName>
                                        </p:attrNameLst>
                                      </p:cBhvr>
                                      <p:tavLst>
                                        <p:tav tm="0">
                                          <p:val>
                                            <p:strVal val="#ppt_w*0.70"/>
                                          </p:val>
                                        </p:tav>
                                        <p:tav tm="100000">
                                          <p:val>
                                            <p:strVal val="#ppt_w"/>
                                          </p:val>
                                        </p:tav>
                                      </p:tavLst>
                                    </p:anim>
                                    <p:anim calcmode="lin" valueType="num">
                                      <p:cBhvr>
                                        <p:cTn id="16" dur="1000" fill="hold"/>
                                        <p:tgtEl>
                                          <p:spTgt spid="231431"/>
                                        </p:tgtEl>
                                        <p:attrNameLst>
                                          <p:attrName>ppt_h</p:attrName>
                                        </p:attrNameLst>
                                      </p:cBhvr>
                                      <p:tavLst>
                                        <p:tav tm="0">
                                          <p:val>
                                            <p:strVal val="#ppt_h"/>
                                          </p:val>
                                        </p:tav>
                                        <p:tav tm="100000">
                                          <p:val>
                                            <p:strVal val="#ppt_h"/>
                                          </p:val>
                                        </p:tav>
                                      </p:tavLst>
                                    </p:anim>
                                    <p:animEffect transition="in" filter="fade">
                                      <p:cBhvr>
                                        <p:cTn id="17" dur="1000"/>
                                        <p:tgtEl>
                                          <p:spTgt spid="231431"/>
                                        </p:tgtEl>
                                      </p:cBhvr>
                                    </p:animEffect>
                                  </p:childTnLst>
                                </p:cTn>
                              </p:par>
                            </p:childTnLst>
                          </p:cTn>
                        </p:par>
                        <p:par>
                          <p:cTn id="18" fill="hold">
                            <p:stCondLst>
                              <p:cond delay="1000"/>
                            </p:stCondLst>
                            <p:childTnLst>
                              <p:par>
                                <p:cTn id="19" presetID="55" presetClass="entr" presetSubtype="0" fill="hold" nodeType="afterEffect">
                                  <p:stCondLst>
                                    <p:cond delay="0"/>
                                  </p:stCondLst>
                                  <p:childTnLst>
                                    <p:set>
                                      <p:cBhvr>
                                        <p:cTn id="20" dur="1" fill="hold">
                                          <p:stCondLst>
                                            <p:cond delay="0"/>
                                          </p:stCondLst>
                                        </p:cTn>
                                        <p:tgtEl>
                                          <p:spTgt spid="231433"/>
                                        </p:tgtEl>
                                        <p:attrNameLst>
                                          <p:attrName>style.visibility</p:attrName>
                                        </p:attrNameLst>
                                      </p:cBhvr>
                                      <p:to>
                                        <p:strVal val="visible"/>
                                      </p:to>
                                    </p:set>
                                    <p:anim calcmode="lin" valueType="num">
                                      <p:cBhvr>
                                        <p:cTn id="21" dur="1000" fill="hold"/>
                                        <p:tgtEl>
                                          <p:spTgt spid="231433"/>
                                        </p:tgtEl>
                                        <p:attrNameLst>
                                          <p:attrName>ppt_w</p:attrName>
                                        </p:attrNameLst>
                                      </p:cBhvr>
                                      <p:tavLst>
                                        <p:tav tm="0">
                                          <p:val>
                                            <p:strVal val="#ppt_w*0.70"/>
                                          </p:val>
                                        </p:tav>
                                        <p:tav tm="100000">
                                          <p:val>
                                            <p:strVal val="#ppt_w"/>
                                          </p:val>
                                        </p:tav>
                                      </p:tavLst>
                                    </p:anim>
                                    <p:anim calcmode="lin" valueType="num">
                                      <p:cBhvr>
                                        <p:cTn id="22" dur="1000" fill="hold"/>
                                        <p:tgtEl>
                                          <p:spTgt spid="231433"/>
                                        </p:tgtEl>
                                        <p:attrNameLst>
                                          <p:attrName>ppt_h</p:attrName>
                                        </p:attrNameLst>
                                      </p:cBhvr>
                                      <p:tavLst>
                                        <p:tav tm="0">
                                          <p:val>
                                            <p:strVal val="#ppt_h"/>
                                          </p:val>
                                        </p:tav>
                                        <p:tav tm="100000">
                                          <p:val>
                                            <p:strVal val="#ppt_h"/>
                                          </p:val>
                                        </p:tav>
                                      </p:tavLst>
                                    </p:anim>
                                    <p:animEffect transition="in" filter="fade">
                                      <p:cBhvr>
                                        <p:cTn id="23" dur="1000"/>
                                        <p:tgtEl>
                                          <p:spTgt spid="231433"/>
                                        </p:tgtEl>
                                      </p:cBhvr>
                                    </p:animEffect>
                                  </p:childTnLst>
                                </p:cTn>
                              </p:par>
                              <p:par>
                                <p:cTn id="24" presetID="55" presetClass="entr" presetSubtype="0" fill="hold" nodeType="withEffect">
                                  <p:stCondLst>
                                    <p:cond delay="0"/>
                                  </p:stCondLst>
                                  <p:childTnLst>
                                    <p:set>
                                      <p:cBhvr>
                                        <p:cTn id="25" dur="1" fill="hold">
                                          <p:stCondLst>
                                            <p:cond delay="0"/>
                                          </p:stCondLst>
                                        </p:cTn>
                                        <p:tgtEl>
                                          <p:spTgt spid="231429"/>
                                        </p:tgtEl>
                                        <p:attrNameLst>
                                          <p:attrName>style.visibility</p:attrName>
                                        </p:attrNameLst>
                                      </p:cBhvr>
                                      <p:to>
                                        <p:strVal val="visible"/>
                                      </p:to>
                                    </p:set>
                                    <p:anim calcmode="lin" valueType="num">
                                      <p:cBhvr>
                                        <p:cTn id="26" dur="1000" fill="hold"/>
                                        <p:tgtEl>
                                          <p:spTgt spid="231429"/>
                                        </p:tgtEl>
                                        <p:attrNameLst>
                                          <p:attrName>ppt_w</p:attrName>
                                        </p:attrNameLst>
                                      </p:cBhvr>
                                      <p:tavLst>
                                        <p:tav tm="0">
                                          <p:val>
                                            <p:strVal val="#ppt_w*0.70"/>
                                          </p:val>
                                        </p:tav>
                                        <p:tav tm="100000">
                                          <p:val>
                                            <p:strVal val="#ppt_w"/>
                                          </p:val>
                                        </p:tav>
                                      </p:tavLst>
                                    </p:anim>
                                    <p:anim calcmode="lin" valueType="num">
                                      <p:cBhvr>
                                        <p:cTn id="27" dur="1000" fill="hold"/>
                                        <p:tgtEl>
                                          <p:spTgt spid="231429"/>
                                        </p:tgtEl>
                                        <p:attrNameLst>
                                          <p:attrName>ppt_h</p:attrName>
                                        </p:attrNameLst>
                                      </p:cBhvr>
                                      <p:tavLst>
                                        <p:tav tm="0">
                                          <p:val>
                                            <p:strVal val="#ppt_h"/>
                                          </p:val>
                                        </p:tav>
                                        <p:tav tm="100000">
                                          <p:val>
                                            <p:strVal val="#ppt_h"/>
                                          </p:val>
                                        </p:tav>
                                      </p:tavLst>
                                    </p:anim>
                                    <p:animEffect transition="in" filter="fade">
                                      <p:cBhvr>
                                        <p:cTn id="28" dur="1000"/>
                                        <p:tgtEl>
                                          <p:spTgt spid="231429"/>
                                        </p:tgtEl>
                                      </p:cBhvr>
                                    </p:animEffect>
                                  </p:childTnLst>
                                </p:cTn>
                              </p:par>
                              <p:par>
                                <p:cTn id="29" presetID="55" presetClass="entr" presetSubtype="0" fill="hold" nodeType="withEffect">
                                  <p:stCondLst>
                                    <p:cond delay="0"/>
                                  </p:stCondLst>
                                  <p:childTnLst>
                                    <p:set>
                                      <p:cBhvr>
                                        <p:cTn id="30" dur="1" fill="hold">
                                          <p:stCondLst>
                                            <p:cond delay="0"/>
                                          </p:stCondLst>
                                        </p:cTn>
                                        <p:tgtEl>
                                          <p:spTgt spid="231430"/>
                                        </p:tgtEl>
                                        <p:attrNameLst>
                                          <p:attrName>style.visibility</p:attrName>
                                        </p:attrNameLst>
                                      </p:cBhvr>
                                      <p:to>
                                        <p:strVal val="visible"/>
                                      </p:to>
                                    </p:set>
                                    <p:anim calcmode="lin" valueType="num">
                                      <p:cBhvr>
                                        <p:cTn id="31" dur="1000" fill="hold"/>
                                        <p:tgtEl>
                                          <p:spTgt spid="231430"/>
                                        </p:tgtEl>
                                        <p:attrNameLst>
                                          <p:attrName>ppt_w</p:attrName>
                                        </p:attrNameLst>
                                      </p:cBhvr>
                                      <p:tavLst>
                                        <p:tav tm="0">
                                          <p:val>
                                            <p:strVal val="#ppt_w*0.70"/>
                                          </p:val>
                                        </p:tav>
                                        <p:tav tm="100000">
                                          <p:val>
                                            <p:strVal val="#ppt_w"/>
                                          </p:val>
                                        </p:tav>
                                      </p:tavLst>
                                    </p:anim>
                                    <p:anim calcmode="lin" valueType="num">
                                      <p:cBhvr>
                                        <p:cTn id="32" dur="1000" fill="hold"/>
                                        <p:tgtEl>
                                          <p:spTgt spid="231430"/>
                                        </p:tgtEl>
                                        <p:attrNameLst>
                                          <p:attrName>ppt_h</p:attrName>
                                        </p:attrNameLst>
                                      </p:cBhvr>
                                      <p:tavLst>
                                        <p:tav tm="0">
                                          <p:val>
                                            <p:strVal val="#ppt_h"/>
                                          </p:val>
                                        </p:tav>
                                        <p:tav tm="100000">
                                          <p:val>
                                            <p:strVal val="#ppt_h"/>
                                          </p:val>
                                        </p:tav>
                                      </p:tavLst>
                                    </p:anim>
                                    <p:animEffect transition="in" filter="fade">
                                      <p:cBhvr>
                                        <p:cTn id="33" dur="1000"/>
                                        <p:tgtEl>
                                          <p:spTgt spid="231430"/>
                                        </p:tgtEl>
                                      </p:cBhvr>
                                    </p:animEffect>
                                  </p:childTnLst>
                                </p:cTn>
                              </p:par>
                              <p:par>
                                <p:cTn id="34" presetID="55" presetClass="entr" presetSubtype="0" fill="hold" nodeType="withEffect">
                                  <p:stCondLst>
                                    <p:cond delay="0"/>
                                  </p:stCondLst>
                                  <p:childTnLst>
                                    <p:set>
                                      <p:cBhvr>
                                        <p:cTn id="35" dur="1" fill="hold">
                                          <p:stCondLst>
                                            <p:cond delay="0"/>
                                          </p:stCondLst>
                                        </p:cTn>
                                        <p:tgtEl>
                                          <p:spTgt spid="231434"/>
                                        </p:tgtEl>
                                        <p:attrNameLst>
                                          <p:attrName>style.visibility</p:attrName>
                                        </p:attrNameLst>
                                      </p:cBhvr>
                                      <p:to>
                                        <p:strVal val="visible"/>
                                      </p:to>
                                    </p:set>
                                    <p:anim calcmode="lin" valueType="num">
                                      <p:cBhvr>
                                        <p:cTn id="36" dur="1000" fill="hold"/>
                                        <p:tgtEl>
                                          <p:spTgt spid="231434"/>
                                        </p:tgtEl>
                                        <p:attrNameLst>
                                          <p:attrName>ppt_w</p:attrName>
                                        </p:attrNameLst>
                                      </p:cBhvr>
                                      <p:tavLst>
                                        <p:tav tm="0">
                                          <p:val>
                                            <p:strVal val="#ppt_w*0.70"/>
                                          </p:val>
                                        </p:tav>
                                        <p:tav tm="100000">
                                          <p:val>
                                            <p:strVal val="#ppt_w"/>
                                          </p:val>
                                        </p:tav>
                                      </p:tavLst>
                                    </p:anim>
                                    <p:anim calcmode="lin" valueType="num">
                                      <p:cBhvr>
                                        <p:cTn id="37" dur="1000" fill="hold"/>
                                        <p:tgtEl>
                                          <p:spTgt spid="231434"/>
                                        </p:tgtEl>
                                        <p:attrNameLst>
                                          <p:attrName>ppt_h</p:attrName>
                                        </p:attrNameLst>
                                      </p:cBhvr>
                                      <p:tavLst>
                                        <p:tav tm="0">
                                          <p:val>
                                            <p:strVal val="#ppt_h"/>
                                          </p:val>
                                        </p:tav>
                                        <p:tav tm="100000">
                                          <p:val>
                                            <p:strVal val="#ppt_h"/>
                                          </p:val>
                                        </p:tav>
                                      </p:tavLst>
                                    </p:anim>
                                    <p:animEffect transition="in" filter="fade">
                                      <p:cBhvr>
                                        <p:cTn id="38" dur="1000"/>
                                        <p:tgtEl>
                                          <p:spTgt spid="231434"/>
                                        </p:tgtEl>
                                      </p:cBhvr>
                                    </p:animEffect>
                                  </p:childTnLst>
                                </p:cTn>
                              </p:par>
                            </p:childTnLst>
                          </p:cTn>
                        </p:par>
                      </p:childTnLst>
                    </p:cTn>
                  </p:par>
                  <p:par>
                    <p:cTn id="39" fill="hold">
                      <p:stCondLst>
                        <p:cond delay="indefinite"/>
                      </p:stCondLst>
                      <p:childTnLst>
                        <p:par>
                          <p:cTn id="40" fill="hold">
                            <p:stCondLst>
                              <p:cond delay="0"/>
                            </p:stCondLst>
                            <p:childTnLst>
                              <p:par>
                                <p:cTn id="41" presetID="55" presetClass="entr" presetSubtype="0" fill="hold" nodeType="clickEffect">
                                  <p:stCondLst>
                                    <p:cond delay="0"/>
                                  </p:stCondLst>
                                  <p:childTnLst>
                                    <p:set>
                                      <p:cBhvr>
                                        <p:cTn id="42" dur="1" fill="hold">
                                          <p:stCondLst>
                                            <p:cond delay="0"/>
                                          </p:stCondLst>
                                        </p:cTn>
                                        <p:tgtEl>
                                          <p:spTgt spid="152591"/>
                                        </p:tgtEl>
                                        <p:attrNameLst>
                                          <p:attrName>style.visibility</p:attrName>
                                        </p:attrNameLst>
                                      </p:cBhvr>
                                      <p:to>
                                        <p:strVal val="visible"/>
                                      </p:to>
                                    </p:set>
                                    <p:anim calcmode="lin" valueType="num">
                                      <p:cBhvr>
                                        <p:cTn id="43" dur="1000" fill="hold"/>
                                        <p:tgtEl>
                                          <p:spTgt spid="152591"/>
                                        </p:tgtEl>
                                        <p:attrNameLst>
                                          <p:attrName>ppt_w</p:attrName>
                                        </p:attrNameLst>
                                      </p:cBhvr>
                                      <p:tavLst>
                                        <p:tav tm="0">
                                          <p:val>
                                            <p:strVal val="#ppt_w*0.70"/>
                                          </p:val>
                                        </p:tav>
                                        <p:tav tm="100000">
                                          <p:val>
                                            <p:strVal val="#ppt_w"/>
                                          </p:val>
                                        </p:tav>
                                      </p:tavLst>
                                    </p:anim>
                                    <p:anim calcmode="lin" valueType="num">
                                      <p:cBhvr>
                                        <p:cTn id="44" dur="1000" fill="hold"/>
                                        <p:tgtEl>
                                          <p:spTgt spid="152591"/>
                                        </p:tgtEl>
                                        <p:attrNameLst>
                                          <p:attrName>ppt_h</p:attrName>
                                        </p:attrNameLst>
                                      </p:cBhvr>
                                      <p:tavLst>
                                        <p:tav tm="0">
                                          <p:val>
                                            <p:strVal val="#ppt_h"/>
                                          </p:val>
                                        </p:tav>
                                        <p:tav tm="100000">
                                          <p:val>
                                            <p:strVal val="#ppt_h"/>
                                          </p:val>
                                        </p:tav>
                                      </p:tavLst>
                                    </p:anim>
                                    <p:animEffect transition="in" filter="fade">
                                      <p:cBhvr>
                                        <p:cTn id="45" dur="1000"/>
                                        <p:tgtEl>
                                          <p:spTgt spid="152591"/>
                                        </p:tgtEl>
                                      </p:cBhvr>
                                    </p:animEffect>
                                  </p:childTnLst>
                                </p:cTn>
                              </p:par>
                              <p:par>
                                <p:cTn id="46" presetID="55" presetClass="entr" presetSubtype="0" fill="hold" nodeType="withEffect">
                                  <p:stCondLst>
                                    <p:cond delay="0"/>
                                  </p:stCondLst>
                                  <p:childTnLst>
                                    <p:set>
                                      <p:cBhvr>
                                        <p:cTn id="47" dur="1" fill="hold">
                                          <p:stCondLst>
                                            <p:cond delay="0"/>
                                          </p:stCondLst>
                                        </p:cTn>
                                        <p:tgtEl>
                                          <p:spTgt spid="231436"/>
                                        </p:tgtEl>
                                        <p:attrNameLst>
                                          <p:attrName>style.visibility</p:attrName>
                                        </p:attrNameLst>
                                      </p:cBhvr>
                                      <p:to>
                                        <p:strVal val="visible"/>
                                      </p:to>
                                    </p:set>
                                    <p:anim calcmode="lin" valueType="num">
                                      <p:cBhvr>
                                        <p:cTn id="48" dur="1000" fill="hold"/>
                                        <p:tgtEl>
                                          <p:spTgt spid="231436"/>
                                        </p:tgtEl>
                                        <p:attrNameLst>
                                          <p:attrName>ppt_w</p:attrName>
                                        </p:attrNameLst>
                                      </p:cBhvr>
                                      <p:tavLst>
                                        <p:tav tm="0">
                                          <p:val>
                                            <p:strVal val="#ppt_w*0.70"/>
                                          </p:val>
                                        </p:tav>
                                        <p:tav tm="100000">
                                          <p:val>
                                            <p:strVal val="#ppt_w"/>
                                          </p:val>
                                        </p:tav>
                                      </p:tavLst>
                                    </p:anim>
                                    <p:anim calcmode="lin" valueType="num">
                                      <p:cBhvr>
                                        <p:cTn id="49" dur="1000" fill="hold"/>
                                        <p:tgtEl>
                                          <p:spTgt spid="231436"/>
                                        </p:tgtEl>
                                        <p:attrNameLst>
                                          <p:attrName>ppt_h</p:attrName>
                                        </p:attrNameLst>
                                      </p:cBhvr>
                                      <p:tavLst>
                                        <p:tav tm="0">
                                          <p:val>
                                            <p:strVal val="#ppt_h"/>
                                          </p:val>
                                        </p:tav>
                                        <p:tav tm="100000">
                                          <p:val>
                                            <p:strVal val="#ppt_h"/>
                                          </p:val>
                                        </p:tav>
                                      </p:tavLst>
                                    </p:anim>
                                    <p:animEffect transition="in" filter="fade">
                                      <p:cBhvr>
                                        <p:cTn id="50" dur="1000"/>
                                        <p:tgtEl>
                                          <p:spTgt spid="2314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1431" grpId="0"/>
      <p:bldP spid="149507" grpId="0" animBg="1"/>
    </p:bldLst>
  </p:timing>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49" name="Rectangle 4"/>
          <p:cNvSpPr/>
          <p:nvPr/>
        </p:nvSpPr>
        <p:spPr>
          <a:xfrm>
            <a:off x="1331913" y="1196975"/>
            <a:ext cx="4572000" cy="1314450"/>
          </a:xfrm>
          <a:prstGeom prst="rect">
            <a:avLst/>
          </a:prstGeom>
          <a:solidFill>
            <a:schemeClr val="tx1"/>
          </a:solidFill>
          <a:ln w="9525" cap="flat" cmpd="sng">
            <a:solidFill>
              <a:srgbClr val="C0C0C0"/>
            </a:solidFill>
            <a:prstDash val="solid"/>
            <a:miter/>
            <a:headEnd type="none" w="med" len="med"/>
            <a:tailEnd type="none" w="med" len="med"/>
          </a:ln>
          <a:effectLst>
            <a:outerShdw dist="35921" dir="2699999" algn="ctr" rotWithShape="0">
              <a:schemeClr val="bg2"/>
            </a:outerShdw>
          </a:effectLst>
        </p:spPr>
        <p:txBody>
          <a:bodyPr anchor="t" anchorCtr="0">
            <a:spAutoFit/>
          </a:bodyPr>
          <a:lstStyle/>
          <a:p>
            <a:pPr lvl="1" indent="0" eaLnBrk="1" hangingPunct="1">
              <a:lnSpc>
                <a:spcPct val="120000"/>
              </a:lnSpc>
              <a:spcBef>
                <a:spcPct val="20000"/>
              </a:spcBef>
              <a:spcAft>
                <a:spcPct val="20000"/>
              </a:spcAft>
            </a:pPr>
            <a:r>
              <a:rPr lang="en-US" altLang="zh-CN" dirty="0">
                <a:solidFill>
                  <a:srgbClr val="C0C0C0"/>
                </a:solidFill>
                <a:latin typeface="Arial" panose="020B0604020202020204" pitchFamily="34" charset="0"/>
                <a:ea typeface="宋体" panose="02010600030101010101" pitchFamily="2" charset="-122"/>
              </a:rPr>
              <a:t>1</a:t>
            </a:r>
            <a:r>
              <a:rPr lang="zh-CN" altLang="en-US" dirty="0">
                <a:solidFill>
                  <a:srgbClr val="C0C0C0"/>
                </a:solidFill>
                <a:latin typeface="Arial" panose="020B0604020202020204" pitchFamily="34" charset="0"/>
                <a:ea typeface="宋体" panose="02010600030101010101" pitchFamily="2" charset="-122"/>
              </a:rPr>
              <a:t>、查表并利用拉普拉斯变换的性质</a:t>
            </a:r>
            <a:endParaRPr lang="zh-CN" altLang="en-US" dirty="0">
              <a:solidFill>
                <a:srgbClr val="C0C0C0"/>
              </a:solidFill>
              <a:latin typeface="Arial" panose="020B0604020202020204" pitchFamily="34" charset="0"/>
              <a:ea typeface="宋体" panose="02010600030101010101" pitchFamily="2" charset="-122"/>
            </a:endParaRPr>
          </a:p>
          <a:p>
            <a:pPr lvl="1" indent="0" eaLnBrk="1" hangingPunct="1">
              <a:lnSpc>
                <a:spcPct val="120000"/>
              </a:lnSpc>
              <a:spcBef>
                <a:spcPct val="20000"/>
              </a:spcBef>
              <a:spcAft>
                <a:spcPct val="20000"/>
              </a:spcAft>
            </a:pPr>
            <a:r>
              <a:rPr lang="en-US" altLang="zh-CN" dirty="0">
                <a:solidFill>
                  <a:srgbClr val="FF0000"/>
                </a:solidFill>
                <a:latin typeface="Arial" panose="020B0604020202020204" pitchFamily="34" charset="0"/>
                <a:ea typeface="宋体" panose="02010600030101010101" pitchFamily="2" charset="-122"/>
              </a:rPr>
              <a:t>2</a:t>
            </a:r>
            <a:r>
              <a:rPr lang="zh-CN" altLang="en-US" dirty="0">
                <a:solidFill>
                  <a:srgbClr val="FF0000"/>
                </a:solidFill>
                <a:latin typeface="Arial" panose="020B0604020202020204" pitchFamily="34" charset="0"/>
                <a:ea typeface="宋体" panose="02010600030101010101" pitchFamily="2" charset="-122"/>
              </a:rPr>
              <a:t>、部分分式展开法</a:t>
            </a:r>
            <a:endParaRPr lang="zh-CN" altLang="en-US" dirty="0">
              <a:solidFill>
                <a:srgbClr val="FF0000"/>
              </a:solidFill>
              <a:latin typeface="Arial" panose="020B0604020202020204" pitchFamily="34" charset="0"/>
              <a:ea typeface="宋体" panose="02010600030101010101" pitchFamily="2" charset="-122"/>
            </a:endParaRPr>
          </a:p>
          <a:p>
            <a:pPr lvl="1" indent="0" eaLnBrk="1" hangingPunct="1">
              <a:lnSpc>
                <a:spcPct val="120000"/>
              </a:lnSpc>
              <a:spcBef>
                <a:spcPct val="20000"/>
              </a:spcBef>
              <a:spcAft>
                <a:spcPct val="20000"/>
              </a:spcAft>
            </a:pPr>
            <a:r>
              <a:rPr lang="en-US" altLang="zh-CN" dirty="0">
                <a:solidFill>
                  <a:srgbClr val="C0C0C0"/>
                </a:solidFill>
                <a:latin typeface="Arial" panose="020B0604020202020204" pitchFamily="34" charset="0"/>
                <a:ea typeface="宋体" panose="02010600030101010101" pitchFamily="2" charset="-122"/>
              </a:rPr>
              <a:t>3</a:t>
            </a:r>
            <a:r>
              <a:rPr lang="zh-CN" altLang="en-US" dirty="0">
                <a:solidFill>
                  <a:srgbClr val="C0C0C0"/>
                </a:solidFill>
                <a:latin typeface="Arial" panose="020B0604020202020204" pitchFamily="34" charset="0"/>
                <a:ea typeface="宋体" panose="02010600030101010101" pitchFamily="2" charset="-122"/>
              </a:rPr>
              <a:t>、留数法</a:t>
            </a:r>
            <a:endParaRPr lang="zh-CN" altLang="en-US" dirty="0">
              <a:solidFill>
                <a:srgbClr val="C0C0C0"/>
              </a:solidFill>
              <a:latin typeface="Arial" panose="020B0604020202020204" pitchFamily="34" charset="0"/>
              <a:ea typeface="宋体" panose="02010600030101010101" pitchFamily="2" charset="-122"/>
            </a:endParaRPr>
          </a:p>
        </p:txBody>
      </p:sp>
      <mc:AlternateContent xmlns:mc="http://schemas.openxmlformats.org/markup-compatibility/2006">
        <mc:Choice xmlns:a14="http://schemas.microsoft.com/office/drawing/2010/main" Requires="a14">
          <p:sp>
            <p:nvSpPr>
              <p:cNvPr id="234501" name="Object 5"/>
              <p:cNvSpPr txBox="1"/>
              <p:nvPr/>
            </p:nvSpPr>
            <p:spPr>
              <a:xfrm>
                <a:off x="791989" y="3691244"/>
                <a:ext cx="9072909" cy="1155700"/>
              </a:xfrm>
              <a:prstGeom prst="rect">
                <a:avLst/>
              </a:prstGeom>
              <a:noFill/>
              <a:ln w="38100">
                <a:noFill/>
                <a:miter/>
              </a:ln>
            </p:spPr>
            <p:txBody>
              <a:bodyPr>
                <a:normAutofit/>
              </a:bodyPr>
              <a:lstStyle/>
              <a:p>
                <a14:m>
                  <m:oMathPara xmlns:m="http://schemas.openxmlformats.org/officeDocument/2006/math">
                    <m:oMathParaPr>
                      <m:jc m:val="left"/>
                    </m:oMathParaPr>
                    <m:oMath xmlns:m="http://schemas.openxmlformats.org/officeDocument/2006/math">
                      <m:r>
                        <m:rPr>
                          <m:sty m:val="p"/>
                        </m:rPr>
                        <a:rPr lang="zh-CN" altLang="en-US" i="0">
                          <a:solidFill>
                            <a:srgbClr val="000000"/>
                          </a:solidFill>
                          <a:latin typeface="Cambria Math" panose="02040503050406030204" pitchFamily="18" charset="0"/>
                        </a:rPr>
                        <m:t>D</m:t>
                      </m:r>
                      <m:r>
                        <a:rPr lang="zh-CN" altLang="en-US" i="1">
                          <a:solidFill>
                            <a:srgbClr val="000000"/>
                          </a:solidFill>
                          <a:latin typeface="Cambria Math" panose="02040503050406030204" pitchFamily="18" charset="0"/>
                        </a:rPr>
                        <m:t>(</m:t>
                      </m:r>
                      <m:r>
                        <m:rPr>
                          <m:sty m:val="p"/>
                        </m:rPr>
                        <a:rPr lang="zh-CN" altLang="en-US" i="0">
                          <a:solidFill>
                            <a:srgbClr val="000000"/>
                          </a:solidFill>
                          <a:latin typeface="Cambria Math" panose="02040503050406030204" pitchFamily="18" charset="0"/>
                        </a:rPr>
                        <m:t>s</m:t>
                      </m:r>
                      <m:r>
                        <a:rPr lang="zh-CN" altLang="en-US" i="1">
                          <a:solidFill>
                            <a:srgbClr val="000000"/>
                          </a:solidFill>
                          <a:latin typeface="Cambria Math" panose="02040503050406030204" pitchFamily="18" charset="0"/>
                        </a:rPr>
                        <m:t>)=(</m:t>
                      </m:r>
                      <m:r>
                        <m:rPr>
                          <m:sty m:val="p"/>
                        </m:rPr>
                        <a:rPr lang="zh-CN" altLang="en-US" i="0">
                          <a:solidFill>
                            <a:srgbClr val="000000"/>
                          </a:solidFill>
                          <a:latin typeface="Cambria Math" panose="02040503050406030204" pitchFamily="18" charset="0"/>
                        </a:rPr>
                        <m:t>s</m:t>
                      </m:r>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m:rPr>
                              <m:sty m:val="p"/>
                            </m:rPr>
                            <a:rPr lang="zh-CN" altLang="en-US" i="0">
                              <a:solidFill>
                                <a:srgbClr val="000000"/>
                              </a:solidFill>
                              <a:latin typeface="Cambria Math" panose="02040503050406030204" pitchFamily="18" charset="0"/>
                            </a:rPr>
                            <m:t>s</m:t>
                          </m:r>
                        </m:e>
                        <m:sub>
                          <m:r>
                            <a:rPr lang="zh-CN" altLang="en-US" i="0">
                              <a:solidFill>
                                <a:srgbClr val="000000"/>
                              </a:solidFill>
                              <a:latin typeface="Cambria Math" panose="02040503050406030204" pitchFamily="18" charset="0"/>
                            </a:rPr>
                            <m:t>1</m:t>
                          </m:r>
                        </m:sub>
                      </m:sSub>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m:t>
                          </m:r>
                        </m:e>
                        <m:sup>
                          <m:r>
                            <m:rPr>
                              <m:sty m:val="p"/>
                            </m:rPr>
                            <a:rPr lang="zh-CN" altLang="en-US" i="0">
                              <a:solidFill>
                                <a:srgbClr val="000000"/>
                              </a:solidFill>
                              <a:latin typeface="Cambria Math" panose="02040503050406030204" pitchFamily="18" charset="0"/>
                            </a:rPr>
                            <m:t>p</m:t>
                          </m:r>
                        </m:sup>
                      </m:sSup>
                      <m:r>
                        <a:rPr lang="zh-CN" altLang="en-US" i="1">
                          <a:solidFill>
                            <a:srgbClr val="000000"/>
                          </a:solidFill>
                          <a:latin typeface="Cambria Math" panose="02040503050406030204" pitchFamily="18" charset="0"/>
                        </a:rPr>
                        <m:t>(</m:t>
                      </m:r>
                      <m:r>
                        <m:rPr>
                          <m:sty m:val="p"/>
                        </m:rPr>
                        <a:rPr lang="zh-CN" altLang="en-US" i="0">
                          <a:solidFill>
                            <a:srgbClr val="000000"/>
                          </a:solidFill>
                          <a:latin typeface="Cambria Math" panose="02040503050406030204" pitchFamily="18" charset="0"/>
                        </a:rPr>
                        <m:t>s</m:t>
                      </m:r>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m:rPr>
                              <m:sty m:val="p"/>
                            </m:rPr>
                            <a:rPr lang="zh-CN" altLang="en-US" i="0">
                              <a:solidFill>
                                <a:srgbClr val="000000"/>
                              </a:solidFill>
                              <a:latin typeface="Cambria Math" panose="02040503050406030204" pitchFamily="18" charset="0"/>
                            </a:rPr>
                            <m:t>s</m:t>
                          </m:r>
                        </m:e>
                        <m:sub>
                          <m:r>
                            <m:rPr>
                              <m:sty m:val="p"/>
                            </m:rPr>
                            <a:rPr lang="zh-CN" altLang="en-US" i="0">
                              <a:solidFill>
                                <a:srgbClr val="000000"/>
                              </a:solidFill>
                              <a:latin typeface="Cambria Math" panose="02040503050406030204" pitchFamily="18" charset="0"/>
                            </a:rPr>
                            <m:t>p</m:t>
                          </m:r>
                          <m:r>
                            <a:rPr lang="zh-CN" altLang="en-US" i="1">
                              <a:solidFill>
                                <a:srgbClr val="000000"/>
                              </a:solidFill>
                              <a:latin typeface="Cambria Math" panose="02040503050406030204" pitchFamily="18" charset="0"/>
                            </a:rPr>
                            <m:t>+</m:t>
                          </m:r>
                          <m:r>
                            <a:rPr lang="zh-CN" altLang="en-US" i="0">
                              <a:solidFill>
                                <a:srgbClr val="000000"/>
                              </a:solidFill>
                              <a:latin typeface="Cambria Math" panose="02040503050406030204" pitchFamily="18" charset="0"/>
                            </a:rPr>
                            <m:t>1</m:t>
                          </m:r>
                        </m:sub>
                      </m:sSub>
                      <m:r>
                        <a:rPr lang="zh-CN" altLang="en-US" i="1">
                          <a:solidFill>
                            <a:srgbClr val="000000"/>
                          </a:solidFill>
                          <a:latin typeface="Cambria Math" panose="02040503050406030204" pitchFamily="18" charset="0"/>
                        </a:rPr>
                        <m:t>)⋅⋅⋅(</m:t>
                      </m:r>
                      <m:r>
                        <m:rPr>
                          <m:sty m:val="p"/>
                        </m:rPr>
                        <a:rPr lang="zh-CN" altLang="en-US" i="0">
                          <a:solidFill>
                            <a:srgbClr val="000000"/>
                          </a:solidFill>
                          <a:latin typeface="Cambria Math" panose="02040503050406030204" pitchFamily="18" charset="0"/>
                        </a:rPr>
                        <m:t>s</m:t>
                      </m:r>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m:rPr>
                              <m:sty m:val="p"/>
                            </m:rPr>
                            <a:rPr lang="zh-CN" altLang="en-US" i="0">
                              <a:solidFill>
                                <a:srgbClr val="000000"/>
                              </a:solidFill>
                              <a:latin typeface="Cambria Math" panose="02040503050406030204" pitchFamily="18" charset="0"/>
                            </a:rPr>
                            <m:t>s</m:t>
                          </m:r>
                        </m:e>
                        <m:sub>
                          <m:r>
                            <m:rPr>
                              <m:sty m:val="p"/>
                            </m:rPr>
                            <a:rPr lang="zh-CN" altLang="en-US" i="0">
                              <a:solidFill>
                                <a:srgbClr val="000000"/>
                              </a:solidFill>
                              <a:latin typeface="Cambria Math" panose="02040503050406030204" pitchFamily="18" charset="0"/>
                            </a:rPr>
                            <m:t>n</m:t>
                          </m:r>
                        </m:sub>
                      </m:sSub>
                      <m:r>
                        <a:rPr lang="zh-CN" altLang="en-US" i="1">
                          <a:solidFill>
                            <a:srgbClr val="000000"/>
                          </a:solidFill>
                          <a:latin typeface="Cambria Math" panose="02040503050406030204" pitchFamily="18" charset="0"/>
                        </a:rPr>
                        <m:t>)</m:t>
                      </m:r>
                    </m:oMath>
                    <m:oMath xmlns:m="http://schemas.openxmlformats.org/officeDocument/2006/math">
                      <m:r>
                        <a:rPr lang="zh-CN" altLang="en-US" i="1">
                          <a:solidFill>
                            <a:srgbClr val="000000"/>
                          </a:solidFill>
                          <a:latin typeface="Cambria Math" panose="02040503050406030204" pitchFamily="18" charset="0"/>
                        </a:rPr>
                        <m:t>𝐹</m:t>
                      </m:r>
                      <m:r>
                        <a:rPr lang="zh-CN" altLang="en-US" i="1">
                          <a:solidFill>
                            <a:srgbClr val="000000"/>
                          </a:solidFill>
                          <a:latin typeface="Cambria Math" panose="02040503050406030204" pitchFamily="18" charset="0"/>
                        </a:rPr>
                        <m:t>(</m:t>
                      </m:r>
                      <m:r>
                        <a:rPr lang="zh-CN" altLang="en-US" i="1">
                          <a:solidFill>
                            <a:srgbClr val="000000"/>
                          </a:solidFill>
                          <a:latin typeface="Cambria Math" panose="02040503050406030204" pitchFamily="18" charset="0"/>
                        </a:rPr>
                        <m:t>𝑠</m:t>
                      </m:r>
                      <m: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sSub>
                            <m:sSubPr>
                              <m:ctrlPr>
                                <a:rPr lang="zh-CN" altLang="en-US" i="1">
                                  <a:solidFill>
                                    <a:srgbClr val="000000"/>
                                  </a:solidFill>
                                  <a:latin typeface="Cambria Math" panose="02040503050406030204" pitchFamily="18" charset="0"/>
                                </a:rPr>
                              </m:ctrlPr>
                            </m:sSubPr>
                            <m:e>
                              <m:r>
                                <m:rPr>
                                  <m:sty m:val="p"/>
                                </m:rPr>
                                <a:rPr lang="zh-CN" altLang="en-US" i="0">
                                  <a:solidFill>
                                    <a:srgbClr val="000000"/>
                                  </a:solidFill>
                                  <a:latin typeface="Cambria Math" panose="02040503050406030204" pitchFamily="18" charset="0"/>
                                </a:rPr>
                                <m:t>k</m:t>
                              </m:r>
                            </m:e>
                            <m:sub>
                              <m:r>
                                <m:rPr>
                                  <m:nor/>
                                </m:rPr>
                                <a:rPr lang="zh-CN" altLang="en-US" i="0">
                                  <a:solidFill>
                                    <a:srgbClr val="000000"/>
                                  </a:solidFill>
                                  <a:latin typeface="Cambria Math" panose="02040503050406030204" pitchFamily="18" charset="0"/>
                                </a:rPr>
                                <m:t>1</m:t>
                              </m:r>
                              <m:r>
                                <m:rPr>
                                  <m:nor/>
                                </m:rPr>
                                <a:rPr lang="zh-CN" altLang="en-US" i="0">
                                  <a:solidFill>
                                    <a:srgbClr val="000000"/>
                                  </a:solidFill>
                                  <a:latin typeface="Cambria Math" panose="02040503050406030204" pitchFamily="18" charset="0"/>
                                </a:rPr>
                                <m:t>p</m:t>
                              </m:r>
                            </m:sub>
                          </m:sSub>
                        </m:num>
                        <m:den>
                          <m:r>
                            <a:rPr lang="zh-CN" altLang="en-US" i="1">
                              <a:solidFill>
                                <a:srgbClr val="000000"/>
                              </a:solidFill>
                              <a:latin typeface="Cambria Math" panose="02040503050406030204" pitchFamily="18" charset="0"/>
                            </a:rPr>
                            <m:t>(</m:t>
                          </m:r>
                          <m:r>
                            <m:rPr>
                              <m:sty m:val="p"/>
                            </m:rPr>
                            <a:rPr lang="zh-CN" altLang="en-US" i="0">
                              <a:solidFill>
                                <a:srgbClr val="000000"/>
                              </a:solidFill>
                              <a:latin typeface="Cambria Math" panose="02040503050406030204" pitchFamily="18" charset="0"/>
                            </a:rPr>
                            <m:t>s</m:t>
                          </m:r>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m:rPr>
                                  <m:sty m:val="p"/>
                                </m:rPr>
                                <a:rPr lang="zh-CN" altLang="en-US" i="0">
                                  <a:solidFill>
                                    <a:srgbClr val="000000"/>
                                  </a:solidFill>
                                  <a:latin typeface="Cambria Math" panose="02040503050406030204" pitchFamily="18" charset="0"/>
                                </a:rPr>
                                <m:t>s</m:t>
                              </m:r>
                            </m:e>
                            <m:sub>
                              <m:r>
                                <a:rPr lang="zh-CN" altLang="en-US" i="0">
                                  <a:solidFill>
                                    <a:srgbClr val="000000"/>
                                  </a:solidFill>
                                  <a:latin typeface="Cambria Math" panose="02040503050406030204" pitchFamily="18" charset="0"/>
                                </a:rPr>
                                <m:t>1</m:t>
                              </m:r>
                            </m:sub>
                          </m:sSub>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m:t>
                              </m:r>
                            </m:e>
                            <m:sup>
                              <m:r>
                                <m:rPr>
                                  <m:sty m:val="p"/>
                                </m:rPr>
                                <a:rPr lang="zh-CN" altLang="en-US" i="0">
                                  <a:solidFill>
                                    <a:srgbClr val="000000"/>
                                  </a:solidFill>
                                  <a:latin typeface="Cambria Math" panose="02040503050406030204" pitchFamily="18" charset="0"/>
                                </a:rPr>
                                <m:t>p</m:t>
                              </m:r>
                            </m:sup>
                          </m:sSup>
                        </m:den>
                      </m:f>
                      <m: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sSub>
                            <m:sSubPr>
                              <m:ctrlPr>
                                <a:rPr lang="zh-CN" altLang="en-US" i="1">
                                  <a:solidFill>
                                    <a:srgbClr val="000000"/>
                                  </a:solidFill>
                                  <a:latin typeface="Cambria Math" panose="02040503050406030204" pitchFamily="18" charset="0"/>
                                </a:rPr>
                              </m:ctrlPr>
                            </m:sSubPr>
                            <m:e>
                              <m:r>
                                <m:rPr>
                                  <m:sty m:val="p"/>
                                </m:rPr>
                                <a:rPr lang="zh-CN" altLang="en-US" i="0">
                                  <a:solidFill>
                                    <a:srgbClr val="000000"/>
                                  </a:solidFill>
                                  <a:latin typeface="Cambria Math" panose="02040503050406030204" pitchFamily="18" charset="0"/>
                                </a:rPr>
                                <m:t>k</m:t>
                              </m:r>
                            </m:e>
                            <m:sub>
                              <m:r>
                                <a:rPr lang="zh-CN" altLang="en-US" i="0">
                                  <a:solidFill>
                                    <a:srgbClr val="000000"/>
                                  </a:solidFill>
                                  <a:latin typeface="Cambria Math" panose="02040503050406030204" pitchFamily="18" charset="0"/>
                                </a:rPr>
                                <m:t>1</m:t>
                              </m:r>
                              <m:d>
                                <m:dPr>
                                  <m:ctrlPr>
                                    <a:rPr lang="zh-CN" altLang="en-US" i="1">
                                      <a:solidFill>
                                        <a:srgbClr val="000000"/>
                                      </a:solidFill>
                                      <a:latin typeface="Cambria Math" panose="02040503050406030204" pitchFamily="18" charset="0"/>
                                    </a:rPr>
                                  </m:ctrlPr>
                                </m:dPr>
                                <m:e>
                                  <m:r>
                                    <m:rPr>
                                      <m:nor/>
                                    </m:rPr>
                                    <a:rPr lang="zh-CN" altLang="en-US" i="0">
                                      <a:solidFill>
                                        <a:srgbClr val="000000"/>
                                      </a:solidFill>
                                      <a:latin typeface="Cambria Math" panose="02040503050406030204" pitchFamily="18" charset="0"/>
                                    </a:rPr>
                                    <m:t>p</m:t>
                                  </m:r>
                                  <m:r>
                                    <m:rPr>
                                      <m:nor/>
                                    </m:rPr>
                                    <a:rPr lang="zh-CN" altLang="en-US" i="0">
                                      <a:solidFill>
                                        <a:srgbClr val="000000"/>
                                      </a:solidFill>
                                      <a:latin typeface="Cambria Math" panose="02040503050406030204" pitchFamily="18" charset="0"/>
                                    </a:rPr>
                                    <m:t>−</m:t>
                                  </m:r>
                                  <m:r>
                                    <m:rPr>
                                      <m:nor/>
                                    </m:rPr>
                                    <a:rPr lang="zh-CN" altLang="en-US" i="0">
                                      <a:solidFill>
                                        <a:srgbClr val="000000"/>
                                      </a:solidFill>
                                      <a:latin typeface="Cambria Math" panose="02040503050406030204" pitchFamily="18" charset="0"/>
                                    </a:rPr>
                                    <m:t>1</m:t>
                                  </m:r>
                                </m:e>
                              </m:d>
                            </m:sub>
                          </m:sSub>
                        </m:num>
                        <m:den>
                          <m:r>
                            <a:rPr lang="zh-CN" altLang="en-US" i="1">
                              <a:solidFill>
                                <a:srgbClr val="000000"/>
                              </a:solidFill>
                              <a:latin typeface="Cambria Math" panose="02040503050406030204" pitchFamily="18" charset="0"/>
                            </a:rPr>
                            <m:t>(</m:t>
                          </m:r>
                          <m:r>
                            <m:rPr>
                              <m:sty m:val="p"/>
                            </m:rPr>
                            <a:rPr lang="zh-CN" altLang="en-US" i="0">
                              <a:solidFill>
                                <a:srgbClr val="000000"/>
                              </a:solidFill>
                              <a:latin typeface="Cambria Math" panose="02040503050406030204" pitchFamily="18" charset="0"/>
                            </a:rPr>
                            <m:t>s</m:t>
                          </m:r>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m:rPr>
                                  <m:sty m:val="p"/>
                                </m:rPr>
                                <a:rPr lang="zh-CN" altLang="en-US" i="0">
                                  <a:solidFill>
                                    <a:srgbClr val="000000"/>
                                  </a:solidFill>
                                  <a:latin typeface="Cambria Math" panose="02040503050406030204" pitchFamily="18" charset="0"/>
                                </a:rPr>
                                <m:t>s</m:t>
                              </m:r>
                            </m:e>
                            <m:sub>
                              <m:r>
                                <a:rPr lang="zh-CN" altLang="en-US" i="0">
                                  <a:solidFill>
                                    <a:srgbClr val="000000"/>
                                  </a:solidFill>
                                  <a:latin typeface="Cambria Math" panose="02040503050406030204" pitchFamily="18" charset="0"/>
                                </a:rPr>
                                <m:t>1</m:t>
                              </m:r>
                            </m:sub>
                          </m:sSub>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m:t>
                              </m:r>
                            </m:e>
                            <m:sup>
                              <m:r>
                                <m:rPr>
                                  <m:nor/>
                                </m:rPr>
                                <a:rPr lang="zh-CN" altLang="en-US" i="0">
                                  <a:solidFill>
                                    <a:srgbClr val="000000"/>
                                  </a:solidFill>
                                  <a:latin typeface="Cambria Math" panose="02040503050406030204" pitchFamily="18" charset="0"/>
                                </a:rPr>
                                <m:t>p</m:t>
                              </m:r>
                              <m:r>
                                <m:rPr>
                                  <m:nor/>
                                </m:rPr>
                                <a:rPr lang="zh-CN" altLang="en-US" i="0">
                                  <a:solidFill>
                                    <a:srgbClr val="000000"/>
                                  </a:solidFill>
                                  <a:latin typeface="Cambria Math" panose="02040503050406030204" pitchFamily="18" charset="0"/>
                                </a:rPr>
                                <m:t>−</m:t>
                              </m:r>
                              <m:r>
                                <m:rPr>
                                  <m:nor/>
                                </m:rPr>
                                <a:rPr lang="zh-CN" altLang="en-US" i="0">
                                  <a:solidFill>
                                    <a:srgbClr val="000000"/>
                                  </a:solidFill>
                                  <a:latin typeface="Cambria Math" panose="02040503050406030204" pitchFamily="18" charset="0"/>
                                </a:rPr>
                                <m:t>1</m:t>
                              </m:r>
                            </m:sup>
                          </m:sSup>
                        </m:den>
                      </m:f>
                      <m: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sSub>
                            <m:sSubPr>
                              <m:ctrlPr>
                                <a:rPr lang="zh-CN" altLang="en-US" i="1">
                                  <a:solidFill>
                                    <a:srgbClr val="000000"/>
                                  </a:solidFill>
                                  <a:latin typeface="Cambria Math" panose="02040503050406030204" pitchFamily="18" charset="0"/>
                                </a:rPr>
                              </m:ctrlPr>
                            </m:sSubPr>
                            <m:e>
                              <m:r>
                                <m:rPr>
                                  <m:sty m:val="p"/>
                                </m:rPr>
                                <a:rPr lang="zh-CN" altLang="en-US" i="0">
                                  <a:solidFill>
                                    <a:srgbClr val="000000"/>
                                  </a:solidFill>
                                  <a:latin typeface="Cambria Math" panose="02040503050406030204" pitchFamily="18" charset="0"/>
                                </a:rPr>
                                <m:t>k</m:t>
                              </m:r>
                            </m:e>
                            <m:sub>
                              <m:r>
                                <m:rPr>
                                  <m:nor/>
                                </m:rPr>
                                <a:rPr lang="zh-CN" altLang="en-US" i="0">
                                  <a:solidFill>
                                    <a:srgbClr val="000000"/>
                                  </a:solidFill>
                                  <a:latin typeface="Cambria Math" panose="02040503050406030204" pitchFamily="18" charset="0"/>
                                </a:rPr>
                                <m:t>12</m:t>
                              </m:r>
                            </m:sub>
                          </m:sSub>
                        </m:num>
                        <m:den>
                          <m:r>
                            <a:rPr lang="zh-CN" altLang="en-US" i="1">
                              <a:solidFill>
                                <a:srgbClr val="000000"/>
                              </a:solidFill>
                              <a:latin typeface="Cambria Math" panose="02040503050406030204" pitchFamily="18" charset="0"/>
                            </a:rPr>
                            <m:t>(</m:t>
                          </m:r>
                          <m:r>
                            <m:rPr>
                              <m:sty m:val="p"/>
                            </m:rPr>
                            <a:rPr lang="zh-CN" altLang="en-US" i="0">
                              <a:solidFill>
                                <a:srgbClr val="000000"/>
                              </a:solidFill>
                              <a:latin typeface="Cambria Math" panose="02040503050406030204" pitchFamily="18" charset="0"/>
                            </a:rPr>
                            <m:t>s</m:t>
                          </m:r>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m:rPr>
                                  <m:sty m:val="p"/>
                                </m:rPr>
                                <a:rPr lang="zh-CN" altLang="en-US" i="0">
                                  <a:solidFill>
                                    <a:srgbClr val="000000"/>
                                  </a:solidFill>
                                  <a:latin typeface="Cambria Math" panose="02040503050406030204" pitchFamily="18" charset="0"/>
                                </a:rPr>
                                <m:t>s</m:t>
                              </m:r>
                            </m:e>
                            <m:sub>
                              <m:r>
                                <a:rPr lang="zh-CN" altLang="en-US" i="0">
                                  <a:solidFill>
                                    <a:srgbClr val="000000"/>
                                  </a:solidFill>
                                  <a:latin typeface="Cambria Math" panose="02040503050406030204" pitchFamily="18" charset="0"/>
                                </a:rPr>
                                <m:t>1</m:t>
                              </m:r>
                            </m:sub>
                          </m:sSub>
                          <m:sSup>
                            <m:sSupPr>
                              <m:ctrlPr>
                                <a:rPr lang="zh-CN" altLang="en-US" i="1">
                                  <a:solidFill>
                                    <a:srgbClr val="000000"/>
                                  </a:solidFill>
                                  <a:latin typeface="Cambria Math" panose="02040503050406030204" pitchFamily="18" charset="0"/>
                                </a:rPr>
                              </m:ctrlPr>
                            </m:sSupPr>
                            <m:e>
                              <m:r>
                                <a:rPr lang="zh-CN" altLang="en-US" i="1">
                                  <a:solidFill>
                                    <a:srgbClr val="000000"/>
                                  </a:solidFill>
                                  <a:latin typeface="Cambria Math" panose="02040503050406030204" pitchFamily="18" charset="0"/>
                                </a:rPr>
                                <m:t>)</m:t>
                              </m:r>
                            </m:e>
                            <m:sup>
                              <m:r>
                                <a:rPr lang="zh-CN" altLang="en-US" i="0">
                                  <a:solidFill>
                                    <a:srgbClr val="000000"/>
                                  </a:solidFill>
                                  <a:latin typeface="Cambria Math" panose="02040503050406030204" pitchFamily="18" charset="0"/>
                                </a:rPr>
                                <m:t>2</m:t>
                              </m:r>
                            </m:sup>
                          </m:sSup>
                        </m:den>
                      </m:f>
                      <m: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sSub>
                            <m:sSubPr>
                              <m:ctrlPr>
                                <a:rPr lang="zh-CN" altLang="en-US" i="1">
                                  <a:solidFill>
                                    <a:srgbClr val="000000"/>
                                  </a:solidFill>
                                  <a:latin typeface="Cambria Math" panose="02040503050406030204" pitchFamily="18" charset="0"/>
                                </a:rPr>
                              </m:ctrlPr>
                            </m:sSubPr>
                            <m:e>
                              <m:r>
                                <m:rPr>
                                  <m:sty m:val="p"/>
                                </m:rPr>
                                <a:rPr lang="zh-CN" altLang="en-US" i="0">
                                  <a:solidFill>
                                    <a:srgbClr val="000000"/>
                                  </a:solidFill>
                                  <a:latin typeface="Cambria Math" panose="02040503050406030204" pitchFamily="18" charset="0"/>
                                </a:rPr>
                                <m:t>k</m:t>
                              </m:r>
                            </m:e>
                            <m:sub>
                              <m:r>
                                <a:rPr lang="zh-CN" altLang="en-US" i="0">
                                  <a:solidFill>
                                    <a:srgbClr val="000000"/>
                                  </a:solidFill>
                                  <a:latin typeface="Cambria Math" panose="02040503050406030204" pitchFamily="18" charset="0"/>
                                </a:rPr>
                                <m:t>1</m:t>
                              </m:r>
                            </m:sub>
                          </m:sSub>
                        </m:num>
                        <m:den>
                          <m:r>
                            <m:rPr>
                              <m:sty m:val="p"/>
                            </m:rPr>
                            <a:rPr lang="zh-CN" altLang="en-US" i="0">
                              <a:solidFill>
                                <a:srgbClr val="000000"/>
                              </a:solidFill>
                              <a:latin typeface="Cambria Math" panose="02040503050406030204" pitchFamily="18" charset="0"/>
                            </a:rPr>
                            <m:t>s</m:t>
                          </m:r>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m:rPr>
                                  <m:sty m:val="p"/>
                                </m:rPr>
                                <a:rPr lang="zh-CN" altLang="en-US" i="0">
                                  <a:solidFill>
                                    <a:srgbClr val="000000"/>
                                  </a:solidFill>
                                  <a:latin typeface="Cambria Math" panose="02040503050406030204" pitchFamily="18" charset="0"/>
                                </a:rPr>
                                <m:t>s</m:t>
                              </m:r>
                            </m:e>
                            <m:sub>
                              <m:r>
                                <a:rPr lang="zh-CN" altLang="en-US" i="0">
                                  <a:solidFill>
                                    <a:srgbClr val="000000"/>
                                  </a:solidFill>
                                  <a:latin typeface="Cambria Math" panose="02040503050406030204" pitchFamily="18" charset="0"/>
                                </a:rPr>
                                <m:t>1</m:t>
                              </m:r>
                            </m:sub>
                          </m:sSub>
                        </m:den>
                      </m:f>
                      <m: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sSub>
                            <m:sSubPr>
                              <m:ctrlPr>
                                <a:rPr lang="zh-CN" altLang="en-US" i="1">
                                  <a:solidFill>
                                    <a:srgbClr val="000000"/>
                                  </a:solidFill>
                                  <a:latin typeface="Cambria Math" panose="02040503050406030204" pitchFamily="18" charset="0"/>
                                </a:rPr>
                              </m:ctrlPr>
                            </m:sSubPr>
                            <m:e>
                              <m:r>
                                <m:rPr>
                                  <m:sty m:val="p"/>
                                </m:rPr>
                                <a:rPr lang="zh-CN" altLang="en-US" i="0">
                                  <a:solidFill>
                                    <a:srgbClr val="000000"/>
                                  </a:solidFill>
                                  <a:latin typeface="Cambria Math" panose="02040503050406030204" pitchFamily="18" charset="0"/>
                                </a:rPr>
                                <m:t>k</m:t>
                              </m:r>
                            </m:e>
                            <m:sub>
                              <m:r>
                                <m:rPr>
                                  <m:sty m:val="p"/>
                                </m:rPr>
                                <a:rPr lang="zh-CN" altLang="en-US" i="0">
                                  <a:solidFill>
                                    <a:srgbClr val="000000"/>
                                  </a:solidFill>
                                  <a:latin typeface="Cambria Math" panose="02040503050406030204" pitchFamily="18" charset="0"/>
                                </a:rPr>
                                <m:t>p</m:t>
                              </m:r>
                              <m:r>
                                <a:rPr lang="zh-CN" altLang="en-US" i="1">
                                  <a:solidFill>
                                    <a:srgbClr val="000000"/>
                                  </a:solidFill>
                                  <a:latin typeface="Cambria Math" panose="02040503050406030204" pitchFamily="18" charset="0"/>
                                </a:rPr>
                                <m:t>+</m:t>
                              </m:r>
                              <m:r>
                                <a:rPr lang="zh-CN" altLang="en-US" i="0">
                                  <a:solidFill>
                                    <a:srgbClr val="000000"/>
                                  </a:solidFill>
                                  <a:latin typeface="Cambria Math" panose="02040503050406030204" pitchFamily="18" charset="0"/>
                                </a:rPr>
                                <m:t>1</m:t>
                              </m:r>
                            </m:sub>
                          </m:sSub>
                        </m:num>
                        <m:den>
                          <m:r>
                            <m:rPr>
                              <m:sty m:val="p"/>
                            </m:rPr>
                            <a:rPr lang="zh-CN" altLang="en-US" i="0">
                              <a:solidFill>
                                <a:srgbClr val="000000"/>
                              </a:solidFill>
                              <a:latin typeface="Cambria Math" panose="02040503050406030204" pitchFamily="18" charset="0"/>
                            </a:rPr>
                            <m:t>s</m:t>
                          </m:r>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m:rPr>
                                  <m:sty m:val="p"/>
                                </m:rPr>
                                <a:rPr lang="zh-CN" altLang="en-US" i="0">
                                  <a:solidFill>
                                    <a:srgbClr val="000000"/>
                                  </a:solidFill>
                                  <a:latin typeface="Cambria Math" panose="02040503050406030204" pitchFamily="18" charset="0"/>
                                </a:rPr>
                                <m:t>s</m:t>
                              </m:r>
                            </m:e>
                            <m:sub>
                              <m:r>
                                <m:rPr>
                                  <m:sty m:val="p"/>
                                </m:rPr>
                                <a:rPr lang="zh-CN" altLang="en-US" i="0">
                                  <a:solidFill>
                                    <a:srgbClr val="000000"/>
                                  </a:solidFill>
                                  <a:latin typeface="Cambria Math" panose="02040503050406030204" pitchFamily="18" charset="0"/>
                                </a:rPr>
                                <m:t>p</m:t>
                              </m:r>
                              <m:r>
                                <a:rPr lang="zh-CN" altLang="en-US" i="1">
                                  <a:solidFill>
                                    <a:srgbClr val="000000"/>
                                  </a:solidFill>
                                  <a:latin typeface="Cambria Math" panose="02040503050406030204" pitchFamily="18" charset="0"/>
                                </a:rPr>
                                <m:t>+</m:t>
                              </m:r>
                              <m:r>
                                <a:rPr lang="zh-CN" altLang="en-US" i="0">
                                  <a:solidFill>
                                    <a:srgbClr val="000000"/>
                                  </a:solidFill>
                                  <a:latin typeface="Cambria Math" panose="02040503050406030204" pitchFamily="18" charset="0"/>
                                </a:rPr>
                                <m:t>1</m:t>
                              </m:r>
                            </m:sub>
                          </m:sSub>
                        </m:den>
                      </m:f>
                      <m:r>
                        <a:rPr lang="zh-CN" altLang="en-US" i="1">
                          <a:solidFill>
                            <a:srgbClr val="000000"/>
                          </a:solidFill>
                          <a:latin typeface="Cambria Math" panose="02040503050406030204" pitchFamily="18" charset="0"/>
                        </a:rPr>
                        <m:t>+⋅⋅⋅+</m:t>
                      </m:r>
                      <m:f>
                        <m:fPr>
                          <m:ctrlPr>
                            <a:rPr lang="zh-CN" altLang="en-US" i="1">
                              <a:solidFill>
                                <a:srgbClr val="000000"/>
                              </a:solidFill>
                              <a:latin typeface="Cambria Math" panose="02040503050406030204" pitchFamily="18" charset="0"/>
                            </a:rPr>
                          </m:ctrlPr>
                        </m:fPr>
                        <m:num>
                          <m:sSub>
                            <m:sSubPr>
                              <m:ctrlPr>
                                <a:rPr lang="zh-CN" altLang="en-US" i="1">
                                  <a:solidFill>
                                    <a:srgbClr val="000000"/>
                                  </a:solidFill>
                                  <a:latin typeface="Cambria Math" panose="02040503050406030204" pitchFamily="18" charset="0"/>
                                </a:rPr>
                              </m:ctrlPr>
                            </m:sSubPr>
                            <m:e>
                              <m:r>
                                <m:rPr>
                                  <m:sty m:val="p"/>
                                </m:rPr>
                                <a:rPr lang="zh-CN" altLang="en-US" i="0">
                                  <a:solidFill>
                                    <a:srgbClr val="000000"/>
                                  </a:solidFill>
                                  <a:latin typeface="Cambria Math" panose="02040503050406030204" pitchFamily="18" charset="0"/>
                                </a:rPr>
                                <m:t>k</m:t>
                              </m:r>
                            </m:e>
                            <m:sub>
                              <m:r>
                                <m:rPr>
                                  <m:sty m:val="p"/>
                                </m:rPr>
                                <a:rPr lang="zh-CN" altLang="en-US" i="0">
                                  <a:solidFill>
                                    <a:srgbClr val="000000"/>
                                  </a:solidFill>
                                  <a:latin typeface="Cambria Math" panose="02040503050406030204" pitchFamily="18" charset="0"/>
                                </a:rPr>
                                <m:t>n</m:t>
                              </m:r>
                            </m:sub>
                          </m:sSub>
                        </m:num>
                        <m:den>
                          <m:r>
                            <m:rPr>
                              <m:sty m:val="p"/>
                            </m:rPr>
                            <a:rPr lang="zh-CN" altLang="en-US" i="0">
                              <a:solidFill>
                                <a:srgbClr val="000000"/>
                              </a:solidFill>
                              <a:latin typeface="Cambria Math" panose="02040503050406030204" pitchFamily="18" charset="0"/>
                            </a:rPr>
                            <m:t>s</m:t>
                          </m:r>
                          <m:r>
                            <a:rPr lang="zh-CN" altLang="en-US" i="1">
                              <a:solidFill>
                                <a:srgbClr val="000000"/>
                              </a:solidFill>
                              <a:latin typeface="Cambria Math" panose="02040503050406030204" pitchFamily="18" charset="0"/>
                            </a:rPr>
                            <m:t>−</m:t>
                          </m:r>
                          <m:sSub>
                            <m:sSubPr>
                              <m:ctrlPr>
                                <a:rPr lang="zh-CN" altLang="en-US" i="1">
                                  <a:solidFill>
                                    <a:srgbClr val="000000"/>
                                  </a:solidFill>
                                  <a:latin typeface="Cambria Math" panose="02040503050406030204" pitchFamily="18" charset="0"/>
                                </a:rPr>
                              </m:ctrlPr>
                            </m:sSubPr>
                            <m:e>
                              <m:r>
                                <m:rPr>
                                  <m:sty m:val="p"/>
                                </m:rPr>
                                <a:rPr lang="zh-CN" altLang="en-US" i="0">
                                  <a:solidFill>
                                    <a:srgbClr val="000000"/>
                                  </a:solidFill>
                                  <a:latin typeface="Cambria Math" panose="02040503050406030204" pitchFamily="18" charset="0"/>
                                </a:rPr>
                                <m:t>s</m:t>
                              </m:r>
                            </m:e>
                            <m:sub>
                              <m:r>
                                <m:rPr>
                                  <m:sty m:val="p"/>
                                </m:rPr>
                                <a:rPr lang="zh-CN" altLang="en-US" i="0">
                                  <a:solidFill>
                                    <a:srgbClr val="000000"/>
                                  </a:solidFill>
                                  <a:latin typeface="Cambria Math" panose="02040503050406030204" pitchFamily="18" charset="0"/>
                                </a:rPr>
                                <m:t>n</m:t>
                              </m:r>
                            </m:sub>
                          </m:sSub>
                        </m:den>
                      </m:f>
                    </m:oMath>
                  </m:oMathPara>
                </a14:m>
                <a:endParaRPr lang="zh-CN" altLang="en-US" dirty="0"/>
              </a:p>
            </p:txBody>
          </p:sp>
        </mc:Choice>
        <mc:Fallback>
          <p:sp>
            <p:nvSpPr>
              <p:cNvPr id="234501" name="Object 5"/>
              <p:cNvSpPr txBox="1">
                <a:spLocks noRot="1" noChangeAspect="1" noMove="1" noResize="1" noEditPoints="1" noAdjustHandles="1" noChangeArrowheads="1" noChangeShapeType="1" noTextEdit="1"/>
              </p:cNvSpPr>
              <p:nvPr/>
            </p:nvSpPr>
            <p:spPr>
              <a:xfrm>
                <a:off x="791989" y="3691244"/>
                <a:ext cx="9072909" cy="1155700"/>
              </a:xfrm>
              <a:prstGeom prst="rect">
                <a:avLst/>
              </a:prstGeom>
              <a:blipFill rotWithShape="1">
                <a:blip r:embed="rId1"/>
                <a:stretch>
                  <a:fillRect l="-2" t="-54" r="2" b="54"/>
                </a:stretch>
              </a:blipFill>
              <a:ln w="38100">
                <a:noFill/>
                <a:miter/>
              </a:ln>
            </p:spPr>
            <p:txBody>
              <a:bodyPr/>
              <a:lstStyle/>
              <a:p>
                <a:r>
                  <a:rPr lang="zh-CN" altLang="en-US">
                    <a:noFill/>
                  </a:rPr>
                  <a:t> </a:t>
                </a:r>
              </a:p>
            </p:txBody>
          </p:sp>
        </mc:Fallback>
      </mc:AlternateContent>
      <p:sp>
        <p:nvSpPr>
          <p:cNvPr id="234502" name="Rectangle 6"/>
          <p:cNvSpPr/>
          <p:nvPr/>
        </p:nvSpPr>
        <p:spPr>
          <a:xfrm>
            <a:off x="2771800" y="2674938"/>
            <a:ext cx="5540375" cy="396875"/>
          </a:xfrm>
          <a:prstGeom prst="rect">
            <a:avLst/>
          </a:prstGeom>
          <a:noFill/>
          <a:ln w="9525">
            <a:noFill/>
          </a:ln>
        </p:spPr>
        <p:txBody>
          <a:bodyPr wrap="none" anchor="t" anchorCtr="0">
            <a:spAutoFit/>
          </a:bodyPr>
          <a:lstStyle/>
          <a:p>
            <a:r>
              <a:rPr lang="zh-CN" altLang="en-US" sz="2000" dirty="0">
                <a:solidFill>
                  <a:srgbClr val="000000"/>
                </a:solidFill>
                <a:latin typeface="黑体" panose="02010609060101010101" charset="-122"/>
                <a:ea typeface="黑体" panose="02010609060101010101" charset="-122"/>
              </a:rPr>
              <a:t>有理假分式</a:t>
            </a:r>
            <a:r>
              <a:rPr lang="zh-CN" altLang="en-US" sz="2000" dirty="0">
                <a:solidFill>
                  <a:srgbClr val="000000"/>
                </a:solidFill>
                <a:latin typeface="黑体" panose="02010609060101010101" charset="-122"/>
                <a:ea typeface="黑体" panose="02010609060101010101" charset="-122"/>
                <a:sym typeface="Symbol" panose="05050102010706020507" pitchFamily="18" charset="2"/>
              </a:rPr>
              <a:t></a:t>
            </a:r>
            <a:r>
              <a:rPr lang="zh-CN" altLang="en-US" sz="2000" dirty="0">
                <a:solidFill>
                  <a:srgbClr val="000000"/>
                </a:solidFill>
                <a:latin typeface="黑体" panose="02010609060101010101" charset="-122"/>
                <a:ea typeface="黑体" panose="02010609060101010101" charset="-122"/>
              </a:rPr>
              <a:t>有理真分式</a:t>
            </a:r>
            <a:r>
              <a:rPr lang="zh-CN" altLang="en-US" sz="2000" dirty="0">
                <a:solidFill>
                  <a:srgbClr val="000000"/>
                </a:solidFill>
                <a:latin typeface="黑体" panose="02010609060101010101" charset="-122"/>
                <a:ea typeface="黑体" panose="02010609060101010101" charset="-122"/>
                <a:sym typeface="Symbol" panose="05050102010706020507" pitchFamily="18" charset="2"/>
              </a:rPr>
              <a:t></a:t>
            </a:r>
            <a:r>
              <a:rPr lang="zh-CN" altLang="en-US" sz="2000" dirty="0">
                <a:solidFill>
                  <a:srgbClr val="000000"/>
                </a:solidFill>
                <a:latin typeface="黑体" panose="02010609060101010101" charset="-122"/>
                <a:ea typeface="黑体" panose="02010609060101010101" charset="-122"/>
              </a:rPr>
              <a:t>最简分式之和</a:t>
            </a:r>
            <a:r>
              <a:rPr lang="zh-CN" altLang="en-US" sz="2000" dirty="0">
                <a:solidFill>
                  <a:srgbClr val="000000"/>
                </a:solidFill>
                <a:latin typeface="黑体" panose="02010609060101010101" charset="-122"/>
                <a:ea typeface="黑体" panose="02010609060101010101" charset="-122"/>
                <a:sym typeface="Symbol" panose="05050102010706020507" pitchFamily="18" charset="2"/>
              </a:rPr>
              <a:t></a:t>
            </a:r>
            <a:r>
              <a:rPr lang="en-US" altLang="zh-CN" sz="2000" i="1" dirty="0">
                <a:solidFill>
                  <a:srgbClr val="000000"/>
                </a:solidFill>
                <a:latin typeface="黑体" panose="02010609060101010101" charset="-122"/>
                <a:ea typeface="黑体" panose="02010609060101010101" charset="-122"/>
              </a:rPr>
              <a:t>f</a:t>
            </a:r>
            <a:r>
              <a:rPr lang="en-US" altLang="zh-CN" sz="2000" dirty="0">
                <a:solidFill>
                  <a:srgbClr val="000000"/>
                </a:solidFill>
                <a:latin typeface="黑体" panose="02010609060101010101" charset="-122"/>
                <a:ea typeface="黑体" panose="02010609060101010101" charset="-122"/>
              </a:rPr>
              <a:t>(</a:t>
            </a:r>
            <a:r>
              <a:rPr lang="en-US" altLang="zh-CN" sz="2000" i="1" dirty="0">
                <a:solidFill>
                  <a:srgbClr val="000000"/>
                </a:solidFill>
                <a:latin typeface="黑体" panose="02010609060101010101" charset="-122"/>
                <a:ea typeface="黑体" panose="02010609060101010101" charset="-122"/>
              </a:rPr>
              <a:t>t</a:t>
            </a:r>
            <a:r>
              <a:rPr lang="en-US" altLang="zh-CN" sz="2000" dirty="0">
                <a:solidFill>
                  <a:srgbClr val="000000"/>
                </a:solidFill>
                <a:latin typeface="黑体" panose="02010609060101010101" charset="-122"/>
                <a:ea typeface="黑体" panose="02010609060101010101" charset="-122"/>
              </a:rPr>
              <a:t>)</a:t>
            </a:r>
            <a:endParaRPr lang="zh-CN" altLang="en-US" sz="2000" dirty="0">
              <a:solidFill>
                <a:srgbClr val="000000"/>
              </a:solidFill>
              <a:latin typeface="黑体" panose="02010609060101010101" charset="-122"/>
              <a:ea typeface="黑体" panose="02010609060101010101" charset="-122"/>
            </a:endParaRPr>
          </a:p>
        </p:txBody>
      </p:sp>
      <p:sp>
        <p:nvSpPr>
          <p:cNvPr id="149507" name="Rectangle 3"/>
          <p:cNvSpPr>
            <a:spLocks noChangeArrowheads="1"/>
          </p:cNvSpPr>
          <p:nvPr/>
        </p:nvSpPr>
        <p:spPr bwMode="auto">
          <a:xfrm>
            <a:off x="755675" y="2601913"/>
            <a:ext cx="2159000" cy="504825"/>
          </a:xfrm>
          <a:prstGeom prst="rect">
            <a:avLst/>
          </a:prstGeom>
          <a:solidFill>
            <a:schemeClr val="tx1"/>
          </a:solidFill>
          <a:ln w="9525">
            <a:noFill/>
            <a:miter lim="800000"/>
          </a:ln>
        </p:spPr>
        <p:txBody>
          <a:bodyPr/>
          <a:lstStyle/>
          <a:p>
            <a:pPr marL="609600" marR="0" lvl="0" indent="-609600" algn="l" defTabSz="914400" rtl="0" eaLnBrk="1" fontAlgn="base" latinLnBrk="0" hangingPunct="1">
              <a:lnSpc>
                <a:spcPct val="100000"/>
              </a:lnSpc>
              <a:spcBef>
                <a:spcPct val="20000"/>
              </a:spcBef>
              <a:spcAft>
                <a:spcPct val="0"/>
              </a:spcAft>
              <a:buClrTx/>
              <a:buSzTx/>
              <a:buFontTx/>
              <a:buNone/>
              <a:defRPr/>
            </a:pPr>
            <a:r>
              <a:rPr kumimoji="0" lang="zh-CN" altLang="en-US" sz="2400" b="1" i="0" u="none" strike="noStrike" kern="1200" cap="none" spc="0" normalizeH="0" baseline="0" noProof="0" dirty="0">
                <a:ln>
                  <a:noFill/>
                </a:ln>
                <a:solidFill>
                  <a:srgbClr val="FF0000"/>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sym typeface="+mn-ea"/>
              </a:rPr>
              <a:t>总的思路：</a:t>
            </a:r>
            <a:endParaRPr kumimoji="0" lang="en-US" altLang="zh-CN" sz="2400" b="1" i="0" u="none" strike="noStrike" kern="1200" cap="none" spc="0" normalizeH="0" baseline="0" noProof="0" dirty="0">
              <a:ln>
                <a:noFill/>
              </a:ln>
              <a:solidFill>
                <a:srgbClr val="FF0000"/>
              </a:solidFill>
              <a:effectLst>
                <a:outerShdw blurRad="38100" dist="38100" dir="2700000" algn="tl">
                  <a:srgbClr val="C0C0C0"/>
                </a:outerShdw>
              </a:effectLst>
              <a:uLnTx/>
              <a:uFillTx/>
              <a:latin typeface="Arial" panose="020B0604020202020204" pitchFamily="34" charset="0"/>
              <a:ea typeface="宋体" panose="02010600030101010101" pitchFamily="2" charset="-122"/>
              <a:cs typeface="+mn-cs"/>
              <a:sym typeface="+mn-ea"/>
            </a:endParaRPr>
          </a:p>
        </p:txBody>
      </p:sp>
      <p:graphicFrame>
        <p:nvGraphicFramePr>
          <p:cNvPr id="234504" name="Object 8"/>
          <p:cNvGraphicFramePr>
            <a:graphicFrameLocks noChangeAspect="1"/>
          </p:cNvGraphicFramePr>
          <p:nvPr/>
        </p:nvGraphicFramePr>
        <p:xfrm>
          <a:off x="899592" y="3221038"/>
          <a:ext cx="2836863" cy="401637"/>
        </p:xfrm>
        <a:graphic>
          <a:graphicData uri="http://schemas.openxmlformats.org/presentationml/2006/ole">
            <mc:AlternateContent xmlns:mc="http://schemas.openxmlformats.org/markup-compatibility/2006">
              <mc:Choice xmlns:v="urn:schemas-microsoft-com:vml" Requires="v">
                <p:oleObj spid="_x0000_s2" name="" r:id="rId2" imgW="1523365" imgH="215900" progId="Equation.3">
                  <p:embed/>
                </p:oleObj>
              </mc:Choice>
              <mc:Fallback>
                <p:oleObj name="" r:id="rId2" imgW="1523365" imgH="215900" progId="Equation.3">
                  <p:embed/>
                  <p:pic>
                    <p:nvPicPr>
                      <p:cNvPr id="0" name="Object 8"/>
                      <p:cNvPicPr/>
                      <p:nvPr/>
                    </p:nvPicPr>
                    <p:blipFill>
                      <a:blip r:embed="rId3"/>
                      <a:stretch>
                        <a:fillRect/>
                      </a:stretch>
                    </p:blipFill>
                    <p:spPr>
                      <a:xfrm>
                        <a:off x="899592" y="3221038"/>
                        <a:ext cx="2836863" cy="401637"/>
                      </a:xfrm>
                      <a:prstGeom prst="rect">
                        <a:avLst/>
                      </a:prstGeom>
                      <a:noFill/>
                      <a:ln w="38100">
                        <a:noFill/>
                        <a:miter/>
                      </a:ln>
                    </p:spPr>
                  </p:pic>
                </p:oleObj>
              </mc:Fallback>
            </mc:AlternateContent>
          </a:graphicData>
        </a:graphic>
      </p:graphicFrame>
      <p:sp>
        <p:nvSpPr>
          <p:cNvPr id="104454" name="Rectangle 9"/>
          <p:cNvSpPr/>
          <p:nvPr/>
        </p:nvSpPr>
        <p:spPr>
          <a:xfrm>
            <a:off x="1022350" y="146050"/>
            <a:ext cx="6337300" cy="823913"/>
          </a:xfrm>
          <a:prstGeom prst="rect">
            <a:avLst/>
          </a:prstGeom>
          <a:solidFill>
            <a:schemeClr val="tx1"/>
          </a:solidFill>
          <a:ln w="9525" cap="flat" cmpd="sng">
            <a:solidFill>
              <a:srgbClr val="C0C0C0"/>
            </a:solidFill>
            <a:prstDash val="solid"/>
            <a:miter/>
            <a:headEnd type="none" w="med" len="med"/>
            <a:tailEnd type="none" w="med" len="med"/>
          </a:ln>
          <a:effectLst>
            <a:outerShdw dist="35921" dir="2699999" algn="ctr" rotWithShape="0">
              <a:srgbClr val="808080"/>
            </a:outerShdw>
          </a:effectLst>
        </p:spPr>
        <p:txBody>
          <a:bodyPr anchor="ctr" anchorCtr="0"/>
          <a:lstStyle/>
          <a:p>
            <a:pPr algn="ctr" eaLnBrk="0" hangingPunct="0"/>
            <a:r>
              <a:rPr lang="zh-CN" altLang="en-US" sz="4000" b="0" dirty="0">
                <a:solidFill>
                  <a:schemeClr val="bg1"/>
                </a:solidFill>
                <a:latin typeface="Arial" panose="020B0604020202020204" pitchFamily="34" charset="0"/>
                <a:ea typeface="黑体" panose="02010609060101010101" charset="-122"/>
              </a:rPr>
              <a:t>总结</a:t>
            </a:r>
            <a:r>
              <a:rPr lang="en-US" altLang="zh-CN" sz="4000" b="0" baseline="30000" dirty="0">
                <a:solidFill>
                  <a:schemeClr val="bg1"/>
                </a:solidFill>
                <a:latin typeface="Arial" panose="020B0604020202020204" pitchFamily="34" charset="0"/>
                <a:ea typeface="黑体" panose="02010609060101010101" charset="-122"/>
              </a:rPr>
              <a:t>—</a:t>
            </a:r>
            <a:r>
              <a:rPr lang="zh-CN" altLang="en-US" sz="4000" b="0" baseline="30000" dirty="0">
                <a:solidFill>
                  <a:schemeClr val="bg1"/>
                </a:solidFill>
                <a:latin typeface="Arial" panose="020B0604020202020204" pitchFamily="34" charset="0"/>
                <a:ea typeface="黑体" panose="02010609060101010101" charset="-122"/>
              </a:rPr>
              <a:t>拉普拉斯反变换</a:t>
            </a:r>
            <a:endParaRPr lang="zh-CN" altLang="en-US" sz="4000" b="0" dirty="0">
              <a:solidFill>
                <a:schemeClr val="bg1"/>
              </a:solidFill>
              <a:latin typeface="Arial" panose="020B0604020202020204" pitchFamily="34" charset="0"/>
              <a:ea typeface="黑体" panose="02010609060101010101" charset="-122"/>
            </a:endParaRPr>
          </a:p>
        </p:txBody>
      </p:sp>
      <p:graphicFrame>
        <p:nvGraphicFramePr>
          <p:cNvPr id="8" name="Object 4"/>
          <p:cNvGraphicFramePr>
            <a:graphicFrameLocks noChangeAspect="1"/>
          </p:cNvGraphicFramePr>
          <p:nvPr/>
        </p:nvGraphicFramePr>
        <p:xfrm>
          <a:off x="1509113" y="5111555"/>
          <a:ext cx="639423" cy="387447"/>
        </p:xfrm>
        <a:graphic>
          <a:graphicData uri="http://schemas.openxmlformats.org/presentationml/2006/ole">
            <mc:AlternateContent xmlns:mc="http://schemas.openxmlformats.org/markup-compatibility/2006">
              <mc:Choice xmlns:v="urn:schemas-microsoft-com:vml" Requires="v">
                <p:oleObj spid="_x0000_s3" name="公式" r:id="rId4" imgW="355600" imgH="215900" progId="Equation.3">
                  <p:embed/>
                </p:oleObj>
              </mc:Choice>
              <mc:Fallback>
                <p:oleObj name="公式" r:id="rId4" imgW="355600" imgH="215900" progId="Equation.3">
                  <p:embed/>
                  <p:pic>
                    <p:nvPicPr>
                      <p:cNvPr id="0"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09113" y="5111555"/>
                        <a:ext cx="639423" cy="387447"/>
                      </a:xfrm>
                      <a:prstGeom prst="rect">
                        <a:avLst/>
                      </a:prstGeom>
                      <a:noFill/>
                      <a:ln>
                        <a:noFill/>
                      </a:ln>
                      <a:effectLst/>
                    </p:spPr>
                  </p:pic>
                </p:oleObj>
              </mc:Fallback>
            </mc:AlternateContent>
          </a:graphicData>
        </a:graphic>
      </p:graphicFrame>
      <p:graphicFrame>
        <p:nvGraphicFramePr>
          <p:cNvPr id="9" name="Object 5"/>
          <p:cNvGraphicFramePr>
            <a:graphicFrameLocks noChangeAspect="1"/>
          </p:cNvGraphicFramePr>
          <p:nvPr/>
        </p:nvGraphicFramePr>
        <p:xfrm>
          <a:off x="2555875" y="4926013"/>
          <a:ext cx="5545138" cy="869950"/>
        </p:xfrm>
        <a:graphic>
          <a:graphicData uri="http://schemas.openxmlformats.org/presentationml/2006/ole">
            <mc:AlternateContent xmlns:mc="http://schemas.openxmlformats.org/markup-compatibility/2006">
              <mc:Choice xmlns:v="urn:schemas-microsoft-com:vml" Requires="v">
                <p:oleObj spid="_x0000_s4" name="公式" r:id="rId6" imgW="2603500" imgH="482600" progId="Equation.3">
                  <p:embed/>
                </p:oleObj>
              </mc:Choice>
              <mc:Fallback>
                <p:oleObj name="公式" r:id="rId6" imgW="2603500" imgH="482600" progId="Equation.3">
                  <p:embed/>
                  <p:pic>
                    <p:nvPicPr>
                      <p:cNvPr id="0" name="Object 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555875" y="4926013"/>
                        <a:ext cx="5545138" cy="869950"/>
                      </a:xfrm>
                      <a:prstGeom prst="rect">
                        <a:avLst/>
                      </a:prstGeom>
                      <a:noFill/>
                      <a:ln>
                        <a:noFill/>
                      </a:ln>
                      <a:effectLst/>
                    </p:spPr>
                  </p:pic>
                </p:oleObj>
              </mc:Fallback>
            </mc:AlternateContent>
          </a:graphicData>
        </a:graphic>
      </p:graphicFrame>
      <p:graphicFrame>
        <p:nvGraphicFramePr>
          <p:cNvPr id="10" name="Object 6"/>
          <p:cNvGraphicFramePr>
            <a:graphicFrameLocks noChangeAspect="1"/>
          </p:cNvGraphicFramePr>
          <p:nvPr/>
        </p:nvGraphicFramePr>
        <p:xfrm>
          <a:off x="1622909" y="6021288"/>
          <a:ext cx="525627" cy="387447"/>
        </p:xfrm>
        <a:graphic>
          <a:graphicData uri="http://schemas.openxmlformats.org/presentationml/2006/ole">
            <mc:AlternateContent xmlns:mc="http://schemas.openxmlformats.org/markup-compatibility/2006">
              <mc:Choice xmlns:v="urn:schemas-microsoft-com:vml" Requires="v">
                <p:oleObj spid="_x0000_s5" name="公式" r:id="rId8" imgW="292100" imgH="215900" progId="Equation.3">
                  <p:embed/>
                </p:oleObj>
              </mc:Choice>
              <mc:Fallback>
                <p:oleObj name="公式" r:id="rId8" imgW="292100" imgH="215900" progId="Equation.3">
                  <p:embed/>
                  <p:pic>
                    <p:nvPicPr>
                      <p:cNvPr id="0" name="Object 6"/>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622909" y="6021288"/>
                        <a:ext cx="525627" cy="387447"/>
                      </a:xfrm>
                      <a:prstGeom prst="rect">
                        <a:avLst/>
                      </a:prstGeom>
                      <a:noFill/>
                      <a:ln>
                        <a:noFill/>
                      </a:ln>
                      <a:effectLst/>
                    </p:spPr>
                  </p:pic>
                </p:oleObj>
              </mc:Fallback>
            </mc:AlternateContent>
          </a:graphicData>
        </a:graphic>
      </p:graphicFrame>
      <p:graphicFrame>
        <p:nvGraphicFramePr>
          <p:cNvPr id="11" name="Object 7"/>
          <p:cNvGraphicFramePr>
            <a:graphicFrameLocks noChangeAspect="1"/>
          </p:cNvGraphicFramePr>
          <p:nvPr/>
        </p:nvGraphicFramePr>
        <p:xfrm>
          <a:off x="2580928" y="5837724"/>
          <a:ext cx="3220143" cy="754573"/>
        </p:xfrm>
        <a:graphic>
          <a:graphicData uri="http://schemas.openxmlformats.org/presentationml/2006/ole">
            <mc:AlternateContent xmlns:mc="http://schemas.openxmlformats.org/markup-compatibility/2006">
              <mc:Choice xmlns:v="urn:schemas-microsoft-com:vml" Requires="v">
                <p:oleObj spid="_x0000_s6" name="公式" r:id="rId10" imgW="1790700" imgH="419100" progId="Equation.3">
                  <p:embed/>
                </p:oleObj>
              </mc:Choice>
              <mc:Fallback>
                <p:oleObj name="公式" r:id="rId10" imgW="1790700" imgH="419100" progId="Equation.3">
                  <p:embed/>
                  <p:pic>
                    <p:nvPicPr>
                      <p:cNvPr id="0" name="Object 7"/>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580928" y="5837724"/>
                        <a:ext cx="3220143" cy="754573"/>
                      </a:xfrm>
                      <a:prstGeom prst="rect">
                        <a:avLst/>
                      </a:prstGeom>
                      <a:noFill/>
                      <a:ln>
                        <a:noFill/>
                      </a:ln>
                      <a:effectLst/>
                    </p:spPr>
                  </p:pic>
                </p:oleObj>
              </mc:Fallback>
            </mc:AlternateContent>
          </a:graphicData>
        </a:graphic>
      </p:graphicFrame>
      <p:sp>
        <p:nvSpPr>
          <p:cNvPr id="7" name="墨迹 1"/>
          <p:cNvSpPr/>
          <p:nvPr/>
        </p:nvSpPr>
        <p:spPr bwMode="auto">
          <a:xfrm>
            <a:off x="1529640" y="4691160"/>
            <a:ext cx="6505920" cy="946080"/>
          </a:xfrm>
        </p:spPr>
      </p:sp>
      <p:pic>
        <p:nvPicPr>
          <p:cNvPr id="12" name="音频 2">
            <a:hlinkClick r:id="" action="ppaction://media"/>
          </p:cNvPr>
          <p:cNvPicPr>
            <a:picLocks noChangeAspect="1"/>
          </p:cNvPicPr>
          <p:nvPr>
            <a:audioFile r:link="rId12"/>
            <p:extLst>
              <p:ext uri="{DAA4B4D4-6D71-4841-9C94-3DE7FCFB9230}">
                <p14:media xmlns:p14="http://schemas.microsoft.com/office/powerpoint/2010/main" r:embed="rId13"/>
              </p:ext>
            </p:extLst>
          </p:nvPr>
        </p:nvPicPr>
        <p:blipFill>
          <a:blip r:embed="rId14"/>
          <a:stretch>
            <a:fillRect/>
          </a:stretch>
        </p:blipFill>
        <p:spPr>
          <a:xfrm>
            <a:off x="8623300" y="6337300"/>
            <a:ext cx="304800" cy="304800"/>
          </a:xfrm>
          <a:prstGeom prst="rect">
            <a:avLst/>
          </a:prstGeom>
        </p:spPr>
      </p:pic>
    </p:spTree>
    <p:custDataLst>
      <p:tags r:id="rId15"/>
    </p:custDataLst>
  </p:cSld>
  <p:clrMapOvr>
    <a:masterClrMapping/>
  </p:clrMapOvr>
  <p:transition advTm="19554"/>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5" presetClass="entr" presetSubtype="0" fill="hold" grpId="0" nodeType="clickEffect">
                                  <p:stCondLst>
                                    <p:cond delay="0"/>
                                  </p:stCondLst>
                                  <p:childTnLst>
                                    <p:set>
                                      <p:cBhvr>
                                        <p:cTn id="6" dur="1" fill="hold">
                                          <p:stCondLst>
                                            <p:cond delay="0"/>
                                          </p:stCondLst>
                                        </p:cTn>
                                        <p:tgtEl>
                                          <p:spTgt spid="234502"/>
                                        </p:tgtEl>
                                        <p:attrNameLst>
                                          <p:attrName>style.visibility</p:attrName>
                                        </p:attrNameLst>
                                      </p:cBhvr>
                                      <p:to>
                                        <p:strVal val="visible"/>
                                      </p:to>
                                    </p:set>
                                    <p:anim calcmode="lin" valueType="num">
                                      <p:cBhvr>
                                        <p:cTn id="7" dur="1000" fill="hold"/>
                                        <p:tgtEl>
                                          <p:spTgt spid="234502"/>
                                        </p:tgtEl>
                                        <p:attrNameLst>
                                          <p:attrName>ppt_w</p:attrName>
                                        </p:attrNameLst>
                                      </p:cBhvr>
                                      <p:tavLst>
                                        <p:tav tm="0">
                                          <p:val>
                                            <p:strVal val="#ppt_w*0.70"/>
                                          </p:val>
                                        </p:tav>
                                        <p:tav tm="100000">
                                          <p:val>
                                            <p:strVal val="#ppt_w"/>
                                          </p:val>
                                        </p:tav>
                                      </p:tavLst>
                                    </p:anim>
                                    <p:anim calcmode="lin" valueType="num">
                                      <p:cBhvr>
                                        <p:cTn id="8" dur="1000" fill="hold"/>
                                        <p:tgtEl>
                                          <p:spTgt spid="234502"/>
                                        </p:tgtEl>
                                        <p:attrNameLst>
                                          <p:attrName>ppt_h</p:attrName>
                                        </p:attrNameLst>
                                      </p:cBhvr>
                                      <p:tavLst>
                                        <p:tav tm="0">
                                          <p:val>
                                            <p:strVal val="#ppt_h"/>
                                          </p:val>
                                        </p:tav>
                                        <p:tav tm="100000">
                                          <p:val>
                                            <p:strVal val="#ppt_h"/>
                                          </p:val>
                                        </p:tav>
                                      </p:tavLst>
                                    </p:anim>
                                    <p:animEffect transition="in" filter="fade">
                                      <p:cBhvr>
                                        <p:cTn id="9" dur="1000"/>
                                        <p:tgtEl>
                                          <p:spTgt spid="234502"/>
                                        </p:tgtEl>
                                      </p:cBhvr>
                                    </p:animEffect>
                                  </p:childTnLst>
                                </p:cTn>
                              </p:par>
                            </p:childTnLst>
                          </p:cTn>
                        </p:par>
                        <p:par>
                          <p:cTn id="10" fill="hold">
                            <p:stCondLst>
                              <p:cond delay="1000"/>
                            </p:stCondLst>
                            <p:childTnLst>
                              <p:par>
                                <p:cTn id="11" presetID="55" presetClass="entr" presetSubtype="0" fill="hold" nodeType="afterEffect">
                                  <p:stCondLst>
                                    <p:cond delay="0"/>
                                  </p:stCondLst>
                                  <p:childTnLst>
                                    <p:set>
                                      <p:cBhvr>
                                        <p:cTn id="12" dur="1" fill="hold">
                                          <p:stCondLst>
                                            <p:cond delay="0"/>
                                          </p:stCondLst>
                                        </p:cTn>
                                        <p:tgtEl>
                                          <p:spTgt spid="234504"/>
                                        </p:tgtEl>
                                        <p:attrNameLst>
                                          <p:attrName>style.visibility</p:attrName>
                                        </p:attrNameLst>
                                      </p:cBhvr>
                                      <p:to>
                                        <p:strVal val="visible"/>
                                      </p:to>
                                    </p:set>
                                    <p:anim calcmode="lin" valueType="num">
                                      <p:cBhvr>
                                        <p:cTn id="13" dur="1000" fill="hold"/>
                                        <p:tgtEl>
                                          <p:spTgt spid="234504"/>
                                        </p:tgtEl>
                                        <p:attrNameLst>
                                          <p:attrName>ppt_w</p:attrName>
                                        </p:attrNameLst>
                                      </p:cBhvr>
                                      <p:tavLst>
                                        <p:tav tm="0">
                                          <p:val>
                                            <p:strVal val="#ppt_w*0.70"/>
                                          </p:val>
                                        </p:tav>
                                        <p:tav tm="100000">
                                          <p:val>
                                            <p:strVal val="#ppt_w"/>
                                          </p:val>
                                        </p:tav>
                                      </p:tavLst>
                                    </p:anim>
                                    <p:anim calcmode="lin" valueType="num">
                                      <p:cBhvr>
                                        <p:cTn id="14" dur="1000" fill="hold"/>
                                        <p:tgtEl>
                                          <p:spTgt spid="234504"/>
                                        </p:tgtEl>
                                        <p:attrNameLst>
                                          <p:attrName>ppt_h</p:attrName>
                                        </p:attrNameLst>
                                      </p:cBhvr>
                                      <p:tavLst>
                                        <p:tav tm="0">
                                          <p:val>
                                            <p:strVal val="#ppt_h"/>
                                          </p:val>
                                        </p:tav>
                                        <p:tav tm="100000">
                                          <p:val>
                                            <p:strVal val="#ppt_h"/>
                                          </p:val>
                                        </p:tav>
                                      </p:tavLst>
                                    </p:anim>
                                    <p:animEffect transition="in" filter="fade">
                                      <p:cBhvr>
                                        <p:cTn id="15" dur="1000"/>
                                        <p:tgtEl>
                                          <p:spTgt spid="234504"/>
                                        </p:tgtEl>
                                      </p:cBhvr>
                                    </p:animEffect>
                                  </p:childTnLst>
                                </p:cTn>
                              </p:par>
                            </p:childTnLst>
                          </p:cTn>
                        </p:par>
                        <p:par>
                          <p:cTn id="16" fill="hold">
                            <p:stCondLst>
                              <p:cond delay="2000"/>
                            </p:stCondLst>
                            <p:childTnLst>
                              <p:par>
                                <p:cTn id="17" presetID="55" presetClass="entr" presetSubtype="0" fill="hold" nodeType="afterEffect">
                                  <p:stCondLst>
                                    <p:cond delay="0"/>
                                  </p:stCondLst>
                                  <p:childTnLst>
                                    <p:set>
                                      <p:cBhvr>
                                        <p:cTn id="18" dur="1" fill="hold">
                                          <p:stCondLst>
                                            <p:cond delay="0"/>
                                          </p:stCondLst>
                                        </p:cTn>
                                        <p:tgtEl>
                                          <p:spTgt spid="8"/>
                                        </p:tgtEl>
                                        <p:attrNameLst>
                                          <p:attrName>style.visibility</p:attrName>
                                        </p:attrNameLst>
                                      </p:cBhvr>
                                      <p:to>
                                        <p:strVal val="visible"/>
                                      </p:to>
                                    </p:set>
                                    <p:anim calcmode="lin" valueType="num">
                                      <p:cBhvr>
                                        <p:cTn id="19" dur="1000" fill="hold"/>
                                        <p:tgtEl>
                                          <p:spTgt spid="8"/>
                                        </p:tgtEl>
                                        <p:attrNameLst>
                                          <p:attrName>ppt_w</p:attrName>
                                        </p:attrNameLst>
                                      </p:cBhvr>
                                      <p:tavLst>
                                        <p:tav tm="0">
                                          <p:val>
                                            <p:strVal val="#ppt_w*0.70"/>
                                          </p:val>
                                        </p:tav>
                                        <p:tav tm="100000">
                                          <p:val>
                                            <p:strVal val="#ppt_w"/>
                                          </p:val>
                                        </p:tav>
                                      </p:tavLst>
                                    </p:anim>
                                    <p:anim calcmode="lin" valueType="num">
                                      <p:cBhvr>
                                        <p:cTn id="20" dur="1000" fill="hold"/>
                                        <p:tgtEl>
                                          <p:spTgt spid="8"/>
                                        </p:tgtEl>
                                        <p:attrNameLst>
                                          <p:attrName>ppt_h</p:attrName>
                                        </p:attrNameLst>
                                      </p:cBhvr>
                                      <p:tavLst>
                                        <p:tav tm="0">
                                          <p:val>
                                            <p:strVal val="#ppt_h"/>
                                          </p:val>
                                        </p:tav>
                                        <p:tav tm="100000">
                                          <p:val>
                                            <p:strVal val="#ppt_h"/>
                                          </p:val>
                                        </p:tav>
                                      </p:tavLst>
                                    </p:anim>
                                    <p:animEffect transition="in" filter="fade">
                                      <p:cBhvr>
                                        <p:cTn id="21" dur="1000"/>
                                        <p:tgtEl>
                                          <p:spTgt spid="8"/>
                                        </p:tgtEl>
                                      </p:cBhvr>
                                    </p:animEffect>
                                  </p:childTnLst>
                                </p:cTn>
                              </p:par>
                            </p:childTnLst>
                          </p:cTn>
                        </p:par>
                        <p:par>
                          <p:cTn id="22" fill="hold">
                            <p:stCondLst>
                              <p:cond delay="3000"/>
                            </p:stCondLst>
                            <p:childTnLst>
                              <p:par>
                                <p:cTn id="23" presetID="55" presetClass="entr" presetSubtype="0" fill="hold" nodeType="afterEffect">
                                  <p:stCondLst>
                                    <p:cond delay="0"/>
                                  </p:stCondLst>
                                  <p:childTnLst>
                                    <p:set>
                                      <p:cBhvr>
                                        <p:cTn id="24" dur="1" fill="hold">
                                          <p:stCondLst>
                                            <p:cond delay="0"/>
                                          </p:stCondLst>
                                        </p:cTn>
                                        <p:tgtEl>
                                          <p:spTgt spid="10"/>
                                        </p:tgtEl>
                                        <p:attrNameLst>
                                          <p:attrName>style.visibility</p:attrName>
                                        </p:attrNameLst>
                                      </p:cBhvr>
                                      <p:to>
                                        <p:strVal val="visible"/>
                                      </p:to>
                                    </p:set>
                                    <p:anim calcmode="lin" valueType="num">
                                      <p:cBhvr>
                                        <p:cTn id="25" dur="1000" fill="hold"/>
                                        <p:tgtEl>
                                          <p:spTgt spid="10"/>
                                        </p:tgtEl>
                                        <p:attrNameLst>
                                          <p:attrName>ppt_w</p:attrName>
                                        </p:attrNameLst>
                                      </p:cBhvr>
                                      <p:tavLst>
                                        <p:tav tm="0">
                                          <p:val>
                                            <p:strVal val="#ppt_w*0.70"/>
                                          </p:val>
                                        </p:tav>
                                        <p:tav tm="100000">
                                          <p:val>
                                            <p:strVal val="#ppt_w"/>
                                          </p:val>
                                        </p:tav>
                                      </p:tavLst>
                                    </p:anim>
                                    <p:anim calcmode="lin" valueType="num">
                                      <p:cBhvr>
                                        <p:cTn id="26" dur="1000" fill="hold"/>
                                        <p:tgtEl>
                                          <p:spTgt spid="10"/>
                                        </p:tgtEl>
                                        <p:attrNameLst>
                                          <p:attrName>ppt_h</p:attrName>
                                        </p:attrNameLst>
                                      </p:cBhvr>
                                      <p:tavLst>
                                        <p:tav tm="0">
                                          <p:val>
                                            <p:strVal val="#ppt_h"/>
                                          </p:val>
                                        </p:tav>
                                        <p:tav tm="100000">
                                          <p:val>
                                            <p:strVal val="#ppt_h"/>
                                          </p:val>
                                        </p:tav>
                                      </p:tavLst>
                                    </p:anim>
                                    <p:animEffect transition="in" filter="fade">
                                      <p:cBhvr>
                                        <p:cTn id="27" dur="1000"/>
                                        <p:tgtEl>
                                          <p:spTgt spid="10"/>
                                        </p:tgtEl>
                                      </p:cBhvr>
                                    </p:animEffect>
                                  </p:childTnLst>
                                </p:cTn>
                              </p:par>
                            </p:childTnLst>
                          </p:cTn>
                        </p:par>
                      </p:childTnLst>
                    </p:cTn>
                  </p:par>
                  <p:par>
                    <p:cTn id="28" fill="hold">
                      <p:stCondLst>
                        <p:cond delay="indefinite"/>
                      </p:stCondLst>
                      <p:childTnLst>
                        <p:par>
                          <p:cTn id="29" fill="hold">
                            <p:stCondLst>
                              <p:cond delay="0"/>
                            </p:stCondLst>
                            <p:childTnLst>
                              <p:par>
                                <p:cTn id="30" presetID="55" presetClass="entr" presetSubtype="0" fill="hold" nodeType="clickEffect">
                                  <p:stCondLst>
                                    <p:cond delay="0"/>
                                  </p:stCondLst>
                                  <p:childTnLst>
                                    <p:set>
                                      <p:cBhvr>
                                        <p:cTn id="31" dur="1" fill="hold">
                                          <p:stCondLst>
                                            <p:cond delay="0"/>
                                          </p:stCondLst>
                                        </p:cTn>
                                        <p:tgtEl>
                                          <p:spTgt spid="9"/>
                                        </p:tgtEl>
                                        <p:attrNameLst>
                                          <p:attrName>style.visibility</p:attrName>
                                        </p:attrNameLst>
                                      </p:cBhvr>
                                      <p:to>
                                        <p:strVal val="visible"/>
                                      </p:to>
                                    </p:set>
                                    <p:anim calcmode="lin" valueType="num">
                                      <p:cBhvr>
                                        <p:cTn id="32" dur="1000" fill="hold"/>
                                        <p:tgtEl>
                                          <p:spTgt spid="9"/>
                                        </p:tgtEl>
                                        <p:attrNameLst>
                                          <p:attrName>ppt_w</p:attrName>
                                        </p:attrNameLst>
                                      </p:cBhvr>
                                      <p:tavLst>
                                        <p:tav tm="0">
                                          <p:val>
                                            <p:strVal val="#ppt_w*0.70"/>
                                          </p:val>
                                        </p:tav>
                                        <p:tav tm="100000">
                                          <p:val>
                                            <p:strVal val="#ppt_w"/>
                                          </p:val>
                                        </p:tav>
                                      </p:tavLst>
                                    </p:anim>
                                    <p:anim calcmode="lin" valueType="num">
                                      <p:cBhvr>
                                        <p:cTn id="33" dur="1000" fill="hold"/>
                                        <p:tgtEl>
                                          <p:spTgt spid="9"/>
                                        </p:tgtEl>
                                        <p:attrNameLst>
                                          <p:attrName>ppt_h</p:attrName>
                                        </p:attrNameLst>
                                      </p:cBhvr>
                                      <p:tavLst>
                                        <p:tav tm="0">
                                          <p:val>
                                            <p:strVal val="#ppt_h"/>
                                          </p:val>
                                        </p:tav>
                                        <p:tav tm="100000">
                                          <p:val>
                                            <p:strVal val="#ppt_h"/>
                                          </p:val>
                                        </p:tav>
                                      </p:tavLst>
                                    </p:anim>
                                    <p:animEffect transition="in" filter="fade">
                                      <p:cBhvr>
                                        <p:cTn id="34" dur="1000"/>
                                        <p:tgtEl>
                                          <p:spTgt spid="9"/>
                                        </p:tgtEl>
                                      </p:cBhvr>
                                    </p:animEffect>
                                  </p:childTnLst>
                                </p:cTn>
                              </p:par>
                            </p:childTnLst>
                          </p:cTn>
                        </p:par>
                      </p:childTnLst>
                    </p:cTn>
                  </p:par>
                  <p:par>
                    <p:cTn id="35" fill="hold">
                      <p:stCondLst>
                        <p:cond delay="indefinite"/>
                      </p:stCondLst>
                      <p:childTnLst>
                        <p:par>
                          <p:cTn id="36" fill="hold">
                            <p:stCondLst>
                              <p:cond delay="0"/>
                            </p:stCondLst>
                            <p:childTnLst>
                              <p:par>
                                <p:cTn id="37" presetID="55" presetClass="entr" presetSubtype="0" fill="hold" nodeType="clickEffect">
                                  <p:stCondLst>
                                    <p:cond delay="0"/>
                                  </p:stCondLst>
                                  <p:childTnLst>
                                    <p:set>
                                      <p:cBhvr>
                                        <p:cTn id="38" dur="1" fill="hold">
                                          <p:stCondLst>
                                            <p:cond delay="0"/>
                                          </p:stCondLst>
                                        </p:cTn>
                                        <p:tgtEl>
                                          <p:spTgt spid="11"/>
                                        </p:tgtEl>
                                        <p:attrNameLst>
                                          <p:attrName>style.visibility</p:attrName>
                                        </p:attrNameLst>
                                      </p:cBhvr>
                                      <p:to>
                                        <p:strVal val="visible"/>
                                      </p:to>
                                    </p:set>
                                    <p:anim calcmode="lin" valueType="num">
                                      <p:cBhvr>
                                        <p:cTn id="39" dur="1000" fill="hold"/>
                                        <p:tgtEl>
                                          <p:spTgt spid="11"/>
                                        </p:tgtEl>
                                        <p:attrNameLst>
                                          <p:attrName>ppt_w</p:attrName>
                                        </p:attrNameLst>
                                      </p:cBhvr>
                                      <p:tavLst>
                                        <p:tav tm="0">
                                          <p:val>
                                            <p:strVal val="#ppt_w*0.70"/>
                                          </p:val>
                                        </p:tav>
                                        <p:tav tm="100000">
                                          <p:val>
                                            <p:strVal val="#ppt_w"/>
                                          </p:val>
                                        </p:tav>
                                      </p:tavLst>
                                    </p:anim>
                                    <p:anim calcmode="lin" valueType="num">
                                      <p:cBhvr>
                                        <p:cTn id="40" dur="1000" fill="hold"/>
                                        <p:tgtEl>
                                          <p:spTgt spid="11"/>
                                        </p:tgtEl>
                                        <p:attrNameLst>
                                          <p:attrName>ppt_h</p:attrName>
                                        </p:attrNameLst>
                                      </p:cBhvr>
                                      <p:tavLst>
                                        <p:tav tm="0">
                                          <p:val>
                                            <p:strVal val="#ppt_h"/>
                                          </p:val>
                                        </p:tav>
                                        <p:tav tm="100000">
                                          <p:val>
                                            <p:strVal val="#ppt_h"/>
                                          </p:val>
                                        </p:tav>
                                      </p:tavLst>
                                    </p:anim>
                                    <p:animEffect transition="in" filter="fade">
                                      <p:cBhvr>
                                        <p:cTn id="41" dur="10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4502" grpId="0"/>
    </p:bldLst>
  </p:timing>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3" name="Rectangle 4"/>
          <p:cNvSpPr/>
          <p:nvPr/>
        </p:nvSpPr>
        <p:spPr>
          <a:xfrm>
            <a:off x="1403350" y="1341438"/>
            <a:ext cx="4572000" cy="1314450"/>
          </a:xfrm>
          <a:prstGeom prst="rect">
            <a:avLst/>
          </a:prstGeom>
          <a:solidFill>
            <a:schemeClr val="tx1"/>
          </a:solidFill>
          <a:ln w="9525" cap="flat" cmpd="sng">
            <a:solidFill>
              <a:srgbClr val="C0C0C0"/>
            </a:solidFill>
            <a:prstDash val="solid"/>
            <a:miter/>
            <a:headEnd type="none" w="med" len="med"/>
            <a:tailEnd type="none" w="med" len="med"/>
          </a:ln>
          <a:effectLst>
            <a:outerShdw dist="35921" dir="2699999" algn="ctr" rotWithShape="0">
              <a:schemeClr val="bg2"/>
            </a:outerShdw>
          </a:effectLst>
        </p:spPr>
        <p:txBody>
          <a:bodyPr anchor="t" anchorCtr="0">
            <a:spAutoFit/>
          </a:bodyPr>
          <a:lstStyle/>
          <a:p>
            <a:pPr lvl="1" indent="0" eaLnBrk="1" hangingPunct="1">
              <a:lnSpc>
                <a:spcPct val="120000"/>
              </a:lnSpc>
              <a:spcBef>
                <a:spcPct val="20000"/>
              </a:spcBef>
              <a:spcAft>
                <a:spcPct val="20000"/>
              </a:spcAft>
            </a:pPr>
            <a:r>
              <a:rPr lang="en-US" altLang="zh-CN" dirty="0">
                <a:solidFill>
                  <a:srgbClr val="C0C0C0"/>
                </a:solidFill>
                <a:latin typeface="Arial" panose="020B0604020202020204" pitchFamily="34" charset="0"/>
                <a:ea typeface="宋体" panose="02010600030101010101" pitchFamily="2" charset="-122"/>
              </a:rPr>
              <a:t>1</a:t>
            </a:r>
            <a:r>
              <a:rPr lang="zh-CN" altLang="en-US" dirty="0">
                <a:solidFill>
                  <a:srgbClr val="C0C0C0"/>
                </a:solidFill>
                <a:latin typeface="Arial" panose="020B0604020202020204" pitchFamily="34" charset="0"/>
                <a:ea typeface="宋体" panose="02010600030101010101" pitchFamily="2" charset="-122"/>
              </a:rPr>
              <a:t>、查表并利用拉普拉斯变换的性质</a:t>
            </a:r>
            <a:endParaRPr lang="zh-CN" altLang="en-US" dirty="0">
              <a:solidFill>
                <a:srgbClr val="C0C0C0"/>
              </a:solidFill>
              <a:latin typeface="Arial" panose="020B0604020202020204" pitchFamily="34" charset="0"/>
              <a:ea typeface="宋体" panose="02010600030101010101" pitchFamily="2" charset="-122"/>
            </a:endParaRPr>
          </a:p>
          <a:p>
            <a:pPr lvl="1" indent="0" eaLnBrk="1" hangingPunct="1">
              <a:lnSpc>
                <a:spcPct val="120000"/>
              </a:lnSpc>
              <a:spcBef>
                <a:spcPct val="20000"/>
              </a:spcBef>
              <a:spcAft>
                <a:spcPct val="20000"/>
              </a:spcAft>
            </a:pPr>
            <a:r>
              <a:rPr lang="en-US" altLang="zh-CN" dirty="0">
                <a:solidFill>
                  <a:srgbClr val="C0C0C0"/>
                </a:solidFill>
                <a:latin typeface="Arial" panose="020B0604020202020204" pitchFamily="34" charset="0"/>
                <a:ea typeface="宋体" panose="02010600030101010101" pitchFamily="2" charset="-122"/>
              </a:rPr>
              <a:t>2</a:t>
            </a:r>
            <a:r>
              <a:rPr lang="zh-CN" altLang="en-US" dirty="0">
                <a:solidFill>
                  <a:srgbClr val="C0C0C0"/>
                </a:solidFill>
                <a:latin typeface="Arial" panose="020B0604020202020204" pitchFamily="34" charset="0"/>
                <a:ea typeface="宋体" panose="02010600030101010101" pitchFamily="2" charset="-122"/>
              </a:rPr>
              <a:t>、部分分式展开法</a:t>
            </a:r>
            <a:endParaRPr lang="zh-CN" altLang="en-US" dirty="0">
              <a:solidFill>
                <a:srgbClr val="C0C0C0"/>
              </a:solidFill>
              <a:latin typeface="Arial" panose="020B0604020202020204" pitchFamily="34" charset="0"/>
              <a:ea typeface="宋体" panose="02010600030101010101" pitchFamily="2" charset="-122"/>
            </a:endParaRPr>
          </a:p>
          <a:p>
            <a:pPr lvl="1" indent="0" eaLnBrk="1" hangingPunct="1">
              <a:lnSpc>
                <a:spcPct val="120000"/>
              </a:lnSpc>
              <a:spcBef>
                <a:spcPct val="20000"/>
              </a:spcBef>
              <a:spcAft>
                <a:spcPct val="20000"/>
              </a:spcAft>
            </a:pPr>
            <a:r>
              <a:rPr lang="en-US" altLang="zh-CN" dirty="0">
                <a:solidFill>
                  <a:srgbClr val="FF0000"/>
                </a:solidFill>
                <a:latin typeface="Arial" panose="020B0604020202020204" pitchFamily="34" charset="0"/>
                <a:ea typeface="宋体" panose="02010600030101010101" pitchFamily="2" charset="-122"/>
              </a:rPr>
              <a:t>3</a:t>
            </a:r>
            <a:r>
              <a:rPr lang="zh-CN" altLang="en-US" dirty="0">
                <a:solidFill>
                  <a:srgbClr val="FF0000"/>
                </a:solidFill>
                <a:latin typeface="Arial" panose="020B0604020202020204" pitchFamily="34" charset="0"/>
                <a:ea typeface="宋体" panose="02010600030101010101" pitchFamily="2" charset="-122"/>
              </a:rPr>
              <a:t>、留数法</a:t>
            </a:r>
            <a:endParaRPr lang="zh-CN" altLang="en-US" dirty="0">
              <a:solidFill>
                <a:srgbClr val="FF0000"/>
              </a:solidFill>
              <a:latin typeface="Arial" panose="020B0604020202020204" pitchFamily="34" charset="0"/>
              <a:ea typeface="宋体" panose="02010600030101010101" pitchFamily="2" charset="-122"/>
            </a:endParaRPr>
          </a:p>
        </p:txBody>
      </p:sp>
      <p:sp>
        <p:nvSpPr>
          <p:cNvPr id="235525" name="Rectangle 5"/>
          <p:cNvSpPr>
            <a:spLocks noChangeArrowheads="1"/>
          </p:cNvSpPr>
          <p:nvPr/>
        </p:nvSpPr>
        <p:spPr bwMode="auto">
          <a:xfrm>
            <a:off x="1547813" y="3068638"/>
            <a:ext cx="6192838" cy="1041400"/>
          </a:xfrm>
          <a:prstGeom prst="rect">
            <a:avLst/>
          </a:prstGeom>
          <a:solidFill>
            <a:srgbClr val="FFCC99"/>
          </a:solidFill>
          <a:ln w="9525">
            <a:noFill/>
            <a:miter lim="800000"/>
          </a:ln>
          <a:effectLst>
            <a:outerShdw dist="35921" dir="2700000" algn="ctr" rotWithShape="0">
              <a:schemeClr val="bg2"/>
            </a:outerShdw>
          </a:effectLst>
        </p:spPr>
        <p:txBody>
          <a:bodyPr>
            <a:spAutoFit/>
          </a:bodyPr>
          <a:lstStyle/>
          <a:p>
            <a:pPr marL="0" marR="0" lvl="0" indent="0" algn="l" defTabSz="914400" rtl="0" eaLnBrk="1" fontAlgn="base" latinLnBrk="0" hangingPunct="1">
              <a:lnSpc>
                <a:spcPct val="130000"/>
              </a:lnSpc>
              <a:spcBef>
                <a:spcPct val="25000"/>
              </a:spcBef>
              <a:spcAft>
                <a:spcPct val="0"/>
              </a:spcAft>
              <a:buClrTx/>
              <a:buSzTx/>
              <a:buFontTx/>
              <a:buNone/>
              <a:defRPr/>
            </a:pPr>
            <a:r>
              <a:rPr kumimoji="0" lang="zh-CN" altLang="en-US" sz="2400" b="1" i="0" u="none" strike="noStrike" kern="1200" cap="none" spc="0" normalizeH="0" baseline="0" noProof="0">
                <a:ln>
                  <a:noFill/>
                </a:ln>
                <a:solidFill>
                  <a:srgbClr val="000000"/>
                </a:solidFill>
                <a:effectLst>
                  <a:outerShdw blurRad="38100" dist="38100" dir="2700000" algn="tl">
                    <a:srgbClr val="FFFFFF"/>
                  </a:outerShdw>
                </a:effectLst>
                <a:uLnTx/>
                <a:uFillTx/>
                <a:latin typeface="Arial" panose="020B0604020202020204" pitchFamily="34" charset="0"/>
                <a:ea typeface="宋体" panose="02010600030101010101" pitchFamily="2" charset="-122"/>
                <a:cs typeface="+mn-cs"/>
                <a:sym typeface="+mn-ea"/>
              </a:rPr>
              <a:t>当</a:t>
            </a:r>
            <a:r>
              <a:rPr kumimoji="1" lang="en-US" altLang="zh-CN" sz="2400" b="1" i="1" u="none" strike="noStrike" kern="1200" cap="none" spc="0" normalizeH="0" baseline="0" noProof="0">
                <a:ln>
                  <a:noFill/>
                </a:ln>
                <a:solidFill>
                  <a:srgbClr val="FF0000"/>
                </a:solidFill>
                <a:effectLst/>
                <a:uLnTx/>
                <a:uFillTx/>
                <a:latin typeface="Arial" panose="020B0604020202020204" pitchFamily="34" charset="0"/>
                <a:ea typeface="宋体" panose="02010600030101010101" pitchFamily="2" charset="-122"/>
                <a:cs typeface="+mn-cs"/>
                <a:sym typeface="+mn-ea"/>
              </a:rPr>
              <a:t>F</a:t>
            </a:r>
            <a:r>
              <a:rPr kumimoji="1" lang="en-US" altLang="zh-CN" sz="2400" b="1" i="0" u="none" strike="noStrike" kern="1200" cap="none" spc="0" normalizeH="0" baseline="0" noProof="0">
                <a:ln>
                  <a:noFill/>
                </a:ln>
                <a:solidFill>
                  <a:srgbClr val="FF0000"/>
                </a:solidFill>
                <a:effectLst/>
                <a:uLnTx/>
                <a:uFillTx/>
                <a:latin typeface="Arial" panose="020B0604020202020204" pitchFamily="34" charset="0"/>
                <a:ea typeface="宋体" panose="02010600030101010101" pitchFamily="2" charset="-122"/>
                <a:cs typeface="+mn-cs"/>
                <a:sym typeface="+mn-ea"/>
              </a:rPr>
              <a:t>(</a:t>
            </a:r>
            <a:r>
              <a:rPr kumimoji="1" lang="en-US" altLang="zh-CN" sz="2400" b="1" i="1" u="none" strike="noStrike" kern="1200" cap="none" spc="0" normalizeH="0" baseline="0" noProof="0">
                <a:ln>
                  <a:noFill/>
                </a:ln>
                <a:solidFill>
                  <a:srgbClr val="FF0000"/>
                </a:solidFill>
                <a:effectLst/>
                <a:uLnTx/>
                <a:uFillTx/>
                <a:latin typeface="Arial" panose="020B0604020202020204" pitchFamily="34" charset="0"/>
                <a:ea typeface="宋体" panose="02010600030101010101" pitchFamily="2" charset="-122"/>
                <a:cs typeface="+mn-cs"/>
                <a:sym typeface="+mn-ea"/>
              </a:rPr>
              <a:t>s</a:t>
            </a:r>
            <a:r>
              <a:rPr kumimoji="1" lang="en-US" altLang="zh-CN" sz="2400" b="1" i="0" u="none" strike="noStrike" kern="1200" cap="none" spc="0" normalizeH="0" baseline="0" noProof="0">
                <a:ln>
                  <a:noFill/>
                </a:ln>
                <a:solidFill>
                  <a:srgbClr val="FF0000"/>
                </a:solidFill>
                <a:effectLst/>
                <a:uLnTx/>
                <a:uFillTx/>
                <a:latin typeface="Arial" panose="020B0604020202020204" pitchFamily="34" charset="0"/>
                <a:ea typeface="宋体" panose="02010600030101010101" pitchFamily="2" charset="-122"/>
                <a:cs typeface="+mn-cs"/>
                <a:sym typeface="+mn-ea"/>
              </a:rPr>
              <a:t>)</a:t>
            </a:r>
            <a:r>
              <a:rPr kumimoji="0" lang="zh-CN" altLang="en-US" sz="2400" b="1" i="0" u="none" strike="noStrike" kern="1200" cap="none" spc="0" normalizeH="0" baseline="0" noProof="0">
                <a:ln>
                  <a:noFill/>
                </a:ln>
                <a:solidFill>
                  <a:srgbClr val="FF0000"/>
                </a:solidFill>
                <a:effectLst>
                  <a:outerShdw blurRad="38100" dist="38100" dir="2700000" algn="tl">
                    <a:srgbClr val="000000"/>
                  </a:outerShdw>
                </a:effectLst>
                <a:uLnTx/>
                <a:uFillTx/>
                <a:latin typeface="Arial" panose="020B0604020202020204" pitchFamily="34" charset="0"/>
                <a:ea typeface="宋体" panose="02010600030101010101" pitchFamily="2" charset="-122"/>
                <a:cs typeface="+mn-cs"/>
                <a:sym typeface="+mn-ea"/>
              </a:rPr>
              <a:t>为真分式</a:t>
            </a:r>
            <a:r>
              <a:rPr kumimoji="0" lang="zh-CN" altLang="en-US" sz="2400" b="1" i="0" u="none" strike="noStrike" kern="1200" cap="none" spc="0" normalizeH="0" baseline="0" noProof="0">
                <a:ln>
                  <a:noFill/>
                </a:ln>
                <a:solidFill>
                  <a:srgbClr val="000000"/>
                </a:solidFill>
                <a:effectLst>
                  <a:outerShdw blurRad="38100" dist="38100" dir="2700000" algn="tl">
                    <a:srgbClr val="FFFFFF"/>
                  </a:outerShdw>
                </a:effectLst>
                <a:uLnTx/>
                <a:uFillTx/>
                <a:latin typeface="Arial" panose="020B0604020202020204" pitchFamily="34" charset="0"/>
                <a:ea typeface="宋体" panose="02010600030101010101" pitchFamily="2" charset="-122"/>
                <a:cs typeface="+mn-cs"/>
                <a:sym typeface="+mn-ea"/>
              </a:rPr>
              <a:t>时，</a:t>
            </a:r>
            <a:r>
              <a:rPr kumimoji="0" lang="en-US" altLang="zh-CN" sz="2400" b="1" i="0" u="none" strike="noStrike" kern="1200" cap="none" spc="0" normalizeH="0" baseline="0" noProof="0">
                <a:ln>
                  <a:noFill/>
                </a:ln>
                <a:solidFill>
                  <a:srgbClr val="000000"/>
                </a:solidFill>
                <a:effectLst>
                  <a:outerShdw blurRad="38100" dist="38100" dir="2700000" algn="tl">
                    <a:srgbClr val="FFFFFF"/>
                  </a:outerShdw>
                </a:effectLst>
                <a:uLnTx/>
                <a:uFillTx/>
                <a:latin typeface="Arial" panose="020B0604020202020204" pitchFamily="34" charset="0"/>
                <a:ea typeface="宋体" panose="02010600030101010101" pitchFamily="2" charset="-122"/>
                <a:cs typeface="+mn-cs"/>
                <a:sym typeface="+mn-ea"/>
              </a:rPr>
              <a:t>f(t)</a:t>
            </a:r>
            <a:r>
              <a:rPr kumimoji="0" lang="zh-CN" altLang="en-US" sz="2400" b="1" i="0" u="none" strike="noStrike" kern="1200" cap="none" spc="0" normalizeH="0" baseline="0" noProof="0">
                <a:ln>
                  <a:noFill/>
                </a:ln>
                <a:solidFill>
                  <a:srgbClr val="000000"/>
                </a:solidFill>
                <a:effectLst>
                  <a:outerShdw blurRad="38100" dist="38100" dir="2700000" algn="tl">
                    <a:srgbClr val="FFFFFF"/>
                  </a:outerShdw>
                </a:effectLst>
                <a:uLnTx/>
                <a:uFillTx/>
                <a:latin typeface="Arial" panose="020B0604020202020204" pitchFamily="34" charset="0"/>
                <a:ea typeface="宋体" panose="02010600030101010101" pitchFamily="2" charset="-122"/>
                <a:cs typeface="+mn-cs"/>
                <a:sym typeface="+mn-ea"/>
              </a:rPr>
              <a:t>为</a:t>
            </a:r>
            <a:r>
              <a:rPr kumimoji="1" lang="en-US" altLang="zh-CN" sz="2400" b="1" i="1" u="none" strike="noStrike" kern="1200" cap="none" spc="0" normalizeH="0" baseline="0" noProof="0">
                <a:ln>
                  <a:noFill/>
                </a:ln>
                <a:solidFill>
                  <a:srgbClr val="FF0000"/>
                </a:solidFill>
                <a:effectLst/>
                <a:uLnTx/>
                <a:uFillTx/>
                <a:latin typeface="Arial" panose="020B0604020202020204" pitchFamily="34" charset="0"/>
                <a:ea typeface="宋体" panose="02010600030101010101" pitchFamily="2" charset="-122"/>
                <a:cs typeface="+mn-cs"/>
                <a:sym typeface="+mn-ea"/>
              </a:rPr>
              <a:t>F</a:t>
            </a:r>
            <a:r>
              <a:rPr kumimoji="1" lang="en-US" altLang="zh-CN" sz="2400" b="1" i="0" u="none" strike="noStrike" kern="1200" cap="none" spc="0" normalizeH="0" baseline="0" noProof="0">
                <a:ln>
                  <a:noFill/>
                </a:ln>
                <a:solidFill>
                  <a:srgbClr val="FF0000"/>
                </a:solidFill>
                <a:effectLst/>
                <a:uLnTx/>
                <a:uFillTx/>
                <a:latin typeface="Arial" panose="020B0604020202020204" pitchFamily="34" charset="0"/>
                <a:ea typeface="宋体" panose="02010600030101010101" pitchFamily="2" charset="-122"/>
                <a:cs typeface="+mn-cs"/>
                <a:sym typeface="+mn-ea"/>
              </a:rPr>
              <a:t>(</a:t>
            </a:r>
            <a:r>
              <a:rPr kumimoji="1" lang="en-US" altLang="zh-CN" sz="2400" b="1" i="1" u="none" strike="noStrike" kern="1200" cap="none" spc="0" normalizeH="0" baseline="0" noProof="0">
                <a:ln>
                  <a:noFill/>
                </a:ln>
                <a:solidFill>
                  <a:srgbClr val="FF0000"/>
                </a:solidFill>
                <a:effectLst/>
                <a:uLnTx/>
                <a:uFillTx/>
                <a:latin typeface="Arial" panose="020B0604020202020204" pitchFamily="34" charset="0"/>
                <a:ea typeface="宋体" panose="02010600030101010101" pitchFamily="2" charset="-122"/>
                <a:cs typeface="+mn-cs"/>
                <a:sym typeface="+mn-ea"/>
              </a:rPr>
              <a:t>s</a:t>
            </a:r>
            <a:r>
              <a:rPr kumimoji="1" lang="en-US" altLang="zh-CN" sz="2400" b="1" i="0" u="none" strike="noStrike" kern="1200" cap="none" spc="0" normalizeH="0" baseline="0" noProof="0">
                <a:ln>
                  <a:noFill/>
                </a:ln>
                <a:solidFill>
                  <a:srgbClr val="FF0000"/>
                </a:solidFill>
                <a:effectLst/>
                <a:uLnTx/>
                <a:uFillTx/>
                <a:latin typeface="Arial" panose="020B0604020202020204" pitchFamily="34" charset="0"/>
                <a:ea typeface="宋体" panose="02010600030101010101" pitchFamily="2" charset="-122"/>
                <a:cs typeface="+mn-cs"/>
                <a:sym typeface="+mn-ea"/>
              </a:rPr>
              <a:t>)</a:t>
            </a:r>
            <a:r>
              <a:rPr kumimoji="0" lang="zh-CN" altLang="en-US" sz="2400" b="1" i="0" u="none" strike="noStrike" kern="1200" cap="none" spc="0" normalizeH="0" baseline="0" noProof="0">
                <a:ln>
                  <a:noFill/>
                </a:ln>
                <a:solidFill>
                  <a:srgbClr val="000000"/>
                </a:solidFill>
                <a:effectLst>
                  <a:outerShdw blurRad="38100" dist="38100" dir="2700000" algn="tl">
                    <a:srgbClr val="FFFFFF"/>
                  </a:outerShdw>
                </a:effectLst>
                <a:uLnTx/>
                <a:uFillTx/>
                <a:latin typeface="Arial" panose="020B0604020202020204" pitchFamily="34" charset="0"/>
                <a:ea typeface="宋体" panose="02010600030101010101" pitchFamily="2" charset="-122"/>
                <a:cs typeface="+mn-cs"/>
                <a:sym typeface="+mn-ea"/>
              </a:rPr>
              <a:t>全部极点留数的代数和。</a:t>
            </a:r>
            <a:endParaRPr kumimoji="0" lang="zh-CN" altLang="en-US" sz="2400" b="1" i="0" u="none" strike="noStrike" kern="1200" cap="none" spc="0" normalizeH="0" baseline="0" noProof="0">
              <a:ln>
                <a:noFill/>
              </a:ln>
              <a:solidFill>
                <a:srgbClr val="000000"/>
              </a:solidFill>
              <a:effectLst>
                <a:outerShdw blurRad="38100" dist="38100" dir="2700000" algn="tl">
                  <a:srgbClr val="FFFFFF"/>
                </a:outerShdw>
              </a:effectLst>
              <a:uLnTx/>
              <a:uFillTx/>
              <a:latin typeface="Arial" panose="020B0604020202020204" pitchFamily="34" charset="0"/>
              <a:ea typeface="宋体" panose="02010600030101010101" pitchFamily="2" charset="-122"/>
              <a:cs typeface="+mn-cs"/>
              <a:sym typeface="+mn-ea"/>
            </a:endParaRPr>
          </a:p>
        </p:txBody>
      </p:sp>
      <p:graphicFrame>
        <p:nvGraphicFramePr>
          <p:cNvPr id="235526" name="Object 6"/>
          <p:cNvGraphicFramePr>
            <a:graphicFrameLocks noChangeAspect="1"/>
          </p:cNvGraphicFramePr>
          <p:nvPr/>
        </p:nvGraphicFramePr>
        <p:xfrm>
          <a:off x="1547813" y="4652963"/>
          <a:ext cx="1576387" cy="579437"/>
        </p:xfrm>
        <a:graphic>
          <a:graphicData uri="http://schemas.openxmlformats.org/presentationml/2006/ole">
            <mc:AlternateContent xmlns:mc="http://schemas.openxmlformats.org/markup-compatibility/2006">
              <mc:Choice xmlns:v="urn:schemas-microsoft-com:vml" Requires="v">
                <p:oleObj spid="_x0000_s2" name="" r:id="rId1" imgW="622300" imgH="228600" progId="Equation.3">
                  <p:embed/>
                </p:oleObj>
              </mc:Choice>
              <mc:Fallback>
                <p:oleObj name="" r:id="rId1" imgW="622300" imgH="228600" progId="Equation.3">
                  <p:embed/>
                  <p:pic>
                    <p:nvPicPr>
                      <p:cNvPr id="0" name="Object 6"/>
                      <p:cNvPicPr/>
                      <p:nvPr/>
                    </p:nvPicPr>
                    <p:blipFill>
                      <a:blip r:embed="rId2"/>
                      <a:stretch>
                        <a:fillRect/>
                      </a:stretch>
                    </p:blipFill>
                    <p:spPr>
                      <a:xfrm>
                        <a:off x="1547813" y="4652963"/>
                        <a:ext cx="1576387" cy="579437"/>
                      </a:xfrm>
                      <a:prstGeom prst="rect">
                        <a:avLst/>
                      </a:prstGeom>
                      <a:noFill/>
                      <a:ln w="38100">
                        <a:noFill/>
                        <a:miter/>
                      </a:ln>
                    </p:spPr>
                  </p:pic>
                </p:oleObj>
              </mc:Fallback>
            </mc:AlternateContent>
          </a:graphicData>
        </a:graphic>
      </p:graphicFrame>
      <p:graphicFrame>
        <p:nvGraphicFramePr>
          <p:cNvPr id="235527" name="Object 7"/>
          <p:cNvGraphicFramePr>
            <a:graphicFrameLocks noChangeAspect="1"/>
          </p:cNvGraphicFramePr>
          <p:nvPr/>
        </p:nvGraphicFramePr>
        <p:xfrm>
          <a:off x="3203575" y="4508500"/>
          <a:ext cx="5689600" cy="996950"/>
        </p:xfrm>
        <a:graphic>
          <a:graphicData uri="http://schemas.openxmlformats.org/presentationml/2006/ole">
            <mc:AlternateContent xmlns:mc="http://schemas.openxmlformats.org/markup-compatibility/2006">
              <mc:Choice xmlns:v="urn:schemas-microsoft-com:vml" Requires="v">
                <p:oleObj spid="_x0000_s3" name="" r:id="rId3" imgW="2247900" imgH="393700" progId="Equation.3">
                  <p:embed/>
                </p:oleObj>
              </mc:Choice>
              <mc:Fallback>
                <p:oleObj name="" r:id="rId3" imgW="2247900" imgH="393700" progId="Equation.3">
                  <p:embed/>
                  <p:pic>
                    <p:nvPicPr>
                      <p:cNvPr id="0" name="Object 7"/>
                      <p:cNvPicPr/>
                      <p:nvPr/>
                    </p:nvPicPr>
                    <p:blipFill>
                      <a:blip r:embed="rId4"/>
                      <a:stretch>
                        <a:fillRect/>
                      </a:stretch>
                    </p:blipFill>
                    <p:spPr>
                      <a:xfrm>
                        <a:off x="3203575" y="4508500"/>
                        <a:ext cx="5689600" cy="996950"/>
                      </a:xfrm>
                      <a:prstGeom prst="rect">
                        <a:avLst/>
                      </a:prstGeom>
                      <a:noFill/>
                      <a:ln w="38100">
                        <a:noFill/>
                        <a:miter/>
                      </a:ln>
                    </p:spPr>
                  </p:pic>
                </p:oleObj>
              </mc:Fallback>
            </mc:AlternateContent>
          </a:graphicData>
        </a:graphic>
      </p:graphicFrame>
      <p:sp>
        <p:nvSpPr>
          <p:cNvPr id="105477" name="Rectangle 8"/>
          <p:cNvSpPr/>
          <p:nvPr/>
        </p:nvSpPr>
        <p:spPr>
          <a:xfrm>
            <a:off x="971550" y="260350"/>
            <a:ext cx="6337300" cy="823913"/>
          </a:xfrm>
          <a:prstGeom prst="rect">
            <a:avLst/>
          </a:prstGeom>
          <a:solidFill>
            <a:schemeClr val="tx1"/>
          </a:solidFill>
          <a:ln w="9525" cap="flat" cmpd="sng">
            <a:solidFill>
              <a:srgbClr val="C0C0C0"/>
            </a:solidFill>
            <a:prstDash val="solid"/>
            <a:miter/>
            <a:headEnd type="none" w="med" len="med"/>
            <a:tailEnd type="none" w="med" len="med"/>
          </a:ln>
          <a:effectLst>
            <a:outerShdw dist="35921" dir="2699999" algn="ctr" rotWithShape="0">
              <a:srgbClr val="808080"/>
            </a:outerShdw>
          </a:effectLst>
        </p:spPr>
        <p:txBody>
          <a:bodyPr anchor="ctr" anchorCtr="0"/>
          <a:lstStyle/>
          <a:p>
            <a:pPr algn="ctr" eaLnBrk="0" hangingPunct="0"/>
            <a:r>
              <a:rPr lang="zh-CN" altLang="en-US" sz="4000" b="0" dirty="0">
                <a:solidFill>
                  <a:schemeClr val="bg1"/>
                </a:solidFill>
                <a:latin typeface="Arial" panose="020B0604020202020204" pitchFamily="34" charset="0"/>
                <a:ea typeface="黑体" panose="02010609060101010101" charset="-122"/>
              </a:rPr>
              <a:t>总结</a:t>
            </a:r>
            <a:r>
              <a:rPr lang="en-US" altLang="zh-CN" sz="4000" b="0" baseline="30000" dirty="0">
                <a:solidFill>
                  <a:schemeClr val="bg1"/>
                </a:solidFill>
                <a:latin typeface="Arial" panose="020B0604020202020204" pitchFamily="34" charset="0"/>
                <a:ea typeface="黑体" panose="02010609060101010101" charset="-122"/>
              </a:rPr>
              <a:t>—</a:t>
            </a:r>
            <a:r>
              <a:rPr lang="zh-CN" altLang="en-US" sz="4000" b="0" baseline="30000" dirty="0">
                <a:solidFill>
                  <a:schemeClr val="bg1"/>
                </a:solidFill>
                <a:latin typeface="Arial" panose="020B0604020202020204" pitchFamily="34" charset="0"/>
                <a:ea typeface="黑体" panose="02010609060101010101" charset="-122"/>
              </a:rPr>
              <a:t>拉普拉斯反变换</a:t>
            </a:r>
            <a:endParaRPr lang="zh-CN" altLang="en-US" sz="4000" b="0" dirty="0">
              <a:solidFill>
                <a:schemeClr val="bg1"/>
              </a:solidFill>
              <a:latin typeface="Arial" panose="020B0604020202020204" pitchFamily="34" charset="0"/>
              <a:ea typeface="黑体" panose="02010609060101010101" charset="-122"/>
            </a:endParaRPr>
          </a:p>
        </p:txBody>
      </p:sp>
      <p:sp>
        <p:nvSpPr>
          <p:cNvPr id="4" name="墨迹 1"/>
          <p:cNvSpPr/>
          <p:nvPr/>
        </p:nvSpPr>
        <p:spPr bwMode="auto">
          <a:xfrm>
            <a:off x="5628600" y="1320120"/>
            <a:ext cx="2905200" cy="1068120"/>
          </a:xfrm>
        </p:spPr>
      </p:sp>
      <p:pic>
        <p:nvPicPr>
          <p:cNvPr id="5" name="音频 2">
            <a:hlinkClick r:id="" action="ppaction://media"/>
          </p:cNvPr>
          <p:cNvPicPr>
            <a:picLocks noChangeAspect="1"/>
          </p:cNvPicPr>
          <p:nvPr>
            <a:audioFile r:link="rId5"/>
            <p:extLst>
              <p:ext uri="{DAA4B4D4-6D71-4841-9C94-3DE7FCFB9230}">
                <p14:media xmlns:p14="http://schemas.microsoft.com/office/powerpoint/2010/main" r:embed="rId6"/>
              </p:ext>
            </p:extLst>
          </p:nvPr>
        </p:nvPicPr>
        <p:blipFill>
          <a:blip r:embed="rId7"/>
          <a:stretch>
            <a:fillRect/>
          </a:stretch>
        </p:blipFill>
        <p:spPr>
          <a:xfrm>
            <a:off x="8623300" y="6337300"/>
            <a:ext cx="304800" cy="304800"/>
          </a:xfrm>
          <a:prstGeom prst="rect">
            <a:avLst/>
          </a:prstGeom>
        </p:spPr>
      </p:pic>
    </p:spTree>
    <p:custDataLst>
      <p:tags r:id="rId8"/>
    </p:custDataLst>
  </p:cSld>
  <p:clrMapOvr>
    <a:masterClrMapping/>
  </p:clrMapOvr>
  <p:transition advTm="34137"/>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5" presetClass="entr" presetSubtype="0" fill="hold" nodeType="afterEffect">
                                  <p:stCondLst>
                                    <p:cond delay="0"/>
                                  </p:stCondLst>
                                  <p:childTnLst>
                                    <p:set>
                                      <p:cBhvr>
                                        <p:cTn id="6" dur="1" fill="hold">
                                          <p:stCondLst>
                                            <p:cond delay="0"/>
                                          </p:stCondLst>
                                        </p:cTn>
                                        <p:tgtEl>
                                          <p:spTgt spid="235526"/>
                                        </p:tgtEl>
                                        <p:attrNameLst>
                                          <p:attrName>style.visibility</p:attrName>
                                        </p:attrNameLst>
                                      </p:cBhvr>
                                      <p:to>
                                        <p:strVal val="visible"/>
                                      </p:to>
                                    </p:set>
                                    <p:anim calcmode="lin" valueType="num">
                                      <p:cBhvr>
                                        <p:cTn id="7" dur="1000" fill="hold"/>
                                        <p:tgtEl>
                                          <p:spTgt spid="235526"/>
                                        </p:tgtEl>
                                        <p:attrNameLst>
                                          <p:attrName>ppt_w</p:attrName>
                                        </p:attrNameLst>
                                      </p:cBhvr>
                                      <p:tavLst>
                                        <p:tav tm="0">
                                          <p:val>
                                            <p:strVal val="#ppt_w*0.70"/>
                                          </p:val>
                                        </p:tav>
                                        <p:tav tm="100000">
                                          <p:val>
                                            <p:strVal val="#ppt_w"/>
                                          </p:val>
                                        </p:tav>
                                      </p:tavLst>
                                    </p:anim>
                                    <p:anim calcmode="lin" valueType="num">
                                      <p:cBhvr>
                                        <p:cTn id="8" dur="1000" fill="hold"/>
                                        <p:tgtEl>
                                          <p:spTgt spid="235526"/>
                                        </p:tgtEl>
                                        <p:attrNameLst>
                                          <p:attrName>ppt_h</p:attrName>
                                        </p:attrNameLst>
                                      </p:cBhvr>
                                      <p:tavLst>
                                        <p:tav tm="0">
                                          <p:val>
                                            <p:strVal val="#ppt_h"/>
                                          </p:val>
                                        </p:tav>
                                        <p:tav tm="100000">
                                          <p:val>
                                            <p:strVal val="#ppt_h"/>
                                          </p:val>
                                        </p:tav>
                                      </p:tavLst>
                                    </p:anim>
                                    <p:animEffect transition="in" filter="fade">
                                      <p:cBhvr>
                                        <p:cTn id="9" dur="1000"/>
                                        <p:tgtEl>
                                          <p:spTgt spid="235526"/>
                                        </p:tgtEl>
                                      </p:cBhvr>
                                    </p:animEffect>
                                  </p:childTnLst>
                                </p:cTn>
                              </p:par>
                            </p:childTnLst>
                          </p:cTn>
                        </p:par>
                      </p:childTnLst>
                    </p:cTn>
                  </p:par>
                  <p:par>
                    <p:cTn id="10" fill="hold">
                      <p:stCondLst>
                        <p:cond delay="indefinite"/>
                      </p:stCondLst>
                      <p:childTnLst>
                        <p:par>
                          <p:cTn id="11" fill="hold">
                            <p:stCondLst>
                              <p:cond delay="0"/>
                            </p:stCondLst>
                            <p:childTnLst>
                              <p:par>
                                <p:cTn id="12" presetID="55" presetClass="entr" presetSubtype="0" fill="hold" nodeType="clickEffect">
                                  <p:stCondLst>
                                    <p:cond delay="0"/>
                                  </p:stCondLst>
                                  <p:childTnLst>
                                    <p:set>
                                      <p:cBhvr>
                                        <p:cTn id="13" dur="1" fill="hold">
                                          <p:stCondLst>
                                            <p:cond delay="0"/>
                                          </p:stCondLst>
                                        </p:cTn>
                                        <p:tgtEl>
                                          <p:spTgt spid="235527"/>
                                        </p:tgtEl>
                                        <p:attrNameLst>
                                          <p:attrName>style.visibility</p:attrName>
                                        </p:attrNameLst>
                                      </p:cBhvr>
                                      <p:to>
                                        <p:strVal val="visible"/>
                                      </p:to>
                                    </p:set>
                                    <p:anim calcmode="lin" valueType="num">
                                      <p:cBhvr>
                                        <p:cTn id="14" dur="1000" fill="hold"/>
                                        <p:tgtEl>
                                          <p:spTgt spid="235527"/>
                                        </p:tgtEl>
                                        <p:attrNameLst>
                                          <p:attrName>ppt_w</p:attrName>
                                        </p:attrNameLst>
                                      </p:cBhvr>
                                      <p:tavLst>
                                        <p:tav tm="0">
                                          <p:val>
                                            <p:strVal val="#ppt_w*0.70"/>
                                          </p:val>
                                        </p:tav>
                                        <p:tav tm="100000">
                                          <p:val>
                                            <p:strVal val="#ppt_w"/>
                                          </p:val>
                                        </p:tav>
                                      </p:tavLst>
                                    </p:anim>
                                    <p:anim calcmode="lin" valueType="num">
                                      <p:cBhvr>
                                        <p:cTn id="15" dur="1000" fill="hold"/>
                                        <p:tgtEl>
                                          <p:spTgt spid="235527"/>
                                        </p:tgtEl>
                                        <p:attrNameLst>
                                          <p:attrName>ppt_h</p:attrName>
                                        </p:attrNameLst>
                                      </p:cBhvr>
                                      <p:tavLst>
                                        <p:tav tm="0">
                                          <p:val>
                                            <p:strVal val="#ppt_h"/>
                                          </p:val>
                                        </p:tav>
                                        <p:tav tm="100000">
                                          <p:val>
                                            <p:strVal val="#ppt_h"/>
                                          </p:val>
                                        </p:tav>
                                      </p:tavLst>
                                    </p:anim>
                                    <p:animEffect transition="in" filter="fade">
                                      <p:cBhvr>
                                        <p:cTn id="16" dur="1000"/>
                                        <p:tgtEl>
                                          <p:spTgt spid="2355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Rectangle 4"/>
          <p:cNvSpPr>
            <a:spLocks noGrp="1" noChangeArrowheads="1"/>
          </p:cNvSpPr>
          <p:nvPr>
            <p:ph type="dt"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kumimoji="1" sz="3200">
                <a:solidFill>
                  <a:schemeClr val="tx1"/>
                </a:solidFill>
                <a:latin typeface="Arial" panose="020B0604020202020204" pitchFamily="34" charset="0"/>
                <a:ea typeface="华文中宋" panose="02010600040101010101" charset="-122"/>
              </a:defRPr>
            </a:lvl1pPr>
            <a:lvl2pPr marL="742950" indent="-285750">
              <a:spcBef>
                <a:spcPct val="20000"/>
              </a:spcBef>
              <a:buChar char="–"/>
              <a:defRPr kumimoji="1" sz="2800">
                <a:solidFill>
                  <a:schemeClr val="tx1"/>
                </a:solidFill>
                <a:latin typeface="Arial" panose="020B0604020202020204" pitchFamily="34" charset="0"/>
                <a:ea typeface="华文中宋" panose="02010600040101010101" charset="-122"/>
              </a:defRPr>
            </a:lvl2pPr>
            <a:lvl3pPr marL="1143000" indent="-228600">
              <a:spcBef>
                <a:spcPct val="20000"/>
              </a:spcBef>
              <a:buChar char="•"/>
              <a:defRPr kumimoji="1" sz="2400">
                <a:solidFill>
                  <a:schemeClr val="tx1"/>
                </a:solidFill>
                <a:latin typeface="Arial" panose="020B0604020202020204" pitchFamily="34" charset="0"/>
                <a:ea typeface="华文中宋" panose="02010600040101010101" charset="-122"/>
              </a:defRPr>
            </a:lvl3pPr>
            <a:lvl4pPr marL="1600200" indent="-228600">
              <a:spcBef>
                <a:spcPct val="20000"/>
              </a:spcBef>
              <a:buChar char="–"/>
              <a:defRPr kumimoji="1" sz="2000">
                <a:solidFill>
                  <a:schemeClr val="tx1"/>
                </a:solidFill>
                <a:latin typeface="Arial" panose="020B0604020202020204" pitchFamily="34" charset="0"/>
                <a:ea typeface="华文中宋" panose="02010600040101010101" charset="-122"/>
              </a:defRPr>
            </a:lvl4pPr>
            <a:lvl5pPr marL="2057400" indent="-228600">
              <a:spcBef>
                <a:spcPct val="20000"/>
              </a:spcBef>
              <a:buChar char="»"/>
              <a:defRPr kumimoji="1" sz="2000">
                <a:solidFill>
                  <a:schemeClr val="tx1"/>
                </a:solidFill>
                <a:latin typeface="Arial" panose="020B0604020202020204" pitchFamily="34" charset="0"/>
                <a:ea typeface="华文中宋" panose="02010600040101010101" charset="-122"/>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华文中宋" panose="02010600040101010101" charset="-122"/>
              </a:defRPr>
            </a:lvl9pPr>
          </a:lstStyle>
          <a:p>
            <a:pPr>
              <a:spcBef>
                <a:spcPct val="0"/>
              </a:spcBef>
              <a:buFontTx/>
              <a:buNone/>
            </a:pPr>
            <a:fld id="{061856B0-2601-4CE8-A3D9-DE3B9261B5DF}" type="datetime1">
              <a:rPr kumimoji="0" lang="zh-CN" altLang="en-US" sz="1200" smtClean="0">
                <a:solidFill>
                  <a:srgbClr val="000000"/>
                </a:solidFill>
                <a:ea typeface="宋体" panose="02010600030101010101" pitchFamily="2" charset="-122"/>
              </a:rPr>
            </a:fld>
            <a:endParaRPr kumimoji="0" lang="en-US" altLang="zh-CN" sz="1200">
              <a:solidFill>
                <a:srgbClr val="000000"/>
              </a:solidFill>
              <a:ea typeface="宋体" panose="02010600030101010101" pitchFamily="2" charset="-122"/>
            </a:endParaRPr>
          </a:p>
        </p:txBody>
      </p:sp>
      <p:graphicFrame>
        <p:nvGraphicFramePr>
          <p:cNvPr id="117763" name="Object 3"/>
          <p:cNvGraphicFramePr>
            <a:graphicFrameLocks noGrp="1" noChangeAspect="1"/>
          </p:cNvGraphicFramePr>
          <p:nvPr>
            <p:ph sz="half" idx="4294967295"/>
          </p:nvPr>
        </p:nvGraphicFramePr>
        <p:xfrm>
          <a:off x="539750" y="0"/>
          <a:ext cx="4679950" cy="1030288"/>
        </p:xfrm>
        <a:graphic>
          <a:graphicData uri="http://schemas.openxmlformats.org/presentationml/2006/ole">
            <mc:AlternateContent xmlns:mc="http://schemas.openxmlformats.org/markup-compatibility/2006">
              <mc:Choice xmlns:v="urn:schemas-microsoft-com:vml" Requires="v">
                <p:oleObj spid="_x0000_s2" name="公式" r:id="rId1" imgW="1905000" imgH="419100" progId="Equation.3">
                  <p:embed/>
                </p:oleObj>
              </mc:Choice>
              <mc:Fallback>
                <p:oleObj name="公式" r:id="rId1" imgW="1905000" imgH="419100" progId="Equation.3">
                  <p:embed/>
                  <p:pic>
                    <p:nvPicPr>
                      <p:cNvPr id="0" name="Object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9750" y="0"/>
                        <a:ext cx="4679950" cy="1030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351236" name="Object 4"/>
          <p:cNvGraphicFramePr>
            <a:graphicFrameLocks noChangeAspect="1"/>
          </p:cNvGraphicFramePr>
          <p:nvPr/>
        </p:nvGraphicFramePr>
        <p:xfrm>
          <a:off x="512763" y="1052513"/>
          <a:ext cx="6934200" cy="939800"/>
        </p:xfrm>
        <a:graphic>
          <a:graphicData uri="http://schemas.openxmlformats.org/presentationml/2006/ole">
            <mc:AlternateContent xmlns:mc="http://schemas.openxmlformats.org/markup-compatibility/2006">
              <mc:Choice xmlns:v="urn:schemas-microsoft-com:vml" Requires="v">
                <p:oleObj spid="_x0000_s3" name="公式" r:id="rId3" imgW="3556000" imgH="482600" progId="Equation.3">
                  <p:embed/>
                </p:oleObj>
              </mc:Choice>
              <mc:Fallback>
                <p:oleObj name="公式" r:id="rId3" imgW="3556000" imgH="482600" progId="Equation.3">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12763" y="1052513"/>
                        <a:ext cx="6934200" cy="939800"/>
                      </a:xfrm>
                      <a:prstGeom prst="rect">
                        <a:avLst/>
                      </a:prstGeom>
                      <a:solidFill>
                        <a:schemeClr val="tx1"/>
                      </a:solidFill>
                      <a:ln>
                        <a:noFill/>
                      </a:ln>
                      <a:effectLst/>
                      <a:extLst>
                        <a:ext uri="{91240B29-F687-4F45-9708-019B960494DF}">
                          <a14:hiddenLine xmlns:a14="http://schemas.microsoft.com/office/drawing/2010/main" w="38100">
                            <a:solidFill>
                              <a:srgbClr val="C0C0C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217092" name="Object 4"/>
          <p:cNvGraphicFramePr>
            <a:graphicFrameLocks noChangeAspect="1"/>
          </p:cNvGraphicFramePr>
          <p:nvPr/>
        </p:nvGraphicFramePr>
        <p:xfrm>
          <a:off x="1692275" y="3500438"/>
          <a:ext cx="2520950" cy="1085850"/>
        </p:xfrm>
        <a:graphic>
          <a:graphicData uri="http://schemas.openxmlformats.org/presentationml/2006/ole">
            <mc:AlternateContent xmlns:mc="http://schemas.openxmlformats.org/markup-compatibility/2006">
              <mc:Choice xmlns:v="urn:schemas-microsoft-com:vml" Requires="v">
                <p:oleObj spid="_x0000_s4" name="公式" r:id="rId5" imgW="1562100" imgH="673100" progId="Equation.3">
                  <p:embed/>
                </p:oleObj>
              </mc:Choice>
              <mc:Fallback>
                <p:oleObj name="公式" r:id="rId5" imgW="1562100" imgH="673100" progId="Equation.3">
                  <p:embed/>
                  <p:pic>
                    <p:nvPicPr>
                      <p:cNvPr id="0"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692275" y="3500438"/>
                        <a:ext cx="2520950" cy="1085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aphicFrame>
        <p:nvGraphicFramePr>
          <p:cNvPr id="217093" name="Object 5"/>
          <p:cNvGraphicFramePr>
            <a:graphicFrameLocks noChangeAspect="1"/>
          </p:cNvGraphicFramePr>
          <p:nvPr/>
        </p:nvGraphicFramePr>
        <p:xfrm>
          <a:off x="4932363" y="2205038"/>
          <a:ext cx="2320925" cy="1169987"/>
        </p:xfrm>
        <a:graphic>
          <a:graphicData uri="http://schemas.openxmlformats.org/presentationml/2006/ole">
            <mc:AlternateContent xmlns:mc="http://schemas.openxmlformats.org/markup-compatibility/2006">
              <mc:Choice xmlns:v="urn:schemas-microsoft-com:vml" Requires="v">
                <p:oleObj spid="_x0000_s5" name="公式" r:id="rId7" imgW="1384300" imgH="673100" progId="Equation.3">
                  <p:embed/>
                </p:oleObj>
              </mc:Choice>
              <mc:Fallback>
                <p:oleObj name="公式" r:id="rId7" imgW="1384300" imgH="673100" progId="Equation.3">
                  <p:embed/>
                  <p:pic>
                    <p:nvPicPr>
                      <p:cNvPr id="0" name="Object 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932363" y="2205038"/>
                        <a:ext cx="2320925" cy="11699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aphicFrame>
        <p:nvGraphicFramePr>
          <p:cNvPr id="217094" name="Object 6"/>
          <p:cNvGraphicFramePr>
            <a:graphicFrameLocks noChangeAspect="1"/>
          </p:cNvGraphicFramePr>
          <p:nvPr/>
        </p:nvGraphicFramePr>
        <p:xfrm>
          <a:off x="3924300" y="2420938"/>
          <a:ext cx="865188" cy="523875"/>
        </p:xfrm>
        <a:graphic>
          <a:graphicData uri="http://schemas.openxmlformats.org/presentationml/2006/ole">
            <mc:AlternateContent xmlns:mc="http://schemas.openxmlformats.org/markup-compatibility/2006">
              <mc:Choice xmlns:v="urn:schemas-microsoft-com:vml" Requires="v">
                <p:oleObj spid="_x0000_s6" name="公式" r:id="rId9" imgW="355600" imgH="215900" progId="Equation.3">
                  <p:embed/>
                </p:oleObj>
              </mc:Choice>
              <mc:Fallback>
                <p:oleObj name="公式" r:id="rId9" imgW="355600" imgH="215900" progId="Equation.3">
                  <p:embed/>
                  <p:pic>
                    <p:nvPicPr>
                      <p:cNvPr id="0" name="Object 6"/>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924300" y="2420938"/>
                        <a:ext cx="865188" cy="523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aphicFrame>
        <p:nvGraphicFramePr>
          <p:cNvPr id="217095" name="Object 7"/>
          <p:cNvGraphicFramePr>
            <a:graphicFrameLocks noChangeAspect="1"/>
          </p:cNvGraphicFramePr>
          <p:nvPr/>
        </p:nvGraphicFramePr>
        <p:xfrm>
          <a:off x="755650" y="3789363"/>
          <a:ext cx="898525" cy="544512"/>
        </p:xfrm>
        <a:graphic>
          <a:graphicData uri="http://schemas.openxmlformats.org/presentationml/2006/ole">
            <mc:AlternateContent xmlns:mc="http://schemas.openxmlformats.org/markup-compatibility/2006">
              <mc:Choice xmlns:v="urn:schemas-microsoft-com:vml" Requires="v">
                <p:oleObj spid="_x0000_s7" name="公式" r:id="rId11" imgW="355600" imgH="215900" progId="Equation.3">
                  <p:embed/>
                </p:oleObj>
              </mc:Choice>
              <mc:Fallback>
                <p:oleObj name="公式" r:id="rId11" imgW="355600" imgH="215900" progId="Equation.3">
                  <p:embed/>
                  <p:pic>
                    <p:nvPicPr>
                      <p:cNvPr id="0" name="Object 7"/>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755650" y="3789363"/>
                        <a:ext cx="898525" cy="5445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aphicFrame>
        <p:nvGraphicFramePr>
          <p:cNvPr id="217096" name="Object 8"/>
          <p:cNvGraphicFramePr>
            <a:graphicFrameLocks noChangeAspect="1"/>
          </p:cNvGraphicFramePr>
          <p:nvPr/>
        </p:nvGraphicFramePr>
        <p:xfrm>
          <a:off x="755650" y="2349500"/>
          <a:ext cx="574675" cy="406400"/>
        </p:xfrm>
        <a:graphic>
          <a:graphicData uri="http://schemas.openxmlformats.org/presentationml/2006/ole">
            <mc:AlternateContent xmlns:mc="http://schemas.openxmlformats.org/markup-compatibility/2006">
              <mc:Choice xmlns:v="urn:schemas-microsoft-com:vml" Requires="v">
                <p:oleObj spid="_x0000_s8" name="公式" r:id="rId13" imgW="304800" imgH="215900" progId="Equation.3">
                  <p:embed/>
                </p:oleObj>
              </mc:Choice>
              <mc:Fallback>
                <p:oleObj name="公式" r:id="rId13" imgW="304800" imgH="215900" progId="Equation.3">
                  <p:embed/>
                  <p:pic>
                    <p:nvPicPr>
                      <p:cNvPr id="0" name="Object 8"/>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755650" y="2349500"/>
                        <a:ext cx="574675" cy="406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aphicFrame>
        <p:nvGraphicFramePr>
          <p:cNvPr id="217097" name="Object 9"/>
          <p:cNvGraphicFramePr>
            <a:graphicFrameLocks noChangeAspect="1"/>
          </p:cNvGraphicFramePr>
          <p:nvPr/>
        </p:nvGraphicFramePr>
        <p:xfrm>
          <a:off x="2916238" y="2205038"/>
          <a:ext cx="409575" cy="792162"/>
        </p:xfrm>
        <a:graphic>
          <a:graphicData uri="http://schemas.openxmlformats.org/presentationml/2006/ole">
            <mc:AlternateContent xmlns:mc="http://schemas.openxmlformats.org/markup-compatibility/2006">
              <mc:Choice xmlns:v="urn:schemas-microsoft-com:vml" Requires="v">
                <p:oleObj spid="_x0000_s9" name="公式" r:id="rId15" imgW="203200" imgH="393700" progId="Equation.3">
                  <p:embed/>
                </p:oleObj>
              </mc:Choice>
              <mc:Fallback>
                <p:oleObj name="公式" r:id="rId15" imgW="203200" imgH="393700" progId="Equation.3">
                  <p:embed/>
                  <p:pic>
                    <p:nvPicPr>
                      <p:cNvPr id="0" name="Object 9"/>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2916238" y="2205038"/>
                        <a:ext cx="409575" cy="7921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aphicFrame>
        <p:nvGraphicFramePr>
          <p:cNvPr id="217098" name="Object 10"/>
          <p:cNvGraphicFramePr>
            <a:graphicFrameLocks noChangeAspect="1"/>
          </p:cNvGraphicFramePr>
          <p:nvPr/>
        </p:nvGraphicFramePr>
        <p:xfrm>
          <a:off x="1476375" y="2276475"/>
          <a:ext cx="533400" cy="649288"/>
        </p:xfrm>
        <a:graphic>
          <a:graphicData uri="http://schemas.openxmlformats.org/presentationml/2006/ole">
            <mc:AlternateContent xmlns:mc="http://schemas.openxmlformats.org/markup-compatibility/2006">
              <mc:Choice xmlns:v="urn:schemas-microsoft-com:vml" Requires="v">
                <p:oleObj spid="_x0000_s10" name="公式" r:id="rId17" imgW="152400" imgH="393700" progId="Equation.3">
                  <p:embed/>
                </p:oleObj>
              </mc:Choice>
              <mc:Fallback>
                <p:oleObj name="公式" r:id="rId17" imgW="152400" imgH="393700" progId="Equation.3">
                  <p:embed/>
                  <p:pic>
                    <p:nvPicPr>
                      <p:cNvPr id="0" name="Object 10"/>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1476375" y="2276475"/>
                        <a:ext cx="533400" cy="649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aphicFrame>
        <p:nvGraphicFramePr>
          <p:cNvPr id="217099" name="Object 11"/>
          <p:cNvGraphicFramePr>
            <a:graphicFrameLocks noChangeAspect="1"/>
          </p:cNvGraphicFramePr>
          <p:nvPr/>
        </p:nvGraphicFramePr>
        <p:xfrm>
          <a:off x="2268538" y="2420938"/>
          <a:ext cx="576262" cy="392112"/>
        </p:xfrm>
        <a:graphic>
          <a:graphicData uri="http://schemas.openxmlformats.org/presentationml/2006/ole">
            <mc:AlternateContent xmlns:mc="http://schemas.openxmlformats.org/markup-compatibility/2006">
              <mc:Choice xmlns:v="urn:schemas-microsoft-com:vml" Requires="v">
                <p:oleObj spid="_x0000_s11" name="公式" r:id="rId19" imgW="316865" imgH="215900" progId="Equation.3">
                  <p:embed/>
                </p:oleObj>
              </mc:Choice>
              <mc:Fallback>
                <p:oleObj name="公式" r:id="rId19" imgW="316865" imgH="215900" progId="Equation.3">
                  <p:embed/>
                  <p:pic>
                    <p:nvPicPr>
                      <p:cNvPr id="0" name="Object 11"/>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2268538" y="2420938"/>
                        <a:ext cx="576262" cy="392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aphicFrame>
        <p:nvGraphicFramePr>
          <p:cNvPr id="352259" name="Object 12"/>
          <p:cNvGraphicFramePr>
            <a:graphicFrameLocks noChangeAspect="1"/>
          </p:cNvGraphicFramePr>
          <p:nvPr/>
        </p:nvGraphicFramePr>
        <p:xfrm>
          <a:off x="827088" y="5229225"/>
          <a:ext cx="1692275" cy="495300"/>
        </p:xfrm>
        <a:graphic>
          <a:graphicData uri="http://schemas.openxmlformats.org/presentationml/2006/ole">
            <mc:AlternateContent xmlns:mc="http://schemas.openxmlformats.org/markup-compatibility/2006">
              <mc:Choice xmlns:v="urn:schemas-microsoft-com:vml" Requires="v">
                <p:oleObj spid="_x0000_s12" name="公式" r:id="rId21" imgW="558800" imgH="203200" progId="Equation.3">
                  <p:embed/>
                </p:oleObj>
              </mc:Choice>
              <mc:Fallback>
                <p:oleObj name="公式" r:id="rId21" imgW="558800" imgH="203200" progId="Equation.3">
                  <p:embed/>
                  <p:pic>
                    <p:nvPicPr>
                      <p:cNvPr id="0" name="Object 12"/>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827088" y="5229225"/>
                        <a:ext cx="1692275" cy="495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FF0000"/>
                            </a:solidFill>
                            <a:miter lim="800000"/>
                            <a:headEnd/>
                            <a:tailEnd/>
                          </a14:hiddenLine>
                        </a:ext>
                      </a:extLst>
                    </p:spPr>
                  </p:pic>
                </p:oleObj>
              </mc:Fallback>
            </mc:AlternateContent>
          </a:graphicData>
        </a:graphic>
      </p:graphicFrame>
      <p:graphicFrame>
        <p:nvGraphicFramePr>
          <p:cNvPr id="217101" name="Object 13"/>
          <p:cNvGraphicFramePr>
            <a:graphicFrameLocks noChangeAspect="1"/>
          </p:cNvGraphicFramePr>
          <p:nvPr/>
        </p:nvGraphicFramePr>
        <p:xfrm>
          <a:off x="2771775" y="4941888"/>
          <a:ext cx="4392613" cy="1009650"/>
        </p:xfrm>
        <a:graphic>
          <a:graphicData uri="http://schemas.openxmlformats.org/presentationml/2006/ole">
            <mc:AlternateContent xmlns:mc="http://schemas.openxmlformats.org/markup-compatibility/2006">
              <mc:Choice xmlns:v="urn:schemas-microsoft-com:vml" Requires="v">
                <p:oleObj spid="_x0000_s13" name="公式" r:id="rId23" imgW="1879600" imgH="431800" progId="Equation.3">
                  <p:embed/>
                </p:oleObj>
              </mc:Choice>
              <mc:Fallback>
                <p:oleObj name="公式" r:id="rId23" imgW="1879600" imgH="431800" progId="Equation.3">
                  <p:embed/>
                  <p:pic>
                    <p:nvPicPr>
                      <p:cNvPr id="0" name="Object 13"/>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2771775" y="4941888"/>
                        <a:ext cx="4392613" cy="1009650"/>
                      </a:xfrm>
                      <a:prstGeom prst="rect">
                        <a:avLst/>
                      </a:prstGeom>
                      <a:solidFill>
                        <a:schemeClr val="tx1"/>
                      </a:solidFill>
                      <a:ln w="9525">
                        <a:solidFill>
                          <a:schemeClr val="bg1"/>
                        </a:solidFill>
                        <a:miter lim="800000"/>
                        <a:headEnd/>
                        <a:tailEnd/>
                      </a:ln>
                      <a:effectLst>
                        <a:outerShdw dist="35921" dir="2700000" algn="ctr" rotWithShape="0">
                          <a:schemeClr val="bg2">
                            <a:alpha val="74997"/>
                          </a:schemeClr>
                        </a:outerShdw>
                      </a:effectLst>
                    </p:spPr>
                  </p:pic>
                </p:oleObj>
              </mc:Fallback>
            </mc:AlternateContent>
          </a:graphicData>
        </a:graphic>
      </p:graphicFrame>
      <p:pic>
        <p:nvPicPr>
          <p:cNvPr id="14" name="音频 1">
            <a:hlinkClick r:id="" action="ppaction://media"/>
          </p:cNvPr>
          <p:cNvPicPr>
            <a:picLocks noChangeAspect="1"/>
          </p:cNvPicPr>
          <p:nvPr>
            <a:audioFile r:link="rId25"/>
            <p:extLst>
              <p:ext uri="{DAA4B4D4-6D71-4841-9C94-3DE7FCFB9230}">
                <p14:media xmlns:p14="http://schemas.microsoft.com/office/powerpoint/2010/main" r:embed="rId26"/>
              </p:ext>
            </p:extLst>
          </p:nvPr>
        </p:nvPicPr>
        <p:blipFill>
          <a:blip r:embed="rId27"/>
          <a:stretch>
            <a:fillRect/>
          </a:stretch>
        </p:blipFill>
        <p:spPr>
          <a:xfrm>
            <a:off x="8623300" y="6337300"/>
            <a:ext cx="304800" cy="304800"/>
          </a:xfrm>
          <a:prstGeom prst="rect">
            <a:avLst/>
          </a:prstGeom>
        </p:spPr>
      </p:pic>
    </p:spTree>
    <p:custDataLst>
      <p:tags r:id="rId28"/>
    </p:custDataLst>
  </p:cSld>
  <p:clrMapOvr>
    <a:masterClrMapping/>
  </p:clrMapOvr>
  <mc:AlternateContent xmlns:mc="http://schemas.openxmlformats.org/markup-compatibility/2006">
    <mc:Choice xmlns:p14="http://schemas.microsoft.com/office/powerpoint/2010/main" Requires="p14">
      <p:transition spd="slow" p14:dur="2000" advTm="7681"/>
    </mc:Choice>
    <mc:Fallback>
      <p:transition spd="slow" advTm="7681"/>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5" presetClass="entr" presetSubtype="0" fill="hold" nodeType="clickEffect">
                                  <p:stCondLst>
                                    <p:cond delay="0"/>
                                  </p:stCondLst>
                                  <p:childTnLst>
                                    <p:set>
                                      <p:cBhvr>
                                        <p:cTn id="6" dur="1" fill="hold">
                                          <p:stCondLst>
                                            <p:cond delay="0"/>
                                          </p:stCondLst>
                                        </p:cTn>
                                        <p:tgtEl>
                                          <p:spTgt spid="351236"/>
                                        </p:tgtEl>
                                        <p:attrNameLst>
                                          <p:attrName>style.visibility</p:attrName>
                                        </p:attrNameLst>
                                      </p:cBhvr>
                                      <p:to>
                                        <p:strVal val="visible"/>
                                      </p:to>
                                    </p:set>
                                    <p:anim calcmode="lin" valueType="num">
                                      <p:cBhvr>
                                        <p:cTn id="7" dur="1000" fill="hold"/>
                                        <p:tgtEl>
                                          <p:spTgt spid="351236"/>
                                        </p:tgtEl>
                                        <p:attrNameLst>
                                          <p:attrName>ppt_w</p:attrName>
                                        </p:attrNameLst>
                                      </p:cBhvr>
                                      <p:tavLst>
                                        <p:tav tm="0">
                                          <p:val>
                                            <p:strVal val="#ppt_w*0.70"/>
                                          </p:val>
                                        </p:tav>
                                        <p:tav tm="100000">
                                          <p:val>
                                            <p:strVal val="#ppt_w"/>
                                          </p:val>
                                        </p:tav>
                                      </p:tavLst>
                                    </p:anim>
                                    <p:anim calcmode="lin" valueType="num">
                                      <p:cBhvr>
                                        <p:cTn id="8" dur="1000" fill="hold"/>
                                        <p:tgtEl>
                                          <p:spTgt spid="351236"/>
                                        </p:tgtEl>
                                        <p:attrNameLst>
                                          <p:attrName>ppt_h</p:attrName>
                                        </p:attrNameLst>
                                      </p:cBhvr>
                                      <p:tavLst>
                                        <p:tav tm="0">
                                          <p:val>
                                            <p:strVal val="#ppt_h"/>
                                          </p:val>
                                        </p:tav>
                                        <p:tav tm="100000">
                                          <p:val>
                                            <p:strVal val="#ppt_h"/>
                                          </p:val>
                                        </p:tav>
                                      </p:tavLst>
                                    </p:anim>
                                    <p:animEffect transition="in" filter="fade">
                                      <p:cBhvr>
                                        <p:cTn id="9" dur="1000"/>
                                        <p:tgtEl>
                                          <p:spTgt spid="351236"/>
                                        </p:tgtEl>
                                      </p:cBhvr>
                                    </p:animEffect>
                                  </p:childTnLst>
                                </p:cTn>
                              </p:par>
                              <p:par>
                                <p:cTn id="10" presetID="55" presetClass="entr" presetSubtype="0" fill="hold" nodeType="withEffect">
                                  <p:stCondLst>
                                    <p:cond delay="0"/>
                                  </p:stCondLst>
                                  <p:childTnLst>
                                    <p:set>
                                      <p:cBhvr>
                                        <p:cTn id="11" dur="1" fill="hold">
                                          <p:stCondLst>
                                            <p:cond delay="0"/>
                                          </p:stCondLst>
                                        </p:cTn>
                                        <p:tgtEl>
                                          <p:spTgt spid="217096"/>
                                        </p:tgtEl>
                                        <p:attrNameLst>
                                          <p:attrName>style.visibility</p:attrName>
                                        </p:attrNameLst>
                                      </p:cBhvr>
                                      <p:to>
                                        <p:strVal val="visible"/>
                                      </p:to>
                                    </p:set>
                                    <p:anim calcmode="lin" valueType="num">
                                      <p:cBhvr>
                                        <p:cTn id="12" dur="1000" fill="hold"/>
                                        <p:tgtEl>
                                          <p:spTgt spid="217096"/>
                                        </p:tgtEl>
                                        <p:attrNameLst>
                                          <p:attrName>ppt_w</p:attrName>
                                        </p:attrNameLst>
                                      </p:cBhvr>
                                      <p:tavLst>
                                        <p:tav tm="0">
                                          <p:val>
                                            <p:strVal val="#ppt_w*0.70"/>
                                          </p:val>
                                        </p:tav>
                                        <p:tav tm="100000">
                                          <p:val>
                                            <p:strVal val="#ppt_w"/>
                                          </p:val>
                                        </p:tav>
                                      </p:tavLst>
                                    </p:anim>
                                    <p:anim calcmode="lin" valueType="num">
                                      <p:cBhvr>
                                        <p:cTn id="13" dur="1000" fill="hold"/>
                                        <p:tgtEl>
                                          <p:spTgt spid="217096"/>
                                        </p:tgtEl>
                                        <p:attrNameLst>
                                          <p:attrName>ppt_h</p:attrName>
                                        </p:attrNameLst>
                                      </p:cBhvr>
                                      <p:tavLst>
                                        <p:tav tm="0">
                                          <p:val>
                                            <p:strVal val="#ppt_h"/>
                                          </p:val>
                                        </p:tav>
                                        <p:tav tm="100000">
                                          <p:val>
                                            <p:strVal val="#ppt_h"/>
                                          </p:val>
                                        </p:tav>
                                      </p:tavLst>
                                    </p:anim>
                                    <p:animEffect transition="in" filter="fade">
                                      <p:cBhvr>
                                        <p:cTn id="14" dur="1000"/>
                                        <p:tgtEl>
                                          <p:spTgt spid="217096"/>
                                        </p:tgtEl>
                                      </p:cBhvr>
                                    </p:animEffect>
                                  </p:childTnLst>
                                </p:cTn>
                              </p:par>
                              <p:par>
                                <p:cTn id="15" presetID="55" presetClass="entr" presetSubtype="0" fill="hold" nodeType="withEffect">
                                  <p:stCondLst>
                                    <p:cond delay="0"/>
                                  </p:stCondLst>
                                  <p:childTnLst>
                                    <p:set>
                                      <p:cBhvr>
                                        <p:cTn id="16" dur="1" fill="hold">
                                          <p:stCondLst>
                                            <p:cond delay="0"/>
                                          </p:stCondLst>
                                        </p:cTn>
                                        <p:tgtEl>
                                          <p:spTgt spid="217099"/>
                                        </p:tgtEl>
                                        <p:attrNameLst>
                                          <p:attrName>style.visibility</p:attrName>
                                        </p:attrNameLst>
                                      </p:cBhvr>
                                      <p:to>
                                        <p:strVal val="visible"/>
                                      </p:to>
                                    </p:set>
                                    <p:anim calcmode="lin" valueType="num">
                                      <p:cBhvr>
                                        <p:cTn id="17" dur="1000" fill="hold"/>
                                        <p:tgtEl>
                                          <p:spTgt spid="217099"/>
                                        </p:tgtEl>
                                        <p:attrNameLst>
                                          <p:attrName>ppt_w</p:attrName>
                                        </p:attrNameLst>
                                      </p:cBhvr>
                                      <p:tavLst>
                                        <p:tav tm="0">
                                          <p:val>
                                            <p:strVal val="#ppt_w*0.70"/>
                                          </p:val>
                                        </p:tav>
                                        <p:tav tm="100000">
                                          <p:val>
                                            <p:strVal val="#ppt_w"/>
                                          </p:val>
                                        </p:tav>
                                      </p:tavLst>
                                    </p:anim>
                                    <p:anim calcmode="lin" valueType="num">
                                      <p:cBhvr>
                                        <p:cTn id="18" dur="1000" fill="hold"/>
                                        <p:tgtEl>
                                          <p:spTgt spid="217099"/>
                                        </p:tgtEl>
                                        <p:attrNameLst>
                                          <p:attrName>ppt_h</p:attrName>
                                        </p:attrNameLst>
                                      </p:cBhvr>
                                      <p:tavLst>
                                        <p:tav tm="0">
                                          <p:val>
                                            <p:strVal val="#ppt_h"/>
                                          </p:val>
                                        </p:tav>
                                        <p:tav tm="100000">
                                          <p:val>
                                            <p:strVal val="#ppt_h"/>
                                          </p:val>
                                        </p:tav>
                                      </p:tavLst>
                                    </p:anim>
                                    <p:animEffect transition="in" filter="fade">
                                      <p:cBhvr>
                                        <p:cTn id="19" dur="1000"/>
                                        <p:tgtEl>
                                          <p:spTgt spid="217099"/>
                                        </p:tgtEl>
                                      </p:cBhvr>
                                    </p:animEffect>
                                  </p:childTnLst>
                                </p:cTn>
                              </p:par>
                              <p:par>
                                <p:cTn id="20" presetID="55" presetClass="entr" presetSubtype="0" fill="hold" nodeType="withEffect">
                                  <p:stCondLst>
                                    <p:cond delay="0"/>
                                  </p:stCondLst>
                                  <p:childTnLst>
                                    <p:set>
                                      <p:cBhvr>
                                        <p:cTn id="21" dur="1" fill="hold">
                                          <p:stCondLst>
                                            <p:cond delay="0"/>
                                          </p:stCondLst>
                                        </p:cTn>
                                        <p:tgtEl>
                                          <p:spTgt spid="217094"/>
                                        </p:tgtEl>
                                        <p:attrNameLst>
                                          <p:attrName>style.visibility</p:attrName>
                                        </p:attrNameLst>
                                      </p:cBhvr>
                                      <p:to>
                                        <p:strVal val="visible"/>
                                      </p:to>
                                    </p:set>
                                    <p:anim calcmode="lin" valueType="num">
                                      <p:cBhvr>
                                        <p:cTn id="22" dur="1000" fill="hold"/>
                                        <p:tgtEl>
                                          <p:spTgt spid="217094"/>
                                        </p:tgtEl>
                                        <p:attrNameLst>
                                          <p:attrName>ppt_w</p:attrName>
                                        </p:attrNameLst>
                                      </p:cBhvr>
                                      <p:tavLst>
                                        <p:tav tm="0">
                                          <p:val>
                                            <p:strVal val="#ppt_w*0.70"/>
                                          </p:val>
                                        </p:tav>
                                        <p:tav tm="100000">
                                          <p:val>
                                            <p:strVal val="#ppt_w"/>
                                          </p:val>
                                        </p:tav>
                                      </p:tavLst>
                                    </p:anim>
                                    <p:anim calcmode="lin" valueType="num">
                                      <p:cBhvr>
                                        <p:cTn id="23" dur="1000" fill="hold"/>
                                        <p:tgtEl>
                                          <p:spTgt spid="217094"/>
                                        </p:tgtEl>
                                        <p:attrNameLst>
                                          <p:attrName>ppt_h</p:attrName>
                                        </p:attrNameLst>
                                      </p:cBhvr>
                                      <p:tavLst>
                                        <p:tav tm="0">
                                          <p:val>
                                            <p:strVal val="#ppt_h"/>
                                          </p:val>
                                        </p:tav>
                                        <p:tav tm="100000">
                                          <p:val>
                                            <p:strVal val="#ppt_h"/>
                                          </p:val>
                                        </p:tav>
                                      </p:tavLst>
                                    </p:anim>
                                    <p:animEffect transition="in" filter="fade">
                                      <p:cBhvr>
                                        <p:cTn id="24" dur="1000"/>
                                        <p:tgtEl>
                                          <p:spTgt spid="217094"/>
                                        </p:tgtEl>
                                      </p:cBhvr>
                                    </p:animEffect>
                                  </p:childTnLst>
                                </p:cTn>
                              </p:par>
                              <p:par>
                                <p:cTn id="25" presetID="55" presetClass="entr" presetSubtype="0" fill="hold" nodeType="withEffect">
                                  <p:stCondLst>
                                    <p:cond delay="0"/>
                                  </p:stCondLst>
                                  <p:childTnLst>
                                    <p:set>
                                      <p:cBhvr>
                                        <p:cTn id="26" dur="1" fill="hold">
                                          <p:stCondLst>
                                            <p:cond delay="0"/>
                                          </p:stCondLst>
                                        </p:cTn>
                                        <p:tgtEl>
                                          <p:spTgt spid="217095"/>
                                        </p:tgtEl>
                                        <p:attrNameLst>
                                          <p:attrName>style.visibility</p:attrName>
                                        </p:attrNameLst>
                                      </p:cBhvr>
                                      <p:to>
                                        <p:strVal val="visible"/>
                                      </p:to>
                                    </p:set>
                                    <p:anim calcmode="lin" valueType="num">
                                      <p:cBhvr>
                                        <p:cTn id="27" dur="1000" fill="hold"/>
                                        <p:tgtEl>
                                          <p:spTgt spid="217095"/>
                                        </p:tgtEl>
                                        <p:attrNameLst>
                                          <p:attrName>ppt_w</p:attrName>
                                        </p:attrNameLst>
                                      </p:cBhvr>
                                      <p:tavLst>
                                        <p:tav tm="0">
                                          <p:val>
                                            <p:strVal val="#ppt_w*0.70"/>
                                          </p:val>
                                        </p:tav>
                                        <p:tav tm="100000">
                                          <p:val>
                                            <p:strVal val="#ppt_w"/>
                                          </p:val>
                                        </p:tav>
                                      </p:tavLst>
                                    </p:anim>
                                    <p:anim calcmode="lin" valueType="num">
                                      <p:cBhvr>
                                        <p:cTn id="28" dur="1000" fill="hold"/>
                                        <p:tgtEl>
                                          <p:spTgt spid="217095"/>
                                        </p:tgtEl>
                                        <p:attrNameLst>
                                          <p:attrName>ppt_h</p:attrName>
                                        </p:attrNameLst>
                                      </p:cBhvr>
                                      <p:tavLst>
                                        <p:tav tm="0">
                                          <p:val>
                                            <p:strVal val="#ppt_h"/>
                                          </p:val>
                                        </p:tav>
                                        <p:tav tm="100000">
                                          <p:val>
                                            <p:strVal val="#ppt_h"/>
                                          </p:val>
                                        </p:tav>
                                      </p:tavLst>
                                    </p:anim>
                                    <p:animEffect transition="in" filter="fade">
                                      <p:cBhvr>
                                        <p:cTn id="29" dur="1000"/>
                                        <p:tgtEl>
                                          <p:spTgt spid="217095"/>
                                        </p:tgtEl>
                                      </p:cBhvr>
                                    </p:animEffect>
                                  </p:childTnLst>
                                </p:cTn>
                              </p:par>
                            </p:childTnLst>
                          </p:cTn>
                        </p:par>
                      </p:childTnLst>
                    </p:cTn>
                  </p:par>
                  <p:par>
                    <p:cTn id="30" fill="hold">
                      <p:stCondLst>
                        <p:cond delay="indefinite"/>
                      </p:stCondLst>
                      <p:childTnLst>
                        <p:par>
                          <p:cTn id="31" fill="hold">
                            <p:stCondLst>
                              <p:cond delay="0"/>
                            </p:stCondLst>
                            <p:childTnLst>
                              <p:par>
                                <p:cTn id="32" presetID="55" presetClass="entr" presetSubtype="0" fill="hold" nodeType="clickEffect">
                                  <p:stCondLst>
                                    <p:cond delay="0"/>
                                  </p:stCondLst>
                                  <p:childTnLst>
                                    <p:set>
                                      <p:cBhvr>
                                        <p:cTn id="33" dur="1" fill="hold">
                                          <p:stCondLst>
                                            <p:cond delay="0"/>
                                          </p:stCondLst>
                                        </p:cTn>
                                        <p:tgtEl>
                                          <p:spTgt spid="217098"/>
                                        </p:tgtEl>
                                        <p:attrNameLst>
                                          <p:attrName>style.visibility</p:attrName>
                                        </p:attrNameLst>
                                      </p:cBhvr>
                                      <p:to>
                                        <p:strVal val="visible"/>
                                      </p:to>
                                    </p:set>
                                    <p:anim calcmode="lin" valueType="num">
                                      <p:cBhvr>
                                        <p:cTn id="34" dur="1000" fill="hold"/>
                                        <p:tgtEl>
                                          <p:spTgt spid="217098"/>
                                        </p:tgtEl>
                                        <p:attrNameLst>
                                          <p:attrName>ppt_w</p:attrName>
                                        </p:attrNameLst>
                                      </p:cBhvr>
                                      <p:tavLst>
                                        <p:tav tm="0">
                                          <p:val>
                                            <p:strVal val="#ppt_w*0.70"/>
                                          </p:val>
                                        </p:tav>
                                        <p:tav tm="100000">
                                          <p:val>
                                            <p:strVal val="#ppt_w"/>
                                          </p:val>
                                        </p:tav>
                                      </p:tavLst>
                                    </p:anim>
                                    <p:anim calcmode="lin" valueType="num">
                                      <p:cBhvr>
                                        <p:cTn id="35" dur="1000" fill="hold"/>
                                        <p:tgtEl>
                                          <p:spTgt spid="217098"/>
                                        </p:tgtEl>
                                        <p:attrNameLst>
                                          <p:attrName>ppt_h</p:attrName>
                                        </p:attrNameLst>
                                      </p:cBhvr>
                                      <p:tavLst>
                                        <p:tav tm="0">
                                          <p:val>
                                            <p:strVal val="#ppt_h"/>
                                          </p:val>
                                        </p:tav>
                                        <p:tav tm="100000">
                                          <p:val>
                                            <p:strVal val="#ppt_h"/>
                                          </p:val>
                                        </p:tav>
                                      </p:tavLst>
                                    </p:anim>
                                    <p:animEffect transition="in" filter="fade">
                                      <p:cBhvr>
                                        <p:cTn id="36" dur="1000"/>
                                        <p:tgtEl>
                                          <p:spTgt spid="217098"/>
                                        </p:tgtEl>
                                      </p:cBhvr>
                                    </p:animEffect>
                                  </p:childTnLst>
                                </p:cTn>
                              </p:par>
                            </p:childTnLst>
                          </p:cTn>
                        </p:par>
                      </p:childTnLst>
                    </p:cTn>
                  </p:par>
                  <p:par>
                    <p:cTn id="37" fill="hold">
                      <p:stCondLst>
                        <p:cond delay="indefinite"/>
                      </p:stCondLst>
                      <p:childTnLst>
                        <p:par>
                          <p:cTn id="38" fill="hold">
                            <p:stCondLst>
                              <p:cond delay="0"/>
                            </p:stCondLst>
                            <p:childTnLst>
                              <p:par>
                                <p:cTn id="39" presetID="55" presetClass="entr" presetSubtype="0" fill="hold" nodeType="clickEffect">
                                  <p:stCondLst>
                                    <p:cond delay="0"/>
                                  </p:stCondLst>
                                  <p:childTnLst>
                                    <p:set>
                                      <p:cBhvr>
                                        <p:cTn id="40" dur="1" fill="hold">
                                          <p:stCondLst>
                                            <p:cond delay="0"/>
                                          </p:stCondLst>
                                        </p:cTn>
                                        <p:tgtEl>
                                          <p:spTgt spid="217097"/>
                                        </p:tgtEl>
                                        <p:attrNameLst>
                                          <p:attrName>style.visibility</p:attrName>
                                        </p:attrNameLst>
                                      </p:cBhvr>
                                      <p:to>
                                        <p:strVal val="visible"/>
                                      </p:to>
                                    </p:set>
                                    <p:anim calcmode="lin" valueType="num">
                                      <p:cBhvr>
                                        <p:cTn id="41" dur="1000" fill="hold"/>
                                        <p:tgtEl>
                                          <p:spTgt spid="217097"/>
                                        </p:tgtEl>
                                        <p:attrNameLst>
                                          <p:attrName>ppt_w</p:attrName>
                                        </p:attrNameLst>
                                      </p:cBhvr>
                                      <p:tavLst>
                                        <p:tav tm="0">
                                          <p:val>
                                            <p:strVal val="#ppt_w*0.70"/>
                                          </p:val>
                                        </p:tav>
                                        <p:tav tm="100000">
                                          <p:val>
                                            <p:strVal val="#ppt_w"/>
                                          </p:val>
                                        </p:tav>
                                      </p:tavLst>
                                    </p:anim>
                                    <p:anim calcmode="lin" valueType="num">
                                      <p:cBhvr>
                                        <p:cTn id="42" dur="1000" fill="hold"/>
                                        <p:tgtEl>
                                          <p:spTgt spid="217097"/>
                                        </p:tgtEl>
                                        <p:attrNameLst>
                                          <p:attrName>ppt_h</p:attrName>
                                        </p:attrNameLst>
                                      </p:cBhvr>
                                      <p:tavLst>
                                        <p:tav tm="0">
                                          <p:val>
                                            <p:strVal val="#ppt_h"/>
                                          </p:val>
                                        </p:tav>
                                        <p:tav tm="100000">
                                          <p:val>
                                            <p:strVal val="#ppt_h"/>
                                          </p:val>
                                        </p:tav>
                                      </p:tavLst>
                                    </p:anim>
                                    <p:animEffect transition="in" filter="fade">
                                      <p:cBhvr>
                                        <p:cTn id="43" dur="1000"/>
                                        <p:tgtEl>
                                          <p:spTgt spid="217097"/>
                                        </p:tgtEl>
                                      </p:cBhvr>
                                    </p:animEffect>
                                  </p:childTnLst>
                                </p:cTn>
                              </p:par>
                            </p:childTnLst>
                          </p:cTn>
                        </p:par>
                      </p:childTnLst>
                    </p:cTn>
                  </p:par>
                  <p:par>
                    <p:cTn id="44" fill="hold">
                      <p:stCondLst>
                        <p:cond delay="indefinite"/>
                      </p:stCondLst>
                      <p:childTnLst>
                        <p:par>
                          <p:cTn id="45" fill="hold">
                            <p:stCondLst>
                              <p:cond delay="0"/>
                            </p:stCondLst>
                            <p:childTnLst>
                              <p:par>
                                <p:cTn id="46" presetID="55" presetClass="entr" presetSubtype="0" fill="hold" nodeType="clickEffect">
                                  <p:stCondLst>
                                    <p:cond delay="0"/>
                                  </p:stCondLst>
                                  <p:childTnLst>
                                    <p:set>
                                      <p:cBhvr>
                                        <p:cTn id="47" dur="1" fill="hold">
                                          <p:stCondLst>
                                            <p:cond delay="0"/>
                                          </p:stCondLst>
                                        </p:cTn>
                                        <p:tgtEl>
                                          <p:spTgt spid="217093"/>
                                        </p:tgtEl>
                                        <p:attrNameLst>
                                          <p:attrName>style.visibility</p:attrName>
                                        </p:attrNameLst>
                                      </p:cBhvr>
                                      <p:to>
                                        <p:strVal val="visible"/>
                                      </p:to>
                                    </p:set>
                                    <p:anim calcmode="lin" valueType="num">
                                      <p:cBhvr>
                                        <p:cTn id="48" dur="1000" fill="hold"/>
                                        <p:tgtEl>
                                          <p:spTgt spid="217093"/>
                                        </p:tgtEl>
                                        <p:attrNameLst>
                                          <p:attrName>ppt_w</p:attrName>
                                        </p:attrNameLst>
                                      </p:cBhvr>
                                      <p:tavLst>
                                        <p:tav tm="0">
                                          <p:val>
                                            <p:strVal val="#ppt_w*0.70"/>
                                          </p:val>
                                        </p:tav>
                                        <p:tav tm="100000">
                                          <p:val>
                                            <p:strVal val="#ppt_w"/>
                                          </p:val>
                                        </p:tav>
                                      </p:tavLst>
                                    </p:anim>
                                    <p:anim calcmode="lin" valueType="num">
                                      <p:cBhvr>
                                        <p:cTn id="49" dur="1000" fill="hold"/>
                                        <p:tgtEl>
                                          <p:spTgt spid="217093"/>
                                        </p:tgtEl>
                                        <p:attrNameLst>
                                          <p:attrName>ppt_h</p:attrName>
                                        </p:attrNameLst>
                                      </p:cBhvr>
                                      <p:tavLst>
                                        <p:tav tm="0">
                                          <p:val>
                                            <p:strVal val="#ppt_h"/>
                                          </p:val>
                                        </p:tav>
                                        <p:tav tm="100000">
                                          <p:val>
                                            <p:strVal val="#ppt_h"/>
                                          </p:val>
                                        </p:tav>
                                      </p:tavLst>
                                    </p:anim>
                                    <p:animEffect transition="in" filter="fade">
                                      <p:cBhvr>
                                        <p:cTn id="50" dur="1000"/>
                                        <p:tgtEl>
                                          <p:spTgt spid="217093"/>
                                        </p:tgtEl>
                                      </p:cBhvr>
                                    </p:animEffect>
                                  </p:childTnLst>
                                </p:cTn>
                              </p:par>
                            </p:childTnLst>
                          </p:cTn>
                        </p:par>
                      </p:childTnLst>
                    </p:cTn>
                  </p:par>
                  <p:par>
                    <p:cTn id="51" fill="hold">
                      <p:stCondLst>
                        <p:cond delay="indefinite"/>
                      </p:stCondLst>
                      <p:childTnLst>
                        <p:par>
                          <p:cTn id="52" fill="hold">
                            <p:stCondLst>
                              <p:cond delay="0"/>
                            </p:stCondLst>
                            <p:childTnLst>
                              <p:par>
                                <p:cTn id="53" presetID="55" presetClass="entr" presetSubtype="0" fill="hold" nodeType="clickEffect">
                                  <p:stCondLst>
                                    <p:cond delay="0"/>
                                  </p:stCondLst>
                                  <p:childTnLst>
                                    <p:set>
                                      <p:cBhvr>
                                        <p:cTn id="54" dur="1" fill="hold">
                                          <p:stCondLst>
                                            <p:cond delay="0"/>
                                          </p:stCondLst>
                                        </p:cTn>
                                        <p:tgtEl>
                                          <p:spTgt spid="217092"/>
                                        </p:tgtEl>
                                        <p:attrNameLst>
                                          <p:attrName>style.visibility</p:attrName>
                                        </p:attrNameLst>
                                      </p:cBhvr>
                                      <p:to>
                                        <p:strVal val="visible"/>
                                      </p:to>
                                    </p:set>
                                    <p:anim calcmode="lin" valueType="num">
                                      <p:cBhvr>
                                        <p:cTn id="55" dur="1000" fill="hold"/>
                                        <p:tgtEl>
                                          <p:spTgt spid="217092"/>
                                        </p:tgtEl>
                                        <p:attrNameLst>
                                          <p:attrName>ppt_w</p:attrName>
                                        </p:attrNameLst>
                                      </p:cBhvr>
                                      <p:tavLst>
                                        <p:tav tm="0">
                                          <p:val>
                                            <p:strVal val="#ppt_w*0.70"/>
                                          </p:val>
                                        </p:tav>
                                        <p:tav tm="100000">
                                          <p:val>
                                            <p:strVal val="#ppt_w"/>
                                          </p:val>
                                        </p:tav>
                                      </p:tavLst>
                                    </p:anim>
                                    <p:anim calcmode="lin" valueType="num">
                                      <p:cBhvr>
                                        <p:cTn id="56" dur="1000" fill="hold"/>
                                        <p:tgtEl>
                                          <p:spTgt spid="217092"/>
                                        </p:tgtEl>
                                        <p:attrNameLst>
                                          <p:attrName>ppt_h</p:attrName>
                                        </p:attrNameLst>
                                      </p:cBhvr>
                                      <p:tavLst>
                                        <p:tav tm="0">
                                          <p:val>
                                            <p:strVal val="#ppt_h"/>
                                          </p:val>
                                        </p:tav>
                                        <p:tav tm="100000">
                                          <p:val>
                                            <p:strVal val="#ppt_h"/>
                                          </p:val>
                                        </p:tav>
                                      </p:tavLst>
                                    </p:anim>
                                    <p:animEffect transition="in" filter="fade">
                                      <p:cBhvr>
                                        <p:cTn id="57" dur="1000"/>
                                        <p:tgtEl>
                                          <p:spTgt spid="217092"/>
                                        </p:tgtEl>
                                      </p:cBhvr>
                                    </p:animEffect>
                                  </p:childTnLst>
                                </p:cTn>
                              </p:par>
                            </p:childTnLst>
                          </p:cTn>
                        </p:par>
                        <p:par>
                          <p:cTn id="58" fill="hold">
                            <p:stCondLst>
                              <p:cond delay="1000"/>
                            </p:stCondLst>
                            <p:childTnLst>
                              <p:par>
                                <p:cTn id="59" presetID="55" presetClass="entr" presetSubtype="0" fill="hold" nodeType="afterEffect">
                                  <p:stCondLst>
                                    <p:cond delay="0"/>
                                  </p:stCondLst>
                                  <p:childTnLst>
                                    <p:set>
                                      <p:cBhvr>
                                        <p:cTn id="60" dur="1" fill="hold">
                                          <p:stCondLst>
                                            <p:cond delay="0"/>
                                          </p:stCondLst>
                                        </p:cTn>
                                        <p:tgtEl>
                                          <p:spTgt spid="352259"/>
                                        </p:tgtEl>
                                        <p:attrNameLst>
                                          <p:attrName>style.visibility</p:attrName>
                                        </p:attrNameLst>
                                      </p:cBhvr>
                                      <p:to>
                                        <p:strVal val="visible"/>
                                      </p:to>
                                    </p:set>
                                    <p:anim calcmode="lin" valueType="num">
                                      <p:cBhvr>
                                        <p:cTn id="61" dur="1000" fill="hold"/>
                                        <p:tgtEl>
                                          <p:spTgt spid="352259"/>
                                        </p:tgtEl>
                                        <p:attrNameLst>
                                          <p:attrName>ppt_w</p:attrName>
                                        </p:attrNameLst>
                                      </p:cBhvr>
                                      <p:tavLst>
                                        <p:tav tm="0">
                                          <p:val>
                                            <p:strVal val="#ppt_w*0.70"/>
                                          </p:val>
                                        </p:tav>
                                        <p:tav tm="100000">
                                          <p:val>
                                            <p:strVal val="#ppt_w"/>
                                          </p:val>
                                        </p:tav>
                                      </p:tavLst>
                                    </p:anim>
                                    <p:anim calcmode="lin" valueType="num">
                                      <p:cBhvr>
                                        <p:cTn id="62" dur="1000" fill="hold"/>
                                        <p:tgtEl>
                                          <p:spTgt spid="352259"/>
                                        </p:tgtEl>
                                        <p:attrNameLst>
                                          <p:attrName>ppt_h</p:attrName>
                                        </p:attrNameLst>
                                      </p:cBhvr>
                                      <p:tavLst>
                                        <p:tav tm="0">
                                          <p:val>
                                            <p:strVal val="#ppt_h"/>
                                          </p:val>
                                        </p:tav>
                                        <p:tav tm="100000">
                                          <p:val>
                                            <p:strVal val="#ppt_h"/>
                                          </p:val>
                                        </p:tav>
                                      </p:tavLst>
                                    </p:anim>
                                    <p:animEffect transition="in" filter="fade">
                                      <p:cBhvr>
                                        <p:cTn id="63" dur="1000"/>
                                        <p:tgtEl>
                                          <p:spTgt spid="352259"/>
                                        </p:tgtEl>
                                      </p:cBhvr>
                                    </p:animEffect>
                                  </p:childTnLst>
                                </p:cTn>
                              </p:par>
                            </p:childTnLst>
                          </p:cTn>
                        </p:par>
                      </p:childTnLst>
                    </p:cTn>
                  </p:par>
                  <p:par>
                    <p:cTn id="64" fill="hold">
                      <p:stCondLst>
                        <p:cond delay="indefinite"/>
                      </p:stCondLst>
                      <p:childTnLst>
                        <p:par>
                          <p:cTn id="65" fill="hold">
                            <p:stCondLst>
                              <p:cond delay="0"/>
                            </p:stCondLst>
                            <p:childTnLst>
                              <p:par>
                                <p:cTn id="66" presetID="55" presetClass="entr" presetSubtype="0" fill="hold" nodeType="clickEffect">
                                  <p:stCondLst>
                                    <p:cond delay="0"/>
                                  </p:stCondLst>
                                  <p:childTnLst>
                                    <p:set>
                                      <p:cBhvr>
                                        <p:cTn id="67" dur="1" fill="hold">
                                          <p:stCondLst>
                                            <p:cond delay="0"/>
                                          </p:stCondLst>
                                        </p:cTn>
                                        <p:tgtEl>
                                          <p:spTgt spid="217101"/>
                                        </p:tgtEl>
                                        <p:attrNameLst>
                                          <p:attrName>style.visibility</p:attrName>
                                        </p:attrNameLst>
                                      </p:cBhvr>
                                      <p:to>
                                        <p:strVal val="visible"/>
                                      </p:to>
                                    </p:set>
                                    <p:anim calcmode="lin" valueType="num">
                                      <p:cBhvr>
                                        <p:cTn id="68" dur="1000" fill="hold"/>
                                        <p:tgtEl>
                                          <p:spTgt spid="217101"/>
                                        </p:tgtEl>
                                        <p:attrNameLst>
                                          <p:attrName>ppt_w</p:attrName>
                                        </p:attrNameLst>
                                      </p:cBhvr>
                                      <p:tavLst>
                                        <p:tav tm="0">
                                          <p:val>
                                            <p:strVal val="#ppt_w*0.70"/>
                                          </p:val>
                                        </p:tav>
                                        <p:tav tm="100000">
                                          <p:val>
                                            <p:strVal val="#ppt_w"/>
                                          </p:val>
                                        </p:tav>
                                      </p:tavLst>
                                    </p:anim>
                                    <p:anim calcmode="lin" valueType="num">
                                      <p:cBhvr>
                                        <p:cTn id="69" dur="1000" fill="hold"/>
                                        <p:tgtEl>
                                          <p:spTgt spid="217101"/>
                                        </p:tgtEl>
                                        <p:attrNameLst>
                                          <p:attrName>ppt_h</p:attrName>
                                        </p:attrNameLst>
                                      </p:cBhvr>
                                      <p:tavLst>
                                        <p:tav tm="0">
                                          <p:val>
                                            <p:strVal val="#ppt_h"/>
                                          </p:val>
                                        </p:tav>
                                        <p:tav tm="100000">
                                          <p:val>
                                            <p:strVal val="#ppt_h"/>
                                          </p:val>
                                        </p:tav>
                                      </p:tavLst>
                                    </p:anim>
                                    <p:animEffect transition="in" filter="fade">
                                      <p:cBhvr>
                                        <p:cTn id="70" dur="1000"/>
                                        <p:tgtEl>
                                          <p:spTgt spid="21710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6546" name="Rectangle 2"/>
          <p:cNvSpPr>
            <a:spLocks noChangeArrowheads="1"/>
          </p:cNvSpPr>
          <p:nvPr/>
        </p:nvSpPr>
        <p:spPr bwMode="auto">
          <a:xfrm>
            <a:off x="909637" y="1930400"/>
            <a:ext cx="1641476" cy="457200"/>
          </a:xfrm>
          <a:prstGeom prst="rect">
            <a:avLst/>
          </a:prstGeom>
          <a:noFill/>
          <a:ln w="9525">
            <a:noFill/>
            <a:miter lim="800000"/>
          </a:ln>
          <a:effectLst/>
        </p:spPr>
        <p:txBody>
          <a:bodyPr anchor="b"/>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000" b="1" i="0" u="none" strike="noStrike" kern="1200" cap="none" spc="0" normalizeH="0" baseline="0" noProof="0" dirty="0">
                <a:ln>
                  <a:noFill/>
                </a:ln>
                <a:solidFill>
                  <a:srgbClr val="FF0000"/>
                </a:solidFill>
                <a:effectLst>
                  <a:outerShdw blurRad="38100" dist="38100" dir="2700000" algn="tl">
                    <a:srgbClr val="C0C0C0"/>
                  </a:outerShdw>
                </a:effectLst>
                <a:uLnTx/>
                <a:uFillTx/>
                <a:latin typeface="Tahoma" panose="020B0604030504040204" pitchFamily="34" charset="0"/>
                <a:ea typeface="宋体" panose="02010600030101010101" pitchFamily="2" charset="-122"/>
                <a:cs typeface="+mn-cs"/>
                <a:sym typeface="+mn-ea"/>
              </a:rPr>
              <a:t>1</a:t>
            </a:r>
            <a:r>
              <a:rPr kumimoji="1" lang="zh-CN" altLang="en-US" sz="2000" b="1" i="0" u="none" strike="noStrike" kern="1200" cap="none" spc="0" normalizeH="0" baseline="0" noProof="0" dirty="0">
                <a:ln>
                  <a:noFill/>
                </a:ln>
                <a:solidFill>
                  <a:srgbClr val="FF0000"/>
                </a:solidFill>
                <a:effectLst>
                  <a:outerShdw blurRad="38100" dist="38100" dir="2700000" algn="tl">
                    <a:srgbClr val="C0C0C0"/>
                  </a:outerShdw>
                </a:effectLst>
                <a:uLnTx/>
                <a:uFillTx/>
                <a:latin typeface="Tahoma" panose="020B0604030504040204" pitchFamily="34" charset="0"/>
                <a:ea typeface="宋体" panose="02010600030101010101" pitchFamily="2" charset="-122"/>
                <a:cs typeface="+mn-cs"/>
                <a:sym typeface="+mn-ea"/>
              </a:rPr>
              <a:t>、线性性质</a:t>
            </a:r>
            <a:endParaRPr kumimoji="1" lang="zh-CN" altLang="en-US" sz="2000" b="1" i="0" u="none" strike="noStrike" kern="1200" cap="none" spc="0" normalizeH="0" baseline="0" noProof="0" dirty="0">
              <a:ln>
                <a:noFill/>
              </a:ln>
              <a:solidFill>
                <a:schemeClr val="tx2"/>
              </a:solidFill>
              <a:effectLst/>
              <a:uLnTx/>
              <a:uFillTx/>
              <a:latin typeface="Tahoma" panose="020B0604030504040204" pitchFamily="34" charset="0"/>
              <a:ea typeface="宋体" panose="02010600030101010101" pitchFamily="2" charset="-122"/>
              <a:cs typeface="+mn-cs"/>
              <a:sym typeface="+mn-ea"/>
            </a:endParaRPr>
          </a:p>
        </p:txBody>
      </p:sp>
      <p:graphicFrame>
        <p:nvGraphicFramePr>
          <p:cNvPr id="106498" name="Object 3"/>
          <p:cNvGraphicFramePr>
            <a:graphicFrameLocks noChangeAspect="1"/>
          </p:cNvGraphicFramePr>
          <p:nvPr/>
        </p:nvGraphicFramePr>
        <p:xfrm>
          <a:off x="3132138" y="2001838"/>
          <a:ext cx="2406650" cy="441325"/>
        </p:xfrm>
        <a:graphic>
          <a:graphicData uri="http://schemas.openxmlformats.org/presentationml/2006/ole">
            <mc:AlternateContent xmlns:mc="http://schemas.openxmlformats.org/markup-compatibility/2006">
              <mc:Choice xmlns:v="urn:schemas-microsoft-com:vml" Requires="v">
                <p:oleObj spid="_x0000_s2" name="" r:id="rId1" imgW="1447800" imgH="215900" progId="Equation.3">
                  <p:embed/>
                </p:oleObj>
              </mc:Choice>
              <mc:Fallback>
                <p:oleObj name="" r:id="rId1" imgW="1447800" imgH="215900" progId="Equation.3">
                  <p:embed/>
                  <p:pic>
                    <p:nvPicPr>
                      <p:cNvPr id="0" name="Object 3"/>
                      <p:cNvPicPr/>
                      <p:nvPr/>
                    </p:nvPicPr>
                    <p:blipFill>
                      <a:blip r:embed="rId2">
                        <a:clrChange>
                          <a:clrFrom>
                            <a:srgbClr val="000000"/>
                          </a:clrFrom>
                          <a:clrTo>
                            <a:srgbClr val="0000FF"/>
                          </a:clrTo>
                        </a:clrChange>
                      </a:blip>
                      <a:stretch>
                        <a:fillRect/>
                      </a:stretch>
                    </p:blipFill>
                    <p:spPr>
                      <a:xfrm>
                        <a:off x="3132138" y="2001838"/>
                        <a:ext cx="2406650" cy="441325"/>
                      </a:xfrm>
                      <a:prstGeom prst="rect">
                        <a:avLst/>
                      </a:prstGeom>
                      <a:noFill/>
                      <a:ln w="38100">
                        <a:noFill/>
                        <a:miter/>
                      </a:ln>
                    </p:spPr>
                  </p:pic>
                </p:oleObj>
              </mc:Fallback>
            </mc:AlternateContent>
          </a:graphicData>
        </a:graphic>
      </p:graphicFrame>
      <p:sp>
        <p:nvSpPr>
          <p:cNvPr id="236548" name="Rectangle 4"/>
          <p:cNvSpPr>
            <a:spLocks noChangeArrowheads="1"/>
          </p:cNvSpPr>
          <p:nvPr/>
        </p:nvSpPr>
        <p:spPr bwMode="auto">
          <a:xfrm>
            <a:off x="909637" y="3875088"/>
            <a:ext cx="1963737" cy="457200"/>
          </a:xfrm>
          <a:prstGeom prst="rect">
            <a:avLst/>
          </a:prstGeom>
          <a:noFill/>
          <a:ln w="9525">
            <a:noFill/>
            <a:miter lim="800000"/>
          </a:ln>
          <a:effectLst/>
        </p:spPr>
        <p:txBody>
          <a:bodyPr anchor="b"/>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000" b="1" i="0" u="none" strike="noStrike" kern="1200" cap="none" spc="0" normalizeH="0" baseline="0" noProof="0" dirty="0">
                <a:ln>
                  <a:noFill/>
                </a:ln>
                <a:solidFill>
                  <a:srgbClr val="FF0000"/>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sym typeface="+mn-ea"/>
              </a:rPr>
              <a:t>3</a:t>
            </a:r>
            <a:r>
              <a:rPr kumimoji="1" lang="zh-CN" altLang="en-US" sz="2000" b="1" i="0" u="none" strike="noStrike" kern="1200" cap="none" spc="0" normalizeH="0" baseline="0" noProof="0" dirty="0">
                <a:ln>
                  <a:noFill/>
                </a:ln>
                <a:solidFill>
                  <a:srgbClr val="FF0000"/>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sym typeface="+mn-ea"/>
              </a:rPr>
              <a:t>、时频展缩性</a:t>
            </a:r>
            <a:endParaRPr kumimoji="1" lang="zh-CN" altLang="en-US" sz="2000" b="1" i="0" u="none" strike="noStrike" kern="1200" cap="none" spc="0" normalizeH="0" baseline="0" noProof="0" dirty="0">
              <a:ln>
                <a:noFill/>
              </a:ln>
              <a:solidFill>
                <a:schemeClr val="tx2"/>
              </a:solidFill>
              <a:effectLst/>
              <a:uLnTx/>
              <a:uFillTx/>
              <a:latin typeface="Times New Roman" panose="02020603050405020304" pitchFamily="18" charset="0"/>
              <a:ea typeface="宋体" panose="02010600030101010101" pitchFamily="2" charset="-122"/>
              <a:cs typeface="+mn-cs"/>
              <a:sym typeface="+mn-ea"/>
            </a:endParaRPr>
          </a:p>
        </p:txBody>
      </p:sp>
      <p:graphicFrame>
        <p:nvGraphicFramePr>
          <p:cNvPr id="106500" name="Object 5"/>
          <p:cNvGraphicFramePr>
            <a:graphicFrameLocks noChangeAspect="1"/>
          </p:cNvGraphicFramePr>
          <p:nvPr/>
        </p:nvGraphicFramePr>
        <p:xfrm>
          <a:off x="5997575" y="3708400"/>
          <a:ext cx="1250950" cy="874713"/>
        </p:xfrm>
        <a:graphic>
          <a:graphicData uri="http://schemas.openxmlformats.org/presentationml/2006/ole">
            <mc:AlternateContent xmlns:mc="http://schemas.openxmlformats.org/markup-compatibility/2006">
              <mc:Choice xmlns:v="urn:schemas-microsoft-com:vml" Requires="v">
                <p:oleObj spid="_x0000_s3" name="" r:id="rId3" imgW="546100" imgH="444500" progId="Equation.3">
                  <p:embed/>
                </p:oleObj>
              </mc:Choice>
              <mc:Fallback>
                <p:oleObj name="" r:id="rId3" imgW="546100" imgH="444500" progId="Equation.3">
                  <p:embed/>
                  <p:pic>
                    <p:nvPicPr>
                      <p:cNvPr id="0" name="Object 5"/>
                      <p:cNvPicPr/>
                      <p:nvPr/>
                    </p:nvPicPr>
                    <p:blipFill>
                      <a:blip r:embed="rId4"/>
                      <a:stretch>
                        <a:fillRect/>
                      </a:stretch>
                    </p:blipFill>
                    <p:spPr>
                      <a:xfrm>
                        <a:off x="5997575" y="3708400"/>
                        <a:ext cx="1250950" cy="874713"/>
                      </a:xfrm>
                      <a:prstGeom prst="rect">
                        <a:avLst/>
                      </a:prstGeom>
                      <a:solidFill>
                        <a:schemeClr val="tx1"/>
                      </a:solidFill>
                      <a:ln w="9525" cap="flat" cmpd="sng">
                        <a:solidFill>
                          <a:schemeClr val="folHlink"/>
                        </a:solidFill>
                        <a:prstDash val="solid"/>
                        <a:miter/>
                        <a:headEnd type="none" w="med" len="med"/>
                        <a:tailEnd type="none" w="med" len="med"/>
                      </a:ln>
                      <a:effectLst>
                        <a:outerShdw dist="35921" dir="2699999" algn="ctr" rotWithShape="0">
                          <a:srgbClr val="808080"/>
                        </a:outerShdw>
                      </a:effectLst>
                    </p:spPr>
                  </p:pic>
                </p:oleObj>
              </mc:Fallback>
            </mc:AlternateContent>
          </a:graphicData>
        </a:graphic>
      </p:graphicFrame>
      <p:sp>
        <p:nvSpPr>
          <p:cNvPr id="236550" name="Rectangle 6"/>
          <p:cNvSpPr>
            <a:spLocks noChangeArrowheads="1"/>
          </p:cNvSpPr>
          <p:nvPr/>
        </p:nvSpPr>
        <p:spPr bwMode="auto">
          <a:xfrm>
            <a:off x="909637" y="3012718"/>
            <a:ext cx="1782837" cy="381000"/>
          </a:xfrm>
          <a:prstGeom prst="rect">
            <a:avLst/>
          </a:prstGeom>
          <a:noFill/>
          <a:ln w="9525">
            <a:noFill/>
            <a:miter lim="800000"/>
          </a:ln>
          <a:effectLst/>
        </p:spPr>
        <p:txBody>
          <a:bodyPr anchor="b"/>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000" b="1" i="0" u="none" strike="noStrike" kern="1200" cap="none" spc="0" normalizeH="0" baseline="0" noProof="0" dirty="0">
                <a:ln>
                  <a:noFill/>
                </a:ln>
                <a:solidFill>
                  <a:srgbClr val="FF0000"/>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sym typeface="+mn-ea"/>
              </a:rPr>
              <a:t>2</a:t>
            </a:r>
            <a:r>
              <a:rPr kumimoji="1" lang="zh-CN" altLang="en-US" sz="2000" b="1" i="0" u="none" strike="noStrike" kern="1200" cap="none" spc="0" normalizeH="0" baseline="0" noProof="0" dirty="0">
                <a:ln>
                  <a:noFill/>
                </a:ln>
                <a:solidFill>
                  <a:srgbClr val="FF0000"/>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sym typeface="+mn-ea"/>
              </a:rPr>
              <a:t>、时移性</a:t>
            </a:r>
            <a:endParaRPr kumimoji="1" lang="zh-CN" altLang="en-US" sz="2000" b="1" i="0" u="none" strike="noStrike" kern="1200" cap="none" spc="0" normalizeH="0" baseline="0" noProof="0" dirty="0">
              <a:ln>
                <a:noFill/>
              </a:ln>
              <a:solidFill>
                <a:schemeClr val="tx2"/>
              </a:solidFill>
              <a:effectLst/>
              <a:uLnTx/>
              <a:uFillTx/>
              <a:latin typeface="Times New Roman" panose="02020603050405020304" pitchFamily="18" charset="0"/>
              <a:ea typeface="宋体" panose="02010600030101010101" pitchFamily="2" charset="-122"/>
              <a:cs typeface="+mn-cs"/>
              <a:sym typeface="+mn-ea"/>
            </a:endParaRPr>
          </a:p>
        </p:txBody>
      </p:sp>
      <p:graphicFrame>
        <p:nvGraphicFramePr>
          <p:cNvPr id="106502" name="Object 7"/>
          <p:cNvGraphicFramePr>
            <a:graphicFrameLocks noChangeAspect="1"/>
          </p:cNvGraphicFramePr>
          <p:nvPr/>
        </p:nvGraphicFramePr>
        <p:xfrm>
          <a:off x="3132138" y="2878138"/>
          <a:ext cx="2490787" cy="574675"/>
        </p:xfrm>
        <a:graphic>
          <a:graphicData uri="http://schemas.openxmlformats.org/presentationml/2006/ole">
            <mc:AlternateContent xmlns:mc="http://schemas.openxmlformats.org/markup-compatibility/2006">
              <mc:Choice xmlns:v="urn:schemas-microsoft-com:vml" Requires="v">
                <p:oleObj spid="_x0000_s4" name="" r:id="rId5" imgW="977900" imgH="228600" progId="Equation.3">
                  <p:embed/>
                </p:oleObj>
              </mc:Choice>
              <mc:Fallback>
                <p:oleObj name="" r:id="rId5" imgW="977900" imgH="228600" progId="Equation.3">
                  <p:embed/>
                  <p:pic>
                    <p:nvPicPr>
                      <p:cNvPr id="0" name="Object 7"/>
                      <p:cNvPicPr/>
                      <p:nvPr/>
                    </p:nvPicPr>
                    <p:blipFill>
                      <a:blip r:embed="rId6">
                        <a:clrChange>
                          <a:clrFrom>
                            <a:srgbClr val="000000"/>
                          </a:clrFrom>
                          <a:clrTo>
                            <a:srgbClr val="0000FF"/>
                          </a:clrTo>
                        </a:clrChange>
                      </a:blip>
                      <a:stretch>
                        <a:fillRect/>
                      </a:stretch>
                    </p:blipFill>
                    <p:spPr>
                      <a:xfrm>
                        <a:off x="3132138" y="2878138"/>
                        <a:ext cx="2490787" cy="574675"/>
                      </a:xfrm>
                      <a:prstGeom prst="rect">
                        <a:avLst/>
                      </a:prstGeom>
                      <a:noFill/>
                      <a:ln w="38100">
                        <a:noFill/>
                        <a:miter/>
                      </a:ln>
                    </p:spPr>
                  </p:pic>
                </p:oleObj>
              </mc:Fallback>
            </mc:AlternateContent>
          </a:graphicData>
        </a:graphic>
      </p:graphicFrame>
      <p:graphicFrame>
        <p:nvGraphicFramePr>
          <p:cNvPr id="106503" name="Object 8"/>
          <p:cNvGraphicFramePr>
            <a:graphicFrameLocks noChangeAspect="1"/>
          </p:cNvGraphicFramePr>
          <p:nvPr/>
        </p:nvGraphicFramePr>
        <p:xfrm>
          <a:off x="6005513" y="2001838"/>
          <a:ext cx="2228850" cy="441325"/>
        </p:xfrm>
        <a:graphic>
          <a:graphicData uri="http://schemas.openxmlformats.org/presentationml/2006/ole">
            <mc:AlternateContent xmlns:mc="http://schemas.openxmlformats.org/markup-compatibility/2006">
              <mc:Choice xmlns:v="urn:schemas-microsoft-com:vml" Requires="v">
                <p:oleObj spid="_x0000_s5" name="" r:id="rId7" imgW="1333500" imgH="215900" progId="Equation.3">
                  <p:embed/>
                </p:oleObj>
              </mc:Choice>
              <mc:Fallback>
                <p:oleObj name="" r:id="rId7" imgW="1333500" imgH="215900" progId="Equation.3">
                  <p:embed/>
                  <p:pic>
                    <p:nvPicPr>
                      <p:cNvPr id="0" name="Object 8"/>
                      <p:cNvPicPr/>
                      <p:nvPr/>
                    </p:nvPicPr>
                    <p:blipFill>
                      <a:blip r:embed="rId8">
                        <a:clrChange>
                          <a:clrFrom>
                            <a:srgbClr val="000000"/>
                          </a:clrFrom>
                          <a:clrTo>
                            <a:srgbClr val="0000FF"/>
                          </a:clrTo>
                        </a:clrChange>
                      </a:blip>
                      <a:stretch>
                        <a:fillRect/>
                      </a:stretch>
                    </p:blipFill>
                    <p:spPr>
                      <a:xfrm>
                        <a:off x="6005513" y="2001838"/>
                        <a:ext cx="2228850" cy="441325"/>
                      </a:xfrm>
                      <a:prstGeom prst="rect">
                        <a:avLst/>
                      </a:prstGeom>
                      <a:solidFill>
                        <a:schemeClr val="tx1"/>
                      </a:solidFill>
                      <a:ln w="9525" cap="flat" cmpd="sng">
                        <a:solidFill>
                          <a:schemeClr val="folHlink"/>
                        </a:solidFill>
                        <a:prstDash val="solid"/>
                        <a:miter/>
                        <a:headEnd type="none" w="med" len="med"/>
                        <a:tailEnd type="none" w="med" len="med"/>
                      </a:ln>
                      <a:effectLst>
                        <a:outerShdw dist="35921" dir="2699999" algn="ctr" rotWithShape="0">
                          <a:schemeClr val="bg2"/>
                        </a:outerShdw>
                      </a:effectLst>
                    </p:spPr>
                  </p:pic>
                </p:oleObj>
              </mc:Fallback>
            </mc:AlternateContent>
          </a:graphicData>
        </a:graphic>
      </p:graphicFrame>
      <p:graphicFrame>
        <p:nvGraphicFramePr>
          <p:cNvPr id="106504" name="Object 9"/>
          <p:cNvGraphicFramePr>
            <a:graphicFrameLocks noChangeAspect="1"/>
          </p:cNvGraphicFramePr>
          <p:nvPr/>
        </p:nvGraphicFramePr>
        <p:xfrm>
          <a:off x="6122988" y="2878138"/>
          <a:ext cx="1966912" cy="574675"/>
        </p:xfrm>
        <a:graphic>
          <a:graphicData uri="http://schemas.openxmlformats.org/presentationml/2006/ole">
            <mc:AlternateContent xmlns:mc="http://schemas.openxmlformats.org/markup-compatibility/2006">
              <mc:Choice xmlns:v="urn:schemas-microsoft-com:vml" Requires="v">
                <p:oleObj spid="_x0000_s6" name="" r:id="rId9" imgW="749300" imgH="228600" progId="Equation.3">
                  <p:embed/>
                </p:oleObj>
              </mc:Choice>
              <mc:Fallback>
                <p:oleObj name="" r:id="rId9" imgW="749300" imgH="228600" progId="Equation.3">
                  <p:embed/>
                  <p:pic>
                    <p:nvPicPr>
                      <p:cNvPr id="0" name="Object 9"/>
                      <p:cNvPicPr/>
                      <p:nvPr/>
                    </p:nvPicPr>
                    <p:blipFill>
                      <a:blip r:embed="rId10">
                        <a:clrChange>
                          <a:clrFrom>
                            <a:srgbClr val="000000"/>
                          </a:clrFrom>
                          <a:clrTo>
                            <a:srgbClr val="0000FF"/>
                          </a:clrTo>
                        </a:clrChange>
                      </a:blip>
                      <a:stretch>
                        <a:fillRect/>
                      </a:stretch>
                    </p:blipFill>
                    <p:spPr>
                      <a:xfrm>
                        <a:off x="6122988" y="2878138"/>
                        <a:ext cx="1966912" cy="574675"/>
                      </a:xfrm>
                      <a:prstGeom prst="rect">
                        <a:avLst/>
                      </a:prstGeom>
                      <a:solidFill>
                        <a:schemeClr val="tx1"/>
                      </a:solidFill>
                      <a:ln w="9525" cap="flat" cmpd="sng">
                        <a:solidFill>
                          <a:schemeClr val="folHlink"/>
                        </a:solidFill>
                        <a:prstDash val="solid"/>
                        <a:miter/>
                        <a:headEnd type="none" w="med" len="med"/>
                        <a:tailEnd type="none" w="med" len="med"/>
                      </a:ln>
                      <a:effectLst>
                        <a:outerShdw dist="35921" dir="2699999" algn="ctr" rotWithShape="0">
                          <a:schemeClr val="bg2"/>
                        </a:outerShdw>
                      </a:effectLst>
                    </p:spPr>
                  </p:pic>
                </p:oleObj>
              </mc:Fallback>
            </mc:AlternateContent>
          </a:graphicData>
        </a:graphic>
      </p:graphicFrame>
      <p:graphicFrame>
        <p:nvGraphicFramePr>
          <p:cNvPr id="106505" name="Object 10"/>
          <p:cNvGraphicFramePr>
            <a:graphicFrameLocks noChangeAspect="1"/>
          </p:cNvGraphicFramePr>
          <p:nvPr/>
        </p:nvGraphicFramePr>
        <p:xfrm>
          <a:off x="3492500" y="3875088"/>
          <a:ext cx="1450975" cy="442912"/>
        </p:xfrm>
        <a:graphic>
          <a:graphicData uri="http://schemas.openxmlformats.org/presentationml/2006/ole">
            <mc:AlternateContent xmlns:mc="http://schemas.openxmlformats.org/markup-compatibility/2006">
              <mc:Choice xmlns:v="urn:schemas-microsoft-com:vml" Requires="v">
                <p:oleObj spid="_x0000_s7" name="" r:id="rId11" imgW="571500" imgH="203200" progId="Equation.3">
                  <p:embed/>
                </p:oleObj>
              </mc:Choice>
              <mc:Fallback>
                <p:oleObj name="" r:id="rId11" imgW="571500" imgH="203200" progId="Equation.3">
                  <p:embed/>
                  <p:pic>
                    <p:nvPicPr>
                      <p:cNvPr id="0" name="Object 10"/>
                      <p:cNvPicPr/>
                      <p:nvPr/>
                    </p:nvPicPr>
                    <p:blipFill>
                      <a:blip r:embed="rId12"/>
                      <a:stretch>
                        <a:fillRect/>
                      </a:stretch>
                    </p:blipFill>
                    <p:spPr>
                      <a:xfrm>
                        <a:off x="3492500" y="3875088"/>
                        <a:ext cx="1450975" cy="442912"/>
                      </a:xfrm>
                      <a:prstGeom prst="rect">
                        <a:avLst/>
                      </a:prstGeom>
                      <a:noFill/>
                      <a:ln w="38100">
                        <a:noFill/>
                        <a:miter/>
                      </a:ln>
                    </p:spPr>
                  </p:pic>
                </p:oleObj>
              </mc:Fallback>
            </mc:AlternateContent>
          </a:graphicData>
        </a:graphic>
      </p:graphicFrame>
      <p:sp>
        <p:nvSpPr>
          <p:cNvPr id="236555" name="Rectangle 11"/>
          <p:cNvSpPr>
            <a:spLocks noChangeArrowheads="1"/>
          </p:cNvSpPr>
          <p:nvPr/>
        </p:nvSpPr>
        <p:spPr bwMode="auto">
          <a:xfrm>
            <a:off x="909637" y="4811713"/>
            <a:ext cx="1494805" cy="457200"/>
          </a:xfrm>
          <a:prstGeom prst="rect">
            <a:avLst/>
          </a:prstGeom>
          <a:noFill/>
          <a:ln w="9525">
            <a:noFill/>
            <a:miter lim="800000"/>
          </a:ln>
          <a:effectLst/>
        </p:spPr>
        <p:txBody>
          <a:bodyPr anchor="b"/>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000" b="1" i="0" u="none" strike="noStrike" kern="1200" cap="none" spc="0" normalizeH="0" baseline="0" noProof="0" dirty="0">
                <a:ln>
                  <a:noFill/>
                </a:ln>
                <a:solidFill>
                  <a:srgbClr val="FF0000"/>
                </a:solidFill>
                <a:effectLst>
                  <a:outerShdw blurRad="38100" dist="38100" dir="2700000" algn="tl">
                    <a:srgbClr val="C0C0C0"/>
                  </a:outerShdw>
                </a:effectLst>
                <a:uLnTx/>
                <a:uFillTx/>
                <a:latin typeface="Tahoma" panose="020B0604030504040204" pitchFamily="34" charset="0"/>
                <a:ea typeface="宋体" panose="02010600030101010101" pitchFamily="2" charset="-122"/>
                <a:cs typeface="+mn-cs"/>
                <a:sym typeface="+mn-ea"/>
              </a:rPr>
              <a:t>4</a:t>
            </a:r>
            <a:r>
              <a:rPr kumimoji="1" lang="zh-CN" altLang="en-US" sz="2000" b="1" i="0" u="none" strike="noStrike" kern="1200" cap="none" spc="0" normalizeH="0" baseline="0" noProof="0" dirty="0">
                <a:ln>
                  <a:noFill/>
                </a:ln>
                <a:solidFill>
                  <a:srgbClr val="FF0000"/>
                </a:solidFill>
                <a:effectLst>
                  <a:outerShdw blurRad="38100" dist="38100" dir="2700000" algn="tl">
                    <a:srgbClr val="C0C0C0"/>
                  </a:outerShdw>
                </a:effectLst>
                <a:uLnTx/>
                <a:uFillTx/>
                <a:latin typeface="Tahoma" panose="020B0604030504040204" pitchFamily="34" charset="0"/>
                <a:ea typeface="宋体" panose="02010600030101010101" pitchFamily="2" charset="-122"/>
                <a:cs typeface="+mn-cs"/>
                <a:sym typeface="+mn-ea"/>
              </a:rPr>
              <a:t>、频移性</a:t>
            </a:r>
            <a:endParaRPr kumimoji="1" lang="zh-CN" altLang="en-US" sz="2000" b="1" i="0" u="none" strike="noStrike" kern="1200" cap="none" spc="0" normalizeH="0" baseline="0" noProof="0" dirty="0">
              <a:ln>
                <a:noFill/>
              </a:ln>
              <a:solidFill>
                <a:schemeClr val="tx2"/>
              </a:solidFill>
              <a:effectLst/>
              <a:uLnTx/>
              <a:uFillTx/>
              <a:latin typeface="Tahoma" panose="020B0604030504040204" pitchFamily="34" charset="0"/>
              <a:ea typeface="宋体" panose="02010600030101010101" pitchFamily="2" charset="-122"/>
              <a:cs typeface="+mn-cs"/>
              <a:sym typeface="+mn-ea"/>
            </a:endParaRPr>
          </a:p>
        </p:txBody>
      </p:sp>
      <p:graphicFrame>
        <p:nvGraphicFramePr>
          <p:cNvPr id="106507" name="Object 12"/>
          <p:cNvGraphicFramePr>
            <a:graphicFrameLocks noChangeAspect="1"/>
          </p:cNvGraphicFramePr>
          <p:nvPr/>
        </p:nvGraphicFramePr>
        <p:xfrm>
          <a:off x="3222625" y="4738688"/>
          <a:ext cx="1762125" cy="522287"/>
        </p:xfrm>
        <a:graphic>
          <a:graphicData uri="http://schemas.openxmlformats.org/presentationml/2006/ole">
            <mc:AlternateContent xmlns:mc="http://schemas.openxmlformats.org/markup-compatibility/2006">
              <mc:Choice xmlns:v="urn:schemas-microsoft-com:vml" Requires="v">
                <p:oleObj spid="_x0000_s8" name="" r:id="rId13" imgW="1003300" imgH="228600" progId="Equation.3">
                  <p:embed/>
                </p:oleObj>
              </mc:Choice>
              <mc:Fallback>
                <p:oleObj name="" r:id="rId13" imgW="1003300" imgH="228600" progId="Equation.3">
                  <p:embed/>
                  <p:pic>
                    <p:nvPicPr>
                      <p:cNvPr id="0" name="Object 12"/>
                      <p:cNvPicPr/>
                      <p:nvPr/>
                    </p:nvPicPr>
                    <p:blipFill>
                      <a:blip r:embed="rId14">
                        <a:clrChange>
                          <a:clrFrom>
                            <a:srgbClr val="000000"/>
                          </a:clrFrom>
                          <a:clrTo>
                            <a:srgbClr val="0000FF"/>
                          </a:clrTo>
                        </a:clrChange>
                      </a:blip>
                      <a:stretch>
                        <a:fillRect/>
                      </a:stretch>
                    </p:blipFill>
                    <p:spPr>
                      <a:xfrm>
                        <a:off x="3222625" y="4738688"/>
                        <a:ext cx="1762125" cy="522287"/>
                      </a:xfrm>
                      <a:prstGeom prst="rect">
                        <a:avLst/>
                      </a:prstGeom>
                      <a:noFill/>
                      <a:ln w="38100">
                        <a:noFill/>
                        <a:miter/>
                      </a:ln>
                    </p:spPr>
                  </p:pic>
                </p:oleObj>
              </mc:Fallback>
            </mc:AlternateContent>
          </a:graphicData>
        </a:graphic>
      </p:graphicFrame>
      <p:graphicFrame>
        <p:nvGraphicFramePr>
          <p:cNvPr id="106508" name="Object 13"/>
          <p:cNvGraphicFramePr>
            <a:graphicFrameLocks noChangeAspect="1"/>
          </p:cNvGraphicFramePr>
          <p:nvPr/>
        </p:nvGraphicFramePr>
        <p:xfrm>
          <a:off x="6202363" y="4738688"/>
          <a:ext cx="1636712" cy="561975"/>
        </p:xfrm>
        <a:graphic>
          <a:graphicData uri="http://schemas.openxmlformats.org/presentationml/2006/ole">
            <mc:AlternateContent xmlns:mc="http://schemas.openxmlformats.org/markup-compatibility/2006">
              <mc:Choice xmlns:v="urn:schemas-microsoft-com:vml" Requires="v">
                <p:oleObj spid="_x0000_s9" name="" r:id="rId15" imgW="850900" imgH="228600" progId="Equation.3">
                  <p:embed/>
                </p:oleObj>
              </mc:Choice>
              <mc:Fallback>
                <p:oleObj name="" r:id="rId15" imgW="850900" imgH="228600" progId="Equation.3">
                  <p:embed/>
                  <p:pic>
                    <p:nvPicPr>
                      <p:cNvPr id="0" name="Object 13"/>
                      <p:cNvPicPr/>
                      <p:nvPr/>
                    </p:nvPicPr>
                    <p:blipFill>
                      <a:blip r:embed="rId16">
                        <a:clrChange>
                          <a:clrFrom>
                            <a:srgbClr val="000000"/>
                          </a:clrFrom>
                          <a:clrTo>
                            <a:srgbClr val="0000FF"/>
                          </a:clrTo>
                        </a:clrChange>
                      </a:blip>
                      <a:stretch>
                        <a:fillRect/>
                      </a:stretch>
                    </p:blipFill>
                    <p:spPr>
                      <a:xfrm>
                        <a:off x="6202363" y="4738688"/>
                        <a:ext cx="1636712" cy="561975"/>
                      </a:xfrm>
                      <a:prstGeom prst="rect">
                        <a:avLst/>
                      </a:prstGeom>
                      <a:solidFill>
                        <a:schemeClr val="tx1"/>
                      </a:solidFill>
                      <a:ln w="9525" cap="flat" cmpd="sng">
                        <a:solidFill>
                          <a:schemeClr val="folHlink"/>
                        </a:solidFill>
                        <a:prstDash val="solid"/>
                        <a:miter/>
                        <a:headEnd type="none" w="med" len="med"/>
                        <a:tailEnd type="none" w="med" len="med"/>
                      </a:ln>
                      <a:effectLst>
                        <a:outerShdw dist="35921" dir="2699999" algn="ctr" rotWithShape="0">
                          <a:schemeClr val="bg2"/>
                        </a:outerShdw>
                      </a:effectLst>
                    </p:spPr>
                  </p:pic>
                </p:oleObj>
              </mc:Fallback>
            </mc:AlternateContent>
          </a:graphicData>
        </a:graphic>
      </p:graphicFrame>
      <p:sp>
        <p:nvSpPr>
          <p:cNvPr id="106509" name="Rectangle 16"/>
          <p:cNvSpPr/>
          <p:nvPr/>
        </p:nvSpPr>
        <p:spPr>
          <a:xfrm>
            <a:off x="971550" y="260350"/>
            <a:ext cx="6337300" cy="823913"/>
          </a:xfrm>
          <a:prstGeom prst="rect">
            <a:avLst/>
          </a:prstGeom>
          <a:solidFill>
            <a:schemeClr val="tx1"/>
          </a:solidFill>
          <a:ln w="9525" cap="flat" cmpd="sng">
            <a:solidFill>
              <a:srgbClr val="C0C0C0"/>
            </a:solidFill>
            <a:prstDash val="solid"/>
            <a:miter/>
            <a:headEnd type="none" w="med" len="med"/>
            <a:tailEnd type="none" w="med" len="med"/>
          </a:ln>
          <a:effectLst>
            <a:outerShdw dist="35921" dir="2699999" algn="ctr" rotWithShape="0">
              <a:srgbClr val="808080"/>
            </a:outerShdw>
          </a:effectLst>
        </p:spPr>
        <p:txBody>
          <a:bodyPr anchor="ctr" anchorCtr="0"/>
          <a:lstStyle/>
          <a:p>
            <a:pPr algn="ctr" eaLnBrk="0" hangingPunct="0"/>
            <a:r>
              <a:rPr lang="zh-CN" altLang="en-US" sz="4000" b="0" dirty="0">
                <a:solidFill>
                  <a:schemeClr val="bg1"/>
                </a:solidFill>
                <a:latin typeface="Arial" panose="020B0604020202020204" pitchFamily="34" charset="0"/>
                <a:ea typeface="黑体" panose="02010609060101010101" charset="-122"/>
              </a:rPr>
              <a:t>总结</a:t>
            </a:r>
            <a:r>
              <a:rPr lang="en-US" altLang="zh-CN" sz="4000" b="0" baseline="30000" dirty="0">
                <a:solidFill>
                  <a:schemeClr val="bg1"/>
                </a:solidFill>
                <a:latin typeface="Arial" panose="020B0604020202020204" pitchFamily="34" charset="0"/>
                <a:ea typeface="黑体" panose="02010609060101010101" charset="-122"/>
              </a:rPr>
              <a:t>—</a:t>
            </a:r>
            <a:r>
              <a:rPr lang="zh-CN" altLang="en-US" sz="4000" b="0" baseline="30000" dirty="0">
                <a:solidFill>
                  <a:schemeClr val="bg1"/>
                </a:solidFill>
                <a:latin typeface="Arial" panose="020B0604020202020204" pitchFamily="34" charset="0"/>
                <a:ea typeface="黑体" panose="02010609060101010101" charset="-122"/>
              </a:rPr>
              <a:t>拉普拉斯变换性质</a:t>
            </a:r>
            <a:endParaRPr lang="zh-CN" altLang="en-US" sz="4000" b="0" dirty="0">
              <a:solidFill>
                <a:schemeClr val="bg1"/>
              </a:solidFill>
              <a:latin typeface="Arial" panose="020B0604020202020204" pitchFamily="34" charset="0"/>
              <a:ea typeface="黑体" panose="02010609060101010101" charset="-122"/>
            </a:endParaRPr>
          </a:p>
        </p:txBody>
      </p:sp>
      <p:sp>
        <p:nvSpPr>
          <p:cNvPr id="10" name="墨迹 1"/>
          <p:cNvSpPr/>
          <p:nvPr/>
        </p:nvSpPr>
        <p:spPr bwMode="auto">
          <a:xfrm>
            <a:off x="3553920" y="2833560"/>
            <a:ext cx="5408640" cy="3222720"/>
          </a:xfrm>
        </p:spPr>
      </p:sp>
      <p:pic>
        <p:nvPicPr>
          <p:cNvPr id="11" name="音频 2">
            <a:hlinkClick r:id="" action="ppaction://media"/>
          </p:cNvPr>
          <p:cNvPicPr>
            <a:picLocks noChangeAspect="1"/>
          </p:cNvPicPr>
          <p:nvPr>
            <a:audioFile r:link="rId17"/>
            <p:extLst>
              <p:ext uri="{DAA4B4D4-6D71-4841-9C94-3DE7FCFB9230}">
                <p14:media xmlns:p14="http://schemas.microsoft.com/office/powerpoint/2010/main" r:embed="rId18"/>
              </p:ext>
            </p:extLst>
          </p:nvPr>
        </p:nvPicPr>
        <p:blipFill>
          <a:blip r:embed="rId19"/>
          <a:stretch>
            <a:fillRect/>
          </a:stretch>
        </p:blipFill>
        <p:spPr>
          <a:xfrm>
            <a:off x="8623300" y="63373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7217"/>
    </mc:Choice>
    <mc:Fallback>
      <p:transition spd="slow" advTm="47217"/>
    </mc:Fallback>
  </mc:AlternateContent>
  <p:timing>
    <p:tnLst>
      <p:par>
        <p:cTn id="1" dur="indefinite" restart="never" nodeType="tmRoot"/>
      </p:par>
    </p:tnLst>
  </p:timing>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45" name="Rectangle 5"/>
          <p:cNvSpPr>
            <a:spLocks noGrp="1" noChangeArrowheads="1"/>
          </p:cNvSpPr>
          <p:nvPr>
            <p:ph type="title" idx="4294967295"/>
          </p:nvPr>
        </p:nvSpPr>
        <p:spPr>
          <a:xfrm>
            <a:off x="539750" y="1052513"/>
            <a:ext cx="2987675" cy="428625"/>
          </a:xfrm>
        </p:spPr>
        <p:txBody>
          <a:bodyPr wrap="square" lIns="91440" tIns="45720" rIns="91440" bIns="45720" numCol="1" anchor="ctr" anchorCtr="0" compatLnSpc="1"/>
          <a:lstStyle/>
          <a:p>
            <a:pPr marL="0" marR="0" lvl="0" indent="0" algn="ctr" defTabSz="914400" rtl="0" eaLnBrk="1" fontAlgn="base" latinLnBrk="0" hangingPunct="1">
              <a:lnSpc>
                <a:spcPct val="140000"/>
              </a:lnSpc>
              <a:spcBef>
                <a:spcPct val="0"/>
              </a:spcBef>
              <a:spcAft>
                <a:spcPct val="0"/>
              </a:spcAft>
              <a:buClrTx/>
              <a:buSzTx/>
              <a:buFontTx/>
              <a:buNone/>
              <a:defRPr/>
            </a:pPr>
            <a:r>
              <a:rPr kumimoji="0" lang="en-US" altLang="zh-CN" sz="2400" b="0" i="0" u="none" strike="noStrike" kern="0" cap="none" spc="0" normalizeH="0" baseline="0" noProof="0" dirty="0">
                <a:ln>
                  <a:noFill/>
                </a:ln>
                <a:solidFill>
                  <a:srgbClr val="FF0000"/>
                </a:solidFill>
                <a:effectLst>
                  <a:outerShdw blurRad="38100" dist="38100" dir="2700000" algn="tl">
                    <a:srgbClr val="C0C0C0"/>
                  </a:outerShdw>
                </a:effectLst>
                <a:uLnTx/>
                <a:uFillTx/>
                <a:latin typeface="+mj-lt"/>
                <a:ea typeface="+mj-ea"/>
                <a:cs typeface="+mj-cs"/>
              </a:rPr>
              <a:t>5</a:t>
            </a:r>
            <a:r>
              <a:rPr kumimoji="0" lang="zh-CN" altLang="en-US" sz="2400" b="0" i="0" u="none" strike="noStrike" kern="0" cap="none" spc="0" normalizeH="0" baseline="0" noProof="0" dirty="0">
                <a:ln>
                  <a:noFill/>
                </a:ln>
                <a:solidFill>
                  <a:srgbClr val="FF0000"/>
                </a:solidFill>
                <a:effectLst>
                  <a:outerShdw blurRad="38100" dist="38100" dir="2700000" algn="tl">
                    <a:srgbClr val="C0C0C0"/>
                  </a:outerShdw>
                </a:effectLst>
                <a:uLnTx/>
                <a:uFillTx/>
                <a:latin typeface="+mj-lt"/>
                <a:ea typeface="+mj-ea"/>
                <a:cs typeface="+mj-cs"/>
              </a:rPr>
              <a:t>、时域微分性：</a:t>
            </a:r>
            <a:endParaRPr kumimoji="0" lang="zh-CN" altLang="en-US" sz="2400" b="0" i="0" u="none" strike="noStrike" kern="0" cap="none" spc="0" normalizeH="0" baseline="0" noProof="0" dirty="0">
              <a:ln>
                <a:noFill/>
              </a:ln>
              <a:solidFill>
                <a:srgbClr val="FF0000"/>
              </a:solidFill>
              <a:effectLst>
                <a:outerShdw blurRad="38100" dist="38100" dir="2700000" algn="tl">
                  <a:srgbClr val="C0C0C0"/>
                </a:outerShdw>
              </a:effectLst>
              <a:uLnTx/>
              <a:uFillTx/>
              <a:latin typeface="+mj-lt"/>
              <a:ea typeface="+mj-ea"/>
              <a:cs typeface="+mj-cs"/>
            </a:endParaRPr>
          </a:p>
        </p:txBody>
      </p:sp>
      <p:sp>
        <p:nvSpPr>
          <p:cNvPr id="107522" name="Text Box 14"/>
          <p:cNvSpPr txBox="1"/>
          <p:nvPr/>
        </p:nvSpPr>
        <p:spPr>
          <a:xfrm>
            <a:off x="2627313" y="1700213"/>
            <a:ext cx="2971800" cy="396875"/>
          </a:xfrm>
          <a:prstGeom prst="rect">
            <a:avLst/>
          </a:prstGeom>
          <a:noFill/>
          <a:ln w="9525">
            <a:noFill/>
          </a:ln>
        </p:spPr>
        <p:txBody>
          <a:bodyPr anchor="t" anchorCtr="0">
            <a:spAutoFit/>
          </a:bodyPr>
          <a:lstStyle/>
          <a:p>
            <a:pPr>
              <a:spcBef>
                <a:spcPct val="50000"/>
              </a:spcBef>
            </a:pPr>
            <a:r>
              <a:rPr lang="zh-CN" altLang="en-US" sz="2000" dirty="0">
                <a:solidFill>
                  <a:srgbClr val="003300"/>
                </a:solidFill>
                <a:latin typeface="Tahoma" panose="020B0604030504040204" pitchFamily="34" charset="0"/>
                <a:ea typeface="宋体" panose="02010600030101010101" pitchFamily="2" charset="-122"/>
              </a:rPr>
              <a:t>若</a:t>
            </a:r>
            <a:r>
              <a:rPr lang="en-US" altLang="zh-CN" sz="2000" dirty="0">
                <a:solidFill>
                  <a:srgbClr val="003300"/>
                </a:solidFill>
                <a:latin typeface="Tahoma" panose="020B0604030504040204" pitchFamily="34" charset="0"/>
                <a:ea typeface="宋体" panose="02010600030101010101" pitchFamily="2" charset="-122"/>
              </a:rPr>
              <a:t>f(t) </a:t>
            </a:r>
            <a:r>
              <a:rPr lang="en-US" altLang="zh-CN" sz="2000" dirty="0">
                <a:solidFill>
                  <a:srgbClr val="003300"/>
                </a:solidFill>
                <a:latin typeface="Tahoma" panose="020B0604030504040204" pitchFamily="34" charset="0"/>
                <a:ea typeface="宋体" panose="02010600030101010101" pitchFamily="2" charset="-122"/>
                <a:sym typeface="Symbol" panose="05050102010706020507" pitchFamily="18" charset="2"/>
              </a:rPr>
              <a:t> </a:t>
            </a:r>
            <a:r>
              <a:rPr lang="en-US" altLang="zh-CN" sz="2000" dirty="0">
                <a:solidFill>
                  <a:srgbClr val="003300"/>
                </a:solidFill>
                <a:latin typeface="Tahoma" panose="020B0604030504040204" pitchFamily="34" charset="0"/>
                <a:ea typeface="宋体" panose="02010600030101010101" pitchFamily="2" charset="-122"/>
              </a:rPr>
              <a:t>F(s</a:t>
            </a:r>
            <a:r>
              <a:rPr lang="en-US" altLang="zh-CN" sz="2000" dirty="0">
                <a:solidFill>
                  <a:srgbClr val="003300"/>
                </a:solidFill>
                <a:latin typeface="Tahoma" panose="020B0604030504040204" pitchFamily="34" charset="0"/>
                <a:ea typeface="宋体" panose="02010600030101010101" pitchFamily="2" charset="-122"/>
                <a:sym typeface="Symbol" panose="05050102010706020507" pitchFamily="18" charset="2"/>
              </a:rPr>
              <a:t>)</a:t>
            </a:r>
            <a:r>
              <a:rPr lang="zh-CN" altLang="en-US" sz="2000" dirty="0">
                <a:solidFill>
                  <a:srgbClr val="003300"/>
                </a:solidFill>
                <a:latin typeface="Tahoma" panose="020B0604030504040204" pitchFamily="34" charset="0"/>
                <a:ea typeface="宋体" panose="02010600030101010101" pitchFamily="2" charset="-122"/>
                <a:sym typeface="Symbol" panose="05050102010706020507" pitchFamily="18" charset="2"/>
              </a:rPr>
              <a:t>，则</a:t>
            </a:r>
            <a:endParaRPr lang="zh-CN" altLang="en-US" sz="2000" dirty="0">
              <a:solidFill>
                <a:srgbClr val="003300"/>
              </a:solidFill>
              <a:latin typeface="Tahoma" panose="020B0604030504040204" pitchFamily="34" charset="0"/>
              <a:ea typeface="宋体" panose="02010600030101010101" pitchFamily="2" charset="-122"/>
            </a:endParaRPr>
          </a:p>
        </p:txBody>
      </p:sp>
      <p:graphicFrame>
        <p:nvGraphicFramePr>
          <p:cNvPr id="107523" name="Object 15"/>
          <p:cNvGraphicFramePr>
            <a:graphicFrameLocks noChangeAspect="1"/>
          </p:cNvGraphicFramePr>
          <p:nvPr/>
        </p:nvGraphicFramePr>
        <p:xfrm>
          <a:off x="1258888" y="2225675"/>
          <a:ext cx="1316037" cy="457200"/>
        </p:xfrm>
        <a:graphic>
          <a:graphicData uri="http://schemas.openxmlformats.org/presentationml/2006/ole">
            <mc:AlternateContent xmlns:mc="http://schemas.openxmlformats.org/markup-compatibility/2006">
              <mc:Choice xmlns:v="urn:schemas-microsoft-com:vml" Requires="v">
                <p:oleObj spid="_x0000_s2" name="" r:id="rId1" imgW="622300" imgH="190500" progId="Equation.3">
                  <p:embed/>
                </p:oleObj>
              </mc:Choice>
              <mc:Fallback>
                <p:oleObj name="" r:id="rId1" imgW="622300" imgH="190500" progId="Equation.3">
                  <p:embed/>
                  <p:pic>
                    <p:nvPicPr>
                      <p:cNvPr id="0" name="Object 15"/>
                      <p:cNvPicPr/>
                      <p:nvPr/>
                    </p:nvPicPr>
                    <p:blipFill>
                      <a:blip r:embed="rId2">
                        <a:clrChange>
                          <a:clrFrom>
                            <a:srgbClr val="000000"/>
                          </a:clrFrom>
                          <a:clrTo>
                            <a:srgbClr val="0000FF"/>
                          </a:clrTo>
                        </a:clrChange>
                      </a:blip>
                      <a:stretch>
                        <a:fillRect/>
                      </a:stretch>
                    </p:blipFill>
                    <p:spPr>
                      <a:xfrm>
                        <a:off x="1258888" y="2225675"/>
                        <a:ext cx="1316037" cy="457200"/>
                      </a:xfrm>
                      <a:prstGeom prst="rect">
                        <a:avLst/>
                      </a:prstGeom>
                      <a:noFill/>
                      <a:ln w="38100">
                        <a:noFill/>
                        <a:miter/>
                      </a:ln>
                    </p:spPr>
                  </p:pic>
                </p:oleObj>
              </mc:Fallback>
            </mc:AlternateContent>
          </a:graphicData>
        </a:graphic>
      </p:graphicFrame>
      <p:graphicFrame>
        <p:nvGraphicFramePr>
          <p:cNvPr id="107524" name="Object 17"/>
          <p:cNvGraphicFramePr>
            <a:graphicFrameLocks noChangeAspect="1"/>
          </p:cNvGraphicFramePr>
          <p:nvPr/>
        </p:nvGraphicFramePr>
        <p:xfrm>
          <a:off x="1116013" y="3017838"/>
          <a:ext cx="1263650" cy="495300"/>
        </p:xfrm>
        <a:graphic>
          <a:graphicData uri="http://schemas.openxmlformats.org/presentationml/2006/ole">
            <mc:AlternateContent xmlns:mc="http://schemas.openxmlformats.org/markup-compatibility/2006">
              <mc:Choice xmlns:v="urn:schemas-microsoft-com:vml" Requires="v">
                <p:oleObj spid="_x0000_s3" name="" r:id="rId3" imgW="685800" imgH="190500" progId="Equation.3">
                  <p:embed/>
                </p:oleObj>
              </mc:Choice>
              <mc:Fallback>
                <p:oleObj name="" r:id="rId3" imgW="685800" imgH="190500" progId="Equation.3">
                  <p:embed/>
                  <p:pic>
                    <p:nvPicPr>
                      <p:cNvPr id="0" name="Object 17"/>
                      <p:cNvPicPr/>
                      <p:nvPr/>
                    </p:nvPicPr>
                    <p:blipFill>
                      <a:blip r:embed="rId4">
                        <a:clrChange>
                          <a:clrFrom>
                            <a:srgbClr val="000000"/>
                          </a:clrFrom>
                          <a:clrTo>
                            <a:srgbClr val="9900FF"/>
                          </a:clrTo>
                        </a:clrChange>
                      </a:blip>
                      <a:stretch>
                        <a:fillRect/>
                      </a:stretch>
                    </p:blipFill>
                    <p:spPr>
                      <a:xfrm>
                        <a:off x="1116013" y="3017838"/>
                        <a:ext cx="1263650" cy="495300"/>
                      </a:xfrm>
                      <a:prstGeom prst="rect">
                        <a:avLst/>
                      </a:prstGeom>
                      <a:noFill/>
                      <a:ln w="38100">
                        <a:noFill/>
                        <a:miter/>
                      </a:ln>
                    </p:spPr>
                  </p:pic>
                </p:oleObj>
              </mc:Fallback>
            </mc:AlternateContent>
          </a:graphicData>
        </a:graphic>
      </p:graphicFrame>
      <p:sp>
        <p:nvSpPr>
          <p:cNvPr id="107525" name="Text Box 4"/>
          <p:cNvSpPr txBox="1"/>
          <p:nvPr/>
        </p:nvSpPr>
        <p:spPr>
          <a:xfrm>
            <a:off x="3563938" y="3860800"/>
            <a:ext cx="2519362" cy="396875"/>
          </a:xfrm>
          <a:prstGeom prst="rect">
            <a:avLst/>
          </a:prstGeom>
          <a:noFill/>
          <a:ln w="9525">
            <a:noFill/>
          </a:ln>
        </p:spPr>
        <p:txBody>
          <a:bodyPr anchor="t" anchorCtr="0">
            <a:spAutoFit/>
          </a:bodyPr>
          <a:lstStyle/>
          <a:p>
            <a:pPr>
              <a:spcBef>
                <a:spcPct val="50000"/>
              </a:spcBef>
            </a:pPr>
            <a:r>
              <a:rPr lang="zh-CN" altLang="en-US" sz="2000" dirty="0">
                <a:solidFill>
                  <a:srgbClr val="003300"/>
                </a:solidFill>
                <a:latin typeface="Tahoma" panose="020B0604030504040204" pitchFamily="34" charset="0"/>
                <a:ea typeface="宋体" panose="02010600030101010101" pitchFamily="2" charset="-122"/>
              </a:rPr>
              <a:t>若</a:t>
            </a:r>
            <a:r>
              <a:rPr lang="en-US" altLang="zh-CN" sz="2000" dirty="0">
                <a:solidFill>
                  <a:srgbClr val="003300"/>
                </a:solidFill>
                <a:latin typeface="Tahoma" panose="020B0604030504040204" pitchFamily="34" charset="0"/>
                <a:ea typeface="宋体" panose="02010600030101010101" pitchFamily="2" charset="-122"/>
              </a:rPr>
              <a:t>f(t) </a:t>
            </a:r>
            <a:r>
              <a:rPr lang="en-US" altLang="zh-CN" sz="2000" dirty="0">
                <a:solidFill>
                  <a:srgbClr val="003300"/>
                </a:solidFill>
                <a:latin typeface="Tahoma" panose="020B0604030504040204" pitchFamily="34" charset="0"/>
                <a:ea typeface="宋体" panose="02010600030101010101" pitchFamily="2" charset="-122"/>
                <a:sym typeface="Symbol" panose="05050102010706020507" pitchFamily="18" charset="2"/>
              </a:rPr>
              <a:t> </a:t>
            </a:r>
            <a:r>
              <a:rPr lang="en-US" altLang="zh-CN" sz="2000" dirty="0">
                <a:solidFill>
                  <a:srgbClr val="003300"/>
                </a:solidFill>
                <a:latin typeface="Tahoma" panose="020B0604030504040204" pitchFamily="34" charset="0"/>
                <a:ea typeface="宋体" panose="02010600030101010101" pitchFamily="2" charset="-122"/>
              </a:rPr>
              <a:t>F(s</a:t>
            </a:r>
            <a:r>
              <a:rPr lang="en-US" altLang="zh-CN" sz="2000" dirty="0">
                <a:solidFill>
                  <a:srgbClr val="003300"/>
                </a:solidFill>
                <a:latin typeface="Tahoma" panose="020B0604030504040204" pitchFamily="34" charset="0"/>
                <a:ea typeface="宋体" panose="02010600030101010101" pitchFamily="2" charset="-122"/>
                <a:sym typeface="Symbol" panose="05050102010706020507" pitchFamily="18" charset="2"/>
              </a:rPr>
              <a:t>)</a:t>
            </a:r>
            <a:r>
              <a:rPr lang="zh-CN" altLang="en-US" sz="2000" dirty="0">
                <a:solidFill>
                  <a:srgbClr val="003300"/>
                </a:solidFill>
                <a:latin typeface="Tahoma" panose="020B0604030504040204" pitchFamily="34" charset="0"/>
                <a:ea typeface="宋体" panose="02010600030101010101" pitchFamily="2" charset="-122"/>
                <a:sym typeface="Symbol" panose="05050102010706020507" pitchFamily="18" charset="2"/>
              </a:rPr>
              <a:t>，则</a:t>
            </a:r>
            <a:endParaRPr lang="zh-CN" altLang="en-US" sz="2000" dirty="0">
              <a:solidFill>
                <a:srgbClr val="003300"/>
              </a:solidFill>
              <a:latin typeface="Tahoma" panose="020B0604030504040204" pitchFamily="34" charset="0"/>
              <a:ea typeface="宋体" panose="02010600030101010101" pitchFamily="2" charset="-122"/>
            </a:endParaRPr>
          </a:p>
        </p:txBody>
      </p:sp>
      <p:sp>
        <p:nvSpPr>
          <p:cNvPr id="369672" name="Rectangle 8"/>
          <p:cNvSpPr>
            <a:spLocks noChangeArrowheads="1"/>
          </p:cNvSpPr>
          <p:nvPr/>
        </p:nvSpPr>
        <p:spPr bwMode="auto">
          <a:xfrm>
            <a:off x="827088" y="3789363"/>
            <a:ext cx="2771775" cy="617538"/>
          </a:xfrm>
          <a:prstGeom prst="rect">
            <a:avLst/>
          </a:prstGeom>
          <a:noFill/>
          <a:ln w="9525">
            <a:noFill/>
            <a:miter lim="800000"/>
          </a:ln>
        </p:spPr>
        <p:txBody>
          <a:bodyPr anchor="ctr"/>
          <a:lstStyle/>
          <a:p>
            <a:pPr marL="0" marR="0" lvl="0" indent="0" algn="ctr" defTabSz="914400" rtl="0" eaLnBrk="1" fontAlgn="base" latinLnBrk="0" hangingPunct="1">
              <a:lnSpc>
                <a:spcPct val="140000"/>
              </a:lnSpc>
              <a:spcBef>
                <a:spcPct val="0"/>
              </a:spcBef>
              <a:spcAft>
                <a:spcPct val="0"/>
              </a:spcAft>
              <a:buClrTx/>
              <a:buSzTx/>
              <a:buFontTx/>
              <a:buNone/>
              <a:defRPr/>
            </a:pPr>
            <a:r>
              <a:rPr kumimoji="0" lang="en-US" altLang="zh-CN" sz="2400" b="0" i="0" u="none" strike="noStrike" kern="0" cap="none" spc="0" normalizeH="0" baseline="0" noProof="0">
                <a:ln>
                  <a:noFill/>
                </a:ln>
                <a:solidFill>
                  <a:srgbClr val="FF0000"/>
                </a:solidFill>
                <a:effectLst>
                  <a:outerShdw blurRad="38100" dist="38100" dir="2700000" algn="tl">
                    <a:srgbClr val="C0C0C0"/>
                  </a:outerShdw>
                </a:effectLst>
                <a:uLnTx/>
                <a:uFillTx/>
                <a:latin typeface="+mj-lt"/>
                <a:ea typeface="+mj-ea"/>
                <a:cs typeface="+mj-cs"/>
                <a:sym typeface="+mn-ea"/>
              </a:rPr>
              <a:t>6</a:t>
            </a:r>
            <a:r>
              <a:rPr kumimoji="0" lang="zh-CN" altLang="en-US" sz="2400" b="0" i="0" u="none" strike="noStrike" kern="0" cap="none" spc="0" normalizeH="0" baseline="0" noProof="0">
                <a:ln>
                  <a:noFill/>
                </a:ln>
                <a:solidFill>
                  <a:srgbClr val="FF0000"/>
                </a:solidFill>
                <a:effectLst>
                  <a:outerShdw blurRad="38100" dist="38100" dir="2700000" algn="tl">
                    <a:srgbClr val="C0C0C0"/>
                  </a:outerShdw>
                </a:effectLst>
                <a:uLnTx/>
                <a:uFillTx/>
                <a:latin typeface="+mj-lt"/>
                <a:ea typeface="+mj-ea"/>
                <a:cs typeface="+mj-cs"/>
                <a:sym typeface="+mn-ea"/>
              </a:rPr>
              <a:t>、时域积分性：</a:t>
            </a:r>
            <a:endParaRPr kumimoji="0" lang="zh-CN" altLang="en-US" sz="2400" b="0" i="0" u="none" strike="noStrike" kern="0" cap="none" spc="0" normalizeH="0" baseline="0" noProof="0">
              <a:ln>
                <a:noFill/>
              </a:ln>
              <a:solidFill>
                <a:srgbClr val="FF0000"/>
              </a:solidFill>
              <a:effectLst>
                <a:outerShdw blurRad="38100" dist="38100" dir="2700000" algn="tl">
                  <a:srgbClr val="C0C0C0"/>
                </a:outerShdw>
              </a:effectLst>
              <a:uLnTx/>
              <a:uFillTx/>
              <a:latin typeface="+mj-lt"/>
              <a:ea typeface="+mj-ea"/>
              <a:cs typeface="+mj-cs"/>
              <a:sym typeface="+mn-ea"/>
            </a:endParaRPr>
          </a:p>
        </p:txBody>
      </p:sp>
      <p:graphicFrame>
        <p:nvGraphicFramePr>
          <p:cNvPr id="107527" name="Object 23"/>
          <p:cNvGraphicFramePr>
            <a:graphicFrameLocks noChangeAspect="1"/>
          </p:cNvGraphicFramePr>
          <p:nvPr/>
        </p:nvGraphicFramePr>
        <p:xfrm>
          <a:off x="1476375" y="4652963"/>
          <a:ext cx="2352675" cy="596900"/>
        </p:xfrm>
        <a:graphic>
          <a:graphicData uri="http://schemas.openxmlformats.org/presentationml/2006/ole">
            <mc:AlternateContent xmlns:mc="http://schemas.openxmlformats.org/markup-compatibility/2006">
              <mc:Choice xmlns:v="urn:schemas-microsoft-com:vml" Requires="v">
                <p:oleObj spid="_x0000_s4" name="" r:id="rId5" imgW="1727200" imgH="393700" progId="Equation.3">
                  <p:embed/>
                </p:oleObj>
              </mc:Choice>
              <mc:Fallback>
                <p:oleObj name="" r:id="rId5" imgW="1727200" imgH="393700" progId="Equation.3">
                  <p:embed/>
                  <p:pic>
                    <p:nvPicPr>
                      <p:cNvPr id="0" name="Object 23"/>
                      <p:cNvPicPr/>
                      <p:nvPr/>
                    </p:nvPicPr>
                    <p:blipFill>
                      <a:blip r:embed="rId6">
                        <a:clrChange>
                          <a:clrFrom>
                            <a:srgbClr val="000000"/>
                          </a:clrFrom>
                          <a:clrTo>
                            <a:srgbClr val="0000FF"/>
                          </a:clrTo>
                        </a:clrChange>
                      </a:blip>
                      <a:stretch>
                        <a:fillRect/>
                      </a:stretch>
                    </p:blipFill>
                    <p:spPr>
                      <a:xfrm>
                        <a:off x="1476375" y="4652963"/>
                        <a:ext cx="2352675" cy="596900"/>
                      </a:xfrm>
                      <a:prstGeom prst="rect">
                        <a:avLst/>
                      </a:prstGeom>
                      <a:noFill/>
                      <a:ln w="38100">
                        <a:noFill/>
                        <a:miter/>
                      </a:ln>
                    </p:spPr>
                  </p:pic>
                </p:oleObj>
              </mc:Fallback>
            </mc:AlternateContent>
          </a:graphicData>
        </a:graphic>
      </p:graphicFrame>
      <p:graphicFrame>
        <p:nvGraphicFramePr>
          <p:cNvPr id="107528" name="Object 24"/>
          <p:cNvGraphicFramePr>
            <a:graphicFrameLocks noChangeAspect="1"/>
          </p:cNvGraphicFramePr>
          <p:nvPr/>
        </p:nvGraphicFramePr>
        <p:xfrm>
          <a:off x="1331913" y="5516563"/>
          <a:ext cx="2265362" cy="952500"/>
        </p:xfrm>
        <a:graphic>
          <a:graphicData uri="http://schemas.openxmlformats.org/presentationml/2006/ole">
            <mc:AlternateContent xmlns:mc="http://schemas.openxmlformats.org/markup-compatibility/2006">
              <mc:Choice xmlns:v="urn:schemas-microsoft-com:vml" Requires="v">
                <p:oleObj spid="_x0000_s5" name="" r:id="rId7" imgW="1663700" imgH="584200" progId="Equation.3">
                  <p:embed/>
                </p:oleObj>
              </mc:Choice>
              <mc:Fallback>
                <p:oleObj name="" r:id="rId7" imgW="1663700" imgH="584200" progId="Equation.3">
                  <p:embed/>
                  <p:pic>
                    <p:nvPicPr>
                      <p:cNvPr id="0" name="Object 24"/>
                      <p:cNvPicPr/>
                      <p:nvPr/>
                    </p:nvPicPr>
                    <p:blipFill>
                      <a:blip r:embed="rId8">
                        <a:clrChange>
                          <a:clrFrom>
                            <a:srgbClr val="000000"/>
                          </a:clrFrom>
                          <a:clrTo>
                            <a:srgbClr val="9900FF"/>
                          </a:clrTo>
                        </a:clrChange>
                      </a:blip>
                      <a:stretch>
                        <a:fillRect/>
                      </a:stretch>
                    </p:blipFill>
                    <p:spPr>
                      <a:xfrm>
                        <a:off x="1331913" y="5516563"/>
                        <a:ext cx="2265362" cy="952500"/>
                      </a:xfrm>
                      <a:prstGeom prst="rect">
                        <a:avLst/>
                      </a:prstGeom>
                      <a:noFill/>
                      <a:ln w="38100">
                        <a:noFill/>
                        <a:miter/>
                      </a:ln>
                    </p:spPr>
                  </p:pic>
                </p:oleObj>
              </mc:Fallback>
            </mc:AlternateContent>
          </a:graphicData>
        </a:graphic>
      </p:graphicFrame>
      <p:graphicFrame>
        <p:nvGraphicFramePr>
          <p:cNvPr id="6" name="Object 12"/>
          <p:cNvGraphicFramePr>
            <a:graphicFrameLocks noChangeAspect="1"/>
          </p:cNvGraphicFramePr>
          <p:nvPr/>
        </p:nvGraphicFramePr>
        <p:xfrm>
          <a:off x="2700338" y="2225675"/>
          <a:ext cx="2319337" cy="514350"/>
        </p:xfrm>
        <a:graphic>
          <a:graphicData uri="http://schemas.openxmlformats.org/presentationml/2006/ole">
            <mc:AlternateContent xmlns:mc="http://schemas.openxmlformats.org/markup-compatibility/2006">
              <mc:Choice xmlns:v="urn:schemas-microsoft-com:vml" Requires="v">
                <p:oleObj spid="_x0000_s7" name="" r:id="rId9" imgW="892810" imgH="184785" progId="Equation.3">
                  <p:embed/>
                </p:oleObj>
              </mc:Choice>
              <mc:Fallback>
                <p:oleObj name="" r:id="rId9" imgW="892810" imgH="184785" progId="Equation.3">
                  <p:embed/>
                  <p:pic>
                    <p:nvPicPr>
                      <p:cNvPr id="0" name="Object 12"/>
                      <p:cNvPicPr/>
                      <p:nvPr/>
                    </p:nvPicPr>
                    <p:blipFill>
                      <a:blip r:embed="rId10"/>
                      <a:stretch>
                        <a:fillRect/>
                      </a:stretch>
                    </p:blipFill>
                    <p:spPr>
                      <a:xfrm>
                        <a:off x="2700338" y="2225675"/>
                        <a:ext cx="2319337" cy="514350"/>
                      </a:xfrm>
                      <a:prstGeom prst="rect">
                        <a:avLst/>
                      </a:prstGeom>
                      <a:noFill/>
                      <a:ln w="38100">
                        <a:noFill/>
                        <a:miter/>
                      </a:ln>
                    </p:spPr>
                  </p:pic>
                </p:oleObj>
              </mc:Fallback>
            </mc:AlternateContent>
          </a:graphicData>
        </a:graphic>
      </p:graphicFrame>
      <p:graphicFrame>
        <p:nvGraphicFramePr>
          <p:cNvPr id="8" name="Object 13"/>
          <p:cNvGraphicFramePr>
            <a:graphicFrameLocks noChangeAspect="1"/>
          </p:cNvGraphicFramePr>
          <p:nvPr/>
        </p:nvGraphicFramePr>
        <p:xfrm>
          <a:off x="2843213" y="3017838"/>
          <a:ext cx="3449637" cy="555625"/>
        </p:xfrm>
        <a:graphic>
          <a:graphicData uri="http://schemas.openxmlformats.org/presentationml/2006/ole">
            <mc:AlternateContent xmlns:mc="http://schemas.openxmlformats.org/markup-compatibility/2006">
              <mc:Choice xmlns:v="urn:schemas-microsoft-com:vml" Requires="v">
                <p:oleObj spid="_x0000_s9" name="" r:id="rId11" imgW="1545590" imgH="184785" progId="Equation.3">
                  <p:embed/>
                </p:oleObj>
              </mc:Choice>
              <mc:Fallback>
                <p:oleObj name="" r:id="rId11" imgW="1545590" imgH="184785" progId="Equation.3">
                  <p:embed/>
                  <p:pic>
                    <p:nvPicPr>
                      <p:cNvPr id="0" name="Object 13"/>
                      <p:cNvPicPr/>
                      <p:nvPr/>
                    </p:nvPicPr>
                    <p:blipFill>
                      <a:blip r:embed="rId12"/>
                      <a:stretch>
                        <a:fillRect/>
                      </a:stretch>
                    </p:blipFill>
                    <p:spPr>
                      <a:xfrm>
                        <a:off x="2843213" y="3017838"/>
                        <a:ext cx="3449637" cy="555625"/>
                      </a:xfrm>
                      <a:prstGeom prst="rect">
                        <a:avLst/>
                      </a:prstGeom>
                      <a:noFill/>
                      <a:ln w="38100">
                        <a:noFill/>
                        <a:miter/>
                      </a:ln>
                    </p:spPr>
                  </p:pic>
                </p:oleObj>
              </mc:Fallback>
            </mc:AlternateContent>
          </a:graphicData>
        </a:graphic>
      </p:graphicFrame>
      <p:graphicFrame>
        <p:nvGraphicFramePr>
          <p:cNvPr id="10" name="Object 14"/>
          <p:cNvGraphicFramePr>
            <a:graphicFrameLocks noChangeAspect="1"/>
          </p:cNvGraphicFramePr>
          <p:nvPr/>
        </p:nvGraphicFramePr>
        <p:xfrm>
          <a:off x="4284663" y="4581525"/>
          <a:ext cx="644525" cy="711200"/>
        </p:xfrm>
        <a:graphic>
          <a:graphicData uri="http://schemas.openxmlformats.org/presentationml/2006/ole">
            <mc:AlternateContent xmlns:mc="http://schemas.openxmlformats.org/markup-compatibility/2006">
              <mc:Choice xmlns:v="urn:schemas-microsoft-com:vml" Requires="v">
                <p:oleObj spid="_x0000_s11" name="" r:id="rId13" imgW="304800" imgH="370205" progId="Equation.3">
                  <p:embed/>
                </p:oleObj>
              </mc:Choice>
              <mc:Fallback>
                <p:oleObj name="" r:id="rId13" imgW="304800" imgH="370205" progId="Equation.3">
                  <p:embed/>
                  <p:pic>
                    <p:nvPicPr>
                      <p:cNvPr id="0" name="Object 14"/>
                      <p:cNvPicPr/>
                      <p:nvPr/>
                    </p:nvPicPr>
                    <p:blipFill>
                      <a:blip r:embed="rId14"/>
                      <a:stretch>
                        <a:fillRect/>
                      </a:stretch>
                    </p:blipFill>
                    <p:spPr>
                      <a:xfrm>
                        <a:off x="4284663" y="4581525"/>
                        <a:ext cx="644525" cy="711200"/>
                      </a:xfrm>
                      <a:prstGeom prst="rect">
                        <a:avLst/>
                      </a:prstGeom>
                      <a:noFill/>
                      <a:ln w="38100">
                        <a:noFill/>
                        <a:miter/>
                      </a:ln>
                    </p:spPr>
                  </p:pic>
                </p:oleObj>
              </mc:Fallback>
            </mc:AlternateContent>
          </a:graphicData>
        </a:graphic>
      </p:graphicFrame>
      <p:graphicFrame>
        <p:nvGraphicFramePr>
          <p:cNvPr id="12" name="Object 9"/>
          <p:cNvGraphicFramePr>
            <a:graphicFrameLocks noChangeAspect="1"/>
          </p:cNvGraphicFramePr>
          <p:nvPr/>
        </p:nvGraphicFramePr>
        <p:xfrm>
          <a:off x="4211638" y="5661025"/>
          <a:ext cx="1576387" cy="849313"/>
        </p:xfrm>
        <a:graphic>
          <a:graphicData uri="http://schemas.openxmlformats.org/presentationml/2006/ole">
            <mc:AlternateContent xmlns:mc="http://schemas.openxmlformats.org/markup-compatibility/2006">
              <mc:Choice xmlns:v="urn:schemas-microsoft-com:vml" Requires="v">
                <p:oleObj spid="_x0000_s13" name="" r:id="rId15" imgW="848995" imgH="402590" progId="Equation.3">
                  <p:embed/>
                </p:oleObj>
              </mc:Choice>
              <mc:Fallback>
                <p:oleObj name="" r:id="rId15" imgW="848995" imgH="402590" progId="Equation.3">
                  <p:embed/>
                  <p:pic>
                    <p:nvPicPr>
                      <p:cNvPr id="0" name="Object 9"/>
                      <p:cNvPicPr/>
                      <p:nvPr/>
                    </p:nvPicPr>
                    <p:blipFill>
                      <a:blip r:embed="rId16"/>
                      <a:stretch>
                        <a:fillRect/>
                      </a:stretch>
                    </p:blipFill>
                    <p:spPr>
                      <a:xfrm>
                        <a:off x="4211638" y="5661025"/>
                        <a:ext cx="1576387" cy="849313"/>
                      </a:xfrm>
                      <a:prstGeom prst="rect">
                        <a:avLst/>
                      </a:prstGeom>
                      <a:noFill/>
                      <a:ln w="38100">
                        <a:noFill/>
                        <a:miter/>
                      </a:ln>
                    </p:spPr>
                  </p:pic>
                </p:oleObj>
              </mc:Fallback>
            </mc:AlternateContent>
          </a:graphicData>
        </a:graphic>
      </p:graphicFrame>
      <p:sp>
        <p:nvSpPr>
          <p:cNvPr id="107533" name="Rectangle 16"/>
          <p:cNvSpPr/>
          <p:nvPr/>
        </p:nvSpPr>
        <p:spPr>
          <a:xfrm>
            <a:off x="1220788" y="133350"/>
            <a:ext cx="6337300" cy="823913"/>
          </a:xfrm>
          <a:prstGeom prst="rect">
            <a:avLst/>
          </a:prstGeom>
          <a:solidFill>
            <a:schemeClr val="tx1"/>
          </a:solidFill>
          <a:ln w="9525" cap="flat" cmpd="sng">
            <a:solidFill>
              <a:srgbClr val="C0C0C0"/>
            </a:solidFill>
            <a:prstDash val="solid"/>
            <a:miter/>
            <a:headEnd type="none" w="med" len="med"/>
            <a:tailEnd type="none" w="med" len="med"/>
          </a:ln>
          <a:effectLst>
            <a:outerShdw dist="35921" dir="2699999" algn="ctr" rotWithShape="0">
              <a:srgbClr val="808080"/>
            </a:outerShdw>
          </a:effectLst>
        </p:spPr>
        <p:txBody>
          <a:bodyPr anchor="ctr" anchorCtr="0"/>
          <a:lstStyle/>
          <a:p>
            <a:pPr algn="ctr" eaLnBrk="0" hangingPunct="0"/>
            <a:r>
              <a:rPr lang="zh-CN" altLang="en-US" sz="4000" b="0" dirty="0">
                <a:solidFill>
                  <a:schemeClr val="bg1"/>
                </a:solidFill>
                <a:latin typeface="Arial" panose="020B0604020202020204" pitchFamily="34" charset="0"/>
                <a:ea typeface="黑体" panose="02010609060101010101" charset="-122"/>
              </a:rPr>
              <a:t>总结</a:t>
            </a:r>
            <a:r>
              <a:rPr lang="en-US" altLang="zh-CN" sz="4000" b="0" baseline="30000" dirty="0">
                <a:solidFill>
                  <a:schemeClr val="bg1"/>
                </a:solidFill>
                <a:latin typeface="Arial" panose="020B0604020202020204" pitchFamily="34" charset="0"/>
                <a:ea typeface="黑体" panose="02010609060101010101" charset="-122"/>
              </a:rPr>
              <a:t>—</a:t>
            </a:r>
            <a:r>
              <a:rPr lang="zh-CN" altLang="en-US" sz="4000" b="0" baseline="30000" dirty="0">
                <a:solidFill>
                  <a:schemeClr val="bg1"/>
                </a:solidFill>
                <a:latin typeface="Arial" panose="020B0604020202020204" pitchFamily="34" charset="0"/>
                <a:ea typeface="黑体" panose="02010609060101010101" charset="-122"/>
              </a:rPr>
              <a:t>拉普拉斯变换性质</a:t>
            </a:r>
            <a:endParaRPr lang="zh-CN" altLang="en-US" sz="4000" b="0" dirty="0">
              <a:solidFill>
                <a:schemeClr val="bg1"/>
              </a:solidFill>
              <a:latin typeface="Arial" panose="020B0604020202020204" pitchFamily="34" charset="0"/>
              <a:ea typeface="黑体" panose="02010609060101010101" charset="-122"/>
            </a:endParaRPr>
          </a:p>
        </p:txBody>
      </p:sp>
      <p:sp>
        <p:nvSpPr>
          <p:cNvPr id="14" name="墨迹 5"/>
          <p:cNvSpPr/>
          <p:nvPr/>
        </p:nvSpPr>
        <p:spPr bwMode="auto">
          <a:xfrm>
            <a:off x="2681640" y="2695680"/>
            <a:ext cx="2376000" cy="4022640"/>
          </a:xfrm>
        </p:spPr>
      </p:sp>
      <p:pic>
        <p:nvPicPr>
          <p:cNvPr id="15" name="音频 6">
            <a:hlinkClick r:id="" action="ppaction://media"/>
          </p:cNvPr>
          <p:cNvPicPr>
            <a:picLocks noChangeAspect="1"/>
          </p:cNvPicPr>
          <p:nvPr>
            <a:audioFile r:link="rId17"/>
            <p:extLst>
              <p:ext uri="{DAA4B4D4-6D71-4841-9C94-3DE7FCFB9230}">
                <p14:media xmlns:p14="http://schemas.microsoft.com/office/powerpoint/2010/main" r:embed="rId18"/>
              </p:ext>
            </p:extLst>
          </p:nvPr>
        </p:nvPicPr>
        <p:blipFill>
          <a:blip r:embed="rId19"/>
          <a:stretch>
            <a:fillRect/>
          </a:stretch>
        </p:blipFill>
        <p:spPr>
          <a:xfrm>
            <a:off x="8623300" y="6337300"/>
            <a:ext cx="304800" cy="304800"/>
          </a:xfrm>
          <a:prstGeom prst="rect">
            <a:avLst/>
          </a:prstGeom>
        </p:spPr>
      </p:pic>
    </p:spTree>
    <p:custDataLst>
      <p:tags r:id="rId20"/>
    </p:custDataLst>
  </p:cSld>
  <p:clrMapOvr>
    <a:masterClrMapping/>
  </p:clrMapOvr>
  <mc:AlternateContent xmlns:mc="http://schemas.openxmlformats.org/markup-compatibility/2006">
    <mc:Choice xmlns:p14="http://schemas.microsoft.com/office/powerpoint/2010/main" Requires="p14">
      <p:transition spd="slow" p14:dur="2000" advTm="37180"/>
    </mc:Choice>
    <mc:Fallback>
      <p:transition spd="slow" advTm="3718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nodeType="withEffect">
                                  <p:stCondLst>
                                    <p:cond delay="0"/>
                                  </p:stCondLst>
                                  <p:childTnLst>
                                    <p:set>
                                      <p:cBhvr>
                                        <p:cTn id="6" dur="1" fill="hold">
                                          <p:stCondLst>
                                            <p:cond delay="0"/>
                                          </p:stCondLst>
                                        </p:cTn>
                                        <p:tgtEl>
                                          <p:spTgt spid="6"/>
                                        </p:tgtEl>
                                        <p:attrNameLst>
                                          <p:attrName>style.visibility</p:attrName>
                                        </p:attrNameLst>
                                      </p:cBhvr>
                                      <p:to>
                                        <p:strVal val="visible"/>
                                      </p:to>
                                    </p:set>
                                    <p:cmd type="call" cmd="playFrom(0.0)">
                                      <p:cBhvr>
                                        <p:cTn id="7" dur="1"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9676" name="Rectangle 12"/>
          <p:cNvSpPr>
            <a:spLocks noChangeArrowheads="1"/>
          </p:cNvSpPr>
          <p:nvPr/>
        </p:nvSpPr>
        <p:spPr bwMode="auto">
          <a:xfrm>
            <a:off x="684213" y="1309688"/>
            <a:ext cx="2962275" cy="396875"/>
          </a:xfrm>
          <a:prstGeom prst="rect">
            <a:avLst/>
          </a:prstGeom>
          <a:noFill/>
          <a:ln w="9525">
            <a:noFill/>
            <a:miter lim="800000"/>
          </a:ln>
          <a:effectLst/>
        </p:spPr>
        <p:txBody>
          <a:bodyPr vert="horz" wrap="square" lIns="91440" tIns="45720" rIns="91440" bIns="45720" numCol="1" anchor="ctr" anchorCtr="0" compatLnSpc="1"/>
          <a:lstStyle/>
          <a:p>
            <a:pPr eaLnBrk="1" hangingPunct="1">
              <a:lnSpc>
                <a:spcPct val="140000"/>
              </a:lnSpc>
            </a:pPr>
            <a:r>
              <a:rPr lang="en-US" altLang="zh-CN" sz="2400" b="0" kern="0" dirty="0">
                <a:solidFill>
                  <a:srgbClr val="FF0000"/>
                </a:solidFill>
                <a:effectLst>
                  <a:outerShdw blurRad="38100" dist="38100" dir="2700000" algn="tl">
                    <a:srgbClr val="C0C0C0"/>
                  </a:outerShdw>
                </a:effectLst>
                <a:latin typeface="+mj-lt"/>
                <a:ea typeface="+mj-ea"/>
                <a:cs typeface="+mj-cs"/>
                <a:sym typeface="+mn-ea"/>
              </a:rPr>
              <a:t>7</a:t>
            </a:r>
            <a:r>
              <a:rPr lang="zh-CN" altLang="en-US" sz="2400" b="0" kern="0" dirty="0">
                <a:solidFill>
                  <a:srgbClr val="FF0000"/>
                </a:solidFill>
                <a:effectLst>
                  <a:outerShdw blurRad="38100" dist="38100" dir="2700000" algn="tl">
                    <a:srgbClr val="C0C0C0"/>
                  </a:outerShdw>
                </a:effectLst>
                <a:latin typeface="+mj-lt"/>
                <a:ea typeface="+mj-ea"/>
                <a:cs typeface="+mj-cs"/>
                <a:sym typeface="+mn-ea"/>
              </a:rPr>
              <a:t>、频域微分性：</a:t>
            </a:r>
            <a:endParaRPr lang="zh-CN" altLang="en-US" sz="2400" b="0" kern="0" dirty="0">
              <a:solidFill>
                <a:srgbClr val="FF0000"/>
              </a:solidFill>
              <a:effectLst>
                <a:outerShdw blurRad="38100" dist="38100" dir="2700000" algn="tl">
                  <a:srgbClr val="C0C0C0"/>
                </a:outerShdw>
              </a:effectLst>
              <a:latin typeface="+mj-lt"/>
              <a:ea typeface="+mj-ea"/>
              <a:cs typeface="+mj-cs"/>
              <a:sym typeface="+mn-ea"/>
            </a:endParaRPr>
          </a:p>
        </p:txBody>
      </p:sp>
      <p:sp>
        <p:nvSpPr>
          <p:cNvPr id="108546" name="Text Box 13"/>
          <p:cNvSpPr txBox="1"/>
          <p:nvPr/>
        </p:nvSpPr>
        <p:spPr>
          <a:xfrm>
            <a:off x="1258888" y="2317750"/>
            <a:ext cx="2520950" cy="396875"/>
          </a:xfrm>
          <a:prstGeom prst="rect">
            <a:avLst/>
          </a:prstGeom>
          <a:noFill/>
          <a:ln w="9525">
            <a:noFill/>
          </a:ln>
        </p:spPr>
        <p:txBody>
          <a:bodyPr anchor="t" anchorCtr="0">
            <a:spAutoFit/>
          </a:bodyPr>
          <a:lstStyle/>
          <a:p>
            <a:pPr>
              <a:spcBef>
                <a:spcPct val="50000"/>
              </a:spcBef>
            </a:pPr>
            <a:r>
              <a:rPr lang="zh-CN" altLang="en-US" sz="2000" dirty="0">
                <a:solidFill>
                  <a:srgbClr val="003300"/>
                </a:solidFill>
                <a:latin typeface="Tahoma" panose="020B0604030504040204" pitchFamily="34" charset="0"/>
                <a:ea typeface="宋体" panose="02010600030101010101" pitchFamily="2" charset="-122"/>
              </a:rPr>
              <a:t>若</a:t>
            </a:r>
            <a:r>
              <a:rPr lang="en-US" altLang="zh-CN" sz="2000" dirty="0">
                <a:solidFill>
                  <a:srgbClr val="003300"/>
                </a:solidFill>
                <a:latin typeface="Tahoma" panose="020B0604030504040204" pitchFamily="34" charset="0"/>
                <a:ea typeface="宋体" panose="02010600030101010101" pitchFamily="2" charset="-122"/>
              </a:rPr>
              <a:t>f(t) </a:t>
            </a:r>
            <a:r>
              <a:rPr lang="en-US" altLang="zh-CN" sz="2000" dirty="0">
                <a:solidFill>
                  <a:srgbClr val="003300"/>
                </a:solidFill>
                <a:latin typeface="Tahoma" panose="020B0604030504040204" pitchFamily="34" charset="0"/>
                <a:ea typeface="宋体" panose="02010600030101010101" pitchFamily="2" charset="-122"/>
                <a:sym typeface="Symbol" panose="05050102010706020507" pitchFamily="18" charset="2"/>
              </a:rPr>
              <a:t> </a:t>
            </a:r>
            <a:r>
              <a:rPr lang="en-US" altLang="zh-CN" sz="2000" dirty="0">
                <a:solidFill>
                  <a:srgbClr val="003300"/>
                </a:solidFill>
                <a:latin typeface="Tahoma" panose="020B0604030504040204" pitchFamily="34" charset="0"/>
                <a:ea typeface="宋体" panose="02010600030101010101" pitchFamily="2" charset="-122"/>
              </a:rPr>
              <a:t>F(s</a:t>
            </a:r>
            <a:r>
              <a:rPr lang="en-US" altLang="zh-CN" sz="2000" dirty="0">
                <a:solidFill>
                  <a:srgbClr val="003300"/>
                </a:solidFill>
                <a:latin typeface="Tahoma" panose="020B0604030504040204" pitchFamily="34" charset="0"/>
                <a:ea typeface="宋体" panose="02010600030101010101" pitchFamily="2" charset="-122"/>
                <a:sym typeface="Symbol" panose="05050102010706020507" pitchFamily="18" charset="2"/>
              </a:rPr>
              <a:t>)</a:t>
            </a:r>
            <a:r>
              <a:rPr lang="zh-CN" altLang="en-US" sz="2000" dirty="0">
                <a:solidFill>
                  <a:srgbClr val="003300"/>
                </a:solidFill>
                <a:latin typeface="Tahoma" panose="020B0604030504040204" pitchFamily="34" charset="0"/>
                <a:ea typeface="宋体" panose="02010600030101010101" pitchFamily="2" charset="-122"/>
                <a:sym typeface="Symbol" panose="05050102010706020507" pitchFamily="18" charset="2"/>
              </a:rPr>
              <a:t>，则</a:t>
            </a:r>
            <a:endParaRPr lang="zh-CN" altLang="en-US" sz="2000" dirty="0">
              <a:solidFill>
                <a:srgbClr val="003300"/>
              </a:solidFill>
              <a:latin typeface="Tahoma" panose="020B0604030504040204" pitchFamily="34" charset="0"/>
              <a:ea typeface="宋体" panose="02010600030101010101" pitchFamily="2" charset="-122"/>
            </a:endParaRPr>
          </a:p>
        </p:txBody>
      </p:sp>
      <p:graphicFrame>
        <p:nvGraphicFramePr>
          <p:cNvPr id="108547" name="Object 14"/>
          <p:cNvGraphicFramePr>
            <a:graphicFrameLocks noChangeAspect="1"/>
          </p:cNvGraphicFramePr>
          <p:nvPr/>
        </p:nvGraphicFramePr>
        <p:xfrm>
          <a:off x="4140200" y="1844675"/>
          <a:ext cx="3384550" cy="1608138"/>
        </p:xfrm>
        <a:graphic>
          <a:graphicData uri="http://schemas.openxmlformats.org/presentationml/2006/ole">
            <mc:AlternateContent xmlns:mc="http://schemas.openxmlformats.org/markup-compatibility/2006">
              <mc:Choice xmlns:v="urn:schemas-microsoft-com:vml" Requires="v">
                <p:oleObj spid="_x0000_s2" name="" r:id="rId1" imgW="1841500" imgH="1155700" progId="Equation.3">
                  <p:embed/>
                </p:oleObj>
              </mc:Choice>
              <mc:Fallback>
                <p:oleObj name="" r:id="rId1" imgW="1841500" imgH="1155700" progId="Equation.3">
                  <p:embed/>
                  <p:pic>
                    <p:nvPicPr>
                      <p:cNvPr id="0" name="Object 14"/>
                      <p:cNvPicPr/>
                      <p:nvPr/>
                    </p:nvPicPr>
                    <p:blipFill>
                      <a:blip r:embed="rId2">
                        <a:clrChange>
                          <a:clrFrom>
                            <a:srgbClr val="000000"/>
                          </a:clrFrom>
                          <a:clrTo>
                            <a:srgbClr val="0000FF"/>
                          </a:clrTo>
                        </a:clrChange>
                      </a:blip>
                      <a:stretch>
                        <a:fillRect/>
                      </a:stretch>
                    </p:blipFill>
                    <p:spPr>
                      <a:xfrm>
                        <a:off x="4140200" y="1844675"/>
                        <a:ext cx="3384550" cy="1608138"/>
                      </a:xfrm>
                      <a:prstGeom prst="rect">
                        <a:avLst/>
                      </a:prstGeom>
                      <a:solidFill>
                        <a:schemeClr val="tx1"/>
                      </a:solidFill>
                      <a:ln w="38100">
                        <a:noFill/>
                        <a:miter/>
                      </a:ln>
                      <a:effectLst>
                        <a:outerShdw dist="35921" dir="2699999" algn="ctr" rotWithShape="0">
                          <a:srgbClr val="808080"/>
                        </a:outerShdw>
                      </a:effectLst>
                    </p:spPr>
                  </p:pic>
                </p:oleObj>
              </mc:Fallback>
            </mc:AlternateContent>
          </a:graphicData>
        </a:graphic>
      </p:graphicFrame>
      <p:sp>
        <p:nvSpPr>
          <p:cNvPr id="369680" name="Rectangle 16"/>
          <p:cNvSpPr>
            <a:spLocks noChangeArrowheads="1"/>
          </p:cNvSpPr>
          <p:nvPr/>
        </p:nvSpPr>
        <p:spPr bwMode="auto">
          <a:xfrm>
            <a:off x="611188" y="3613150"/>
            <a:ext cx="3203575" cy="465138"/>
          </a:xfrm>
          <a:prstGeom prst="rect">
            <a:avLst/>
          </a:prstGeom>
          <a:noFill/>
          <a:ln w="9525" algn="ctr">
            <a:noFill/>
            <a:miter lim="800000"/>
          </a:ln>
          <a:effectLst/>
        </p:spPr>
        <p:txBody>
          <a:bodyPr anchor="ctr"/>
          <a:lstStyle/>
          <a:p>
            <a:pPr marL="0" marR="0" lvl="0" indent="0" defTabSz="914400" rtl="0" eaLnBrk="1" fontAlgn="base" latinLnBrk="0" hangingPunct="1">
              <a:lnSpc>
                <a:spcPct val="140000"/>
              </a:lnSpc>
              <a:spcBef>
                <a:spcPct val="0"/>
              </a:spcBef>
              <a:spcAft>
                <a:spcPct val="0"/>
              </a:spcAft>
              <a:buClrTx/>
              <a:buSzTx/>
              <a:buFontTx/>
              <a:buNone/>
              <a:defRPr/>
            </a:pPr>
            <a:r>
              <a:rPr lang="en-US" altLang="zh-CN" sz="2400" b="0" kern="0" dirty="0">
                <a:solidFill>
                  <a:srgbClr val="FF0000"/>
                </a:solidFill>
                <a:effectLst>
                  <a:outerShdw blurRad="38100" dist="38100" dir="2700000" algn="tl">
                    <a:srgbClr val="C0C0C0"/>
                  </a:outerShdw>
                </a:effectLst>
                <a:latin typeface="+mj-lt"/>
                <a:ea typeface="+mj-ea"/>
                <a:cs typeface="+mj-cs"/>
                <a:sym typeface="+mn-ea"/>
              </a:rPr>
              <a:t>8</a:t>
            </a:r>
            <a:r>
              <a:rPr lang="zh-CN" altLang="en-US" sz="2400" b="0" kern="0" dirty="0">
                <a:solidFill>
                  <a:srgbClr val="FF0000"/>
                </a:solidFill>
                <a:effectLst>
                  <a:outerShdw blurRad="38100" dist="38100" dir="2700000" algn="tl">
                    <a:srgbClr val="C0C0C0"/>
                  </a:outerShdw>
                </a:effectLst>
                <a:latin typeface="+mj-lt"/>
                <a:ea typeface="+mj-ea"/>
                <a:cs typeface="+mj-cs"/>
                <a:sym typeface="+mn-ea"/>
              </a:rPr>
              <a:t>、频域积分性</a:t>
            </a:r>
            <a:r>
              <a:rPr kumimoji="0" lang="zh-CN" altLang="en-US" sz="2800" b="1" i="0" u="none" strike="noStrike" kern="1200" cap="none" spc="0" normalizeH="0" baseline="0" noProof="0" dirty="0">
                <a:ln>
                  <a:noFill/>
                </a:ln>
                <a:solidFill>
                  <a:srgbClr val="FF0000"/>
                </a:solidFill>
                <a:effectLst>
                  <a:outerShdw blurRad="38100" dist="38100" dir="2700000" algn="tl">
                    <a:srgbClr val="C0C0C0"/>
                  </a:outerShdw>
                </a:effectLst>
                <a:uLnTx/>
                <a:uFillTx/>
                <a:latin typeface="楷体_GB2312" pitchFamily="49" charset="-122"/>
                <a:ea typeface="楷体_GB2312" pitchFamily="49" charset="-122"/>
                <a:cs typeface="+mn-cs"/>
                <a:sym typeface="+mn-ea"/>
              </a:rPr>
              <a:t>：</a:t>
            </a:r>
            <a:endParaRPr kumimoji="0" lang="zh-CN" altLang="en-US" sz="2800" b="1" i="0" u="none" strike="noStrike" kern="1200" cap="none" spc="0" normalizeH="0" baseline="0" noProof="0" dirty="0">
              <a:ln>
                <a:noFill/>
              </a:ln>
              <a:solidFill>
                <a:srgbClr val="FF0000"/>
              </a:solidFill>
              <a:effectLst>
                <a:outerShdw blurRad="38100" dist="38100" dir="2700000" algn="tl">
                  <a:srgbClr val="C0C0C0"/>
                </a:outerShdw>
              </a:effectLst>
              <a:uLnTx/>
              <a:uFillTx/>
              <a:latin typeface="楷体_GB2312" pitchFamily="49" charset="-122"/>
              <a:ea typeface="楷体_GB2312" pitchFamily="49" charset="-122"/>
              <a:cs typeface="+mn-cs"/>
              <a:sym typeface="+mn-ea"/>
            </a:endParaRPr>
          </a:p>
        </p:txBody>
      </p:sp>
      <p:sp>
        <p:nvSpPr>
          <p:cNvPr id="108549" name="Text Box 17"/>
          <p:cNvSpPr txBox="1"/>
          <p:nvPr/>
        </p:nvSpPr>
        <p:spPr>
          <a:xfrm>
            <a:off x="1908175" y="4437063"/>
            <a:ext cx="2592388" cy="396875"/>
          </a:xfrm>
          <a:prstGeom prst="rect">
            <a:avLst/>
          </a:prstGeom>
          <a:noFill/>
          <a:ln w="9525">
            <a:noFill/>
          </a:ln>
        </p:spPr>
        <p:txBody>
          <a:bodyPr anchor="t" anchorCtr="0">
            <a:spAutoFit/>
          </a:bodyPr>
          <a:lstStyle/>
          <a:p>
            <a:pPr>
              <a:spcBef>
                <a:spcPct val="50000"/>
              </a:spcBef>
            </a:pPr>
            <a:r>
              <a:rPr lang="zh-CN" altLang="en-US" sz="2000" dirty="0">
                <a:solidFill>
                  <a:srgbClr val="003300"/>
                </a:solidFill>
                <a:latin typeface="Tahoma" panose="020B0604030504040204" pitchFamily="34" charset="0"/>
                <a:ea typeface="宋体" panose="02010600030101010101" pitchFamily="2" charset="-122"/>
              </a:rPr>
              <a:t>若</a:t>
            </a:r>
            <a:r>
              <a:rPr lang="en-US" altLang="zh-CN" sz="2000" dirty="0">
                <a:solidFill>
                  <a:srgbClr val="003300"/>
                </a:solidFill>
                <a:latin typeface="Tahoma" panose="020B0604030504040204" pitchFamily="34" charset="0"/>
                <a:ea typeface="宋体" panose="02010600030101010101" pitchFamily="2" charset="-122"/>
              </a:rPr>
              <a:t>f(t) </a:t>
            </a:r>
            <a:r>
              <a:rPr lang="en-US" altLang="zh-CN" sz="2000" dirty="0">
                <a:solidFill>
                  <a:srgbClr val="003300"/>
                </a:solidFill>
                <a:latin typeface="Tahoma" panose="020B0604030504040204" pitchFamily="34" charset="0"/>
                <a:ea typeface="宋体" panose="02010600030101010101" pitchFamily="2" charset="-122"/>
                <a:sym typeface="Symbol" panose="05050102010706020507" pitchFamily="18" charset="2"/>
              </a:rPr>
              <a:t> </a:t>
            </a:r>
            <a:r>
              <a:rPr lang="en-US" altLang="zh-CN" sz="2000" dirty="0">
                <a:solidFill>
                  <a:srgbClr val="003300"/>
                </a:solidFill>
                <a:latin typeface="Tahoma" panose="020B0604030504040204" pitchFamily="34" charset="0"/>
                <a:ea typeface="宋体" panose="02010600030101010101" pitchFamily="2" charset="-122"/>
              </a:rPr>
              <a:t>F(s</a:t>
            </a:r>
            <a:r>
              <a:rPr lang="en-US" altLang="zh-CN" sz="2000" dirty="0">
                <a:solidFill>
                  <a:srgbClr val="003300"/>
                </a:solidFill>
                <a:latin typeface="Tahoma" panose="020B0604030504040204" pitchFamily="34" charset="0"/>
                <a:ea typeface="宋体" panose="02010600030101010101" pitchFamily="2" charset="-122"/>
                <a:sym typeface="Symbol" panose="05050102010706020507" pitchFamily="18" charset="2"/>
              </a:rPr>
              <a:t>)</a:t>
            </a:r>
            <a:r>
              <a:rPr lang="zh-CN" altLang="en-US" sz="2000" dirty="0">
                <a:solidFill>
                  <a:srgbClr val="003300"/>
                </a:solidFill>
                <a:latin typeface="Tahoma" panose="020B0604030504040204" pitchFamily="34" charset="0"/>
                <a:ea typeface="宋体" panose="02010600030101010101" pitchFamily="2" charset="-122"/>
                <a:sym typeface="Symbol" panose="05050102010706020507" pitchFamily="18" charset="2"/>
              </a:rPr>
              <a:t>，则</a:t>
            </a:r>
            <a:endParaRPr lang="zh-CN" altLang="en-US" sz="2000" dirty="0">
              <a:solidFill>
                <a:srgbClr val="003300"/>
              </a:solidFill>
              <a:latin typeface="Tahoma" panose="020B0604030504040204" pitchFamily="34" charset="0"/>
              <a:ea typeface="宋体" panose="02010600030101010101" pitchFamily="2" charset="-122"/>
            </a:endParaRPr>
          </a:p>
        </p:txBody>
      </p:sp>
      <p:graphicFrame>
        <p:nvGraphicFramePr>
          <p:cNvPr id="108550" name="Object 18"/>
          <p:cNvGraphicFramePr>
            <a:graphicFrameLocks noChangeAspect="1"/>
          </p:cNvGraphicFramePr>
          <p:nvPr/>
        </p:nvGraphicFramePr>
        <p:xfrm>
          <a:off x="2843213" y="5084763"/>
          <a:ext cx="3600450" cy="968375"/>
        </p:xfrm>
        <a:graphic>
          <a:graphicData uri="http://schemas.openxmlformats.org/presentationml/2006/ole">
            <mc:AlternateContent xmlns:mc="http://schemas.openxmlformats.org/markup-compatibility/2006">
              <mc:Choice xmlns:v="urn:schemas-microsoft-com:vml" Requires="v">
                <p:oleObj spid="_x0000_s3" name="" r:id="rId3" imgW="1752600" imgH="469900" progId="Equation.3">
                  <p:embed/>
                </p:oleObj>
              </mc:Choice>
              <mc:Fallback>
                <p:oleObj name="" r:id="rId3" imgW="1752600" imgH="469900" progId="Equation.3">
                  <p:embed/>
                  <p:pic>
                    <p:nvPicPr>
                      <p:cNvPr id="0" name="Object 18"/>
                      <p:cNvPicPr/>
                      <p:nvPr/>
                    </p:nvPicPr>
                    <p:blipFill>
                      <a:blip r:embed="rId4">
                        <a:clrChange>
                          <a:clrFrom>
                            <a:srgbClr val="000000"/>
                          </a:clrFrom>
                          <a:clrTo>
                            <a:srgbClr val="0000FF"/>
                          </a:clrTo>
                        </a:clrChange>
                      </a:blip>
                      <a:stretch>
                        <a:fillRect/>
                      </a:stretch>
                    </p:blipFill>
                    <p:spPr>
                      <a:xfrm>
                        <a:off x="2843213" y="5084763"/>
                        <a:ext cx="3600450" cy="968375"/>
                      </a:xfrm>
                      <a:prstGeom prst="rect">
                        <a:avLst/>
                      </a:prstGeom>
                      <a:noFill/>
                      <a:ln w="38100">
                        <a:noFill/>
                        <a:miter/>
                      </a:ln>
                    </p:spPr>
                  </p:pic>
                </p:oleObj>
              </mc:Fallback>
            </mc:AlternateContent>
          </a:graphicData>
        </a:graphic>
      </p:graphicFrame>
      <p:sp>
        <p:nvSpPr>
          <p:cNvPr id="108551" name="Rectangle 10"/>
          <p:cNvSpPr/>
          <p:nvPr/>
        </p:nvSpPr>
        <p:spPr>
          <a:xfrm>
            <a:off x="971550" y="260350"/>
            <a:ext cx="6337300" cy="823913"/>
          </a:xfrm>
          <a:prstGeom prst="rect">
            <a:avLst/>
          </a:prstGeom>
          <a:solidFill>
            <a:schemeClr val="tx1"/>
          </a:solidFill>
          <a:ln w="9525" cap="flat" cmpd="sng">
            <a:solidFill>
              <a:srgbClr val="C0C0C0"/>
            </a:solidFill>
            <a:prstDash val="solid"/>
            <a:miter/>
            <a:headEnd type="none" w="med" len="med"/>
            <a:tailEnd type="none" w="med" len="med"/>
          </a:ln>
          <a:effectLst>
            <a:outerShdw dist="35921" dir="2699999" algn="ctr" rotWithShape="0">
              <a:srgbClr val="808080"/>
            </a:outerShdw>
          </a:effectLst>
        </p:spPr>
        <p:txBody>
          <a:bodyPr anchor="ctr" anchorCtr="0"/>
          <a:lstStyle/>
          <a:p>
            <a:pPr algn="ctr" eaLnBrk="0" hangingPunct="0"/>
            <a:r>
              <a:rPr lang="zh-CN" altLang="en-US" sz="4000" b="0" dirty="0">
                <a:solidFill>
                  <a:schemeClr val="bg1"/>
                </a:solidFill>
                <a:latin typeface="Arial" panose="020B0604020202020204" pitchFamily="34" charset="0"/>
                <a:ea typeface="黑体" panose="02010609060101010101" charset="-122"/>
              </a:rPr>
              <a:t>总结</a:t>
            </a:r>
            <a:r>
              <a:rPr lang="en-US" altLang="zh-CN" sz="4000" b="0" baseline="30000" dirty="0">
                <a:solidFill>
                  <a:schemeClr val="bg1"/>
                </a:solidFill>
                <a:latin typeface="Arial" panose="020B0604020202020204" pitchFamily="34" charset="0"/>
                <a:ea typeface="黑体" panose="02010609060101010101" charset="-122"/>
              </a:rPr>
              <a:t>—</a:t>
            </a:r>
            <a:r>
              <a:rPr lang="zh-CN" altLang="en-US" sz="4000" b="0" baseline="30000" dirty="0">
                <a:solidFill>
                  <a:schemeClr val="bg1"/>
                </a:solidFill>
                <a:latin typeface="Arial" panose="020B0604020202020204" pitchFamily="34" charset="0"/>
                <a:ea typeface="黑体" panose="02010609060101010101" charset="-122"/>
              </a:rPr>
              <a:t>拉普拉斯变换性质</a:t>
            </a:r>
            <a:endParaRPr lang="zh-CN" altLang="en-US" sz="4000" b="0" dirty="0">
              <a:solidFill>
                <a:schemeClr val="bg1"/>
              </a:solidFill>
              <a:latin typeface="Arial" panose="020B0604020202020204" pitchFamily="34" charset="0"/>
              <a:ea typeface="黑体" panose="02010609060101010101" charset="-122"/>
            </a:endParaRPr>
          </a:p>
        </p:txBody>
      </p:sp>
      <p:sp>
        <p:nvSpPr>
          <p:cNvPr id="4" name="墨迹 1"/>
          <p:cNvSpPr/>
          <p:nvPr/>
        </p:nvSpPr>
        <p:spPr bwMode="auto">
          <a:xfrm>
            <a:off x="2670840" y="2439360"/>
            <a:ext cx="4435560" cy="3767400"/>
          </a:xfrm>
        </p:spPr>
      </p:sp>
      <p:pic>
        <p:nvPicPr>
          <p:cNvPr id="5" name="音频 2">
            <a:hlinkClick r:id="" action="ppaction://media"/>
          </p:cNvPr>
          <p:cNvPicPr>
            <a:picLocks noChangeAspect="1"/>
          </p:cNvPicPr>
          <p:nvPr>
            <a:audioFile r:link="rId5"/>
            <p:extLst>
              <p:ext uri="{DAA4B4D4-6D71-4841-9C94-3DE7FCFB9230}">
                <p14:media xmlns:p14="http://schemas.microsoft.com/office/powerpoint/2010/main" r:embed="rId6"/>
              </p:ext>
            </p:extLst>
          </p:nvPr>
        </p:nvPicPr>
        <p:blipFill>
          <a:blip r:embed="rId7"/>
          <a:stretch>
            <a:fillRect/>
          </a:stretch>
        </p:blipFill>
        <p:spPr>
          <a:xfrm>
            <a:off x="8623300" y="63373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3449"/>
    </mc:Choice>
    <mc:Fallback>
      <p:transition spd="slow" advTm="43449"/>
    </mc:Fallback>
  </mc:AlternateContent>
  <p:timing>
    <p:tnLst>
      <p:par>
        <p:cTn id="1" dur="indefinite" restart="never" nodeType="tmRoot"/>
      </p:par>
    </p:tnLst>
  </p:timing>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0690" name="Rectangle 2"/>
          <p:cNvSpPr>
            <a:spLocks noGrp="1" noChangeArrowheads="1"/>
          </p:cNvSpPr>
          <p:nvPr>
            <p:ph type="title" idx="4294967295"/>
          </p:nvPr>
        </p:nvSpPr>
        <p:spPr>
          <a:xfrm>
            <a:off x="449262" y="1085413"/>
            <a:ext cx="3455988" cy="465138"/>
          </a:xfrm>
          <a:noFill/>
          <a:ln w="9525" algn="ctr">
            <a:noFill/>
            <a:miter lim="800000"/>
          </a:ln>
          <a:effectLst/>
        </p:spPr>
        <p:txBody>
          <a:bodyPr anchor="b"/>
          <a:lstStyle/>
          <a:p>
            <a:pPr algn="l" eaLnBrk="1" hangingPunct="1">
              <a:lnSpc>
                <a:spcPct val="140000"/>
              </a:lnSpc>
            </a:pPr>
            <a:r>
              <a:rPr lang="en-US" altLang="zh-CN" sz="2400" dirty="0">
                <a:solidFill>
                  <a:srgbClr val="FF0000"/>
                </a:solidFill>
                <a:cs typeface="+mj-cs"/>
              </a:rPr>
              <a:t>  9</a:t>
            </a:r>
            <a:r>
              <a:rPr lang="zh-CN" altLang="en-US" sz="2400" dirty="0">
                <a:solidFill>
                  <a:srgbClr val="FF0000"/>
                </a:solidFill>
                <a:cs typeface="+mj-cs"/>
              </a:rPr>
              <a:t>、时域卷积定理：</a:t>
            </a:r>
            <a:endParaRPr lang="zh-CN" altLang="en-US" sz="2400" dirty="0">
              <a:solidFill>
                <a:srgbClr val="FF0000"/>
              </a:solidFill>
              <a:cs typeface="+mj-cs"/>
            </a:endParaRPr>
          </a:p>
        </p:txBody>
      </p:sp>
      <p:sp>
        <p:nvSpPr>
          <p:cNvPr id="370691" name="Text Box 3"/>
          <p:cNvSpPr txBox="1"/>
          <p:nvPr/>
        </p:nvSpPr>
        <p:spPr>
          <a:xfrm>
            <a:off x="1619250" y="1631950"/>
            <a:ext cx="457200" cy="396875"/>
          </a:xfrm>
          <a:prstGeom prst="rect">
            <a:avLst/>
          </a:prstGeom>
          <a:noFill/>
          <a:ln w="9525">
            <a:noFill/>
          </a:ln>
        </p:spPr>
        <p:txBody>
          <a:bodyPr anchor="t" anchorCtr="0">
            <a:spAutoFit/>
          </a:bodyPr>
          <a:lstStyle/>
          <a:p>
            <a:pPr>
              <a:spcBef>
                <a:spcPct val="50000"/>
              </a:spcBef>
            </a:pPr>
            <a:r>
              <a:rPr lang="zh-CN" altLang="en-US" sz="2000" dirty="0">
                <a:solidFill>
                  <a:srgbClr val="003300"/>
                </a:solidFill>
                <a:latin typeface="Tahoma" panose="020B0604030504040204" pitchFamily="34" charset="0"/>
                <a:ea typeface="宋体" panose="02010600030101010101" pitchFamily="2" charset="-122"/>
              </a:rPr>
              <a:t>若</a:t>
            </a:r>
            <a:endParaRPr lang="zh-CN" altLang="en-US" sz="2000" dirty="0">
              <a:solidFill>
                <a:srgbClr val="003300"/>
              </a:solidFill>
              <a:latin typeface="Tahoma" panose="020B0604030504040204" pitchFamily="34" charset="0"/>
              <a:ea typeface="宋体" panose="02010600030101010101" pitchFamily="2" charset="-122"/>
            </a:endParaRPr>
          </a:p>
        </p:txBody>
      </p:sp>
      <p:graphicFrame>
        <p:nvGraphicFramePr>
          <p:cNvPr id="370693" name="Object 5"/>
          <p:cNvGraphicFramePr>
            <a:graphicFrameLocks noChangeAspect="1"/>
          </p:cNvGraphicFramePr>
          <p:nvPr/>
        </p:nvGraphicFramePr>
        <p:xfrm>
          <a:off x="2228850" y="1631950"/>
          <a:ext cx="1676400" cy="381000"/>
        </p:xfrm>
        <a:graphic>
          <a:graphicData uri="http://schemas.openxmlformats.org/presentationml/2006/ole">
            <mc:AlternateContent xmlns:mc="http://schemas.openxmlformats.org/markup-compatibility/2006">
              <mc:Choice xmlns:v="urn:schemas-microsoft-com:vml" Requires="v">
                <p:oleObj spid="_x0000_s2" name="" r:id="rId1" imgW="1422400" imgH="292100" progId="Equation.3">
                  <p:embed/>
                </p:oleObj>
              </mc:Choice>
              <mc:Fallback>
                <p:oleObj name="" r:id="rId1" imgW="1422400" imgH="292100" progId="Equation.3">
                  <p:embed/>
                  <p:pic>
                    <p:nvPicPr>
                      <p:cNvPr id="0" name="Object 5"/>
                      <p:cNvPicPr/>
                      <p:nvPr/>
                    </p:nvPicPr>
                    <p:blipFill>
                      <a:blip r:embed="rId2"/>
                      <a:stretch>
                        <a:fillRect/>
                      </a:stretch>
                    </p:blipFill>
                    <p:spPr>
                      <a:xfrm>
                        <a:off x="2228850" y="1631950"/>
                        <a:ext cx="1676400" cy="381000"/>
                      </a:xfrm>
                      <a:prstGeom prst="rect">
                        <a:avLst/>
                      </a:prstGeom>
                      <a:noFill/>
                      <a:ln w="38100">
                        <a:noFill/>
                        <a:miter/>
                      </a:ln>
                    </p:spPr>
                  </p:pic>
                </p:oleObj>
              </mc:Fallback>
            </mc:AlternateContent>
          </a:graphicData>
        </a:graphic>
      </p:graphicFrame>
      <p:graphicFrame>
        <p:nvGraphicFramePr>
          <p:cNvPr id="370694" name="Object 6"/>
          <p:cNvGraphicFramePr>
            <a:graphicFrameLocks noChangeAspect="1"/>
          </p:cNvGraphicFramePr>
          <p:nvPr/>
        </p:nvGraphicFramePr>
        <p:xfrm>
          <a:off x="4438650" y="1708150"/>
          <a:ext cx="1447800" cy="395288"/>
        </p:xfrm>
        <a:graphic>
          <a:graphicData uri="http://schemas.openxmlformats.org/presentationml/2006/ole">
            <mc:AlternateContent xmlns:mc="http://schemas.openxmlformats.org/markup-compatibility/2006">
              <mc:Choice xmlns:v="urn:schemas-microsoft-com:vml" Requires="v">
                <p:oleObj spid="_x0000_s3" name="" r:id="rId3" imgW="1447165" imgH="304800" progId="Equation.3">
                  <p:embed/>
                </p:oleObj>
              </mc:Choice>
              <mc:Fallback>
                <p:oleObj name="" r:id="rId3" imgW="1447165" imgH="304800" progId="Equation.3">
                  <p:embed/>
                  <p:pic>
                    <p:nvPicPr>
                      <p:cNvPr id="0" name="Object 6"/>
                      <p:cNvPicPr/>
                      <p:nvPr/>
                    </p:nvPicPr>
                    <p:blipFill>
                      <a:blip r:embed="rId4"/>
                      <a:stretch>
                        <a:fillRect/>
                      </a:stretch>
                    </p:blipFill>
                    <p:spPr>
                      <a:xfrm>
                        <a:off x="4438650" y="1708150"/>
                        <a:ext cx="1447800" cy="395288"/>
                      </a:xfrm>
                      <a:prstGeom prst="rect">
                        <a:avLst/>
                      </a:prstGeom>
                      <a:noFill/>
                      <a:ln w="38100">
                        <a:noFill/>
                        <a:miter/>
                      </a:ln>
                    </p:spPr>
                  </p:pic>
                </p:oleObj>
              </mc:Fallback>
            </mc:AlternateContent>
          </a:graphicData>
        </a:graphic>
      </p:graphicFrame>
      <p:graphicFrame>
        <p:nvGraphicFramePr>
          <p:cNvPr id="370695" name="Object 7"/>
          <p:cNvGraphicFramePr>
            <a:graphicFrameLocks noChangeAspect="1"/>
          </p:cNvGraphicFramePr>
          <p:nvPr/>
        </p:nvGraphicFramePr>
        <p:xfrm>
          <a:off x="2484438" y="2535238"/>
          <a:ext cx="3157537" cy="533400"/>
        </p:xfrm>
        <a:graphic>
          <a:graphicData uri="http://schemas.openxmlformats.org/presentationml/2006/ole">
            <mc:AlternateContent xmlns:mc="http://schemas.openxmlformats.org/markup-compatibility/2006">
              <mc:Choice xmlns:v="urn:schemas-microsoft-com:vml" Requires="v">
                <p:oleObj spid="_x0000_s4" name="" r:id="rId5" imgW="1752600" imgH="254000" progId="Equation.3">
                  <p:embed/>
                </p:oleObj>
              </mc:Choice>
              <mc:Fallback>
                <p:oleObj name="" r:id="rId5" imgW="1752600" imgH="254000" progId="Equation.3">
                  <p:embed/>
                  <p:pic>
                    <p:nvPicPr>
                      <p:cNvPr id="0" name="Object 7"/>
                      <p:cNvPicPr/>
                      <p:nvPr/>
                    </p:nvPicPr>
                    <p:blipFill>
                      <a:blip r:embed="rId6"/>
                      <a:stretch>
                        <a:fillRect/>
                      </a:stretch>
                    </p:blipFill>
                    <p:spPr>
                      <a:xfrm>
                        <a:off x="2484438" y="2535238"/>
                        <a:ext cx="3157537" cy="533400"/>
                      </a:xfrm>
                      <a:prstGeom prst="rect">
                        <a:avLst/>
                      </a:prstGeom>
                      <a:noFill/>
                      <a:ln w="38100">
                        <a:noFill/>
                        <a:miter/>
                      </a:ln>
                    </p:spPr>
                  </p:pic>
                </p:oleObj>
              </mc:Fallback>
            </mc:AlternateContent>
          </a:graphicData>
        </a:graphic>
      </p:graphicFrame>
      <p:sp>
        <p:nvSpPr>
          <p:cNvPr id="370696" name="Text Box 8"/>
          <p:cNvSpPr txBox="1"/>
          <p:nvPr/>
        </p:nvSpPr>
        <p:spPr>
          <a:xfrm>
            <a:off x="1403350" y="2392363"/>
            <a:ext cx="457200" cy="396875"/>
          </a:xfrm>
          <a:prstGeom prst="rect">
            <a:avLst/>
          </a:prstGeom>
          <a:noFill/>
          <a:ln w="9525">
            <a:noFill/>
          </a:ln>
        </p:spPr>
        <p:txBody>
          <a:bodyPr anchor="t" anchorCtr="0">
            <a:spAutoFit/>
          </a:bodyPr>
          <a:lstStyle/>
          <a:p>
            <a:pPr>
              <a:spcBef>
                <a:spcPct val="50000"/>
              </a:spcBef>
            </a:pPr>
            <a:r>
              <a:rPr lang="zh-CN" altLang="en-US" sz="2000" dirty="0">
                <a:solidFill>
                  <a:srgbClr val="800000"/>
                </a:solidFill>
                <a:latin typeface="Tahoma" panose="020B0604030504040204" pitchFamily="34" charset="0"/>
                <a:ea typeface="宋体" panose="02010600030101010101" pitchFamily="2" charset="-122"/>
              </a:rPr>
              <a:t>则</a:t>
            </a:r>
            <a:endParaRPr lang="zh-CN" altLang="en-US" sz="2000" dirty="0">
              <a:solidFill>
                <a:srgbClr val="800000"/>
              </a:solidFill>
              <a:latin typeface="Tahoma" panose="020B0604030504040204" pitchFamily="34" charset="0"/>
              <a:ea typeface="宋体" panose="02010600030101010101" pitchFamily="2" charset="-122"/>
            </a:endParaRPr>
          </a:p>
        </p:txBody>
      </p:sp>
      <p:sp>
        <p:nvSpPr>
          <p:cNvPr id="370697" name="Rectangle 9"/>
          <p:cNvSpPr>
            <a:spLocks noChangeArrowheads="1"/>
          </p:cNvSpPr>
          <p:nvPr/>
        </p:nvSpPr>
        <p:spPr bwMode="auto">
          <a:xfrm>
            <a:off x="685006" y="3318259"/>
            <a:ext cx="3671888" cy="465138"/>
          </a:xfrm>
          <a:prstGeom prst="rect">
            <a:avLst/>
          </a:prstGeom>
          <a:noFill/>
          <a:ln w="9525" algn="ctr">
            <a:noFill/>
            <a:miter lim="800000"/>
          </a:ln>
          <a:effectLst/>
        </p:spPr>
        <p:txBody>
          <a:bodyPr anchor="b"/>
          <a:lstStyle/>
          <a:p>
            <a:pPr marL="0" marR="0" lvl="0" indent="0" algn="l" defTabSz="914400" rtl="0" eaLnBrk="1" fontAlgn="base" latinLnBrk="0" hangingPunct="1">
              <a:lnSpc>
                <a:spcPct val="140000"/>
              </a:lnSpc>
              <a:spcBef>
                <a:spcPct val="0"/>
              </a:spcBef>
              <a:spcAft>
                <a:spcPct val="0"/>
              </a:spcAft>
              <a:buClrTx/>
              <a:buSzTx/>
              <a:buFontTx/>
              <a:buNone/>
              <a:defRPr/>
            </a:pPr>
            <a:r>
              <a:rPr lang="en-US" altLang="zh-CN" sz="2400" b="0" kern="0" dirty="0">
                <a:solidFill>
                  <a:srgbClr val="FF0000"/>
                </a:solidFill>
                <a:effectLst>
                  <a:outerShdw blurRad="38100" dist="38100" dir="2700000" algn="tl">
                    <a:srgbClr val="C0C0C0"/>
                  </a:outerShdw>
                </a:effectLst>
                <a:latin typeface="+mj-lt"/>
                <a:ea typeface="+mj-ea"/>
                <a:cs typeface="+mj-cs"/>
                <a:sym typeface="+mn-ea"/>
              </a:rPr>
              <a:t>10</a:t>
            </a:r>
            <a:r>
              <a:rPr lang="zh-CN" altLang="en-US" sz="2400" b="0" kern="0" dirty="0">
                <a:solidFill>
                  <a:srgbClr val="FF0000"/>
                </a:solidFill>
                <a:effectLst>
                  <a:outerShdw blurRad="38100" dist="38100" dir="2700000" algn="tl">
                    <a:srgbClr val="C0C0C0"/>
                  </a:outerShdw>
                </a:effectLst>
                <a:latin typeface="+mj-lt"/>
                <a:ea typeface="+mj-ea"/>
                <a:cs typeface="+mj-cs"/>
                <a:sym typeface="+mn-ea"/>
              </a:rPr>
              <a:t>、频域卷积定理：</a:t>
            </a:r>
            <a:endParaRPr lang="zh-CN" altLang="en-US" sz="2400" b="0" kern="0" dirty="0">
              <a:solidFill>
                <a:srgbClr val="FF0000"/>
              </a:solidFill>
              <a:effectLst>
                <a:outerShdw blurRad="38100" dist="38100" dir="2700000" algn="tl">
                  <a:srgbClr val="C0C0C0"/>
                </a:outerShdw>
              </a:effectLst>
              <a:latin typeface="+mj-lt"/>
              <a:ea typeface="+mj-ea"/>
              <a:cs typeface="+mj-cs"/>
              <a:sym typeface="+mn-ea"/>
            </a:endParaRPr>
          </a:p>
        </p:txBody>
      </p:sp>
      <p:graphicFrame>
        <p:nvGraphicFramePr>
          <p:cNvPr id="370698" name="Object 10"/>
          <p:cNvGraphicFramePr>
            <a:graphicFrameLocks noChangeAspect="1"/>
          </p:cNvGraphicFramePr>
          <p:nvPr/>
        </p:nvGraphicFramePr>
        <p:xfrm>
          <a:off x="2520950" y="4087813"/>
          <a:ext cx="1676400" cy="457200"/>
        </p:xfrm>
        <a:graphic>
          <a:graphicData uri="http://schemas.openxmlformats.org/presentationml/2006/ole">
            <mc:AlternateContent xmlns:mc="http://schemas.openxmlformats.org/markup-compatibility/2006">
              <mc:Choice xmlns:v="urn:schemas-microsoft-com:vml" Requires="v">
                <p:oleObj spid="_x0000_s5" name="" r:id="rId7" imgW="1422400" imgH="292100" progId="Equation.3">
                  <p:embed/>
                </p:oleObj>
              </mc:Choice>
              <mc:Fallback>
                <p:oleObj name="" r:id="rId7" imgW="1422400" imgH="292100" progId="Equation.3">
                  <p:embed/>
                  <p:pic>
                    <p:nvPicPr>
                      <p:cNvPr id="0" name="Object 10"/>
                      <p:cNvPicPr/>
                      <p:nvPr/>
                    </p:nvPicPr>
                    <p:blipFill>
                      <a:blip r:embed="rId2"/>
                      <a:stretch>
                        <a:fillRect/>
                      </a:stretch>
                    </p:blipFill>
                    <p:spPr>
                      <a:xfrm>
                        <a:off x="2520950" y="4087813"/>
                        <a:ext cx="1676400" cy="457200"/>
                      </a:xfrm>
                      <a:prstGeom prst="rect">
                        <a:avLst/>
                      </a:prstGeom>
                      <a:noFill/>
                      <a:ln w="38100">
                        <a:noFill/>
                        <a:miter/>
                      </a:ln>
                    </p:spPr>
                  </p:pic>
                </p:oleObj>
              </mc:Fallback>
            </mc:AlternateContent>
          </a:graphicData>
        </a:graphic>
      </p:graphicFrame>
      <p:graphicFrame>
        <p:nvGraphicFramePr>
          <p:cNvPr id="370699" name="Object 11"/>
          <p:cNvGraphicFramePr>
            <a:graphicFrameLocks noChangeAspect="1"/>
          </p:cNvGraphicFramePr>
          <p:nvPr/>
        </p:nvGraphicFramePr>
        <p:xfrm>
          <a:off x="4654550" y="4164013"/>
          <a:ext cx="1676400" cy="457200"/>
        </p:xfrm>
        <a:graphic>
          <a:graphicData uri="http://schemas.openxmlformats.org/presentationml/2006/ole">
            <mc:AlternateContent xmlns:mc="http://schemas.openxmlformats.org/markup-compatibility/2006">
              <mc:Choice xmlns:v="urn:schemas-microsoft-com:vml" Requires="v">
                <p:oleObj spid="_x0000_s6" name="" r:id="rId8" imgW="1447165" imgH="304800" progId="Equation.3">
                  <p:embed/>
                </p:oleObj>
              </mc:Choice>
              <mc:Fallback>
                <p:oleObj name="" r:id="rId8" imgW="1447165" imgH="304800" progId="Equation.3">
                  <p:embed/>
                  <p:pic>
                    <p:nvPicPr>
                      <p:cNvPr id="0" name="Object 11"/>
                      <p:cNvPicPr/>
                      <p:nvPr/>
                    </p:nvPicPr>
                    <p:blipFill>
                      <a:blip r:embed="rId4"/>
                      <a:stretch>
                        <a:fillRect/>
                      </a:stretch>
                    </p:blipFill>
                    <p:spPr>
                      <a:xfrm>
                        <a:off x="4654550" y="4164013"/>
                        <a:ext cx="1676400" cy="457200"/>
                      </a:xfrm>
                      <a:prstGeom prst="rect">
                        <a:avLst/>
                      </a:prstGeom>
                      <a:noFill/>
                      <a:ln w="38100">
                        <a:noFill/>
                        <a:miter/>
                      </a:ln>
                    </p:spPr>
                  </p:pic>
                </p:oleObj>
              </mc:Fallback>
            </mc:AlternateContent>
          </a:graphicData>
        </a:graphic>
      </p:graphicFrame>
      <p:sp>
        <p:nvSpPr>
          <p:cNvPr id="370700" name="Text Box 12"/>
          <p:cNvSpPr txBox="1"/>
          <p:nvPr/>
        </p:nvSpPr>
        <p:spPr>
          <a:xfrm>
            <a:off x="1547813" y="5057775"/>
            <a:ext cx="457200" cy="396875"/>
          </a:xfrm>
          <a:prstGeom prst="rect">
            <a:avLst/>
          </a:prstGeom>
          <a:noFill/>
          <a:ln w="9525">
            <a:noFill/>
          </a:ln>
        </p:spPr>
        <p:txBody>
          <a:bodyPr anchor="t" anchorCtr="0">
            <a:spAutoFit/>
          </a:bodyPr>
          <a:lstStyle/>
          <a:p>
            <a:pPr>
              <a:spcBef>
                <a:spcPct val="50000"/>
              </a:spcBef>
            </a:pPr>
            <a:r>
              <a:rPr lang="zh-CN" altLang="en-US" sz="2000" dirty="0">
                <a:solidFill>
                  <a:srgbClr val="800000"/>
                </a:solidFill>
                <a:latin typeface="Tahoma" panose="020B0604030504040204" pitchFamily="34" charset="0"/>
                <a:ea typeface="宋体" panose="02010600030101010101" pitchFamily="2" charset="-122"/>
              </a:rPr>
              <a:t>则</a:t>
            </a:r>
            <a:endParaRPr lang="zh-CN" altLang="en-US" sz="2000" dirty="0">
              <a:solidFill>
                <a:srgbClr val="800000"/>
              </a:solidFill>
              <a:latin typeface="Tahoma" panose="020B0604030504040204" pitchFamily="34" charset="0"/>
              <a:ea typeface="宋体" panose="02010600030101010101" pitchFamily="2" charset="-122"/>
            </a:endParaRPr>
          </a:p>
        </p:txBody>
      </p:sp>
      <p:graphicFrame>
        <p:nvGraphicFramePr>
          <p:cNvPr id="370701" name="Object 13"/>
          <p:cNvGraphicFramePr>
            <a:graphicFrameLocks noChangeAspect="1"/>
          </p:cNvGraphicFramePr>
          <p:nvPr/>
        </p:nvGraphicFramePr>
        <p:xfrm>
          <a:off x="2627313" y="4841875"/>
          <a:ext cx="4114800" cy="881063"/>
        </p:xfrm>
        <a:graphic>
          <a:graphicData uri="http://schemas.openxmlformats.org/presentationml/2006/ole">
            <mc:AlternateContent xmlns:mc="http://schemas.openxmlformats.org/markup-compatibility/2006">
              <mc:Choice xmlns:v="urn:schemas-microsoft-com:vml" Requires="v">
                <p:oleObj spid="_x0000_s7" name="" r:id="rId9" imgW="1993900" imgH="419100" progId="Equation.3">
                  <p:embed/>
                </p:oleObj>
              </mc:Choice>
              <mc:Fallback>
                <p:oleObj name="" r:id="rId9" imgW="1993900" imgH="419100" progId="Equation.3">
                  <p:embed/>
                  <p:pic>
                    <p:nvPicPr>
                      <p:cNvPr id="0" name="Object 13"/>
                      <p:cNvPicPr/>
                      <p:nvPr/>
                    </p:nvPicPr>
                    <p:blipFill>
                      <a:blip r:embed="rId10"/>
                      <a:stretch>
                        <a:fillRect/>
                      </a:stretch>
                    </p:blipFill>
                    <p:spPr>
                      <a:xfrm>
                        <a:off x="2627313" y="4841875"/>
                        <a:ext cx="4114800" cy="881063"/>
                      </a:xfrm>
                      <a:prstGeom prst="rect">
                        <a:avLst/>
                      </a:prstGeom>
                      <a:noFill/>
                      <a:ln w="38100">
                        <a:noFill/>
                        <a:miter/>
                      </a:ln>
                    </p:spPr>
                  </p:pic>
                </p:oleObj>
              </mc:Fallback>
            </mc:AlternateContent>
          </a:graphicData>
        </a:graphic>
      </p:graphicFrame>
      <p:sp>
        <p:nvSpPr>
          <p:cNvPr id="370702" name="Text Box 14"/>
          <p:cNvSpPr txBox="1"/>
          <p:nvPr/>
        </p:nvSpPr>
        <p:spPr>
          <a:xfrm>
            <a:off x="1835150" y="4164013"/>
            <a:ext cx="457200" cy="396875"/>
          </a:xfrm>
          <a:prstGeom prst="rect">
            <a:avLst/>
          </a:prstGeom>
          <a:noFill/>
          <a:ln w="9525">
            <a:noFill/>
          </a:ln>
        </p:spPr>
        <p:txBody>
          <a:bodyPr anchor="t" anchorCtr="0">
            <a:spAutoFit/>
          </a:bodyPr>
          <a:lstStyle/>
          <a:p>
            <a:pPr>
              <a:spcBef>
                <a:spcPct val="50000"/>
              </a:spcBef>
            </a:pPr>
            <a:r>
              <a:rPr lang="zh-CN" altLang="en-US" sz="2000" dirty="0">
                <a:solidFill>
                  <a:srgbClr val="003300"/>
                </a:solidFill>
                <a:latin typeface="Tahoma" panose="020B0604030504040204" pitchFamily="34" charset="0"/>
                <a:ea typeface="宋体" panose="02010600030101010101" pitchFamily="2" charset="-122"/>
              </a:rPr>
              <a:t>若</a:t>
            </a:r>
            <a:endParaRPr lang="zh-CN" altLang="en-US" sz="2000" dirty="0">
              <a:solidFill>
                <a:srgbClr val="003300"/>
              </a:solidFill>
              <a:latin typeface="Tahoma" panose="020B0604030504040204" pitchFamily="34" charset="0"/>
              <a:ea typeface="宋体" panose="02010600030101010101" pitchFamily="2" charset="-122"/>
            </a:endParaRPr>
          </a:p>
        </p:txBody>
      </p:sp>
      <p:graphicFrame>
        <p:nvGraphicFramePr>
          <p:cNvPr id="370703" name="Object 15"/>
          <p:cNvGraphicFramePr>
            <a:graphicFrameLocks noChangeAspect="1"/>
          </p:cNvGraphicFramePr>
          <p:nvPr/>
        </p:nvGraphicFramePr>
        <p:xfrm>
          <a:off x="2627313" y="5994400"/>
          <a:ext cx="4586287" cy="747713"/>
        </p:xfrm>
        <a:graphic>
          <a:graphicData uri="http://schemas.openxmlformats.org/presentationml/2006/ole">
            <mc:AlternateContent xmlns:mc="http://schemas.openxmlformats.org/markup-compatibility/2006">
              <mc:Choice xmlns:v="urn:schemas-microsoft-com:vml" Requires="v">
                <p:oleObj spid="_x0000_s8" name="" r:id="rId11" imgW="2222500" imgH="355600" progId="Equation.3">
                  <p:embed/>
                </p:oleObj>
              </mc:Choice>
              <mc:Fallback>
                <p:oleObj name="" r:id="rId11" imgW="2222500" imgH="355600" progId="Equation.3">
                  <p:embed/>
                  <p:pic>
                    <p:nvPicPr>
                      <p:cNvPr id="0" name="Object 15"/>
                      <p:cNvPicPr/>
                      <p:nvPr/>
                    </p:nvPicPr>
                    <p:blipFill>
                      <a:blip r:embed="rId12"/>
                      <a:stretch>
                        <a:fillRect/>
                      </a:stretch>
                    </p:blipFill>
                    <p:spPr>
                      <a:xfrm>
                        <a:off x="2627313" y="5994400"/>
                        <a:ext cx="4586287" cy="747713"/>
                      </a:xfrm>
                      <a:prstGeom prst="rect">
                        <a:avLst/>
                      </a:prstGeom>
                      <a:noFill/>
                      <a:ln w="38100">
                        <a:noFill/>
                        <a:miter/>
                      </a:ln>
                    </p:spPr>
                  </p:pic>
                </p:oleObj>
              </mc:Fallback>
            </mc:AlternateContent>
          </a:graphicData>
        </a:graphic>
      </p:graphicFrame>
      <p:sp>
        <p:nvSpPr>
          <p:cNvPr id="370704" name="Text Box 16"/>
          <p:cNvSpPr txBox="1"/>
          <p:nvPr/>
        </p:nvSpPr>
        <p:spPr>
          <a:xfrm>
            <a:off x="1331913" y="6138863"/>
            <a:ext cx="990600" cy="396875"/>
          </a:xfrm>
          <a:prstGeom prst="rect">
            <a:avLst/>
          </a:prstGeom>
          <a:noFill/>
          <a:ln w="9525">
            <a:noFill/>
          </a:ln>
        </p:spPr>
        <p:txBody>
          <a:bodyPr anchor="t" anchorCtr="0">
            <a:spAutoFit/>
          </a:bodyPr>
          <a:lstStyle/>
          <a:p>
            <a:pPr>
              <a:spcBef>
                <a:spcPct val="50000"/>
              </a:spcBef>
            </a:pPr>
            <a:r>
              <a:rPr lang="zh-CN" altLang="en-US" sz="2000" dirty="0">
                <a:solidFill>
                  <a:srgbClr val="003300"/>
                </a:solidFill>
                <a:latin typeface="Tahoma" panose="020B0604030504040204" pitchFamily="34" charset="0"/>
                <a:ea typeface="宋体" panose="02010600030101010101" pitchFamily="2" charset="-122"/>
              </a:rPr>
              <a:t>其中</a:t>
            </a:r>
            <a:endParaRPr lang="zh-CN" altLang="en-US" sz="2000" dirty="0">
              <a:solidFill>
                <a:srgbClr val="003300"/>
              </a:solidFill>
              <a:latin typeface="Tahoma" panose="020B0604030504040204" pitchFamily="34" charset="0"/>
              <a:ea typeface="宋体" panose="02010600030101010101" pitchFamily="2" charset="-122"/>
            </a:endParaRPr>
          </a:p>
        </p:txBody>
      </p:sp>
      <p:sp>
        <p:nvSpPr>
          <p:cNvPr id="109583" name="Rectangle 18"/>
          <p:cNvSpPr/>
          <p:nvPr/>
        </p:nvSpPr>
        <p:spPr>
          <a:xfrm>
            <a:off x="1111250" y="146050"/>
            <a:ext cx="6337300" cy="823913"/>
          </a:xfrm>
          <a:prstGeom prst="rect">
            <a:avLst/>
          </a:prstGeom>
          <a:solidFill>
            <a:schemeClr val="tx1"/>
          </a:solidFill>
          <a:ln w="9525" cap="flat" cmpd="sng">
            <a:solidFill>
              <a:srgbClr val="C0C0C0"/>
            </a:solidFill>
            <a:prstDash val="solid"/>
            <a:miter/>
            <a:headEnd type="none" w="med" len="med"/>
            <a:tailEnd type="none" w="med" len="med"/>
          </a:ln>
          <a:effectLst>
            <a:outerShdw dist="35921" dir="2699999" algn="ctr" rotWithShape="0">
              <a:srgbClr val="808080"/>
            </a:outerShdw>
          </a:effectLst>
        </p:spPr>
        <p:txBody>
          <a:bodyPr anchor="ctr" anchorCtr="0"/>
          <a:lstStyle/>
          <a:p>
            <a:pPr algn="ctr" eaLnBrk="0" hangingPunct="0"/>
            <a:r>
              <a:rPr lang="zh-CN" altLang="en-US" sz="4000" b="0" dirty="0">
                <a:solidFill>
                  <a:schemeClr val="bg1"/>
                </a:solidFill>
                <a:latin typeface="Arial" panose="020B0604020202020204" pitchFamily="34" charset="0"/>
                <a:ea typeface="黑体" panose="02010609060101010101" charset="-122"/>
              </a:rPr>
              <a:t>总结</a:t>
            </a:r>
            <a:r>
              <a:rPr lang="en-US" altLang="zh-CN" sz="4000" b="0" baseline="30000" dirty="0">
                <a:solidFill>
                  <a:schemeClr val="bg1"/>
                </a:solidFill>
                <a:latin typeface="Arial" panose="020B0604020202020204" pitchFamily="34" charset="0"/>
                <a:ea typeface="黑体" panose="02010609060101010101" charset="-122"/>
              </a:rPr>
              <a:t>—</a:t>
            </a:r>
            <a:r>
              <a:rPr lang="zh-CN" altLang="en-US" sz="4000" b="0" baseline="30000" dirty="0">
                <a:solidFill>
                  <a:schemeClr val="bg1"/>
                </a:solidFill>
                <a:latin typeface="Arial" panose="020B0604020202020204" pitchFamily="34" charset="0"/>
                <a:ea typeface="黑体" panose="02010609060101010101" charset="-122"/>
              </a:rPr>
              <a:t>拉普拉斯变换性质</a:t>
            </a:r>
            <a:endParaRPr lang="zh-CN" altLang="en-US" sz="4000" b="0" dirty="0">
              <a:solidFill>
                <a:schemeClr val="bg1"/>
              </a:solidFill>
              <a:latin typeface="Arial" panose="020B0604020202020204" pitchFamily="34" charset="0"/>
              <a:ea typeface="黑体" panose="02010609060101010101" charset="-122"/>
            </a:endParaRPr>
          </a:p>
        </p:txBody>
      </p:sp>
      <p:sp>
        <p:nvSpPr>
          <p:cNvPr id="9" name="墨迹 1"/>
          <p:cNvSpPr/>
          <p:nvPr/>
        </p:nvSpPr>
        <p:spPr bwMode="auto">
          <a:xfrm>
            <a:off x="2550960" y="2973600"/>
            <a:ext cx="3921120" cy="2597760"/>
          </a:xfrm>
        </p:spPr>
      </p:sp>
      <p:pic>
        <p:nvPicPr>
          <p:cNvPr id="10" name="音频 2">
            <a:hlinkClick r:id="" action="ppaction://media"/>
          </p:cNvPr>
          <p:cNvPicPr>
            <a:picLocks noChangeAspect="1"/>
          </p:cNvPicPr>
          <p:nvPr>
            <a:audioFile r:link="rId13"/>
            <p:extLst>
              <p:ext uri="{DAA4B4D4-6D71-4841-9C94-3DE7FCFB9230}">
                <p14:media xmlns:p14="http://schemas.microsoft.com/office/powerpoint/2010/main" r:embed="rId14"/>
              </p:ext>
            </p:extLst>
          </p:nvPr>
        </p:nvPicPr>
        <p:blipFill>
          <a:blip r:embed="rId15"/>
          <a:stretch>
            <a:fillRect/>
          </a:stretch>
        </p:blipFill>
        <p:spPr>
          <a:xfrm>
            <a:off x="8623300" y="6337300"/>
            <a:ext cx="304800" cy="304800"/>
          </a:xfrm>
          <a:prstGeom prst="rect">
            <a:avLst/>
          </a:prstGeom>
        </p:spPr>
      </p:pic>
    </p:spTree>
    <p:custDataLst>
      <p:tags r:id="rId16"/>
    </p:custDataLst>
  </p:cSld>
  <p:clrMapOvr>
    <a:masterClrMapping/>
  </p:clrMapOvr>
  <mc:AlternateContent xmlns:mc="http://schemas.openxmlformats.org/markup-compatibility/2006">
    <mc:Choice xmlns:p14="http://schemas.microsoft.com/office/powerpoint/2010/main" Requires="p14">
      <p:transition spd="slow" p14:dur="2000" advTm="29764"/>
    </mc:Choice>
    <mc:Fallback>
      <p:transition spd="slow" advTm="29764"/>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37" fill="hold" grpId="0" nodeType="afterEffect">
                                  <p:stCondLst>
                                    <p:cond delay="0"/>
                                  </p:stCondLst>
                                  <p:childTnLst>
                                    <p:set>
                                      <p:cBhvr>
                                        <p:cTn id="6" dur="1" fill="hold">
                                          <p:stCondLst>
                                            <p:cond delay="0"/>
                                          </p:stCondLst>
                                        </p:cTn>
                                        <p:tgtEl>
                                          <p:spTgt spid="370690"/>
                                        </p:tgtEl>
                                        <p:attrNameLst>
                                          <p:attrName>style.visibility</p:attrName>
                                        </p:attrNameLst>
                                      </p:cBhvr>
                                      <p:to>
                                        <p:strVal val="visible"/>
                                      </p:to>
                                    </p:set>
                                    <p:animEffect transition="in" filter="barn(outVertical)">
                                      <p:cBhvr>
                                        <p:cTn id="7" dur="500"/>
                                        <p:tgtEl>
                                          <p:spTgt spid="370690"/>
                                        </p:tgtEl>
                                      </p:cBhvr>
                                    </p:animEffect>
                                  </p:childTnLst>
                                </p:cTn>
                              </p:par>
                            </p:childTnLst>
                          </p:cTn>
                        </p:par>
                        <p:par>
                          <p:cTn id="8" fill="hold">
                            <p:stCondLst>
                              <p:cond delay="500"/>
                            </p:stCondLst>
                            <p:childTnLst>
                              <p:par>
                                <p:cTn id="9" presetID="9" presetClass="entr" presetSubtype="0" fill="hold" grpId="0" nodeType="afterEffect">
                                  <p:stCondLst>
                                    <p:cond delay="0"/>
                                  </p:stCondLst>
                                  <p:childTnLst>
                                    <p:set>
                                      <p:cBhvr>
                                        <p:cTn id="10" dur="1" fill="hold">
                                          <p:stCondLst>
                                            <p:cond delay="0"/>
                                          </p:stCondLst>
                                        </p:cTn>
                                        <p:tgtEl>
                                          <p:spTgt spid="370691"/>
                                        </p:tgtEl>
                                        <p:attrNameLst>
                                          <p:attrName>style.visibility</p:attrName>
                                        </p:attrNameLst>
                                      </p:cBhvr>
                                      <p:to>
                                        <p:strVal val="visible"/>
                                      </p:to>
                                    </p:set>
                                    <p:animEffect transition="in" filter="dissolve">
                                      <p:cBhvr>
                                        <p:cTn id="11" dur="500"/>
                                        <p:tgtEl>
                                          <p:spTgt spid="370691"/>
                                        </p:tgtEl>
                                      </p:cBhvr>
                                    </p:animEffect>
                                  </p:childTnLst>
                                </p:cTn>
                              </p:par>
                            </p:childTnLst>
                          </p:cTn>
                        </p:par>
                        <p:par>
                          <p:cTn id="12" fill="hold">
                            <p:stCondLst>
                              <p:cond delay="1000"/>
                            </p:stCondLst>
                            <p:childTnLst>
                              <p:par>
                                <p:cTn id="13" presetID="9" presetClass="entr" presetSubtype="0" fill="hold" nodeType="afterEffect">
                                  <p:stCondLst>
                                    <p:cond delay="0"/>
                                  </p:stCondLst>
                                  <p:childTnLst>
                                    <p:set>
                                      <p:cBhvr>
                                        <p:cTn id="14" dur="1" fill="hold">
                                          <p:stCondLst>
                                            <p:cond delay="0"/>
                                          </p:stCondLst>
                                        </p:cTn>
                                        <p:tgtEl>
                                          <p:spTgt spid="370693"/>
                                        </p:tgtEl>
                                        <p:attrNameLst>
                                          <p:attrName>style.visibility</p:attrName>
                                        </p:attrNameLst>
                                      </p:cBhvr>
                                      <p:to>
                                        <p:strVal val="visible"/>
                                      </p:to>
                                    </p:set>
                                    <p:animEffect transition="in" filter="dissolve">
                                      <p:cBhvr>
                                        <p:cTn id="15" dur="500"/>
                                        <p:tgtEl>
                                          <p:spTgt spid="370693"/>
                                        </p:tgtEl>
                                      </p:cBhvr>
                                    </p:animEffect>
                                  </p:childTnLst>
                                </p:cTn>
                              </p:par>
                            </p:childTnLst>
                          </p:cTn>
                        </p:par>
                        <p:par>
                          <p:cTn id="16" fill="hold">
                            <p:stCondLst>
                              <p:cond delay="1500"/>
                            </p:stCondLst>
                            <p:childTnLst>
                              <p:par>
                                <p:cTn id="17" presetID="9" presetClass="entr" presetSubtype="0" fill="hold" nodeType="afterEffect">
                                  <p:stCondLst>
                                    <p:cond delay="0"/>
                                  </p:stCondLst>
                                  <p:childTnLst>
                                    <p:set>
                                      <p:cBhvr>
                                        <p:cTn id="18" dur="1" fill="hold">
                                          <p:stCondLst>
                                            <p:cond delay="0"/>
                                          </p:stCondLst>
                                        </p:cTn>
                                        <p:tgtEl>
                                          <p:spTgt spid="370694"/>
                                        </p:tgtEl>
                                        <p:attrNameLst>
                                          <p:attrName>style.visibility</p:attrName>
                                        </p:attrNameLst>
                                      </p:cBhvr>
                                      <p:to>
                                        <p:strVal val="visible"/>
                                      </p:to>
                                    </p:set>
                                    <p:animEffect transition="in" filter="dissolve">
                                      <p:cBhvr>
                                        <p:cTn id="19" dur="500"/>
                                        <p:tgtEl>
                                          <p:spTgt spid="370694"/>
                                        </p:tgtEl>
                                      </p:cBhvr>
                                    </p:animEffect>
                                  </p:childTnLst>
                                </p:cTn>
                              </p:par>
                            </p:childTnLst>
                          </p:cTn>
                        </p:par>
                        <p:par>
                          <p:cTn id="20" fill="hold">
                            <p:stCondLst>
                              <p:cond delay="2000"/>
                            </p:stCondLst>
                            <p:childTnLst>
                              <p:par>
                                <p:cTn id="21" presetID="9" presetClass="entr" presetSubtype="0" fill="hold" grpId="0" nodeType="afterEffect">
                                  <p:stCondLst>
                                    <p:cond delay="0"/>
                                  </p:stCondLst>
                                  <p:childTnLst>
                                    <p:set>
                                      <p:cBhvr>
                                        <p:cTn id="22" dur="1" fill="hold">
                                          <p:stCondLst>
                                            <p:cond delay="0"/>
                                          </p:stCondLst>
                                        </p:cTn>
                                        <p:tgtEl>
                                          <p:spTgt spid="370696"/>
                                        </p:tgtEl>
                                        <p:attrNameLst>
                                          <p:attrName>style.visibility</p:attrName>
                                        </p:attrNameLst>
                                      </p:cBhvr>
                                      <p:to>
                                        <p:strVal val="visible"/>
                                      </p:to>
                                    </p:set>
                                    <p:animEffect transition="in" filter="dissolve">
                                      <p:cBhvr>
                                        <p:cTn id="23" dur="500"/>
                                        <p:tgtEl>
                                          <p:spTgt spid="370696"/>
                                        </p:tgtEl>
                                      </p:cBhvr>
                                    </p:animEffect>
                                  </p:childTnLst>
                                </p:cTn>
                              </p:par>
                            </p:childTnLst>
                          </p:cTn>
                        </p:par>
                        <p:par>
                          <p:cTn id="24" fill="hold">
                            <p:stCondLst>
                              <p:cond delay="2500"/>
                            </p:stCondLst>
                            <p:childTnLst>
                              <p:par>
                                <p:cTn id="25" presetID="2" presetClass="entr" presetSubtype="2" fill="hold" nodeType="afterEffect">
                                  <p:stCondLst>
                                    <p:cond delay="0"/>
                                  </p:stCondLst>
                                  <p:childTnLst>
                                    <p:set>
                                      <p:cBhvr>
                                        <p:cTn id="26" dur="1" fill="hold">
                                          <p:stCondLst>
                                            <p:cond delay="0"/>
                                          </p:stCondLst>
                                        </p:cTn>
                                        <p:tgtEl>
                                          <p:spTgt spid="370695"/>
                                        </p:tgtEl>
                                        <p:attrNameLst>
                                          <p:attrName>style.visibility</p:attrName>
                                        </p:attrNameLst>
                                      </p:cBhvr>
                                      <p:to>
                                        <p:strVal val="visible"/>
                                      </p:to>
                                    </p:set>
                                    <p:anim calcmode="lin" valueType="num">
                                      <p:cBhvr additive="base">
                                        <p:cTn id="27" dur="500" fill="hold"/>
                                        <p:tgtEl>
                                          <p:spTgt spid="370695"/>
                                        </p:tgtEl>
                                        <p:attrNameLst>
                                          <p:attrName>ppt_x</p:attrName>
                                        </p:attrNameLst>
                                      </p:cBhvr>
                                      <p:tavLst>
                                        <p:tav tm="0">
                                          <p:val>
                                            <p:strVal val="1+#ppt_w/2"/>
                                          </p:val>
                                        </p:tav>
                                        <p:tav tm="100000">
                                          <p:val>
                                            <p:strVal val="#ppt_x"/>
                                          </p:val>
                                        </p:tav>
                                      </p:tavLst>
                                    </p:anim>
                                    <p:anim calcmode="lin" valueType="num">
                                      <p:cBhvr additive="base">
                                        <p:cTn id="28" dur="500" fill="hold"/>
                                        <p:tgtEl>
                                          <p:spTgt spid="370695"/>
                                        </p:tgtEl>
                                        <p:attrNameLst>
                                          <p:attrName>ppt_y</p:attrName>
                                        </p:attrNameLst>
                                      </p:cBhvr>
                                      <p:tavLst>
                                        <p:tav tm="0">
                                          <p:val>
                                            <p:strVal val="#ppt_y"/>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16" presetClass="entr" presetSubtype="42" fill="hold" grpId="0" nodeType="clickEffect">
                                  <p:stCondLst>
                                    <p:cond delay="0"/>
                                  </p:stCondLst>
                                  <p:childTnLst>
                                    <p:set>
                                      <p:cBhvr>
                                        <p:cTn id="32" dur="1" fill="hold">
                                          <p:stCondLst>
                                            <p:cond delay="0"/>
                                          </p:stCondLst>
                                        </p:cTn>
                                        <p:tgtEl>
                                          <p:spTgt spid="370697"/>
                                        </p:tgtEl>
                                        <p:attrNameLst>
                                          <p:attrName>style.visibility</p:attrName>
                                        </p:attrNameLst>
                                      </p:cBhvr>
                                      <p:to>
                                        <p:strVal val="visible"/>
                                      </p:to>
                                    </p:set>
                                    <p:animEffect transition="in" filter="barn(outHorizontal)">
                                      <p:cBhvr>
                                        <p:cTn id="33" dur="500"/>
                                        <p:tgtEl>
                                          <p:spTgt spid="370697"/>
                                        </p:tgtEl>
                                      </p:cBhvr>
                                    </p:animEffect>
                                  </p:childTnLst>
                                </p:cTn>
                              </p:par>
                            </p:childTnLst>
                          </p:cTn>
                        </p:par>
                        <p:par>
                          <p:cTn id="34" fill="hold">
                            <p:stCondLst>
                              <p:cond delay="500"/>
                            </p:stCondLst>
                            <p:childTnLst>
                              <p:par>
                                <p:cTn id="35" presetID="9" presetClass="entr" presetSubtype="0" fill="hold" grpId="0" nodeType="afterEffect">
                                  <p:stCondLst>
                                    <p:cond delay="0"/>
                                  </p:stCondLst>
                                  <p:childTnLst>
                                    <p:set>
                                      <p:cBhvr>
                                        <p:cTn id="36" dur="1" fill="hold">
                                          <p:stCondLst>
                                            <p:cond delay="0"/>
                                          </p:stCondLst>
                                        </p:cTn>
                                        <p:tgtEl>
                                          <p:spTgt spid="370702"/>
                                        </p:tgtEl>
                                        <p:attrNameLst>
                                          <p:attrName>style.visibility</p:attrName>
                                        </p:attrNameLst>
                                      </p:cBhvr>
                                      <p:to>
                                        <p:strVal val="visible"/>
                                      </p:to>
                                    </p:set>
                                    <p:animEffect transition="in" filter="dissolve">
                                      <p:cBhvr>
                                        <p:cTn id="37" dur="500"/>
                                        <p:tgtEl>
                                          <p:spTgt spid="370702"/>
                                        </p:tgtEl>
                                      </p:cBhvr>
                                    </p:animEffect>
                                  </p:childTnLst>
                                </p:cTn>
                              </p:par>
                            </p:childTnLst>
                          </p:cTn>
                        </p:par>
                        <p:par>
                          <p:cTn id="38" fill="hold">
                            <p:stCondLst>
                              <p:cond delay="1000"/>
                            </p:stCondLst>
                            <p:childTnLst>
                              <p:par>
                                <p:cTn id="39" presetID="9" presetClass="entr" presetSubtype="0" fill="hold" nodeType="afterEffect">
                                  <p:stCondLst>
                                    <p:cond delay="0"/>
                                  </p:stCondLst>
                                  <p:childTnLst>
                                    <p:set>
                                      <p:cBhvr>
                                        <p:cTn id="40" dur="1" fill="hold">
                                          <p:stCondLst>
                                            <p:cond delay="0"/>
                                          </p:stCondLst>
                                        </p:cTn>
                                        <p:tgtEl>
                                          <p:spTgt spid="370698"/>
                                        </p:tgtEl>
                                        <p:attrNameLst>
                                          <p:attrName>style.visibility</p:attrName>
                                        </p:attrNameLst>
                                      </p:cBhvr>
                                      <p:to>
                                        <p:strVal val="visible"/>
                                      </p:to>
                                    </p:set>
                                    <p:animEffect transition="in" filter="dissolve">
                                      <p:cBhvr>
                                        <p:cTn id="41" dur="500"/>
                                        <p:tgtEl>
                                          <p:spTgt spid="370698"/>
                                        </p:tgtEl>
                                      </p:cBhvr>
                                    </p:animEffect>
                                  </p:childTnLst>
                                </p:cTn>
                              </p:par>
                            </p:childTnLst>
                          </p:cTn>
                        </p:par>
                        <p:par>
                          <p:cTn id="42" fill="hold">
                            <p:stCondLst>
                              <p:cond delay="1500"/>
                            </p:stCondLst>
                            <p:childTnLst>
                              <p:par>
                                <p:cTn id="43" presetID="9" presetClass="entr" presetSubtype="0" fill="hold" nodeType="afterEffect">
                                  <p:stCondLst>
                                    <p:cond delay="0"/>
                                  </p:stCondLst>
                                  <p:childTnLst>
                                    <p:set>
                                      <p:cBhvr>
                                        <p:cTn id="44" dur="1" fill="hold">
                                          <p:stCondLst>
                                            <p:cond delay="0"/>
                                          </p:stCondLst>
                                        </p:cTn>
                                        <p:tgtEl>
                                          <p:spTgt spid="370699"/>
                                        </p:tgtEl>
                                        <p:attrNameLst>
                                          <p:attrName>style.visibility</p:attrName>
                                        </p:attrNameLst>
                                      </p:cBhvr>
                                      <p:to>
                                        <p:strVal val="visible"/>
                                      </p:to>
                                    </p:set>
                                    <p:animEffect transition="in" filter="dissolve">
                                      <p:cBhvr>
                                        <p:cTn id="45" dur="500"/>
                                        <p:tgtEl>
                                          <p:spTgt spid="370699"/>
                                        </p:tgtEl>
                                      </p:cBhvr>
                                    </p:animEffect>
                                  </p:childTnLst>
                                </p:cTn>
                              </p:par>
                            </p:childTnLst>
                          </p:cTn>
                        </p:par>
                        <p:par>
                          <p:cTn id="46" fill="hold">
                            <p:stCondLst>
                              <p:cond delay="2000"/>
                            </p:stCondLst>
                            <p:childTnLst>
                              <p:par>
                                <p:cTn id="47" presetID="9" presetClass="entr" presetSubtype="0" fill="hold" grpId="0" nodeType="afterEffect">
                                  <p:stCondLst>
                                    <p:cond delay="0"/>
                                  </p:stCondLst>
                                  <p:childTnLst>
                                    <p:set>
                                      <p:cBhvr>
                                        <p:cTn id="48" dur="1" fill="hold">
                                          <p:stCondLst>
                                            <p:cond delay="0"/>
                                          </p:stCondLst>
                                        </p:cTn>
                                        <p:tgtEl>
                                          <p:spTgt spid="370700"/>
                                        </p:tgtEl>
                                        <p:attrNameLst>
                                          <p:attrName>style.visibility</p:attrName>
                                        </p:attrNameLst>
                                      </p:cBhvr>
                                      <p:to>
                                        <p:strVal val="visible"/>
                                      </p:to>
                                    </p:set>
                                    <p:animEffect transition="in" filter="dissolve">
                                      <p:cBhvr>
                                        <p:cTn id="49" dur="500"/>
                                        <p:tgtEl>
                                          <p:spTgt spid="370700"/>
                                        </p:tgtEl>
                                      </p:cBhvr>
                                    </p:animEffect>
                                  </p:childTnLst>
                                </p:cTn>
                              </p:par>
                            </p:childTnLst>
                          </p:cTn>
                        </p:par>
                        <p:par>
                          <p:cTn id="50" fill="hold">
                            <p:stCondLst>
                              <p:cond delay="2500"/>
                            </p:stCondLst>
                            <p:childTnLst>
                              <p:par>
                                <p:cTn id="51" presetID="2" presetClass="entr" presetSubtype="2" fill="hold" nodeType="afterEffect">
                                  <p:stCondLst>
                                    <p:cond delay="0"/>
                                  </p:stCondLst>
                                  <p:childTnLst>
                                    <p:set>
                                      <p:cBhvr>
                                        <p:cTn id="52" dur="1" fill="hold">
                                          <p:stCondLst>
                                            <p:cond delay="0"/>
                                          </p:stCondLst>
                                        </p:cTn>
                                        <p:tgtEl>
                                          <p:spTgt spid="370701"/>
                                        </p:tgtEl>
                                        <p:attrNameLst>
                                          <p:attrName>style.visibility</p:attrName>
                                        </p:attrNameLst>
                                      </p:cBhvr>
                                      <p:to>
                                        <p:strVal val="visible"/>
                                      </p:to>
                                    </p:set>
                                    <p:anim calcmode="lin" valueType="num">
                                      <p:cBhvr additive="base">
                                        <p:cTn id="53" dur="500" fill="hold"/>
                                        <p:tgtEl>
                                          <p:spTgt spid="370701"/>
                                        </p:tgtEl>
                                        <p:attrNameLst>
                                          <p:attrName>ppt_x</p:attrName>
                                        </p:attrNameLst>
                                      </p:cBhvr>
                                      <p:tavLst>
                                        <p:tav tm="0">
                                          <p:val>
                                            <p:strVal val="1+#ppt_w/2"/>
                                          </p:val>
                                        </p:tav>
                                        <p:tav tm="100000">
                                          <p:val>
                                            <p:strVal val="#ppt_x"/>
                                          </p:val>
                                        </p:tav>
                                      </p:tavLst>
                                    </p:anim>
                                    <p:anim calcmode="lin" valueType="num">
                                      <p:cBhvr additive="base">
                                        <p:cTn id="54" dur="500" fill="hold"/>
                                        <p:tgtEl>
                                          <p:spTgt spid="370701"/>
                                        </p:tgtEl>
                                        <p:attrNameLst>
                                          <p:attrName>ppt_y</p:attrName>
                                        </p:attrNameLst>
                                      </p:cBhvr>
                                      <p:tavLst>
                                        <p:tav tm="0">
                                          <p:val>
                                            <p:strVal val="#ppt_y"/>
                                          </p:val>
                                        </p:tav>
                                        <p:tav tm="100000">
                                          <p:val>
                                            <p:strVal val="#ppt_y"/>
                                          </p:val>
                                        </p:tav>
                                      </p:tavLst>
                                    </p:anim>
                                  </p:childTnLst>
                                </p:cTn>
                              </p:par>
                            </p:childTnLst>
                          </p:cTn>
                        </p:par>
                        <p:par>
                          <p:cTn id="55" fill="hold">
                            <p:stCondLst>
                              <p:cond delay="3000"/>
                            </p:stCondLst>
                            <p:childTnLst>
                              <p:par>
                                <p:cTn id="56" presetID="9" presetClass="entr" presetSubtype="0" fill="hold" grpId="0" nodeType="afterEffect">
                                  <p:stCondLst>
                                    <p:cond delay="0"/>
                                  </p:stCondLst>
                                  <p:childTnLst>
                                    <p:set>
                                      <p:cBhvr>
                                        <p:cTn id="57" dur="1" fill="hold">
                                          <p:stCondLst>
                                            <p:cond delay="0"/>
                                          </p:stCondLst>
                                        </p:cTn>
                                        <p:tgtEl>
                                          <p:spTgt spid="370704"/>
                                        </p:tgtEl>
                                        <p:attrNameLst>
                                          <p:attrName>style.visibility</p:attrName>
                                        </p:attrNameLst>
                                      </p:cBhvr>
                                      <p:to>
                                        <p:strVal val="visible"/>
                                      </p:to>
                                    </p:set>
                                    <p:animEffect transition="in" filter="dissolve">
                                      <p:cBhvr>
                                        <p:cTn id="58" dur="500"/>
                                        <p:tgtEl>
                                          <p:spTgt spid="370704"/>
                                        </p:tgtEl>
                                      </p:cBhvr>
                                    </p:animEffect>
                                  </p:childTnLst>
                                </p:cTn>
                              </p:par>
                            </p:childTnLst>
                          </p:cTn>
                        </p:par>
                      </p:childTnLst>
                    </p:cTn>
                  </p:par>
                  <p:par>
                    <p:cTn id="59" fill="hold">
                      <p:stCondLst>
                        <p:cond delay="indefinite"/>
                      </p:stCondLst>
                      <p:childTnLst>
                        <p:par>
                          <p:cTn id="60" fill="hold">
                            <p:stCondLst>
                              <p:cond delay="0"/>
                            </p:stCondLst>
                            <p:childTnLst>
                              <p:par>
                                <p:cTn id="61" presetID="2" presetClass="entr" presetSubtype="2" fill="hold" nodeType="clickEffect">
                                  <p:stCondLst>
                                    <p:cond delay="0"/>
                                  </p:stCondLst>
                                  <p:childTnLst>
                                    <p:set>
                                      <p:cBhvr>
                                        <p:cTn id="62" dur="1" fill="hold">
                                          <p:stCondLst>
                                            <p:cond delay="0"/>
                                          </p:stCondLst>
                                        </p:cTn>
                                        <p:tgtEl>
                                          <p:spTgt spid="370703"/>
                                        </p:tgtEl>
                                        <p:attrNameLst>
                                          <p:attrName>style.visibility</p:attrName>
                                        </p:attrNameLst>
                                      </p:cBhvr>
                                      <p:to>
                                        <p:strVal val="visible"/>
                                      </p:to>
                                    </p:set>
                                    <p:anim calcmode="lin" valueType="num">
                                      <p:cBhvr additive="base">
                                        <p:cTn id="63" dur="500" fill="hold"/>
                                        <p:tgtEl>
                                          <p:spTgt spid="370703"/>
                                        </p:tgtEl>
                                        <p:attrNameLst>
                                          <p:attrName>ppt_x</p:attrName>
                                        </p:attrNameLst>
                                      </p:cBhvr>
                                      <p:tavLst>
                                        <p:tav tm="0">
                                          <p:val>
                                            <p:strVal val="1+#ppt_w/2"/>
                                          </p:val>
                                        </p:tav>
                                        <p:tav tm="100000">
                                          <p:val>
                                            <p:strVal val="#ppt_x"/>
                                          </p:val>
                                        </p:tav>
                                      </p:tavLst>
                                    </p:anim>
                                    <p:anim calcmode="lin" valueType="num">
                                      <p:cBhvr additive="base">
                                        <p:cTn id="64" dur="500" fill="hold"/>
                                        <p:tgtEl>
                                          <p:spTgt spid="37070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0690" grpId="0"/>
      <p:bldP spid="370691" grpId="0"/>
      <p:bldP spid="370696" grpId="0"/>
      <p:bldP spid="370697" grpId="0"/>
      <p:bldP spid="370700" grpId="0"/>
      <p:bldP spid="370702" grpId="0"/>
      <p:bldP spid="370704" grpId="0"/>
    </p:bldLst>
  </p:timing>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1714" name="Text Box 2"/>
          <p:cNvSpPr txBox="1"/>
          <p:nvPr/>
        </p:nvSpPr>
        <p:spPr>
          <a:xfrm>
            <a:off x="2771775" y="1587500"/>
            <a:ext cx="3581400" cy="396875"/>
          </a:xfrm>
          <a:prstGeom prst="rect">
            <a:avLst/>
          </a:prstGeom>
          <a:noFill/>
          <a:ln w="9525">
            <a:noFill/>
          </a:ln>
        </p:spPr>
        <p:txBody>
          <a:bodyPr anchor="t" anchorCtr="0">
            <a:spAutoFit/>
          </a:bodyPr>
          <a:lstStyle/>
          <a:p>
            <a:pPr>
              <a:spcBef>
                <a:spcPct val="50000"/>
              </a:spcBef>
            </a:pPr>
            <a:r>
              <a:rPr lang="zh-CN" altLang="en-US" sz="2000" dirty="0">
                <a:solidFill>
                  <a:srgbClr val="003300"/>
                </a:solidFill>
                <a:latin typeface="Tahoma" panose="020B0604030504040204" pitchFamily="34" charset="0"/>
                <a:ea typeface="宋体" panose="02010600030101010101" pitchFamily="2" charset="-122"/>
              </a:rPr>
              <a:t>初值</a:t>
            </a:r>
            <a:r>
              <a:rPr lang="en-US" altLang="zh-CN" sz="2000" dirty="0">
                <a:solidFill>
                  <a:srgbClr val="003300"/>
                </a:solidFill>
                <a:latin typeface="Tahoma" panose="020B0604030504040204" pitchFamily="34" charset="0"/>
                <a:ea typeface="宋体" panose="02010600030101010101" pitchFamily="2" charset="-122"/>
              </a:rPr>
              <a:t>:   f(t)|</a:t>
            </a:r>
            <a:r>
              <a:rPr lang="en-US" altLang="zh-CN" sz="2000" baseline="-25000" dirty="0">
                <a:solidFill>
                  <a:srgbClr val="003300"/>
                </a:solidFill>
                <a:latin typeface="Tahoma" panose="020B0604030504040204" pitchFamily="34" charset="0"/>
                <a:ea typeface="宋体" panose="02010600030101010101" pitchFamily="2" charset="-122"/>
              </a:rPr>
              <a:t>t=0+</a:t>
            </a:r>
            <a:r>
              <a:rPr lang="en-US" altLang="zh-CN" sz="2000" dirty="0">
                <a:solidFill>
                  <a:srgbClr val="003300"/>
                </a:solidFill>
                <a:latin typeface="Tahoma" panose="020B0604030504040204" pitchFamily="34" charset="0"/>
                <a:ea typeface="宋体" panose="02010600030101010101" pitchFamily="2" charset="-122"/>
              </a:rPr>
              <a:t>=f(0</a:t>
            </a:r>
            <a:r>
              <a:rPr lang="en-US" altLang="zh-CN" sz="2000" baseline="30000" dirty="0">
                <a:solidFill>
                  <a:srgbClr val="003300"/>
                </a:solidFill>
                <a:latin typeface="Tahoma" panose="020B0604030504040204" pitchFamily="34" charset="0"/>
                <a:ea typeface="宋体" panose="02010600030101010101" pitchFamily="2" charset="-122"/>
              </a:rPr>
              <a:t>+</a:t>
            </a:r>
            <a:r>
              <a:rPr lang="en-US" altLang="zh-CN" sz="2000" dirty="0">
                <a:solidFill>
                  <a:srgbClr val="003300"/>
                </a:solidFill>
                <a:latin typeface="Tahoma" panose="020B0604030504040204" pitchFamily="34" charset="0"/>
                <a:ea typeface="宋体" panose="02010600030101010101" pitchFamily="2" charset="-122"/>
              </a:rPr>
              <a:t>)</a:t>
            </a:r>
            <a:endParaRPr lang="en-US" altLang="zh-CN" sz="2000" dirty="0">
              <a:solidFill>
                <a:srgbClr val="003300"/>
              </a:solidFill>
              <a:latin typeface="Tahoma" panose="020B0604030504040204" pitchFamily="34" charset="0"/>
              <a:ea typeface="宋体" panose="02010600030101010101" pitchFamily="2" charset="-122"/>
            </a:endParaRPr>
          </a:p>
        </p:txBody>
      </p:sp>
      <p:sp>
        <p:nvSpPr>
          <p:cNvPr id="110594" name="Rectangle 3"/>
          <p:cNvSpPr/>
          <p:nvPr/>
        </p:nvSpPr>
        <p:spPr>
          <a:xfrm>
            <a:off x="3481388" y="3128963"/>
            <a:ext cx="9144000" cy="0"/>
          </a:xfrm>
          <a:prstGeom prst="rect">
            <a:avLst/>
          </a:prstGeom>
          <a:noFill/>
          <a:ln w="9525">
            <a:noFill/>
          </a:ln>
        </p:spPr>
        <p:txBody>
          <a:bodyPr anchor="t" anchorCtr="0">
            <a:spAutoFit/>
          </a:bodyPr>
          <a:lstStyle/>
          <a:p>
            <a:endParaRPr lang="zh-CN" altLang="en-US" dirty="0">
              <a:latin typeface="Arial" panose="020B0604020202020204" pitchFamily="34" charset="0"/>
              <a:ea typeface="宋体" panose="02010600030101010101" pitchFamily="2" charset="-122"/>
            </a:endParaRPr>
          </a:p>
        </p:txBody>
      </p:sp>
      <p:sp>
        <p:nvSpPr>
          <p:cNvPr id="110595" name="Rectangle 4"/>
          <p:cNvSpPr/>
          <p:nvPr/>
        </p:nvSpPr>
        <p:spPr>
          <a:xfrm>
            <a:off x="3128963" y="3176588"/>
            <a:ext cx="9144000" cy="0"/>
          </a:xfrm>
          <a:prstGeom prst="rect">
            <a:avLst/>
          </a:prstGeom>
          <a:noFill/>
          <a:ln w="9525">
            <a:noFill/>
          </a:ln>
        </p:spPr>
        <p:txBody>
          <a:bodyPr anchor="t" anchorCtr="0">
            <a:spAutoFit/>
          </a:bodyPr>
          <a:lstStyle/>
          <a:p>
            <a:endParaRPr lang="zh-CN" altLang="en-US" dirty="0">
              <a:latin typeface="Arial" panose="020B0604020202020204" pitchFamily="34" charset="0"/>
              <a:ea typeface="宋体" panose="02010600030101010101" pitchFamily="2" charset="-122"/>
            </a:endParaRPr>
          </a:p>
        </p:txBody>
      </p:sp>
      <p:sp>
        <p:nvSpPr>
          <p:cNvPr id="371717" name="Text Box 5"/>
          <p:cNvSpPr txBox="1"/>
          <p:nvPr/>
        </p:nvSpPr>
        <p:spPr>
          <a:xfrm>
            <a:off x="914400" y="2254250"/>
            <a:ext cx="6172200" cy="396875"/>
          </a:xfrm>
          <a:prstGeom prst="rect">
            <a:avLst/>
          </a:prstGeom>
          <a:noFill/>
          <a:ln w="9525">
            <a:noFill/>
          </a:ln>
        </p:spPr>
        <p:txBody>
          <a:bodyPr anchor="t" anchorCtr="0">
            <a:spAutoFit/>
          </a:bodyPr>
          <a:lstStyle/>
          <a:p>
            <a:pPr>
              <a:spcBef>
                <a:spcPct val="50000"/>
              </a:spcBef>
            </a:pPr>
            <a:r>
              <a:rPr lang="zh-CN" altLang="en-US" sz="2000" dirty="0">
                <a:solidFill>
                  <a:srgbClr val="003300"/>
                </a:solidFill>
                <a:latin typeface="Tahoma" panose="020B0604030504040204" pitchFamily="34" charset="0"/>
                <a:ea typeface="宋体" panose="02010600030101010101" pitchFamily="2" charset="-122"/>
              </a:rPr>
              <a:t>若</a:t>
            </a:r>
            <a:r>
              <a:rPr lang="en-US" altLang="zh-CN" sz="2000" dirty="0">
                <a:solidFill>
                  <a:srgbClr val="003300"/>
                </a:solidFill>
                <a:latin typeface="Tahoma" panose="020B0604030504040204" pitchFamily="34" charset="0"/>
                <a:ea typeface="宋体" panose="02010600030101010101" pitchFamily="2" charset="-122"/>
              </a:rPr>
              <a:t>f(t) </a:t>
            </a:r>
            <a:r>
              <a:rPr lang="zh-CN" altLang="en-US" sz="2000" dirty="0">
                <a:solidFill>
                  <a:srgbClr val="003300"/>
                </a:solidFill>
                <a:latin typeface="Tahoma" panose="020B0604030504040204" pitchFamily="34" charset="0"/>
                <a:ea typeface="宋体" panose="02010600030101010101" pitchFamily="2" charset="-122"/>
              </a:rPr>
              <a:t>有初值，且</a:t>
            </a:r>
            <a:r>
              <a:rPr lang="en-US" altLang="zh-CN" sz="2000" dirty="0">
                <a:solidFill>
                  <a:srgbClr val="003300"/>
                </a:solidFill>
                <a:latin typeface="Tahoma" panose="020B0604030504040204" pitchFamily="34" charset="0"/>
                <a:ea typeface="宋体" panose="02010600030101010101" pitchFamily="2" charset="-122"/>
              </a:rPr>
              <a:t>f(t) </a:t>
            </a:r>
            <a:r>
              <a:rPr lang="en-US" altLang="zh-CN" sz="2000" dirty="0">
                <a:solidFill>
                  <a:srgbClr val="003300"/>
                </a:solidFill>
                <a:latin typeface="Tahoma" panose="020B0604030504040204" pitchFamily="34" charset="0"/>
                <a:ea typeface="宋体" panose="02010600030101010101" pitchFamily="2" charset="-122"/>
                <a:sym typeface="Symbol" panose="05050102010706020507" pitchFamily="18" charset="2"/>
              </a:rPr>
              <a:t> </a:t>
            </a:r>
            <a:r>
              <a:rPr lang="en-US" altLang="zh-CN" sz="2000" dirty="0">
                <a:solidFill>
                  <a:srgbClr val="003300"/>
                </a:solidFill>
                <a:latin typeface="Tahoma" panose="020B0604030504040204" pitchFamily="34" charset="0"/>
                <a:ea typeface="宋体" panose="02010600030101010101" pitchFamily="2" charset="-122"/>
              </a:rPr>
              <a:t>F(s</a:t>
            </a:r>
            <a:r>
              <a:rPr lang="en-US" altLang="zh-CN" sz="2000" dirty="0">
                <a:solidFill>
                  <a:srgbClr val="003300"/>
                </a:solidFill>
                <a:latin typeface="Tahoma" panose="020B0604030504040204" pitchFamily="34" charset="0"/>
                <a:ea typeface="宋体" panose="02010600030101010101" pitchFamily="2" charset="-122"/>
                <a:sym typeface="Symbol" panose="05050102010706020507" pitchFamily="18" charset="2"/>
              </a:rPr>
              <a:t>)</a:t>
            </a:r>
            <a:r>
              <a:rPr lang="zh-CN" altLang="en-US" sz="2000" dirty="0">
                <a:solidFill>
                  <a:srgbClr val="003300"/>
                </a:solidFill>
                <a:latin typeface="Tahoma" panose="020B0604030504040204" pitchFamily="34" charset="0"/>
                <a:ea typeface="宋体" panose="02010600030101010101" pitchFamily="2" charset="-122"/>
                <a:sym typeface="Symbol" panose="05050102010706020507" pitchFamily="18" charset="2"/>
              </a:rPr>
              <a:t>，则</a:t>
            </a:r>
            <a:endParaRPr lang="zh-CN" altLang="en-US" sz="2000" dirty="0">
              <a:solidFill>
                <a:srgbClr val="003300"/>
              </a:solidFill>
              <a:latin typeface="Tahoma" panose="020B0604030504040204" pitchFamily="34" charset="0"/>
              <a:ea typeface="宋体" panose="02010600030101010101" pitchFamily="2" charset="-122"/>
              <a:sym typeface="Symbol" panose="05050102010706020507" pitchFamily="18" charset="2"/>
            </a:endParaRPr>
          </a:p>
        </p:txBody>
      </p:sp>
      <p:graphicFrame>
        <p:nvGraphicFramePr>
          <p:cNvPr id="371718" name="Object 6"/>
          <p:cNvGraphicFramePr>
            <a:graphicFrameLocks noChangeAspect="1"/>
          </p:cNvGraphicFramePr>
          <p:nvPr/>
        </p:nvGraphicFramePr>
        <p:xfrm>
          <a:off x="1851025" y="3357563"/>
          <a:ext cx="4224338" cy="488950"/>
        </p:xfrm>
        <a:graphic>
          <a:graphicData uri="http://schemas.openxmlformats.org/presentationml/2006/ole">
            <mc:AlternateContent xmlns:mc="http://schemas.openxmlformats.org/markup-compatibility/2006">
              <mc:Choice xmlns:v="urn:schemas-microsoft-com:vml" Requires="v">
                <p:oleObj spid="_x0000_s2" name="" r:id="rId1" imgW="2307590" imgH="217805" progId="Equation.3">
                  <p:embed/>
                </p:oleObj>
              </mc:Choice>
              <mc:Fallback>
                <p:oleObj name="" r:id="rId1" imgW="2307590" imgH="217805" progId="Equation.3">
                  <p:embed/>
                  <p:pic>
                    <p:nvPicPr>
                      <p:cNvPr id="0" name="Object 6"/>
                      <p:cNvPicPr/>
                      <p:nvPr/>
                    </p:nvPicPr>
                    <p:blipFill>
                      <a:blip r:embed="rId2"/>
                      <a:stretch>
                        <a:fillRect/>
                      </a:stretch>
                    </p:blipFill>
                    <p:spPr>
                      <a:xfrm>
                        <a:off x="1851025" y="3357563"/>
                        <a:ext cx="4224338" cy="488950"/>
                      </a:xfrm>
                      <a:prstGeom prst="rect">
                        <a:avLst/>
                      </a:prstGeom>
                      <a:noFill/>
                      <a:ln w="38100">
                        <a:noFill/>
                        <a:miter/>
                      </a:ln>
                    </p:spPr>
                  </p:pic>
                </p:oleObj>
              </mc:Fallback>
            </mc:AlternateContent>
          </a:graphicData>
        </a:graphic>
      </p:graphicFrame>
      <p:graphicFrame>
        <p:nvGraphicFramePr>
          <p:cNvPr id="371719" name="Object 7"/>
          <p:cNvGraphicFramePr>
            <a:graphicFrameLocks noChangeAspect="1"/>
          </p:cNvGraphicFramePr>
          <p:nvPr/>
        </p:nvGraphicFramePr>
        <p:xfrm>
          <a:off x="5292725" y="2236788"/>
          <a:ext cx="2286000" cy="533400"/>
        </p:xfrm>
        <a:graphic>
          <a:graphicData uri="http://schemas.openxmlformats.org/presentationml/2006/ole">
            <mc:AlternateContent xmlns:mc="http://schemas.openxmlformats.org/markup-compatibility/2006">
              <mc:Choice xmlns:v="urn:schemas-microsoft-com:vml" Requires="v">
                <p:oleObj spid="_x0000_s3" name="" r:id="rId3" imgW="1219200" imgH="260985" progId="Equation.3">
                  <p:embed/>
                </p:oleObj>
              </mc:Choice>
              <mc:Fallback>
                <p:oleObj name="" r:id="rId3" imgW="1219200" imgH="260985" progId="Equation.3">
                  <p:embed/>
                  <p:pic>
                    <p:nvPicPr>
                      <p:cNvPr id="0" name="Object 7"/>
                      <p:cNvPicPr/>
                      <p:nvPr/>
                    </p:nvPicPr>
                    <p:blipFill>
                      <a:blip r:embed="rId4"/>
                      <a:stretch>
                        <a:fillRect/>
                      </a:stretch>
                    </p:blipFill>
                    <p:spPr>
                      <a:xfrm>
                        <a:off x="5292725" y="2236788"/>
                        <a:ext cx="2286000" cy="533400"/>
                      </a:xfrm>
                      <a:prstGeom prst="rect">
                        <a:avLst/>
                      </a:prstGeom>
                      <a:noFill/>
                      <a:ln w="38100">
                        <a:noFill/>
                        <a:miter/>
                      </a:ln>
                    </p:spPr>
                  </p:pic>
                </p:oleObj>
              </mc:Fallback>
            </mc:AlternateContent>
          </a:graphicData>
        </a:graphic>
      </p:graphicFrame>
      <p:graphicFrame>
        <p:nvGraphicFramePr>
          <p:cNvPr id="371720" name="Object 8"/>
          <p:cNvGraphicFramePr>
            <a:graphicFrameLocks noChangeAspect="1"/>
          </p:cNvGraphicFramePr>
          <p:nvPr/>
        </p:nvGraphicFramePr>
        <p:xfrm>
          <a:off x="1403350" y="3963988"/>
          <a:ext cx="5184775" cy="896937"/>
        </p:xfrm>
        <a:graphic>
          <a:graphicData uri="http://schemas.openxmlformats.org/presentationml/2006/ole">
            <mc:AlternateContent xmlns:mc="http://schemas.openxmlformats.org/markup-compatibility/2006">
              <mc:Choice xmlns:v="urn:schemas-microsoft-com:vml" Requires="v">
                <p:oleObj spid="_x0000_s4" name="" r:id="rId5" imgW="1752600" imgH="260985" progId="Equation.3">
                  <p:embed/>
                </p:oleObj>
              </mc:Choice>
              <mc:Fallback>
                <p:oleObj name="" r:id="rId5" imgW="1752600" imgH="260985" progId="Equation.3">
                  <p:embed/>
                  <p:pic>
                    <p:nvPicPr>
                      <p:cNvPr id="0" name="Object 8"/>
                      <p:cNvPicPr/>
                      <p:nvPr/>
                    </p:nvPicPr>
                    <p:blipFill>
                      <a:blip r:embed="rId6"/>
                      <a:stretch>
                        <a:fillRect/>
                      </a:stretch>
                    </p:blipFill>
                    <p:spPr>
                      <a:xfrm>
                        <a:off x="1403350" y="3963988"/>
                        <a:ext cx="5184775" cy="896937"/>
                      </a:xfrm>
                      <a:prstGeom prst="rect">
                        <a:avLst/>
                      </a:prstGeom>
                      <a:noFill/>
                      <a:ln w="38100">
                        <a:noFill/>
                        <a:miter/>
                      </a:ln>
                    </p:spPr>
                  </p:pic>
                </p:oleObj>
              </mc:Fallback>
            </mc:AlternateContent>
          </a:graphicData>
        </a:graphic>
      </p:graphicFrame>
      <p:sp>
        <p:nvSpPr>
          <p:cNvPr id="371721" name="Rectangle 9"/>
          <p:cNvSpPr>
            <a:spLocks noChangeArrowheads="1"/>
          </p:cNvSpPr>
          <p:nvPr/>
        </p:nvSpPr>
        <p:spPr bwMode="auto">
          <a:xfrm>
            <a:off x="468313" y="4324350"/>
            <a:ext cx="2700338" cy="854075"/>
          </a:xfrm>
          <a:prstGeom prst="rect">
            <a:avLst/>
          </a:prstGeom>
          <a:noFill/>
          <a:ln w="9525" algn="ctr">
            <a:noFill/>
            <a:miter lim="800000"/>
          </a:ln>
          <a:effectLst/>
        </p:spPr>
        <p:txBody>
          <a:bodyPr anchor="b"/>
          <a:lstStyle/>
          <a:p>
            <a:pPr marL="0" marR="0" lvl="0" indent="0" algn="l" defTabSz="914400" rtl="0" eaLnBrk="1" fontAlgn="base" latinLnBrk="0" hangingPunct="1">
              <a:lnSpc>
                <a:spcPct val="140000"/>
              </a:lnSpc>
              <a:spcBef>
                <a:spcPct val="0"/>
              </a:spcBef>
              <a:spcAft>
                <a:spcPct val="0"/>
              </a:spcAft>
              <a:buClrTx/>
              <a:buSzTx/>
              <a:buFontTx/>
              <a:buNone/>
              <a:defRPr/>
            </a:pPr>
            <a:r>
              <a:rPr lang="en-US" altLang="zh-CN" sz="2400" b="0" kern="0" dirty="0">
                <a:solidFill>
                  <a:srgbClr val="FF0000"/>
                </a:solidFill>
                <a:effectLst>
                  <a:outerShdw blurRad="38100" dist="38100" dir="2700000" algn="tl">
                    <a:srgbClr val="C0C0C0"/>
                  </a:outerShdw>
                </a:effectLst>
                <a:latin typeface="+mj-lt"/>
                <a:ea typeface="+mj-ea"/>
                <a:cs typeface="+mj-cs"/>
                <a:sym typeface="+mn-ea"/>
              </a:rPr>
              <a:t>12</a:t>
            </a:r>
            <a:r>
              <a:rPr lang="zh-CN" altLang="en-US" sz="2400" b="0" kern="0" dirty="0">
                <a:solidFill>
                  <a:srgbClr val="FF0000"/>
                </a:solidFill>
                <a:effectLst>
                  <a:outerShdw blurRad="38100" dist="38100" dir="2700000" algn="tl">
                    <a:srgbClr val="C0C0C0"/>
                  </a:outerShdw>
                </a:effectLst>
                <a:latin typeface="+mj-lt"/>
                <a:ea typeface="+mj-ea"/>
                <a:cs typeface="+mj-cs"/>
                <a:sym typeface="+mn-ea"/>
              </a:rPr>
              <a:t>、终值定理：</a:t>
            </a:r>
            <a:endParaRPr lang="zh-CN" altLang="en-US" sz="2400" b="0" kern="0" dirty="0">
              <a:solidFill>
                <a:srgbClr val="FF0000"/>
              </a:solidFill>
              <a:effectLst>
                <a:outerShdw blurRad="38100" dist="38100" dir="2700000" algn="tl">
                  <a:srgbClr val="C0C0C0"/>
                </a:outerShdw>
              </a:effectLst>
              <a:latin typeface="+mj-lt"/>
              <a:ea typeface="+mj-ea"/>
              <a:cs typeface="+mj-cs"/>
              <a:sym typeface="+mn-ea"/>
            </a:endParaRPr>
          </a:p>
        </p:txBody>
      </p:sp>
      <p:sp>
        <p:nvSpPr>
          <p:cNvPr id="371722" name="Text Box 10"/>
          <p:cNvSpPr txBox="1"/>
          <p:nvPr/>
        </p:nvSpPr>
        <p:spPr>
          <a:xfrm>
            <a:off x="2819400" y="5149850"/>
            <a:ext cx="3581400" cy="396875"/>
          </a:xfrm>
          <a:prstGeom prst="rect">
            <a:avLst/>
          </a:prstGeom>
          <a:noFill/>
          <a:ln w="9525">
            <a:noFill/>
          </a:ln>
        </p:spPr>
        <p:txBody>
          <a:bodyPr anchor="t" anchorCtr="0">
            <a:spAutoFit/>
          </a:bodyPr>
          <a:lstStyle/>
          <a:p>
            <a:pPr>
              <a:spcBef>
                <a:spcPct val="50000"/>
              </a:spcBef>
            </a:pPr>
            <a:r>
              <a:rPr lang="zh-CN" altLang="en-US" sz="2000" dirty="0">
                <a:solidFill>
                  <a:srgbClr val="003300"/>
                </a:solidFill>
                <a:latin typeface="Tahoma" panose="020B0604030504040204" pitchFamily="34" charset="0"/>
                <a:ea typeface="宋体" panose="02010600030101010101" pitchFamily="2" charset="-122"/>
              </a:rPr>
              <a:t>终值</a:t>
            </a:r>
            <a:r>
              <a:rPr lang="en-US" altLang="zh-CN" sz="2000" dirty="0">
                <a:solidFill>
                  <a:srgbClr val="003300"/>
                </a:solidFill>
                <a:latin typeface="Tahoma" panose="020B0604030504040204" pitchFamily="34" charset="0"/>
                <a:ea typeface="宋体" panose="02010600030101010101" pitchFamily="2" charset="-122"/>
              </a:rPr>
              <a:t>:   f(t)|</a:t>
            </a:r>
            <a:r>
              <a:rPr lang="en-US" altLang="zh-CN" sz="2000" baseline="-25000" dirty="0">
                <a:solidFill>
                  <a:srgbClr val="003300"/>
                </a:solidFill>
                <a:latin typeface="Tahoma" panose="020B0604030504040204" pitchFamily="34" charset="0"/>
                <a:ea typeface="宋体" panose="02010600030101010101" pitchFamily="2" charset="-122"/>
              </a:rPr>
              <a:t>t=</a:t>
            </a:r>
            <a:r>
              <a:rPr lang="en-US" altLang="zh-CN" sz="2000" baseline="-25000" dirty="0">
                <a:solidFill>
                  <a:srgbClr val="003300"/>
                </a:solidFill>
                <a:latin typeface="Tahoma" panose="020B0604030504040204" pitchFamily="34" charset="0"/>
                <a:ea typeface="宋体" panose="02010600030101010101" pitchFamily="2" charset="-122"/>
                <a:sym typeface="Symbol" panose="05050102010706020507" pitchFamily="18" charset="2"/>
              </a:rPr>
              <a:t></a:t>
            </a:r>
            <a:r>
              <a:rPr lang="en-US" altLang="zh-CN" sz="2000" dirty="0">
                <a:solidFill>
                  <a:srgbClr val="003300"/>
                </a:solidFill>
                <a:latin typeface="Tahoma" panose="020B0604030504040204" pitchFamily="34" charset="0"/>
                <a:ea typeface="宋体" panose="02010600030101010101" pitchFamily="2" charset="-122"/>
              </a:rPr>
              <a:t>=f(</a:t>
            </a:r>
            <a:r>
              <a:rPr lang="en-US" altLang="zh-CN" sz="2000" dirty="0">
                <a:solidFill>
                  <a:srgbClr val="003300"/>
                </a:solidFill>
                <a:latin typeface="Tahoma" panose="020B0604030504040204" pitchFamily="34" charset="0"/>
                <a:ea typeface="宋体" panose="02010600030101010101" pitchFamily="2" charset="-122"/>
                <a:sym typeface="Symbol" panose="05050102010706020507" pitchFamily="18" charset="2"/>
              </a:rPr>
              <a:t></a:t>
            </a:r>
            <a:r>
              <a:rPr lang="en-US" altLang="zh-CN" sz="2000" dirty="0">
                <a:solidFill>
                  <a:srgbClr val="003300"/>
                </a:solidFill>
                <a:latin typeface="Tahoma" panose="020B0604030504040204" pitchFamily="34" charset="0"/>
                <a:ea typeface="宋体" panose="02010600030101010101" pitchFamily="2" charset="-122"/>
              </a:rPr>
              <a:t>)</a:t>
            </a:r>
            <a:endParaRPr lang="en-US" altLang="zh-CN" sz="2000" dirty="0">
              <a:solidFill>
                <a:srgbClr val="003300"/>
              </a:solidFill>
              <a:latin typeface="Tahoma" panose="020B0604030504040204" pitchFamily="34" charset="0"/>
              <a:ea typeface="宋体" panose="02010600030101010101" pitchFamily="2" charset="-122"/>
            </a:endParaRPr>
          </a:p>
        </p:txBody>
      </p:sp>
      <p:sp>
        <p:nvSpPr>
          <p:cNvPr id="371723" name="Text Box 11"/>
          <p:cNvSpPr txBox="1"/>
          <p:nvPr/>
        </p:nvSpPr>
        <p:spPr>
          <a:xfrm>
            <a:off x="1066800" y="5683250"/>
            <a:ext cx="4419600" cy="396875"/>
          </a:xfrm>
          <a:prstGeom prst="rect">
            <a:avLst/>
          </a:prstGeom>
          <a:noFill/>
          <a:ln w="9525">
            <a:noFill/>
          </a:ln>
        </p:spPr>
        <p:txBody>
          <a:bodyPr anchor="t" anchorCtr="0">
            <a:spAutoFit/>
          </a:bodyPr>
          <a:lstStyle/>
          <a:p>
            <a:pPr>
              <a:spcBef>
                <a:spcPct val="50000"/>
              </a:spcBef>
            </a:pPr>
            <a:r>
              <a:rPr lang="zh-CN" altLang="en-US" sz="2000" dirty="0">
                <a:solidFill>
                  <a:srgbClr val="003300"/>
                </a:solidFill>
                <a:latin typeface="Tahoma" panose="020B0604030504040204" pitchFamily="34" charset="0"/>
                <a:ea typeface="宋体" panose="02010600030101010101" pitchFamily="2" charset="-122"/>
              </a:rPr>
              <a:t>若</a:t>
            </a:r>
            <a:r>
              <a:rPr lang="en-US" altLang="zh-CN" sz="2000" dirty="0">
                <a:solidFill>
                  <a:srgbClr val="003300"/>
                </a:solidFill>
                <a:latin typeface="Tahoma" panose="020B0604030504040204" pitchFamily="34" charset="0"/>
                <a:ea typeface="宋体" panose="02010600030101010101" pitchFamily="2" charset="-122"/>
              </a:rPr>
              <a:t>f(t) </a:t>
            </a:r>
            <a:r>
              <a:rPr lang="zh-CN" altLang="en-US" sz="2000" dirty="0">
                <a:solidFill>
                  <a:srgbClr val="003300"/>
                </a:solidFill>
                <a:latin typeface="Tahoma" panose="020B0604030504040204" pitchFamily="34" charset="0"/>
                <a:ea typeface="宋体" panose="02010600030101010101" pitchFamily="2" charset="-122"/>
              </a:rPr>
              <a:t>有终值，且</a:t>
            </a:r>
            <a:r>
              <a:rPr lang="en-US" altLang="zh-CN" sz="2000" dirty="0">
                <a:solidFill>
                  <a:srgbClr val="003300"/>
                </a:solidFill>
                <a:latin typeface="Tahoma" panose="020B0604030504040204" pitchFamily="34" charset="0"/>
                <a:ea typeface="宋体" panose="02010600030101010101" pitchFamily="2" charset="-122"/>
              </a:rPr>
              <a:t>f(t) </a:t>
            </a:r>
            <a:r>
              <a:rPr lang="en-US" altLang="zh-CN" sz="2000" dirty="0">
                <a:solidFill>
                  <a:srgbClr val="003300"/>
                </a:solidFill>
                <a:latin typeface="Tahoma" panose="020B0604030504040204" pitchFamily="34" charset="0"/>
                <a:ea typeface="宋体" panose="02010600030101010101" pitchFamily="2" charset="-122"/>
                <a:sym typeface="Symbol" panose="05050102010706020507" pitchFamily="18" charset="2"/>
              </a:rPr>
              <a:t> </a:t>
            </a:r>
            <a:r>
              <a:rPr lang="en-US" altLang="zh-CN" sz="2000" dirty="0">
                <a:solidFill>
                  <a:srgbClr val="003300"/>
                </a:solidFill>
                <a:latin typeface="Tahoma" panose="020B0604030504040204" pitchFamily="34" charset="0"/>
                <a:ea typeface="宋体" panose="02010600030101010101" pitchFamily="2" charset="-122"/>
              </a:rPr>
              <a:t>F(s</a:t>
            </a:r>
            <a:r>
              <a:rPr lang="en-US" altLang="zh-CN" sz="2000" dirty="0">
                <a:solidFill>
                  <a:srgbClr val="003300"/>
                </a:solidFill>
                <a:latin typeface="Tahoma" panose="020B0604030504040204" pitchFamily="34" charset="0"/>
                <a:ea typeface="宋体" panose="02010600030101010101" pitchFamily="2" charset="-122"/>
                <a:sym typeface="Symbol" panose="05050102010706020507" pitchFamily="18" charset="2"/>
              </a:rPr>
              <a:t>)</a:t>
            </a:r>
            <a:r>
              <a:rPr lang="zh-CN" altLang="en-US" sz="2000" dirty="0">
                <a:solidFill>
                  <a:srgbClr val="003300"/>
                </a:solidFill>
                <a:latin typeface="Tahoma" panose="020B0604030504040204" pitchFamily="34" charset="0"/>
                <a:ea typeface="宋体" panose="02010600030101010101" pitchFamily="2" charset="-122"/>
                <a:sym typeface="Symbol" panose="05050102010706020507" pitchFamily="18" charset="2"/>
              </a:rPr>
              <a:t>，则</a:t>
            </a:r>
            <a:endParaRPr lang="zh-CN" altLang="en-US" sz="2000" dirty="0">
              <a:solidFill>
                <a:srgbClr val="003300"/>
              </a:solidFill>
              <a:latin typeface="Tahoma" panose="020B0604030504040204" pitchFamily="34" charset="0"/>
              <a:ea typeface="宋体" panose="02010600030101010101" pitchFamily="2" charset="-122"/>
              <a:sym typeface="Symbol" panose="05050102010706020507" pitchFamily="18" charset="2"/>
            </a:endParaRPr>
          </a:p>
        </p:txBody>
      </p:sp>
      <p:graphicFrame>
        <p:nvGraphicFramePr>
          <p:cNvPr id="371724" name="Object 12"/>
          <p:cNvGraphicFramePr>
            <a:graphicFrameLocks noChangeAspect="1"/>
          </p:cNvGraphicFramePr>
          <p:nvPr/>
        </p:nvGraphicFramePr>
        <p:xfrm>
          <a:off x="5486400" y="5607050"/>
          <a:ext cx="2301875" cy="558800"/>
        </p:xfrm>
        <a:graphic>
          <a:graphicData uri="http://schemas.openxmlformats.org/presentationml/2006/ole">
            <mc:AlternateContent xmlns:mc="http://schemas.openxmlformats.org/markup-compatibility/2006">
              <mc:Choice xmlns:v="urn:schemas-microsoft-com:vml" Requires="v">
                <p:oleObj spid="_x0000_s5" name="" r:id="rId7" imgW="1175385" imgH="239395" progId="Equation.3">
                  <p:embed/>
                </p:oleObj>
              </mc:Choice>
              <mc:Fallback>
                <p:oleObj name="" r:id="rId7" imgW="1175385" imgH="239395" progId="Equation.3">
                  <p:embed/>
                  <p:pic>
                    <p:nvPicPr>
                      <p:cNvPr id="0" name="Object 12"/>
                      <p:cNvPicPr/>
                      <p:nvPr/>
                    </p:nvPicPr>
                    <p:blipFill>
                      <a:blip r:embed="rId8"/>
                      <a:stretch>
                        <a:fillRect/>
                      </a:stretch>
                    </p:blipFill>
                    <p:spPr>
                      <a:xfrm>
                        <a:off x="5486400" y="5607050"/>
                        <a:ext cx="2301875" cy="558800"/>
                      </a:xfrm>
                      <a:prstGeom prst="rect">
                        <a:avLst/>
                      </a:prstGeom>
                      <a:noFill/>
                      <a:ln w="38100">
                        <a:noFill/>
                        <a:miter/>
                      </a:ln>
                    </p:spPr>
                  </p:pic>
                </p:oleObj>
              </mc:Fallback>
            </mc:AlternateContent>
          </a:graphicData>
        </a:graphic>
      </p:graphicFrame>
      <p:sp>
        <p:nvSpPr>
          <p:cNvPr id="371725" name="Rectangle 13"/>
          <p:cNvSpPr>
            <a:spLocks noGrp="1" noChangeArrowheads="1"/>
          </p:cNvSpPr>
          <p:nvPr>
            <p:ph type="title" idx="4294967295"/>
          </p:nvPr>
        </p:nvSpPr>
        <p:spPr>
          <a:xfrm>
            <a:off x="684213" y="836613"/>
            <a:ext cx="2555875" cy="657225"/>
          </a:xfrm>
        </p:spPr>
        <p:txBody>
          <a:bodyPr wrap="square" lIns="91440" tIns="45720" rIns="91440" bIns="45720" numCol="1" anchor="b" anchorCtr="0" compatLnSpc="1"/>
          <a:lstStyle/>
          <a:p>
            <a:pPr marL="0" marR="0" lvl="0" indent="0" algn="l" defTabSz="914400" rtl="0" eaLnBrk="1" fontAlgn="base" latinLnBrk="0" hangingPunct="1">
              <a:lnSpc>
                <a:spcPct val="140000"/>
              </a:lnSpc>
              <a:spcBef>
                <a:spcPct val="0"/>
              </a:spcBef>
              <a:spcAft>
                <a:spcPct val="0"/>
              </a:spcAft>
              <a:buClrTx/>
              <a:buSzTx/>
              <a:buFontTx/>
              <a:buNone/>
              <a:defRPr/>
            </a:pPr>
            <a:r>
              <a:rPr kumimoji="0" lang="en-US" altLang="zh-CN" sz="2400" b="0" i="0" u="none" strike="noStrike" kern="0" cap="none" spc="0" normalizeH="0" baseline="0" noProof="0" dirty="0">
                <a:ln>
                  <a:noFill/>
                </a:ln>
                <a:solidFill>
                  <a:srgbClr val="FF0000"/>
                </a:solidFill>
                <a:effectLst>
                  <a:outerShdw blurRad="38100" dist="38100" dir="2700000" algn="tl">
                    <a:srgbClr val="C0C0C0"/>
                  </a:outerShdw>
                </a:effectLst>
                <a:uLnTx/>
                <a:uFillTx/>
                <a:latin typeface="+mj-lt"/>
                <a:ea typeface="+mj-ea"/>
                <a:cs typeface="+mj-cs"/>
              </a:rPr>
              <a:t>11</a:t>
            </a:r>
            <a:r>
              <a:rPr kumimoji="0" lang="zh-CN" altLang="en-US" sz="2400" b="0" i="0" u="none" strike="noStrike" kern="0" cap="none" spc="0" normalizeH="0" baseline="0" noProof="0" dirty="0">
                <a:ln>
                  <a:noFill/>
                </a:ln>
                <a:solidFill>
                  <a:srgbClr val="FF0000"/>
                </a:solidFill>
                <a:effectLst>
                  <a:outerShdw blurRad="38100" dist="38100" dir="2700000" algn="tl">
                    <a:srgbClr val="C0C0C0"/>
                  </a:outerShdw>
                </a:effectLst>
                <a:uLnTx/>
                <a:uFillTx/>
                <a:latin typeface="+mj-lt"/>
                <a:ea typeface="+mj-ea"/>
                <a:cs typeface="+mj-cs"/>
              </a:rPr>
              <a:t>、初值定理：</a:t>
            </a:r>
            <a:endParaRPr kumimoji="0" lang="zh-CN" altLang="en-US" sz="2400" b="0" i="0" u="none" strike="noStrike" kern="0" cap="none" spc="0" normalizeH="0" baseline="0" noProof="0" dirty="0">
              <a:ln>
                <a:noFill/>
              </a:ln>
              <a:solidFill>
                <a:srgbClr val="FF0000"/>
              </a:solidFill>
              <a:effectLst>
                <a:outerShdw blurRad="38100" dist="38100" dir="2700000" algn="tl">
                  <a:srgbClr val="C0C0C0"/>
                </a:outerShdw>
              </a:effectLst>
              <a:uLnTx/>
              <a:uFillTx/>
              <a:latin typeface="+mj-lt"/>
              <a:ea typeface="+mj-ea"/>
              <a:cs typeface="+mj-cs"/>
            </a:endParaRPr>
          </a:p>
        </p:txBody>
      </p:sp>
      <p:sp>
        <p:nvSpPr>
          <p:cNvPr id="371727" name="Rectangle 15"/>
          <p:cNvSpPr/>
          <p:nvPr/>
        </p:nvSpPr>
        <p:spPr>
          <a:xfrm>
            <a:off x="971550" y="2884488"/>
            <a:ext cx="6934200" cy="396875"/>
          </a:xfrm>
          <a:prstGeom prst="rect">
            <a:avLst/>
          </a:prstGeom>
          <a:noFill/>
          <a:ln w="9525">
            <a:noFill/>
          </a:ln>
        </p:spPr>
        <p:txBody>
          <a:bodyPr anchor="t" anchorCtr="0">
            <a:spAutoFit/>
          </a:bodyPr>
          <a:lstStyle/>
          <a:p>
            <a:r>
              <a:rPr lang="zh-CN" altLang="en-US" sz="2000" dirty="0">
                <a:solidFill>
                  <a:srgbClr val="003300"/>
                </a:solidFill>
                <a:latin typeface="Tahoma" panose="020B0604030504040204" pitchFamily="34" charset="0"/>
                <a:ea typeface="宋体" panose="02010600030101010101" pitchFamily="2" charset="-122"/>
              </a:rPr>
              <a:t>当</a:t>
            </a:r>
            <a:r>
              <a:rPr lang="en-US" altLang="zh-CN" sz="2000" dirty="0">
                <a:solidFill>
                  <a:srgbClr val="003300"/>
                </a:solidFill>
                <a:latin typeface="Tahoma" panose="020B0604030504040204" pitchFamily="34" charset="0"/>
                <a:ea typeface="宋体" panose="02010600030101010101" pitchFamily="2" charset="-122"/>
              </a:rPr>
              <a:t>f(t)</a:t>
            </a:r>
            <a:r>
              <a:rPr lang="zh-CN" altLang="en-US" sz="2000" dirty="0">
                <a:solidFill>
                  <a:srgbClr val="003300"/>
                </a:solidFill>
                <a:latin typeface="Tahoma" panose="020B0604030504040204" pitchFamily="34" charset="0"/>
                <a:ea typeface="宋体" panose="02010600030101010101" pitchFamily="2" charset="-122"/>
              </a:rPr>
              <a:t>含有冲激及其导数</a:t>
            </a:r>
            <a:r>
              <a:rPr lang="zh-CN" altLang="en-US" sz="2000" dirty="0">
                <a:solidFill>
                  <a:srgbClr val="003300"/>
                </a:solidFill>
                <a:latin typeface="Tahoma" panose="020B0604030504040204" pitchFamily="34" charset="0"/>
                <a:ea typeface="宋体" panose="02010600030101010101" pitchFamily="2" charset="-122"/>
                <a:sym typeface="Symbol" panose="05050102010706020507" pitchFamily="18" charset="2"/>
              </a:rPr>
              <a:t>时，有</a:t>
            </a:r>
            <a:endParaRPr lang="zh-CN" altLang="en-US" sz="2000" dirty="0">
              <a:solidFill>
                <a:srgbClr val="003300"/>
              </a:solidFill>
              <a:latin typeface="Tahoma" panose="020B0604030504040204" pitchFamily="34" charset="0"/>
              <a:ea typeface="宋体" panose="02010600030101010101" pitchFamily="2" charset="-122"/>
            </a:endParaRPr>
          </a:p>
        </p:txBody>
      </p:sp>
      <p:sp>
        <p:nvSpPr>
          <p:cNvPr id="110606" name="Rectangle 17"/>
          <p:cNvSpPr/>
          <p:nvPr/>
        </p:nvSpPr>
        <p:spPr>
          <a:xfrm>
            <a:off x="1116013" y="188913"/>
            <a:ext cx="6337300" cy="823912"/>
          </a:xfrm>
          <a:prstGeom prst="rect">
            <a:avLst/>
          </a:prstGeom>
          <a:solidFill>
            <a:schemeClr val="tx1"/>
          </a:solidFill>
          <a:ln w="9525" cap="flat" cmpd="sng">
            <a:solidFill>
              <a:srgbClr val="C0C0C0"/>
            </a:solidFill>
            <a:prstDash val="solid"/>
            <a:miter/>
            <a:headEnd type="none" w="med" len="med"/>
            <a:tailEnd type="none" w="med" len="med"/>
          </a:ln>
          <a:effectLst>
            <a:outerShdw dist="35921" dir="2699999" algn="ctr" rotWithShape="0">
              <a:srgbClr val="808080"/>
            </a:outerShdw>
          </a:effectLst>
        </p:spPr>
        <p:txBody>
          <a:bodyPr anchor="ctr" anchorCtr="0"/>
          <a:lstStyle/>
          <a:p>
            <a:pPr algn="ctr" eaLnBrk="0" hangingPunct="0"/>
            <a:r>
              <a:rPr lang="zh-CN" altLang="en-US" sz="4000" b="0" dirty="0">
                <a:solidFill>
                  <a:schemeClr val="bg1"/>
                </a:solidFill>
                <a:latin typeface="Arial" panose="020B0604020202020204" pitchFamily="34" charset="0"/>
                <a:ea typeface="黑体" panose="02010609060101010101" charset="-122"/>
              </a:rPr>
              <a:t>总结</a:t>
            </a:r>
            <a:r>
              <a:rPr lang="en-US" altLang="zh-CN" sz="4000" b="0" baseline="30000" dirty="0">
                <a:solidFill>
                  <a:schemeClr val="bg1"/>
                </a:solidFill>
                <a:latin typeface="Arial" panose="020B0604020202020204" pitchFamily="34" charset="0"/>
                <a:ea typeface="黑体" panose="02010609060101010101" charset="-122"/>
              </a:rPr>
              <a:t>—</a:t>
            </a:r>
            <a:r>
              <a:rPr lang="zh-CN" altLang="en-US" sz="4000" b="0" baseline="30000" dirty="0">
                <a:solidFill>
                  <a:schemeClr val="bg1"/>
                </a:solidFill>
                <a:latin typeface="Arial" panose="020B0604020202020204" pitchFamily="34" charset="0"/>
                <a:ea typeface="黑体" panose="02010609060101010101" charset="-122"/>
              </a:rPr>
              <a:t>拉普拉斯变换性质</a:t>
            </a:r>
            <a:endParaRPr lang="zh-CN" altLang="en-US" sz="4000" b="0" dirty="0">
              <a:solidFill>
                <a:schemeClr val="bg1"/>
              </a:solidFill>
              <a:latin typeface="Arial" panose="020B0604020202020204" pitchFamily="34" charset="0"/>
              <a:ea typeface="黑体" panose="02010609060101010101" charset="-122"/>
            </a:endParaRPr>
          </a:p>
        </p:txBody>
      </p:sp>
      <p:pic>
        <p:nvPicPr>
          <p:cNvPr id="6" name="音频 1">
            <a:hlinkClick r:id="" action="ppaction://media"/>
          </p:cNvPr>
          <p:cNvPicPr>
            <a:picLocks noChangeAspect="1"/>
          </p:cNvPicPr>
          <p:nvPr>
            <a:audioFile r:link="rId9"/>
            <p:extLst>
              <p:ext uri="{DAA4B4D4-6D71-4841-9C94-3DE7FCFB9230}">
                <p14:media xmlns:p14="http://schemas.microsoft.com/office/powerpoint/2010/main" r:embed="rId10"/>
              </p:ext>
            </p:extLst>
          </p:nvPr>
        </p:nvPicPr>
        <p:blipFill>
          <a:blip r:embed="rId11"/>
          <a:stretch>
            <a:fillRect/>
          </a:stretch>
        </p:blipFill>
        <p:spPr>
          <a:xfrm>
            <a:off x="8623300" y="6337300"/>
            <a:ext cx="304800" cy="304800"/>
          </a:xfrm>
          <a:prstGeom prst="rect">
            <a:avLst/>
          </a:prstGeom>
        </p:spPr>
      </p:pic>
    </p:spTree>
    <p:custDataLst>
      <p:tags r:id="rId12"/>
    </p:custDataLst>
  </p:cSld>
  <p:clrMapOvr>
    <a:masterClrMapping/>
  </p:clrMapOvr>
  <mc:AlternateContent xmlns:mc="http://schemas.openxmlformats.org/markup-compatibility/2006">
    <mc:Choice xmlns:p14="http://schemas.microsoft.com/office/powerpoint/2010/main" Requires="p14">
      <p:transition spd="slow" p14:dur="2000" advTm="6465"/>
    </mc:Choice>
    <mc:Fallback>
      <p:transition spd="slow" advTm="6465"/>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afterEffect">
                                  <p:stCondLst>
                                    <p:cond delay="0"/>
                                  </p:stCondLst>
                                  <p:childTnLst>
                                    <p:set>
                                      <p:cBhvr>
                                        <p:cTn id="6" dur="1" fill="hold">
                                          <p:stCondLst>
                                            <p:cond delay="0"/>
                                          </p:stCondLst>
                                        </p:cTn>
                                        <p:tgtEl>
                                          <p:spTgt spid="371714"/>
                                        </p:tgtEl>
                                        <p:attrNameLst>
                                          <p:attrName>style.visibility</p:attrName>
                                        </p:attrNameLst>
                                      </p:cBhvr>
                                      <p:to>
                                        <p:strVal val="visible"/>
                                      </p:to>
                                    </p:set>
                                    <p:anim calcmode="lin" valueType="num">
                                      <p:cBhvr additive="base">
                                        <p:cTn id="7" dur="500" fill="hold"/>
                                        <p:tgtEl>
                                          <p:spTgt spid="371714"/>
                                        </p:tgtEl>
                                        <p:attrNameLst>
                                          <p:attrName>ppt_x</p:attrName>
                                        </p:attrNameLst>
                                      </p:cBhvr>
                                      <p:tavLst>
                                        <p:tav tm="0">
                                          <p:val>
                                            <p:strVal val="1+#ppt_w/2"/>
                                          </p:val>
                                        </p:tav>
                                        <p:tav tm="100000">
                                          <p:val>
                                            <p:strVal val="#ppt_x"/>
                                          </p:val>
                                        </p:tav>
                                      </p:tavLst>
                                    </p:anim>
                                    <p:anim calcmode="lin" valueType="num">
                                      <p:cBhvr additive="base">
                                        <p:cTn id="8" dur="500" fill="hold"/>
                                        <p:tgtEl>
                                          <p:spTgt spid="371714"/>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 presetClass="entr" presetSubtype="8" fill="hold" grpId="0" nodeType="afterEffect">
                                  <p:stCondLst>
                                    <p:cond delay="0"/>
                                  </p:stCondLst>
                                  <p:childTnLst>
                                    <p:set>
                                      <p:cBhvr>
                                        <p:cTn id="11" dur="1" fill="hold">
                                          <p:stCondLst>
                                            <p:cond delay="0"/>
                                          </p:stCondLst>
                                        </p:cTn>
                                        <p:tgtEl>
                                          <p:spTgt spid="371717"/>
                                        </p:tgtEl>
                                        <p:attrNameLst>
                                          <p:attrName>style.visibility</p:attrName>
                                        </p:attrNameLst>
                                      </p:cBhvr>
                                      <p:to>
                                        <p:strVal val="visible"/>
                                      </p:to>
                                    </p:set>
                                    <p:anim calcmode="lin" valueType="num">
                                      <p:cBhvr additive="base">
                                        <p:cTn id="12" dur="500" fill="hold"/>
                                        <p:tgtEl>
                                          <p:spTgt spid="371717"/>
                                        </p:tgtEl>
                                        <p:attrNameLst>
                                          <p:attrName>ppt_x</p:attrName>
                                        </p:attrNameLst>
                                      </p:cBhvr>
                                      <p:tavLst>
                                        <p:tav tm="0">
                                          <p:val>
                                            <p:strVal val="0-#ppt_w/2"/>
                                          </p:val>
                                        </p:tav>
                                        <p:tav tm="100000">
                                          <p:val>
                                            <p:strVal val="#ppt_x"/>
                                          </p:val>
                                        </p:tav>
                                      </p:tavLst>
                                    </p:anim>
                                    <p:anim calcmode="lin" valueType="num">
                                      <p:cBhvr additive="base">
                                        <p:cTn id="13" dur="500" fill="hold"/>
                                        <p:tgtEl>
                                          <p:spTgt spid="371717"/>
                                        </p:tgtEl>
                                        <p:attrNameLst>
                                          <p:attrName>ppt_y</p:attrName>
                                        </p:attrNameLst>
                                      </p:cBhvr>
                                      <p:tavLst>
                                        <p:tav tm="0">
                                          <p:val>
                                            <p:strVal val="#ppt_y"/>
                                          </p:val>
                                        </p:tav>
                                        <p:tav tm="100000">
                                          <p:val>
                                            <p:strVal val="#ppt_y"/>
                                          </p:val>
                                        </p:tav>
                                      </p:tavLst>
                                    </p:anim>
                                  </p:childTnLst>
                                </p:cTn>
                              </p:par>
                            </p:childTnLst>
                          </p:cTn>
                        </p:par>
                        <p:par>
                          <p:cTn id="14" fill="hold">
                            <p:stCondLst>
                              <p:cond delay="1000"/>
                            </p:stCondLst>
                            <p:childTnLst>
                              <p:par>
                                <p:cTn id="15" presetID="9" presetClass="entr" presetSubtype="0" fill="hold" nodeType="afterEffect">
                                  <p:stCondLst>
                                    <p:cond delay="0"/>
                                  </p:stCondLst>
                                  <p:childTnLst>
                                    <p:set>
                                      <p:cBhvr>
                                        <p:cTn id="16" dur="1" fill="hold">
                                          <p:stCondLst>
                                            <p:cond delay="0"/>
                                          </p:stCondLst>
                                        </p:cTn>
                                        <p:tgtEl>
                                          <p:spTgt spid="371719"/>
                                        </p:tgtEl>
                                        <p:attrNameLst>
                                          <p:attrName>style.visibility</p:attrName>
                                        </p:attrNameLst>
                                      </p:cBhvr>
                                      <p:to>
                                        <p:strVal val="visible"/>
                                      </p:to>
                                    </p:set>
                                    <p:animEffect transition="in" filter="dissolve">
                                      <p:cBhvr>
                                        <p:cTn id="17" dur="500"/>
                                        <p:tgtEl>
                                          <p:spTgt spid="371719"/>
                                        </p:tgtEl>
                                      </p:cBhvr>
                                    </p:animEffect>
                                  </p:childTnLst>
                                </p:cTn>
                              </p:par>
                            </p:childTnLst>
                          </p:cTn>
                        </p:par>
                        <p:par>
                          <p:cTn id="18" fill="hold">
                            <p:stCondLst>
                              <p:cond delay="1500"/>
                            </p:stCondLst>
                            <p:childTnLst>
                              <p:par>
                                <p:cTn id="19" presetID="2" presetClass="entr" presetSubtype="8" fill="hold" grpId="0" nodeType="afterEffect">
                                  <p:stCondLst>
                                    <p:cond delay="0"/>
                                  </p:stCondLst>
                                  <p:childTnLst>
                                    <p:set>
                                      <p:cBhvr>
                                        <p:cTn id="20" dur="1" fill="hold">
                                          <p:stCondLst>
                                            <p:cond delay="0"/>
                                          </p:stCondLst>
                                        </p:cTn>
                                        <p:tgtEl>
                                          <p:spTgt spid="371727"/>
                                        </p:tgtEl>
                                        <p:attrNameLst>
                                          <p:attrName>style.visibility</p:attrName>
                                        </p:attrNameLst>
                                      </p:cBhvr>
                                      <p:to>
                                        <p:strVal val="visible"/>
                                      </p:to>
                                    </p:set>
                                    <p:anim calcmode="lin" valueType="num">
                                      <p:cBhvr additive="base">
                                        <p:cTn id="21" dur="500" fill="hold"/>
                                        <p:tgtEl>
                                          <p:spTgt spid="371727"/>
                                        </p:tgtEl>
                                        <p:attrNameLst>
                                          <p:attrName>ppt_x</p:attrName>
                                        </p:attrNameLst>
                                      </p:cBhvr>
                                      <p:tavLst>
                                        <p:tav tm="0">
                                          <p:val>
                                            <p:strVal val="0-#ppt_w/2"/>
                                          </p:val>
                                        </p:tav>
                                        <p:tav tm="100000">
                                          <p:val>
                                            <p:strVal val="#ppt_x"/>
                                          </p:val>
                                        </p:tav>
                                      </p:tavLst>
                                    </p:anim>
                                    <p:anim calcmode="lin" valueType="num">
                                      <p:cBhvr additive="base">
                                        <p:cTn id="22" dur="500" fill="hold"/>
                                        <p:tgtEl>
                                          <p:spTgt spid="371727"/>
                                        </p:tgtEl>
                                        <p:attrNameLst>
                                          <p:attrName>ppt_y</p:attrName>
                                        </p:attrNameLst>
                                      </p:cBhvr>
                                      <p:tavLst>
                                        <p:tav tm="0">
                                          <p:val>
                                            <p:strVal val="#ppt_y"/>
                                          </p:val>
                                        </p:tav>
                                        <p:tav tm="100000">
                                          <p:val>
                                            <p:strVal val="#ppt_y"/>
                                          </p:val>
                                        </p:tav>
                                      </p:tavLst>
                                    </p:anim>
                                  </p:childTnLst>
                                </p:cTn>
                              </p:par>
                            </p:childTnLst>
                          </p:cTn>
                        </p:par>
                        <p:par>
                          <p:cTn id="23" fill="hold">
                            <p:stCondLst>
                              <p:cond delay="2000"/>
                            </p:stCondLst>
                            <p:childTnLst>
                              <p:par>
                                <p:cTn id="24" presetID="9" presetClass="entr" presetSubtype="0" fill="hold" nodeType="afterEffect">
                                  <p:stCondLst>
                                    <p:cond delay="0"/>
                                  </p:stCondLst>
                                  <p:childTnLst>
                                    <p:set>
                                      <p:cBhvr>
                                        <p:cTn id="25" dur="1" fill="hold">
                                          <p:stCondLst>
                                            <p:cond delay="0"/>
                                          </p:stCondLst>
                                        </p:cTn>
                                        <p:tgtEl>
                                          <p:spTgt spid="371718"/>
                                        </p:tgtEl>
                                        <p:attrNameLst>
                                          <p:attrName>style.visibility</p:attrName>
                                        </p:attrNameLst>
                                      </p:cBhvr>
                                      <p:to>
                                        <p:strVal val="visible"/>
                                      </p:to>
                                    </p:set>
                                    <p:animEffect transition="in" filter="dissolve">
                                      <p:cBhvr>
                                        <p:cTn id="26" dur="500"/>
                                        <p:tgtEl>
                                          <p:spTgt spid="371718"/>
                                        </p:tgtEl>
                                      </p:cBhvr>
                                    </p:animEffect>
                                  </p:childTnLst>
                                </p:cTn>
                              </p:par>
                            </p:childTnLst>
                          </p:cTn>
                        </p:par>
                        <p:par>
                          <p:cTn id="27" fill="hold">
                            <p:stCondLst>
                              <p:cond delay="2500"/>
                            </p:stCondLst>
                            <p:childTnLst>
                              <p:par>
                                <p:cTn id="28" presetID="9" presetClass="entr" presetSubtype="0" fill="hold" nodeType="afterEffect">
                                  <p:stCondLst>
                                    <p:cond delay="0"/>
                                  </p:stCondLst>
                                  <p:childTnLst>
                                    <p:set>
                                      <p:cBhvr>
                                        <p:cTn id="29" dur="1" fill="hold">
                                          <p:stCondLst>
                                            <p:cond delay="0"/>
                                          </p:stCondLst>
                                        </p:cTn>
                                        <p:tgtEl>
                                          <p:spTgt spid="371720"/>
                                        </p:tgtEl>
                                        <p:attrNameLst>
                                          <p:attrName>style.visibility</p:attrName>
                                        </p:attrNameLst>
                                      </p:cBhvr>
                                      <p:to>
                                        <p:strVal val="visible"/>
                                      </p:to>
                                    </p:set>
                                    <p:animEffect transition="in" filter="dissolve">
                                      <p:cBhvr>
                                        <p:cTn id="30" dur="500"/>
                                        <p:tgtEl>
                                          <p:spTgt spid="371720"/>
                                        </p:tgtEl>
                                      </p:cBhvr>
                                    </p:animEffect>
                                  </p:childTnLst>
                                </p:cTn>
                              </p:par>
                            </p:childTnLst>
                          </p:cTn>
                        </p:par>
                      </p:childTnLst>
                    </p:cTn>
                  </p:par>
                  <p:par>
                    <p:cTn id="31" fill="hold">
                      <p:stCondLst>
                        <p:cond delay="indefinite"/>
                      </p:stCondLst>
                      <p:childTnLst>
                        <p:par>
                          <p:cTn id="32" fill="hold">
                            <p:stCondLst>
                              <p:cond delay="0"/>
                            </p:stCondLst>
                            <p:childTnLst>
                              <p:par>
                                <p:cTn id="33" presetID="2" presetClass="entr" presetSubtype="8" fill="hold" grpId="0" nodeType="clickEffect">
                                  <p:stCondLst>
                                    <p:cond delay="0"/>
                                  </p:stCondLst>
                                  <p:childTnLst>
                                    <p:set>
                                      <p:cBhvr>
                                        <p:cTn id="34" dur="1" fill="hold">
                                          <p:stCondLst>
                                            <p:cond delay="0"/>
                                          </p:stCondLst>
                                        </p:cTn>
                                        <p:tgtEl>
                                          <p:spTgt spid="371721"/>
                                        </p:tgtEl>
                                        <p:attrNameLst>
                                          <p:attrName>style.visibility</p:attrName>
                                        </p:attrNameLst>
                                      </p:cBhvr>
                                      <p:to>
                                        <p:strVal val="visible"/>
                                      </p:to>
                                    </p:set>
                                    <p:anim calcmode="lin" valueType="num">
                                      <p:cBhvr additive="base">
                                        <p:cTn id="35" dur="500" fill="hold"/>
                                        <p:tgtEl>
                                          <p:spTgt spid="371721"/>
                                        </p:tgtEl>
                                        <p:attrNameLst>
                                          <p:attrName>ppt_x</p:attrName>
                                        </p:attrNameLst>
                                      </p:cBhvr>
                                      <p:tavLst>
                                        <p:tav tm="0">
                                          <p:val>
                                            <p:strVal val="0-#ppt_w/2"/>
                                          </p:val>
                                        </p:tav>
                                        <p:tav tm="100000">
                                          <p:val>
                                            <p:strVal val="#ppt_x"/>
                                          </p:val>
                                        </p:tav>
                                      </p:tavLst>
                                    </p:anim>
                                    <p:anim calcmode="lin" valueType="num">
                                      <p:cBhvr additive="base">
                                        <p:cTn id="36" dur="500" fill="hold"/>
                                        <p:tgtEl>
                                          <p:spTgt spid="371721"/>
                                        </p:tgtEl>
                                        <p:attrNameLst>
                                          <p:attrName>ppt_y</p:attrName>
                                        </p:attrNameLst>
                                      </p:cBhvr>
                                      <p:tavLst>
                                        <p:tav tm="0">
                                          <p:val>
                                            <p:strVal val="#ppt_y"/>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 presetClass="entr" presetSubtype="2" fill="hold" grpId="0" nodeType="clickEffect">
                                  <p:stCondLst>
                                    <p:cond delay="0"/>
                                  </p:stCondLst>
                                  <p:childTnLst>
                                    <p:set>
                                      <p:cBhvr>
                                        <p:cTn id="40" dur="1" fill="hold">
                                          <p:stCondLst>
                                            <p:cond delay="0"/>
                                          </p:stCondLst>
                                        </p:cTn>
                                        <p:tgtEl>
                                          <p:spTgt spid="371722"/>
                                        </p:tgtEl>
                                        <p:attrNameLst>
                                          <p:attrName>style.visibility</p:attrName>
                                        </p:attrNameLst>
                                      </p:cBhvr>
                                      <p:to>
                                        <p:strVal val="visible"/>
                                      </p:to>
                                    </p:set>
                                    <p:anim calcmode="lin" valueType="num">
                                      <p:cBhvr additive="base">
                                        <p:cTn id="41" dur="500" fill="hold"/>
                                        <p:tgtEl>
                                          <p:spTgt spid="371722"/>
                                        </p:tgtEl>
                                        <p:attrNameLst>
                                          <p:attrName>ppt_x</p:attrName>
                                        </p:attrNameLst>
                                      </p:cBhvr>
                                      <p:tavLst>
                                        <p:tav tm="0">
                                          <p:val>
                                            <p:strVal val="1+#ppt_w/2"/>
                                          </p:val>
                                        </p:tav>
                                        <p:tav tm="100000">
                                          <p:val>
                                            <p:strVal val="#ppt_x"/>
                                          </p:val>
                                        </p:tav>
                                      </p:tavLst>
                                    </p:anim>
                                    <p:anim calcmode="lin" valueType="num">
                                      <p:cBhvr additive="base">
                                        <p:cTn id="42" dur="500" fill="hold"/>
                                        <p:tgtEl>
                                          <p:spTgt spid="371722"/>
                                        </p:tgtEl>
                                        <p:attrNameLst>
                                          <p:attrName>ppt_y</p:attrName>
                                        </p:attrNameLst>
                                      </p:cBhvr>
                                      <p:tavLst>
                                        <p:tav tm="0">
                                          <p:val>
                                            <p:strVal val="#ppt_y"/>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2" presetClass="entr" presetSubtype="2" fill="hold" grpId="0" nodeType="clickEffect">
                                  <p:stCondLst>
                                    <p:cond delay="0"/>
                                  </p:stCondLst>
                                  <p:childTnLst>
                                    <p:set>
                                      <p:cBhvr>
                                        <p:cTn id="46" dur="1" fill="hold">
                                          <p:stCondLst>
                                            <p:cond delay="0"/>
                                          </p:stCondLst>
                                        </p:cTn>
                                        <p:tgtEl>
                                          <p:spTgt spid="371723"/>
                                        </p:tgtEl>
                                        <p:attrNameLst>
                                          <p:attrName>style.visibility</p:attrName>
                                        </p:attrNameLst>
                                      </p:cBhvr>
                                      <p:to>
                                        <p:strVal val="visible"/>
                                      </p:to>
                                    </p:set>
                                    <p:anim calcmode="lin" valueType="num">
                                      <p:cBhvr additive="base">
                                        <p:cTn id="47" dur="500" fill="hold"/>
                                        <p:tgtEl>
                                          <p:spTgt spid="371723"/>
                                        </p:tgtEl>
                                        <p:attrNameLst>
                                          <p:attrName>ppt_x</p:attrName>
                                        </p:attrNameLst>
                                      </p:cBhvr>
                                      <p:tavLst>
                                        <p:tav tm="0">
                                          <p:val>
                                            <p:strVal val="1+#ppt_w/2"/>
                                          </p:val>
                                        </p:tav>
                                        <p:tav tm="100000">
                                          <p:val>
                                            <p:strVal val="#ppt_x"/>
                                          </p:val>
                                        </p:tav>
                                      </p:tavLst>
                                    </p:anim>
                                    <p:anim calcmode="lin" valueType="num">
                                      <p:cBhvr additive="base">
                                        <p:cTn id="48" dur="500" fill="hold"/>
                                        <p:tgtEl>
                                          <p:spTgt spid="371723"/>
                                        </p:tgtEl>
                                        <p:attrNameLst>
                                          <p:attrName>ppt_y</p:attrName>
                                        </p:attrNameLst>
                                      </p:cBhvr>
                                      <p:tavLst>
                                        <p:tav tm="0">
                                          <p:val>
                                            <p:strVal val="#ppt_y"/>
                                          </p:val>
                                        </p:tav>
                                        <p:tav tm="100000">
                                          <p:val>
                                            <p:strVal val="#ppt_y"/>
                                          </p:val>
                                        </p:tav>
                                      </p:tavLst>
                                    </p:anim>
                                  </p:childTnLst>
                                </p:cTn>
                              </p:par>
                            </p:childTnLst>
                          </p:cTn>
                        </p:par>
                      </p:childTnLst>
                    </p:cTn>
                  </p:par>
                  <p:par>
                    <p:cTn id="49" fill="hold">
                      <p:stCondLst>
                        <p:cond delay="indefinite"/>
                      </p:stCondLst>
                      <p:childTnLst>
                        <p:par>
                          <p:cTn id="50" fill="hold">
                            <p:stCondLst>
                              <p:cond delay="0"/>
                            </p:stCondLst>
                            <p:childTnLst>
                              <p:par>
                                <p:cTn id="51" presetID="9" presetClass="entr" presetSubtype="0" fill="hold" nodeType="clickEffect">
                                  <p:stCondLst>
                                    <p:cond delay="0"/>
                                  </p:stCondLst>
                                  <p:childTnLst>
                                    <p:set>
                                      <p:cBhvr>
                                        <p:cTn id="52" dur="1" fill="hold">
                                          <p:stCondLst>
                                            <p:cond delay="0"/>
                                          </p:stCondLst>
                                        </p:cTn>
                                        <p:tgtEl>
                                          <p:spTgt spid="371724"/>
                                        </p:tgtEl>
                                        <p:attrNameLst>
                                          <p:attrName>style.visibility</p:attrName>
                                        </p:attrNameLst>
                                      </p:cBhvr>
                                      <p:to>
                                        <p:strVal val="visible"/>
                                      </p:to>
                                    </p:set>
                                    <p:animEffect transition="in" filter="dissolve">
                                      <p:cBhvr>
                                        <p:cTn id="53" dur="500"/>
                                        <p:tgtEl>
                                          <p:spTgt spid="3717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1714" grpId="0"/>
      <p:bldP spid="371717" grpId="0"/>
      <p:bldP spid="371721" grpId="0"/>
      <p:bldP spid="371722" grpId="0"/>
      <p:bldP spid="371723" grpId="0"/>
      <p:bldP spid="371727" grpId="0"/>
    </p:bldLst>
  </p:timing>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7" name="Rectangle 10"/>
          <p:cNvSpPr/>
          <p:nvPr/>
        </p:nvSpPr>
        <p:spPr>
          <a:xfrm>
            <a:off x="1187450" y="620713"/>
            <a:ext cx="7200900" cy="823912"/>
          </a:xfrm>
          <a:prstGeom prst="rect">
            <a:avLst/>
          </a:prstGeom>
          <a:solidFill>
            <a:schemeClr val="tx1"/>
          </a:solidFill>
          <a:ln w="9525" cap="flat" cmpd="sng">
            <a:solidFill>
              <a:srgbClr val="C0C0C0"/>
            </a:solidFill>
            <a:prstDash val="solid"/>
            <a:miter/>
            <a:headEnd type="none" w="med" len="med"/>
            <a:tailEnd type="none" w="med" len="med"/>
          </a:ln>
          <a:effectLst>
            <a:outerShdw dist="35921" dir="2699999" algn="ctr" rotWithShape="0">
              <a:srgbClr val="808080"/>
            </a:outerShdw>
          </a:effectLst>
        </p:spPr>
        <p:txBody>
          <a:bodyPr anchor="ctr" anchorCtr="0"/>
          <a:lstStyle/>
          <a:p>
            <a:pPr algn="ctr" eaLnBrk="0" hangingPunct="0"/>
            <a:r>
              <a:rPr lang="zh-CN" altLang="en-US" sz="4000" b="0" dirty="0">
                <a:solidFill>
                  <a:schemeClr val="bg1"/>
                </a:solidFill>
                <a:latin typeface="Arial" panose="020B0604020202020204" pitchFamily="34" charset="0"/>
                <a:ea typeface="黑体" panose="02010609060101010101" charset="-122"/>
              </a:rPr>
              <a:t>总结</a:t>
            </a:r>
            <a:r>
              <a:rPr lang="en-US" altLang="zh-CN" sz="4000" b="0" baseline="30000" dirty="0">
                <a:solidFill>
                  <a:schemeClr val="bg1"/>
                </a:solidFill>
                <a:latin typeface="Arial" panose="020B0604020202020204" pitchFamily="34" charset="0"/>
                <a:ea typeface="黑体" panose="02010609060101010101" charset="-122"/>
              </a:rPr>
              <a:t>—</a:t>
            </a:r>
            <a:r>
              <a:rPr lang="zh-CN" altLang="en-US" sz="4000" b="0" baseline="30000" dirty="0">
                <a:solidFill>
                  <a:schemeClr val="bg1"/>
                </a:solidFill>
                <a:latin typeface="Arial" panose="020B0604020202020204" pitchFamily="34" charset="0"/>
                <a:ea typeface="黑体" panose="02010609060101010101" charset="-122"/>
              </a:rPr>
              <a:t>线性系统的拉普拉斯变换分析法</a:t>
            </a:r>
            <a:endParaRPr lang="zh-CN" altLang="en-US" sz="4000" b="0" baseline="30000" dirty="0">
              <a:solidFill>
                <a:schemeClr val="bg1"/>
              </a:solidFill>
              <a:latin typeface="Arial" panose="020B0604020202020204" pitchFamily="34" charset="0"/>
              <a:ea typeface="黑体" panose="02010609060101010101" charset="-122"/>
            </a:endParaRPr>
          </a:p>
        </p:txBody>
      </p:sp>
      <p:sp>
        <p:nvSpPr>
          <p:cNvPr id="111618" name="Rectangle 11"/>
          <p:cNvSpPr/>
          <p:nvPr/>
        </p:nvSpPr>
        <p:spPr>
          <a:xfrm>
            <a:off x="2051050" y="1700213"/>
            <a:ext cx="4248150" cy="2063750"/>
          </a:xfrm>
          <a:prstGeom prst="rect">
            <a:avLst/>
          </a:prstGeom>
          <a:noFill/>
          <a:ln w="9525">
            <a:noFill/>
          </a:ln>
        </p:spPr>
        <p:txBody>
          <a:bodyPr anchor="t" anchorCtr="0">
            <a:spAutoFit/>
          </a:bodyPr>
          <a:lstStyle/>
          <a:p>
            <a:pPr>
              <a:lnSpc>
                <a:spcPct val="180000"/>
              </a:lnSpc>
            </a:pPr>
            <a:r>
              <a:rPr lang="en-US" altLang="zh-CN" sz="2400" dirty="0">
                <a:solidFill>
                  <a:srgbClr val="FF0000"/>
                </a:solidFill>
                <a:latin typeface="Arial" panose="020B0604020202020204" pitchFamily="34" charset="0"/>
                <a:ea typeface="宋体" panose="02010600030101010101" pitchFamily="2" charset="-122"/>
              </a:rPr>
              <a:t>1</a:t>
            </a:r>
            <a:r>
              <a:rPr lang="zh-CN" altLang="en-US" sz="2400" dirty="0">
                <a:solidFill>
                  <a:srgbClr val="FF0000"/>
                </a:solidFill>
                <a:latin typeface="Arial" panose="020B0604020202020204" pitchFamily="34" charset="0"/>
                <a:ea typeface="宋体" panose="02010600030101010101" pitchFamily="2" charset="-122"/>
              </a:rPr>
              <a:t>）由方程求响应</a:t>
            </a:r>
            <a:endParaRPr lang="zh-CN" altLang="en-US" sz="2400" dirty="0">
              <a:solidFill>
                <a:srgbClr val="FF0000"/>
              </a:solidFill>
              <a:latin typeface="Arial" panose="020B0604020202020204" pitchFamily="34" charset="0"/>
              <a:ea typeface="宋体" panose="02010600030101010101" pitchFamily="2" charset="-122"/>
            </a:endParaRPr>
          </a:p>
          <a:p>
            <a:pPr>
              <a:lnSpc>
                <a:spcPct val="180000"/>
              </a:lnSpc>
            </a:pPr>
            <a:r>
              <a:rPr lang="en-US" altLang="zh-CN" sz="2400" dirty="0">
                <a:solidFill>
                  <a:srgbClr val="FF0000"/>
                </a:solidFill>
                <a:latin typeface="Arial" panose="020B0604020202020204" pitchFamily="34" charset="0"/>
                <a:ea typeface="宋体" panose="02010600030101010101" pitchFamily="2" charset="-122"/>
              </a:rPr>
              <a:t>2</a:t>
            </a:r>
            <a:r>
              <a:rPr lang="zh-CN" altLang="en-US" sz="2400" dirty="0">
                <a:solidFill>
                  <a:srgbClr val="FF0000"/>
                </a:solidFill>
                <a:latin typeface="Arial" panose="020B0604020202020204" pitchFamily="34" charset="0"/>
                <a:ea typeface="宋体" panose="02010600030101010101" pitchFamily="2" charset="-122"/>
              </a:rPr>
              <a:t>）由电路求响应</a:t>
            </a:r>
            <a:br>
              <a:rPr lang="zh-CN" altLang="en-US" sz="2400" dirty="0">
                <a:solidFill>
                  <a:srgbClr val="FF0000"/>
                </a:solidFill>
                <a:latin typeface="Arial" panose="020B0604020202020204" pitchFamily="34" charset="0"/>
                <a:ea typeface="宋体" panose="02010600030101010101" pitchFamily="2" charset="-122"/>
              </a:rPr>
            </a:br>
            <a:endParaRPr lang="zh-CN" altLang="en-US" sz="2400" dirty="0">
              <a:solidFill>
                <a:srgbClr val="FF0000"/>
              </a:solidFill>
              <a:latin typeface="Arial" panose="020B0604020202020204" pitchFamily="34" charset="0"/>
              <a:ea typeface="宋体" panose="02010600030101010101" pitchFamily="2" charset="-122"/>
            </a:endParaRPr>
          </a:p>
        </p:txBody>
      </p:sp>
      <p:sp>
        <p:nvSpPr>
          <p:cNvPr id="2" name="墨迹 1"/>
          <p:cNvSpPr/>
          <p:nvPr/>
        </p:nvSpPr>
        <p:spPr bwMode="auto">
          <a:xfrm>
            <a:off x="2160000" y="2323080"/>
            <a:ext cx="2455200" cy="743400"/>
          </a:xfrm>
        </p:spPr>
      </p:sp>
      <p:pic>
        <p:nvPicPr>
          <p:cNvPr id="3" name="音频 2">
            <a:hlinkClick r:id="" action="ppaction://media"/>
          </p:cNvPr>
          <p:cNvPicPr>
            <a:picLocks noChangeAspect="1"/>
          </p:cNvPicPr>
          <p:nvPr>
            <a:audioFile r:link="rId1"/>
            <p:extLst>
              <p:ext uri="{DAA4B4D4-6D71-4841-9C94-3DE7FCFB9230}">
                <p14:media xmlns:p14="http://schemas.microsoft.com/office/powerpoint/2010/main" r:embed="rId2"/>
              </p:ext>
            </p:extLst>
          </p:nvPr>
        </p:nvPicPr>
        <p:blipFill>
          <a:blip r:embed="rId3"/>
          <a:stretch>
            <a:fillRect/>
          </a:stretch>
        </p:blipFill>
        <p:spPr>
          <a:xfrm>
            <a:off x="8623300" y="63373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18295"/>
    </mc:Choice>
    <mc:Fallback>
      <p:transition spd="slow" advTm="18295"/>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3"/>
                                        </p:tgtEl>
                                      </p:cBhvr>
                                    </p:cmd>
                                  </p:childTnLst>
                                </p:cTn>
                              </p:par>
                              <p:par>
                                <p:cTn id="7" presetID="6" presetClass="entr" presetSubtype="16" fill="hold" nodeType="withEffect">
                                  <p:stCondLst>
                                    <p:cond delay="0"/>
                                  </p:stCondLst>
                                  <p:childTnLst>
                                    <p:set>
                                      <p:cBhvr>
                                        <p:cTn id="8" dur="1" fill="hold">
                                          <p:stCondLst>
                                            <p:cond delay="0"/>
                                          </p:stCondLst>
                                        </p:cTn>
                                        <p:tgtEl>
                                          <p:spTgt spid="2"/>
                                        </p:tgtEl>
                                        <p:attrNameLst>
                                          <p:attrName>style.visibility</p:attrName>
                                        </p:attrNameLst>
                                      </p:cBhvr>
                                      <p:to>
                                        <p:strVal val="visible"/>
                                      </p:to>
                                    </p:set>
                                    <p:cmd type="call" cmd="playFrom(0.0)">
                                      <p:cBhvr>
                                        <p:cTn id="9" dur="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10" fill="hold" display="0">
                  <p:stCondLst>
                    <p:cond delay="indefinite"/>
                  </p:stCondLst>
                  <p:endCondLst>
                    <p:cond evt="onStopAudio" delay="0">
                      <p:tgtEl>
                        <p:sldTgt/>
                      </p:tgtEl>
                    </p:cond>
                  </p:endCondLst>
                </p:cTn>
                <p:tgtEl>
                  <p:spTgt spid="3"/>
                </p:tgtEl>
              </p:cMediaNode>
            </p:audio>
          </p:childTnLst>
        </p:cTn>
      </p:par>
    </p:tnLst>
  </p:timing>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1" name="Rectangle 2"/>
          <p:cNvSpPr>
            <a:spLocks noGrp="1"/>
          </p:cNvSpPr>
          <p:nvPr>
            <p:ph type="title" idx="4294967295"/>
          </p:nvPr>
        </p:nvSpPr>
        <p:spPr>
          <a:xfrm>
            <a:off x="755650" y="1341438"/>
            <a:ext cx="3095625" cy="1036637"/>
          </a:xfrm>
        </p:spPr>
        <p:txBody>
          <a:bodyPr wrap="square" lIns="91440" tIns="45720" rIns="91440" bIns="45720" anchor="ctr" anchorCtr="0"/>
          <a:lstStyle/>
          <a:p>
            <a:pPr algn="l">
              <a:lnSpc>
                <a:spcPct val="130000"/>
              </a:lnSpc>
            </a:pPr>
            <a:r>
              <a:rPr lang="en-US" altLang="zh-CN" sz="2000" b="1" dirty="0">
                <a:solidFill>
                  <a:srgbClr val="FF0000"/>
                </a:solidFill>
                <a:effectLst/>
                <a:latin typeface="宋体" panose="02010600030101010101" pitchFamily="2" charset="-122"/>
                <a:ea typeface="宋体" panose="02010600030101010101" pitchFamily="2" charset="-122"/>
              </a:rPr>
              <a:t>1</a:t>
            </a:r>
            <a:r>
              <a:rPr lang="zh-CN" altLang="en-US" sz="2000" b="1" dirty="0">
                <a:solidFill>
                  <a:srgbClr val="FF0000"/>
                </a:solidFill>
                <a:effectLst/>
                <a:latin typeface="宋体" panose="02010600030101010101" pitchFamily="2" charset="-122"/>
                <a:ea typeface="宋体" panose="02010600030101010101" pitchFamily="2" charset="-122"/>
              </a:rPr>
              <a:t>）由方程求响应</a:t>
            </a:r>
            <a:br>
              <a:rPr lang="zh-CN" altLang="en-US" sz="2000" b="1" dirty="0">
                <a:solidFill>
                  <a:srgbClr val="FF0000"/>
                </a:solidFill>
                <a:effectLst/>
                <a:latin typeface="宋体" panose="02010600030101010101" pitchFamily="2" charset="-122"/>
                <a:ea typeface="宋体" panose="02010600030101010101" pitchFamily="2" charset="-122"/>
              </a:rPr>
            </a:br>
            <a:r>
              <a:rPr lang="en-US" altLang="zh-CN" sz="2000" dirty="0">
                <a:solidFill>
                  <a:srgbClr val="000000"/>
                </a:solidFill>
                <a:effectLst/>
                <a:latin typeface="宋体" panose="02010600030101010101" pitchFamily="2" charset="-122"/>
                <a:ea typeface="宋体" panose="02010600030101010101" pitchFamily="2" charset="-122"/>
              </a:rPr>
              <a:t>f(t)=</a:t>
            </a:r>
            <a:r>
              <a:rPr lang="el-GR" altLang="zh-CN" sz="2000" dirty="0">
                <a:solidFill>
                  <a:srgbClr val="000000"/>
                </a:solidFill>
                <a:effectLst/>
                <a:latin typeface="宋体" panose="02010600030101010101" pitchFamily="2" charset="-122"/>
                <a:ea typeface="宋体" panose="02010600030101010101" pitchFamily="2" charset="-122"/>
              </a:rPr>
              <a:t>ε</a:t>
            </a:r>
            <a:r>
              <a:rPr lang="en-US" altLang="zh-CN" sz="2000" dirty="0">
                <a:solidFill>
                  <a:srgbClr val="000000"/>
                </a:solidFill>
                <a:effectLst/>
                <a:latin typeface="宋体" panose="02010600030101010101" pitchFamily="2" charset="-122"/>
                <a:ea typeface="宋体" panose="02010600030101010101" pitchFamily="2" charset="-122"/>
              </a:rPr>
              <a:t>(t)</a:t>
            </a:r>
            <a:r>
              <a:rPr lang="zh-CN" altLang="en-US" sz="2000" dirty="0">
                <a:solidFill>
                  <a:srgbClr val="000000"/>
                </a:solidFill>
                <a:effectLst/>
                <a:latin typeface="宋体" panose="02010600030101010101" pitchFamily="2" charset="-122"/>
                <a:ea typeface="宋体" panose="02010600030101010101" pitchFamily="2" charset="-122"/>
              </a:rPr>
              <a:t>，</a:t>
            </a:r>
            <a:br>
              <a:rPr lang="zh-CN" altLang="en-US" sz="2000" dirty="0">
                <a:solidFill>
                  <a:srgbClr val="000000"/>
                </a:solidFill>
                <a:effectLst/>
                <a:latin typeface="宋体" panose="02010600030101010101" pitchFamily="2" charset="-122"/>
                <a:ea typeface="宋体" panose="02010600030101010101" pitchFamily="2" charset="-122"/>
              </a:rPr>
            </a:br>
            <a:r>
              <a:rPr lang="en-US" altLang="zh-CN" sz="2000" dirty="0">
                <a:solidFill>
                  <a:srgbClr val="000000"/>
                </a:solidFill>
                <a:effectLst/>
                <a:latin typeface="宋体" panose="02010600030101010101" pitchFamily="2" charset="-122"/>
                <a:ea typeface="宋体" panose="02010600030101010101" pitchFamily="2" charset="-122"/>
              </a:rPr>
              <a:t>y(o</a:t>
            </a:r>
            <a:r>
              <a:rPr lang="en-US" altLang="zh-CN" sz="2000" baseline="30000" dirty="0">
                <a:solidFill>
                  <a:srgbClr val="000000"/>
                </a:solidFill>
                <a:effectLst/>
                <a:latin typeface="宋体" panose="02010600030101010101" pitchFamily="2" charset="-122"/>
                <a:ea typeface="宋体" panose="02010600030101010101" pitchFamily="2" charset="-122"/>
              </a:rPr>
              <a:t>-</a:t>
            </a:r>
            <a:r>
              <a:rPr lang="en-US" altLang="zh-CN" sz="2000" dirty="0">
                <a:solidFill>
                  <a:srgbClr val="000000"/>
                </a:solidFill>
                <a:effectLst/>
                <a:latin typeface="宋体" panose="02010600030101010101" pitchFamily="2" charset="-122"/>
                <a:ea typeface="宋体" panose="02010600030101010101" pitchFamily="2" charset="-122"/>
              </a:rPr>
              <a:t>)=2</a:t>
            </a:r>
            <a:r>
              <a:rPr lang="zh-CN" altLang="en-US" sz="2000" dirty="0">
                <a:solidFill>
                  <a:srgbClr val="000000"/>
                </a:solidFill>
                <a:effectLst/>
                <a:latin typeface="宋体" panose="02010600030101010101" pitchFamily="2" charset="-122"/>
                <a:ea typeface="宋体" panose="02010600030101010101" pitchFamily="2" charset="-122"/>
              </a:rPr>
              <a:t>， </a:t>
            </a:r>
            <a:r>
              <a:rPr lang="en-US" altLang="zh-CN" sz="2000" dirty="0">
                <a:solidFill>
                  <a:srgbClr val="000000"/>
                </a:solidFill>
                <a:effectLst/>
                <a:latin typeface="宋体" panose="02010600030101010101" pitchFamily="2" charset="-122"/>
                <a:ea typeface="宋体" panose="02010600030101010101" pitchFamily="2" charset="-122"/>
              </a:rPr>
              <a:t>y’(o</a:t>
            </a:r>
            <a:r>
              <a:rPr lang="en-US" altLang="zh-CN" sz="2000" baseline="30000" dirty="0">
                <a:solidFill>
                  <a:srgbClr val="000000"/>
                </a:solidFill>
                <a:effectLst/>
                <a:latin typeface="宋体" panose="02010600030101010101" pitchFamily="2" charset="-122"/>
                <a:ea typeface="宋体" panose="02010600030101010101" pitchFamily="2" charset="-122"/>
              </a:rPr>
              <a:t>-</a:t>
            </a:r>
            <a:r>
              <a:rPr lang="en-US" altLang="zh-CN" sz="2000" dirty="0">
                <a:solidFill>
                  <a:srgbClr val="000000"/>
                </a:solidFill>
                <a:effectLst/>
                <a:latin typeface="宋体" panose="02010600030101010101" pitchFamily="2" charset="-122"/>
                <a:ea typeface="宋体" panose="02010600030101010101" pitchFamily="2" charset="-122"/>
              </a:rPr>
              <a:t>)=1</a:t>
            </a:r>
            <a:r>
              <a:rPr lang="zh-CN" altLang="en-US" sz="2000" dirty="0">
                <a:solidFill>
                  <a:srgbClr val="000000"/>
                </a:solidFill>
                <a:effectLst/>
                <a:latin typeface="宋体" panose="02010600030101010101" pitchFamily="2" charset="-122"/>
                <a:ea typeface="宋体" panose="02010600030101010101" pitchFamily="2" charset="-122"/>
              </a:rPr>
              <a:t>。</a:t>
            </a:r>
            <a:endParaRPr lang="zh-CN" altLang="en-US" sz="2000" dirty="0">
              <a:solidFill>
                <a:srgbClr val="000000"/>
              </a:solidFill>
              <a:effectLst/>
              <a:latin typeface="宋体" panose="02010600030101010101" pitchFamily="2" charset="-122"/>
              <a:ea typeface="宋体" panose="02010600030101010101" pitchFamily="2" charset="-122"/>
            </a:endParaRPr>
          </a:p>
        </p:txBody>
      </p:sp>
      <p:sp>
        <p:nvSpPr>
          <p:cNvPr id="112642" name="Text Box 7"/>
          <p:cNvSpPr txBox="1"/>
          <p:nvPr/>
        </p:nvSpPr>
        <p:spPr>
          <a:xfrm>
            <a:off x="755650" y="5378450"/>
            <a:ext cx="1728788" cy="396875"/>
          </a:xfrm>
          <a:prstGeom prst="rect">
            <a:avLst/>
          </a:prstGeom>
          <a:noFill/>
          <a:ln w="9525">
            <a:noFill/>
          </a:ln>
        </p:spPr>
        <p:txBody>
          <a:bodyPr anchor="t" anchorCtr="0">
            <a:spAutoFit/>
          </a:bodyPr>
          <a:lstStyle/>
          <a:p>
            <a:pPr>
              <a:spcBef>
                <a:spcPct val="50000"/>
              </a:spcBef>
            </a:pPr>
            <a:r>
              <a:rPr lang="zh-CN" altLang="en-US" sz="2000" dirty="0">
                <a:solidFill>
                  <a:srgbClr val="800000"/>
                </a:solidFill>
                <a:latin typeface="Tahoma" panose="020B0604030504040204" pitchFamily="34" charset="0"/>
                <a:ea typeface="宋体" panose="02010600030101010101" pitchFamily="2" charset="-122"/>
              </a:rPr>
              <a:t>零状态分量：</a:t>
            </a:r>
            <a:endParaRPr lang="zh-CN" altLang="en-US" sz="2000" dirty="0">
              <a:solidFill>
                <a:srgbClr val="800000"/>
              </a:solidFill>
              <a:latin typeface="Tahoma" panose="020B0604030504040204" pitchFamily="34" charset="0"/>
              <a:ea typeface="宋体" panose="02010600030101010101" pitchFamily="2" charset="-122"/>
            </a:endParaRPr>
          </a:p>
        </p:txBody>
      </p:sp>
      <p:graphicFrame>
        <p:nvGraphicFramePr>
          <p:cNvPr id="112643" name="Object 13"/>
          <p:cNvGraphicFramePr>
            <a:graphicFrameLocks noChangeAspect="1"/>
          </p:cNvGraphicFramePr>
          <p:nvPr/>
        </p:nvGraphicFramePr>
        <p:xfrm>
          <a:off x="3924300" y="1557338"/>
          <a:ext cx="4535488" cy="752475"/>
        </p:xfrm>
        <a:graphic>
          <a:graphicData uri="http://schemas.openxmlformats.org/presentationml/2006/ole">
            <mc:AlternateContent xmlns:mc="http://schemas.openxmlformats.org/markup-compatibility/2006">
              <mc:Choice xmlns:v="urn:schemas-microsoft-com:vml" Requires="v">
                <p:oleObj spid="_x0000_s2" name="" r:id="rId1" imgW="2527300" imgH="419100" progId="Equation.3">
                  <p:embed/>
                </p:oleObj>
              </mc:Choice>
              <mc:Fallback>
                <p:oleObj name="" r:id="rId1" imgW="2527300" imgH="419100" progId="Equation.3">
                  <p:embed/>
                  <p:pic>
                    <p:nvPicPr>
                      <p:cNvPr id="0" name="Object 13"/>
                      <p:cNvPicPr/>
                      <p:nvPr/>
                    </p:nvPicPr>
                    <p:blipFill>
                      <a:blip r:embed="rId2"/>
                      <a:stretch>
                        <a:fillRect/>
                      </a:stretch>
                    </p:blipFill>
                    <p:spPr>
                      <a:xfrm>
                        <a:off x="3924300" y="1557338"/>
                        <a:ext cx="4535488" cy="752475"/>
                      </a:xfrm>
                      <a:prstGeom prst="rect">
                        <a:avLst/>
                      </a:prstGeom>
                      <a:noFill/>
                      <a:ln w="38100" cap="flat" cmpd="sng">
                        <a:solidFill>
                          <a:srgbClr val="006600"/>
                        </a:solidFill>
                        <a:prstDash val="solid"/>
                        <a:miter/>
                        <a:headEnd type="none" w="med" len="med"/>
                        <a:tailEnd type="none" w="med" len="med"/>
                      </a:ln>
                    </p:spPr>
                  </p:pic>
                </p:oleObj>
              </mc:Fallback>
            </mc:AlternateContent>
          </a:graphicData>
        </a:graphic>
      </p:graphicFrame>
      <p:graphicFrame>
        <p:nvGraphicFramePr>
          <p:cNvPr id="241669" name="Object 14"/>
          <p:cNvGraphicFramePr>
            <a:graphicFrameLocks noChangeAspect="1"/>
          </p:cNvGraphicFramePr>
          <p:nvPr/>
        </p:nvGraphicFramePr>
        <p:xfrm>
          <a:off x="900113" y="4370388"/>
          <a:ext cx="6643687" cy="571500"/>
        </p:xfrm>
        <a:graphic>
          <a:graphicData uri="http://schemas.openxmlformats.org/presentationml/2006/ole">
            <mc:AlternateContent xmlns:mc="http://schemas.openxmlformats.org/markup-compatibility/2006">
              <mc:Choice xmlns:v="urn:schemas-microsoft-com:vml" Requires="v">
                <p:oleObj spid="_x0000_s3" name="" r:id="rId3" imgW="3556000" imgH="241300" progId="Equation.3">
                  <p:embed/>
                </p:oleObj>
              </mc:Choice>
              <mc:Fallback>
                <p:oleObj name="" r:id="rId3" imgW="3556000" imgH="241300" progId="Equation.3">
                  <p:embed/>
                  <p:pic>
                    <p:nvPicPr>
                      <p:cNvPr id="0" name="Object 14"/>
                      <p:cNvPicPr/>
                      <p:nvPr/>
                    </p:nvPicPr>
                    <p:blipFill>
                      <a:blip r:embed="rId4"/>
                      <a:stretch>
                        <a:fillRect/>
                      </a:stretch>
                    </p:blipFill>
                    <p:spPr>
                      <a:xfrm>
                        <a:off x="900113" y="4370388"/>
                        <a:ext cx="6643687" cy="571500"/>
                      </a:xfrm>
                      <a:prstGeom prst="rect">
                        <a:avLst/>
                      </a:prstGeom>
                      <a:solidFill>
                        <a:schemeClr val="tx1"/>
                      </a:solidFill>
                      <a:ln w="38100">
                        <a:noFill/>
                        <a:miter/>
                      </a:ln>
                      <a:effectLst>
                        <a:outerShdw dist="35921" dir="2699999" algn="ctr" rotWithShape="0">
                          <a:schemeClr val="bg2"/>
                        </a:outerShdw>
                      </a:effectLst>
                    </p:spPr>
                  </p:pic>
                </p:oleObj>
              </mc:Fallback>
            </mc:AlternateContent>
          </a:graphicData>
        </a:graphic>
      </p:graphicFrame>
      <p:graphicFrame>
        <p:nvGraphicFramePr>
          <p:cNvPr id="241670" name="Object 6"/>
          <p:cNvGraphicFramePr>
            <a:graphicFrameLocks noChangeAspect="1"/>
          </p:cNvGraphicFramePr>
          <p:nvPr/>
        </p:nvGraphicFramePr>
        <p:xfrm>
          <a:off x="755650" y="3073400"/>
          <a:ext cx="7989888" cy="484188"/>
        </p:xfrm>
        <a:graphic>
          <a:graphicData uri="http://schemas.openxmlformats.org/presentationml/2006/ole">
            <mc:AlternateContent xmlns:mc="http://schemas.openxmlformats.org/markup-compatibility/2006">
              <mc:Choice xmlns:v="urn:schemas-microsoft-com:vml" Requires="v">
                <p:oleObj spid="_x0000_s4" name="" r:id="rId5" imgW="4787900" imgH="228600" progId="Equation.3">
                  <p:embed/>
                </p:oleObj>
              </mc:Choice>
              <mc:Fallback>
                <p:oleObj name="" r:id="rId5" imgW="4787900" imgH="228600" progId="Equation.3">
                  <p:embed/>
                  <p:pic>
                    <p:nvPicPr>
                      <p:cNvPr id="0" name="Object 6"/>
                      <p:cNvPicPr/>
                      <p:nvPr/>
                    </p:nvPicPr>
                    <p:blipFill>
                      <a:blip r:embed="rId6"/>
                      <a:stretch>
                        <a:fillRect/>
                      </a:stretch>
                    </p:blipFill>
                    <p:spPr>
                      <a:xfrm>
                        <a:off x="755650" y="3073400"/>
                        <a:ext cx="7989888" cy="484188"/>
                      </a:xfrm>
                      <a:prstGeom prst="rect">
                        <a:avLst/>
                      </a:prstGeom>
                      <a:solidFill>
                        <a:schemeClr val="tx1"/>
                      </a:solidFill>
                      <a:ln w="38100">
                        <a:noFill/>
                        <a:miter/>
                      </a:ln>
                      <a:effectLst>
                        <a:outerShdw dist="35921" dir="2699999" algn="ctr" rotWithShape="0">
                          <a:schemeClr val="bg2"/>
                        </a:outerShdw>
                      </a:effectLst>
                    </p:spPr>
                  </p:pic>
                </p:oleObj>
              </mc:Fallback>
            </mc:AlternateContent>
          </a:graphicData>
        </a:graphic>
      </p:graphicFrame>
      <p:sp>
        <p:nvSpPr>
          <p:cNvPr id="112646" name="Text Box 7"/>
          <p:cNvSpPr txBox="1"/>
          <p:nvPr/>
        </p:nvSpPr>
        <p:spPr>
          <a:xfrm>
            <a:off x="827088" y="3865563"/>
            <a:ext cx="1728787" cy="396875"/>
          </a:xfrm>
          <a:prstGeom prst="rect">
            <a:avLst/>
          </a:prstGeom>
          <a:noFill/>
          <a:ln w="9525">
            <a:noFill/>
          </a:ln>
        </p:spPr>
        <p:txBody>
          <a:bodyPr anchor="t" anchorCtr="0">
            <a:spAutoFit/>
          </a:bodyPr>
          <a:lstStyle/>
          <a:p>
            <a:pPr>
              <a:spcBef>
                <a:spcPct val="50000"/>
              </a:spcBef>
            </a:pPr>
            <a:r>
              <a:rPr lang="zh-CN" altLang="en-US" sz="2000" dirty="0">
                <a:solidFill>
                  <a:srgbClr val="800000"/>
                </a:solidFill>
                <a:latin typeface="Tahoma" panose="020B0604030504040204" pitchFamily="34" charset="0"/>
                <a:ea typeface="宋体" panose="02010600030101010101" pitchFamily="2" charset="-122"/>
              </a:rPr>
              <a:t>零输入分量：</a:t>
            </a:r>
            <a:endParaRPr lang="zh-CN" altLang="en-US" sz="2000" dirty="0">
              <a:solidFill>
                <a:srgbClr val="800000"/>
              </a:solidFill>
              <a:latin typeface="Tahoma" panose="020B0604030504040204" pitchFamily="34" charset="0"/>
              <a:ea typeface="宋体" panose="02010600030101010101" pitchFamily="2" charset="-122"/>
            </a:endParaRPr>
          </a:p>
        </p:txBody>
      </p:sp>
      <p:graphicFrame>
        <p:nvGraphicFramePr>
          <p:cNvPr id="241672" name="Object 8"/>
          <p:cNvGraphicFramePr>
            <a:graphicFrameLocks noChangeAspect="1"/>
          </p:cNvGraphicFramePr>
          <p:nvPr/>
        </p:nvGraphicFramePr>
        <p:xfrm>
          <a:off x="1763713" y="5881688"/>
          <a:ext cx="5173662" cy="571500"/>
        </p:xfrm>
        <a:graphic>
          <a:graphicData uri="http://schemas.openxmlformats.org/presentationml/2006/ole">
            <mc:AlternateContent xmlns:mc="http://schemas.openxmlformats.org/markup-compatibility/2006">
              <mc:Choice xmlns:v="urn:schemas-microsoft-com:vml" Requires="v">
                <p:oleObj spid="_x0000_s5" name="" r:id="rId7" imgW="2768600" imgH="241300" progId="Equation.3">
                  <p:embed/>
                </p:oleObj>
              </mc:Choice>
              <mc:Fallback>
                <p:oleObj name="" r:id="rId7" imgW="2768600" imgH="241300" progId="Equation.3">
                  <p:embed/>
                  <p:pic>
                    <p:nvPicPr>
                      <p:cNvPr id="0" name="Object 8"/>
                      <p:cNvPicPr/>
                      <p:nvPr/>
                    </p:nvPicPr>
                    <p:blipFill>
                      <a:blip r:embed="rId8"/>
                      <a:stretch>
                        <a:fillRect/>
                      </a:stretch>
                    </p:blipFill>
                    <p:spPr>
                      <a:xfrm>
                        <a:off x="1763713" y="5881688"/>
                        <a:ext cx="5173662" cy="571500"/>
                      </a:xfrm>
                      <a:prstGeom prst="rect">
                        <a:avLst/>
                      </a:prstGeom>
                      <a:solidFill>
                        <a:schemeClr val="tx1"/>
                      </a:solidFill>
                      <a:ln w="38100">
                        <a:noFill/>
                        <a:miter/>
                      </a:ln>
                      <a:effectLst>
                        <a:outerShdw dist="35921" dir="2699999" algn="ctr" rotWithShape="0">
                          <a:schemeClr val="bg2"/>
                        </a:outerShdw>
                      </a:effectLst>
                    </p:spPr>
                  </p:pic>
                </p:oleObj>
              </mc:Fallback>
            </mc:AlternateContent>
          </a:graphicData>
        </a:graphic>
      </p:graphicFrame>
      <p:sp>
        <p:nvSpPr>
          <p:cNvPr id="112648" name="Text Box 7"/>
          <p:cNvSpPr txBox="1"/>
          <p:nvPr/>
        </p:nvSpPr>
        <p:spPr>
          <a:xfrm>
            <a:off x="755650" y="2497138"/>
            <a:ext cx="1728788" cy="396875"/>
          </a:xfrm>
          <a:prstGeom prst="rect">
            <a:avLst/>
          </a:prstGeom>
          <a:noFill/>
          <a:ln w="9525">
            <a:noFill/>
          </a:ln>
        </p:spPr>
        <p:txBody>
          <a:bodyPr anchor="t" anchorCtr="0">
            <a:spAutoFit/>
          </a:bodyPr>
          <a:lstStyle/>
          <a:p>
            <a:pPr>
              <a:spcBef>
                <a:spcPct val="50000"/>
              </a:spcBef>
            </a:pPr>
            <a:r>
              <a:rPr lang="zh-CN" altLang="en-US" sz="2000" dirty="0">
                <a:solidFill>
                  <a:srgbClr val="800000"/>
                </a:solidFill>
                <a:latin typeface="Tahoma" panose="020B0604030504040204" pitchFamily="34" charset="0"/>
                <a:ea typeface="宋体" panose="02010600030101010101" pitchFamily="2" charset="-122"/>
              </a:rPr>
              <a:t>取拉氏变换：</a:t>
            </a:r>
            <a:endParaRPr lang="zh-CN" altLang="en-US" sz="2000" dirty="0">
              <a:solidFill>
                <a:srgbClr val="800000"/>
              </a:solidFill>
              <a:latin typeface="Tahoma" panose="020B0604030504040204" pitchFamily="34" charset="0"/>
              <a:ea typeface="宋体" panose="02010600030101010101" pitchFamily="2" charset="-122"/>
            </a:endParaRPr>
          </a:p>
        </p:txBody>
      </p:sp>
      <p:sp>
        <p:nvSpPr>
          <p:cNvPr id="112649" name="Rectangle 11"/>
          <p:cNvSpPr/>
          <p:nvPr/>
        </p:nvSpPr>
        <p:spPr>
          <a:xfrm>
            <a:off x="1116013" y="333375"/>
            <a:ext cx="7200900" cy="823913"/>
          </a:xfrm>
          <a:prstGeom prst="rect">
            <a:avLst/>
          </a:prstGeom>
          <a:solidFill>
            <a:schemeClr val="tx1"/>
          </a:solidFill>
          <a:ln w="9525" cap="flat" cmpd="sng">
            <a:solidFill>
              <a:srgbClr val="C0C0C0"/>
            </a:solidFill>
            <a:prstDash val="solid"/>
            <a:miter/>
            <a:headEnd type="none" w="med" len="med"/>
            <a:tailEnd type="none" w="med" len="med"/>
          </a:ln>
          <a:effectLst>
            <a:outerShdw dist="35921" dir="2699999" algn="ctr" rotWithShape="0">
              <a:srgbClr val="808080"/>
            </a:outerShdw>
          </a:effectLst>
        </p:spPr>
        <p:txBody>
          <a:bodyPr anchor="ctr" anchorCtr="0"/>
          <a:lstStyle/>
          <a:p>
            <a:pPr algn="ctr" eaLnBrk="0" hangingPunct="0"/>
            <a:r>
              <a:rPr lang="zh-CN" altLang="en-US" sz="4000" b="0" dirty="0">
                <a:solidFill>
                  <a:schemeClr val="bg1"/>
                </a:solidFill>
                <a:latin typeface="Arial" panose="020B0604020202020204" pitchFamily="34" charset="0"/>
                <a:ea typeface="黑体" panose="02010609060101010101" charset="-122"/>
              </a:rPr>
              <a:t>总结</a:t>
            </a:r>
            <a:r>
              <a:rPr lang="en-US" altLang="zh-CN" sz="4000" b="0" baseline="30000" dirty="0">
                <a:solidFill>
                  <a:schemeClr val="bg1"/>
                </a:solidFill>
                <a:latin typeface="Arial" panose="020B0604020202020204" pitchFamily="34" charset="0"/>
                <a:ea typeface="黑体" panose="02010609060101010101" charset="-122"/>
              </a:rPr>
              <a:t>—</a:t>
            </a:r>
            <a:r>
              <a:rPr lang="zh-CN" altLang="en-US" sz="4000" b="0" baseline="30000" dirty="0">
                <a:solidFill>
                  <a:schemeClr val="bg1"/>
                </a:solidFill>
                <a:latin typeface="Arial" panose="020B0604020202020204" pitchFamily="34" charset="0"/>
                <a:ea typeface="黑体" panose="02010609060101010101" charset="-122"/>
              </a:rPr>
              <a:t>线性系统的拉普拉斯变换分析法</a:t>
            </a:r>
            <a:endParaRPr lang="zh-CN" altLang="en-US" sz="4000" b="0" baseline="30000" dirty="0">
              <a:solidFill>
                <a:schemeClr val="bg1"/>
              </a:solidFill>
              <a:latin typeface="Arial" panose="020B0604020202020204" pitchFamily="34" charset="0"/>
              <a:ea typeface="黑体" panose="02010609060101010101" charset="-122"/>
            </a:endParaRPr>
          </a:p>
        </p:txBody>
      </p:sp>
      <p:sp>
        <p:nvSpPr>
          <p:cNvPr id="6" name="墨迹 1"/>
          <p:cNvSpPr/>
          <p:nvPr/>
        </p:nvSpPr>
        <p:spPr bwMode="auto">
          <a:xfrm>
            <a:off x="2415960" y="1384920"/>
            <a:ext cx="3304080" cy="1839600"/>
          </a:xfrm>
        </p:spPr>
      </p:sp>
      <p:pic>
        <p:nvPicPr>
          <p:cNvPr id="7" name="音频 2">
            <a:hlinkClick r:id="" action="ppaction://media"/>
          </p:cNvPr>
          <p:cNvPicPr>
            <a:picLocks noChangeAspect="1"/>
          </p:cNvPicPr>
          <p:nvPr>
            <a:audioFile r:link="rId9"/>
            <p:extLst>
              <p:ext uri="{DAA4B4D4-6D71-4841-9C94-3DE7FCFB9230}">
                <p14:media xmlns:p14="http://schemas.microsoft.com/office/powerpoint/2010/main" r:embed="rId10"/>
              </p:ext>
            </p:extLst>
          </p:nvPr>
        </p:nvPicPr>
        <p:blipFill>
          <a:blip r:embed="rId11"/>
          <a:stretch>
            <a:fillRect/>
          </a:stretch>
        </p:blipFill>
        <p:spPr>
          <a:xfrm>
            <a:off x="8623300" y="6337300"/>
            <a:ext cx="304800" cy="304800"/>
          </a:xfrm>
          <a:prstGeom prst="rect">
            <a:avLst/>
          </a:prstGeom>
        </p:spPr>
      </p:pic>
    </p:spTree>
    <p:custDataLst>
      <p:tags r:id="rId12"/>
    </p:custDataLst>
  </p:cSld>
  <p:clrMapOvr>
    <a:masterClrMapping/>
  </p:clrMapOvr>
  <mc:AlternateContent xmlns:mc="http://schemas.openxmlformats.org/markup-compatibility/2006">
    <mc:Choice xmlns:p14="http://schemas.microsoft.com/office/powerpoint/2010/main" Requires="p14">
      <p:transition spd="slow" p14:dur="2000" advTm="25000"/>
    </mc:Choice>
    <mc:Fallback>
      <p:transition spd="slow" advTm="25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5" presetClass="entr" presetSubtype="0" fill="hold" nodeType="clickEffect">
                                  <p:stCondLst>
                                    <p:cond delay="0"/>
                                  </p:stCondLst>
                                  <p:childTnLst>
                                    <p:set>
                                      <p:cBhvr>
                                        <p:cTn id="6" dur="1" fill="hold">
                                          <p:stCondLst>
                                            <p:cond delay="0"/>
                                          </p:stCondLst>
                                        </p:cTn>
                                        <p:tgtEl>
                                          <p:spTgt spid="241670"/>
                                        </p:tgtEl>
                                        <p:attrNameLst>
                                          <p:attrName>style.visibility</p:attrName>
                                        </p:attrNameLst>
                                      </p:cBhvr>
                                      <p:to>
                                        <p:strVal val="visible"/>
                                      </p:to>
                                    </p:set>
                                    <p:anim calcmode="lin" valueType="num">
                                      <p:cBhvr>
                                        <p:cTn id="7" dur="1000" fill="hold"/>
                                        <p:tgtEl>
                                          <p:spTgt spid="241670"/>
                                        </p:tgtEl>
                                        <p:attrNameLst>
                                          <p:attrName>ppt_w</p:attrName>
                                        </p:attrNameLst>
                                      </p:cBhvr>
                                      <p:tavLst>
                                        <p:tav tm="0">
                                          <p:val>
                                            <p:strVal val="#ppt_w*0.70"/>
                                          </p:val>
                                        </p:tav>
                                        <p:tav tm="100000">
                                          <p:val>
                                            <p:strVal val="#ppt_w"/>
                                          </p:val>
                                        </p:tav>
                                      </p:tavLst>
                                    </p:anim>
                                    <p:anim calcmode="lin" valueType="num">
                                      <p:cBhvr>
                                        <p:cTn id="8" dur="1000" fill="hold"/>
                                        <p:tgtEl>
                                          <p:spTgt spid="241670"/>
                                        </p:tgtEl>
                                        <p:attrNameLst>
                                          <p:attrName>ppt_h</p:attrName>
                                        </p:attrNameLst>
                                      </p:cBhvr>
                                      <p:tavLst>
                                        <p:tav tm="0">
                                          <p:val>
                                            <p:strVal val="#ppt_h"/>
                                          </p:val>
                                        </p:tav>
                                        <p:tav tm="100000">
                                          <p:val>
                                            <p:strVal val="#ppt_h"/>
                                          </p:val>
                                        </p:tav>
                                      </p:tavLst>
                                    </p:anim>
                                    <p:animEffect transition="in" filter="fade">
                                      <p:cBhvr>
                                        <p:cTn id="9" dur="1000"/>
                                        <p:tgtEl>
                                          <p:spTgt spid="241670"/>
                                        </p:tgtEl>
                                      </p:cBhvr>
                                    </p:animEffect>
                                  </p:childTnLst>
                                </p:cTn>
                              </p:par>
                            </p:childTnLst>
                          </p:cTn>
                        </p:par>
                      </p:childTnLst>
                    </p:cTn>
                  </p:par>
                  <p:par>
                    <p:cTn id="10" fill="hold">
                      <p:stCondLst>
                        <p:cond delay="indefinite"/>
                      </p:stCondLst>
                      <p:childTnLst>
                        <p:par>
                          <p:cTn id="11" fill="hold">
                            <p:stCondLst>
                              <p:cond delay="0"/>
                            </p:stCondLst>
                            <p:childTnLst>
                              <p:par>
                                <p:cTn id="12" presetID="55" presetClass="entr" presetSubtype="0" fill="hold" nodeType="clickEffect">
                                  <p:stCondLst>
                                    <p:cond delay="0"/>
                                  </p:stCondLst>
                                  <p:childTnLst>
                                    <p:set>
                                      <p:cBhvr>
                                        <p:cTn id="13" dur="1" fill="hold">
                                          <p:stCondLst>
                                            <p:cond delay="0"/>
                                          </p:stCondLst>
                                        </p:cTn>
                                        <p:tgtEl>
                                          <p:spTgt spid="241669"/>
                                        </p:tgtEl>
                                        <p:attrNameLst>
                                          <p:attrName>style.visibility</p:attrName>
                                        </p:attrNameLst>
                                      </p:cBhvr>
                                      <p:to>
                                        <p:strVal val="visible"/>
                                      </p:to>
                                    </p:set>
                                    <p:anim calcmode="lin" valueType="num">
                                      <p:cBhvr>
                                        <p:cTn id="14" dur="1000" fill="hold"/>
                                        <p:tgtEl>
                                          <p:spTgt spid="241669"/>
                                        </p:tgtEl>
                                        <p:attrNameLst>
                                          <p:attrName>ppt_w</p:attrName>
                                        </p:attrNameLst>
                                      </p:cBhvr>
                                      <p:tavLst>
                                        <p:tav tm="0">
                                          <p:val>
                                            <p:strVal val="#ppt_w*0.70"/>
                                          </p:val>
                                        </p:tav>
                                        <p:tav tm="100000">
                                          <p:val>
                                            <p:strVal val="#ppt_w"/>
                                          </p:val>
                                        </p:tav>
                                      </p:tavLst>
                                    </p:anim>
                                    <p:anim calcmode="lin" valueType="num">
                                      <p:cBhvr>
                                        <p:cTn id="15" dur="1000" fill="hold"/>
                                        <p:tgtEl>
                                          <p:spTgt spid="241669"/>
                                        </p:tgtEl>
                                        <p:attrNameLst>
                                          <p:attrName>ppt_h</p:attrName>
                                        </p:attrNameLst>
                                      </p:cBhvr>
                                      <p:tavLst>
                                        <p:tav tm="0">
                                          <p:val>
                                            <p:strVal val="#ppt_h"/>
                                          </p:val>
                                        </p:tav>
                                        <p:tav tm="100000">
                                          <p:val>
                                            <p:strVal val="#ppt_h"/>
                                          </p:val>
                                        </p:tav>
                                      </p:tavLst>
                                    </p:anim>
                                    <p:animEffect transition="in" filter="fade">
                                      <p:cBhvr>
                                        <p:cTn id="16" dur="1000"/>
                                        <p:tgtEl>
                                          <p:spTgt spid="241669"/>
                                        </p:tgtEl>
                                      </p:cBhvr>
                                    </p:animEffect>
                                  </p:childTnLst>
                                </p:cTn>
                              </p:par>
                            </p:childTnLst>
                          </p:cTn>
                        </p:par>
                      </p:childTnLst>
                    </p:cTn>
                  </p:par>
                  <p:par>
                    <p:cTn id="17" fill="hold">
                      <p:stCondLst>
                        <p:cond delay="indefinite"/>
                      </p:stCondLst>
                      <p:childTnLst>
                        <p:par>
                          <p:cTn id="18" fill="hold">
                            <p:stCondLst>
                              <p:cond delay="0"/>
                            </p:stCondLst>
                            <p:childTnLst>
                              <p:par>
                                <p:cTn id="19" presetID="55" presetClass="entr" presetSubtype="0" fill="hold" nodeType="clickEffect">
                                  <p:stCondLst>
                                    <p:cond delay="0"/>
                                  </p:stCondLst>
                                  <p:childTnLst>
                                    <p:set>
                                      <p:cBhvr>
                                        <p:cTn id="20" dur="1" fill="hold">
                                          <p:stCondLst>
                                            <p:cond delay="0"/>
                                          </p:stCondLst>
                                        </p:cTn>
                                        <p:tgtEl>
                                          <p:spTgt spid="241672"/>
                                        </p:tgtEl>
                                        <p:attrNameLst>
                                          <p:attrName>style.visibility</p:attrName>
                                        </p:attrNameLst>
                                      </p:cBhvr>
                                      <p:to>
                                        <p:strVal val="visible"/>
                                      </p:to>
                                    </p:set>
                                    <p:anim calcmode="lin" valueType="num">
                                      <p:cBhvr>
                                        <p:cTn id="21" dur="1000" fill="hold"/>
                                        <p:tgtEl>
                                          <p:spTgt spid="241672"/>
                                        </p:tgtEl>
                                        <p:attrNameLst>
                                          <p:attrName>ppt_w</p:attrName>
                                        </p:attrNameLst>
                                      </p:cBhvr>
                                      <p:tavLst>
                                        <p:tav tm="0">
                                          <p:val>
                                            <p:strVal val="#ppt_w*0.70"/>
                                          </p:val>
                                        </p:tav>
                                        <p:tav tm="100000">
                                          <p:val>
                                            <p:strVal val="#ppt_w"/>
                                          </p:val>
                                        </p:tav>
                                      </p:tavLst>
                                    </p:anim>
                                    <p:anim calcmode="lin" valueType="num">
                                      <p:cBhvr>
                                        <p:cTn id="22" dur="1000" fill="hold"/>
                                        <p:tgtEl>
                                          <p:spTgt spid="241672"/>
                                        </p:tgtEl>
                                        <p:attrNameLst>
                                          <p:attrName>ppt_h</p:attrName>
                                        </p:attrNameLst>
                                      </p:cBhvr>
                                      <p:tavLst>
                                        <p:tav tm="0">
                                          <p:val>
                                            <p:strVal val="#ppt_h"/>
                                          </p:val>
                                        </p:tav>
                                        <p:tav tm="100000">
                                          <p:val>
                                            <p:strVal val="#ppt_h"/>
                                          </p:val>
                                        </p:tav>
                                      </p:tavLst>
                                    </p:anim>
                                    <p:animEffect transition="in" filter="fade">
                                      <p:cBhvr>
                                        <p:cTn id="23" dur="1000"/>
                                        <p:tgtEl>
                                          <p:spTgt spid="24167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5" name="Rectangle 2"/>
          <p:cNvSpPr>
            <a:spLocks noGrp="1"/>
          </p:cNvSpPr>
          <p:nvPr>
            <p:ph type="title" idx="4294967295"/>
          </p:nvPr>
        </p:nvSpPr>
        <p:spPr>
          <a:xfrm>
            <a:off x="971550" y="836613"/>
            <a:ext cx="2879725" cy="936625"/>
          </a:xfrm>
        </p:spPr>
        <p:txBody>
          <a:bodyPr wrap="square" lIns="91440" tIns="45720" rIns="91440" bIns="45720" anchor="ctr" anchorCtr="0"/>
          <a:lstStyle/>
          <a:p>
            <a:pPr algn="l">
              <a:lnSpc>
                <a:spcPct val="130000"/>
              </a:lnSpc>
            </a:pPr>
            <a:r>
              <a:rPr lang="en-US" altLang="zh-CN" sz="2400" b="1" dirty="0">
                <a:solidFill>
                  <a:srgbClr val="FF0000"/>
                </a:solidFill>
                <a:effectLst/>
              </a:rPr>
              <a:t>2)</a:t>
            </a:r>
            <a:r>
              <a:rPr lang="zh-CN" altLang="en-US" sz="2400" b="1" dirty="0">
                <a:solidFill>
                  <a:srgbClr val="FF0000"/>
                </a:solidFill>
                <a:effectLst/>
              </a:rPr>
              <a:t>由电路求响应</a:t>
            </a:r>
            <a:endParaRPr lang="zh-CN" altLang="en-US" sz="2400" dirty="0">
              <a:solidFill>
                <a:srgbClr val="000000"/>
              </a:solidFill>
              <a:effectLst/>
              <a:latin typeface="宋体" panose="02010600030101010101" pitchFamily="2" charset="-122"/>
              <a:ea typeface="宋体" panose="02010600030101010101" pitchFamily="2" charset="-122"/>
            </a:endParaRPr>
          </a:p>
        </p:txBody>
      </p:sp>
      <p:sp>
        <p:nvSpPr>
          <p:cNvPr id="200707" name="Rectangle 3"/>
          <p:cNvSpPr>
            <a:spLocks noChangeArrowheads="1"/>
          </p:cNvSpPr>
          <p:nvPr/>
        </p:nvSpPr>
        <p:spPr bwMode="auto">
          <a:xfrm>
            <a:off x="1403350" y="1916113"/>
            <a:ext cx="1827213" cy="457200"/>
          </a:xfrm>
          <a:prstGeom prst="rect">
            <a:avLst/>
          </a:prstGeom>
          <a:noFill/>
          <a:ln w="9525">
            <a:noFill/>
            <a:miter lim="800000"/>
          </a:ln>
          <a:effec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400" b="0" i="0" u="none" strike="noStrike" kern="1200" cap="none" spc="0" normalizeH="0" baseline="0" noProof="0">
                <a:ln>
                  <a:noFill/>
                </a:ln>
                <a:solidFill>
                  <a:srgbClr val="161616"/>
                </a:solidFill>
                <a:effectLst>
                  <a:outerShdw blurRad="38100" dist="38100" dir="2700000" algn="tl">
                    <a:srgbClr val="C0C0C0"/>
                  </a:outerShdw>
                </a:effectLst>
                <a:uLnTx/>
                <a:uFillTx/>
                <a:latin typeface="Times New Roman" panose="02020603050405020304" pitchFamily="18" charset="0"/>
                <a:ea typeface="华文中宋" panose="02010600040101010101" charset="-122"/>
                <a:cs typeface="+mn-cs"/>
                <a:sym typeface="+mn-ea"/>
              </a:rPr>
              <a:t>s</a:t>
            </a:r>
            <a:r>
              <a:rPr kumimoji="0" lang="zh-CN" altLang="en-US" sz="2400" b="0" i="0" u="none" strike="noStrike" kern="1200" cap="none" spc="0" normalizeH="0" baseline="0" noProof="0">
                <a:ln>
                  <a:noFill/>
                </a:ln>
                <a:solidFill>
                  <a:srgbClr val="161616"/>
                </a:solidFill>
                <a:effectLst>
                  <a:outerShdw blurRad="38100" dist="38100" dir="2700000" algn="tl">
                    <a:srgbClr val="C0C0C0"/>
                  </a:outerShdw>
                </a:effectLst>
                <a:uLnTx/>
                <a:uFillTx/>
                <a:latin typeface="Times New Roman" panose="02020603050405020304" pitchFamily="18" charset="0"/>
                <a:ea typeface="华文中宋" panose="02010600040101010101" charset="-122"/>
                <a:cs typeface="+mn-cs"/>
                <a:sym typeface="+mn-ea"/>
              </a:rPr>
              <a:t>域等效电路</a:t>
            </a:r>
            <a:endParaRPr kumimoji="0" lang="zh-CN" altLang="en-US" sz="2400" b="0" i="0" u="none" strike="noStrike" kern="1200" cap="none" spc="0" normalizeH="0" baseline="0" noProof="0">
              <a:ln>
                <a:noFill/>
              </a:ln>
              <a:solidFill>
                <a:srgbClr val="161616"/>
              </a:solidFill>
              <a:effectLst>
                <a:outerShdw blurRad="38100" dist="38100" dir="2700000" algn="tl">
                  <a:srgbClr val="C0C0C0"/>
                </a:outerShdw>
              </a:effectLst>
              <a:uLnTx/>
              <a:uFillTx/>
              <a:latin typeface="Times New Roman" panose="02020603050405020304" pitchFamily="18" charset="0"/>
              <a:ea typeface="华文中宋" panose="02010600040101010101" charset="-122"/>
              <a:cs typeface="+mn-cs"/>
              <a:sym typeface="+mn-ea"/>
            </a:endParaRPr>
          </a:p>
        </p:txBody>
      </p:sp>
      <p:graphicFrame>
        <p:nvGraphicFramePr>
          <p:cNvPr id="200708" name="Object 4"/>
          <p:cNvGraphicFramePr>
            <a:graphicFrameLocks noChangeAspect="1"/>
          </p:cNvGraphicFramePr>
          <p:nvPr/>
        </p:nvGraphicFramePr>
        <p:xfrm>
          <a:off x="3779838" y="1844675"/>
          <a:ext cx="3600450" cy="1746250"/>
        </p:xfrm>
        <a:graphic>
          <a:graphicData uri="http://schemas.openxmlformats.org/presentationml/2006/ole">
            <mc:AlternateContent xmlns:mc="http://schemas.openxmlformats.org/markup-compatibility/2006">
              <mc:Choice xmlns:v="urn:schemas-microsoft-com:vml" Requires="v">
                <p:oleObj spid="_x0000_s2" name="" r:id="rId1" imgW="1307465" imgH="635000" progId="Equation.3">
                  <p:embed/>
                </p:oleObj>
              </mc:Choice>
              <mc:Fallback>
                <p:oleObj name="" r:id="rId1" imgW="1307465" imgH="635000" progId="Equation.3">
                  <p:embed/>
                  <p:pic>
                    <p:nvPicPr>
                      <p:cNvPr id="0" name="Object 4"/>
                      <p:cNvPicPr/>
                      <p:nvPr/>
                    </p:nvPicPr>
                    <p:blipFill>
                      <a:blip r:embed="rId2"/>
                      <a:stretch>
                        <a:fillRect/>
                      </a:stretch>
                    </p:blipFill>
                    <p:spPr>
                      <a:xfrm>
                        <a:off x="3779838" y="1844675"/>
                        <a:ext cx="3600450" cy="1746250"/>
                      </a:xfrm>
                      <a:prstGeom prst="rect">
                        <a:avLst/>
                      </a:prstGeom>
                      <a:solidFill>
                        <a:schemeClr val="tx1"/>
                      </a:solidFill>
                      <a:ln w="9525" cap="flat" cmpd="sng">
                        <a:solidFill>
                          <a:srgbClr val="C0C0C0"/>
                        </a:solidFill>
                        <a:prstDash val="solid"/>
                        <a:miter/>
                        <a:headEnd type="none" w="med" len="med"/>
                        <a:tailEnd type="none" w="med" len="med"/>
                      </a:ln>
                      <a:effectLst>
                        <a:outerShdw dist="35921" dir="2699999" algn="ctr" rotWithShape="0">
                          <a:schemeClr val="bg2"/>
                        </a:outerShdw>
                      </a:effectLst>
                    </p:spPr>
                  </p:pic>
                </p:oleObj>
              </mc:Fallback>
            </mc:AlternateContent>
          </a:graphicData>
        </a:graphic>
      </p:graphicFrame>
      <p:grpSp>
        <p:nvGrpSpPr>
          <p:cNvPr id="113668" name="Group 5"/>
          <p:cNvGrpSpPr/>
          <p:nvPr/>
        </p:nvGrpSpPr>
        <p:grpSpPr>
          <a:xfrm>
            <a:off x="1042988" y="3716338"/>
            <a:ext cx="6246812" cy="2743200"/>
            <a:chOff x="657" y="2206"/>
            <a:chExt cx="3935" cy="1728"/>
          </a:xfrm>
        </p:grpSpPr>
        <p:grpSp>
          <p:nvGrpSpPr>
            <p:cNvPr id="113669" name="Group 6"/>
            <p:cNvGrpSpPr/>
            <p:nvPr/>
          </p:nvGrpSpPr>
          <p:grpSpPr>
            <a:xfrm>
              <a:off x="657" y="2206"/>
              <a:ext cx="1606" cy="1728"/>
              <a:chOff x="657" y="2205"/>
              <a:chExt cx="1606" cy="1728"/>
            </a:xfrm>
          </p:grpSpPr>
          <p:sp>
            <p:nvSpPr>
              <p:cNvPr id="113670" name="Text Box 4"/>
              <p:cNvSpPr txBox="1"/>
              <p:nvPr/>
            </p:nvSpPr>
            <p:spPr>
              <a:xfrm>
                <a:off x="657" y="3702"/>
                <a:ext cx="1404" cy="231"/>
              </a:xfrm>
              <a:prstGeom prst="rect">
                <a:avLst/>
              </a:prstGeom>
              <a:noFill/>
              <a:ln w="9525">
                <a:noFill/>
              </a:ln>
            </p:spPr>
            <p:txBody>
              <a:bodyPr wrap="none" anchor="t" anchorCtr="0">
                <a:spAutoFit/>
              </a:bodyPr>
              <a:lstStyle/>
              <a:p>
                <a:r>
                  <a:rPr lang="zh-CN" altLang="en-US" dirty="0">
                    <a:solidFill>
                      <a:srgbClr val="161616"/>
                    </a:solidFill>
                    <a:latin typeface="Tahoma" panose="020B0604030504040204" pitchFamily="34" charset="0"/>
                    <a:ea typeface="宋体" panose="02010600030101010101" pitchFamily="2" charset="-122"/>
                  </a:rPr>
                  <a:t> </a:t>
                </a:r>
                <a:r>
                  <a:rPr lang="zh-CN" altLang="en-US" dirty="0">
                    <a:solidFill>
                      <a:srgbClr val="161616"/>
                    </a:solidFill>
                    <a:latin typeface="Arial" panose="020B0604020202020204" pitchFamily="34" charset="0"/>
                    <a:ea typeface="宋体" panose="02010600030101010101" pitchFamily="2" charset="-122"/>
                  </a:rPr>
                  <a:t>（</a:t>
                </a:r>
                <a:r>
                  <a:rPr lang="en-US" altLang="zh-CN" dirty="0">
                    <a:solidFill>
                      <a:srgbClr val="161616"/>
                    </a:solidFill>
                    <a:latin typeface="Tahoma" panose="020B0604030504040204" pitchFamily="34" charset="0"/>
                    <a:ea typeface="宋体" panose="02010600030101010101" pitchFamily="2" charset="-122"/>
                  </a:rPr>
                  <a:t>a</a:t>
                </a:r>
                <a:r>
                  <a:rPr lang="zh-CN" altLang="en-US" dirty="0">
                    <a:solidFill>
                      <a:srgbClr val="161616"/>
                    </a:solidFill>
                    <a:latin typeface="Arial" panose="020B0604020202020204" pitchFamily="34" charset="0"/>
                    <a:ea typeface="宋体" panose="02010600030101010101" pitchFamily="2" charset="-122"/>
                  </a:rPr>
                  <a:t>）时域电路模型</a:t>
                </a:r>
                <a:endParaRPr lang="zh-CN" altLang="en-US" dirty="0">
                  <a:solidFill>
                    <a:srgbClr val="161616"/>
                  </a:solidFill>
                  <a:latin typeface="Tahoma" panose="020B0604030504040204" pitchFamily="34" charset="0"/>
                  <a:ea typeface="宋体" panose="02010600030101010101" pitchFamily="2" charset="-122"/>
                </a:endParaRPr>
              </a:p>
            </p:txBody>
          </p:sp>
          <p:pic>
            <p:nvPicPr>
              <p:cNvPr id="113671" name="Picture 8"/>
              <p:cNvPicPr>
                <a:picLocks noChangeAspect="1"/>
              </p:cNvPicPr>
              <p:nvPr/>
            </p:nvPicPr>
            <p:blipFill>
              <a:blip r:embed="rId3"/>
              <a:stretch>
                <a:fillRect/>
              </a:stretch>
            </p:blipFill>
            <p:spPr>
              <a:xfrm>
                <a:off x="703" y="2205"/>
                <a:ext cx="1560" cy="1410"/>
              </a:xfrm>
              <a:prstGeom prst="rect">
                <a:avLst/>
              </a:prstGeom>
              <a:noFill/>
              <a:ln w="9525">
                <a:noFill/>
              </a:ln>
            </p:spPr>
          </p:pic>
        </p:grpSp>
        <p:grpSp>
          <p:nvGrpSpPr>
            <p:cNvPr id="113672" name="Group 9"/>
            <p:cNvGrpSpPr/>
            <p:nvPr/>
          </p:nvGrpSpPr>
          <p:grpSpPr>
            <a:xfrm>
              <a:off x="3107" y="2251"/>
              <a:ext cx="1485" cy="1637"/>
              <a:chOff x="3833" y="2296"/>
              <a:chExt cx="1485" cy="1637"/>
            </a:xfrm>
          </p:grpSpPr>
          <p:pic>
            <p:nvPicPr>
              <p:cNvPr id="113673" name="Picture 10"/>
              <p:cNvPicPr>
                <a:picLocks noChangeAspect="1"/>
              </p:cNvPicPr>
              <p:nvPr/>
            </p:nvPicPr>
            <p:blipFill>
              <a:blip r:embed="rId4"/>
              <a:stretch>
                <a:fillRect/>
              </a:stretch>
            </p:blipFill>
            <p:spPr>
              <a:xfrm>
                <a:off x="3878" y="2296"/>
                <a:ext cx="1440" cy="1296"/>
              </a:xfrm>
              <a:prstGeom prst="rect">
                <a:avLst/>
              </a:prstGeom>
              <a:noFill/>
              <a:ln w="9525">
                <a:noFill/>
              </a:ln>
            </p:spPr>
          </p:pic>
          <p:sp>
            <p:nvSpPr>
              <p:cNvPr id="113674" name="Text Box 4"/>
              <p:cNvSpPr txBox="1"/>
              <p:nvPr/>
            </p:nvSpPr>
            <p:spPr>
              <a:xfrm>
                <a:off x="3833" y="3702"/>
                <a:ext cx="1302" cy="231"/>
              </a:xfrm>
              <a:prstGeom prst="rect">
                <a:avLst/>
              </a:prstGeom>
              <a:noFill/>
              <a:ln w="9525">
                <a:noFill/>
              </a:ln>
            </p:spPr>
            <p:txBody>
              <a:bodyPr wrap="none" anchor="t" anchorCtr="0">
                <a:spAutoFit/>
              </a:bodyPr>
              <a:lstStyle/>
              <a:p>
                <a:r>
                  <a:rPr lang="zh-CN" altLang="en-US" dirty="0">
                    <a:solidFill>
                      <a:srgbClr val="161616"/>
                    </a:solidFill>
                    <a:latin typeface="Arial" panose="020B0604020202020204" pitchFamily="34" charset="0"/>
                    <a:ea typeface="宋体" panose="02010600030101010101" pitchFamily="2" charset="-122"/>
                  </a:rPr>
                  <a:t>（</a:t>
                </a:r>
                <a:r>
                  <a:rPr lang="en-US" altLang="zh-CN" dirty="0">
                    <a:solidFill>
                      <a:srgbClr val="161616"/>
                    </a:solidFill>
                    <a:latin typeface="Tahoma" panose="020B0604030504040204" pitchFamily="34" charset="0"/>
                    <a:ea typeface="宋体" panose="02010600030101010101" pitchFamily="2" charset="-122"/>
                  </a:rPr>
                  <a:t>b</a:t>
                </a:r>
                <a:r>
                  <a:rPr lang="zh-CN" altLang="en-US" dirty="0">
                    <a:solidFill>
                      <a:srgbClr val="161616"/>
                    </a:solidFill>
                    <a:latin typeface="Arial" panose="020B0604020202020204" pitchFamily="34" charset="0"/>
                    <a:ea typeface="宋体" panose="02010600030101010101" pitchFamily="2" charset="-122"/>
                  </a:rPr>
                  <a:t>）</a:t>
                </a:r>
                <a:r>
                  <a:rPr lang="en-US" altLang="zh-CN" dirty="0">
                    <a:solidFill>
                      <a:srgbClr val="161616"/>
                    </a:solidFill>
                    <a:latin typeface="Arial" panose="020B0604020202020204" pitchFamily="34" charset="0"/>
                    <a:ea typeface="宋体" panose="02010600030101010101" pitchFamily="2" charset="-122"/>
                  </a:rPr>
                  <a:t>s</a:t>
                </a:r>
                <a:r>
                  <a:rPr lang="zh-CN" altLang="en-US" dirty="0">
                    <a:solidFill>
                      <a:srgbClr val="161616"/>
                    </a:solidFill>
                    <a:latin typeface="Arial" panose="020B0604020202020204" pitchFamily="34" charset="0"/>
                    <a:ea typeface="宋体" panose="02010600030101010101" pitchFamily="2" charset="-122"/>
                  </a:rPr>
                  <a:t>域电路模型</a:t>
                </a:r>
                <a:endParaRPr lang="zh-CN" altLang="en-US" dirty="0">
                  <a:solidFill>
                    <a:srgbClr val="161616"/>
                  </a:solidFill>
                  <a:latin typeface="Tahoma" panose="020B0604030504040204" pitchFamily="34" charset="0"/>
                  <a:ea typeface="宋体" panose="02010600030101010101" pitchFamily="2" charset="-122"/>
                </a:endParaRPr>
              </a:p>
            </p:txBody>
          </p:sp>
        </p:grpSp>
      </p:grpSp>
      <p:sp>
        <p:nvSpPr>
          <p:cNvPr id="113675" name="Rectangle 12"/>
          <p:cNvSpPr/>
          <p:nvPr/>
        </p:nvSpPr>
        <p:spPr>
          <a:xfrm>
            <a:off x="971550" y="188913"/>
            <a:ext cx="7200900" cy="823912"/>
          </a:xfrm>
          <a:prstGeom prst="rect">
            <a:avLst/>
          </a:prstGeom>
          <a:solidFill>
            <a:schemeClr val="tx1"/>
          </a:solidFill>
          <a:ln w="9525" cap="flat" cmpd="sng">
            <a:solidFill>
              <a:srgbClr val="C0C0C0"/>
            </a:solidFill>
            <a:prstDash val="solid"/>
            <a:miter/>
            <a:headEnd type="none" w="med" len="med"/>
            <a:tailEnd type="none" w="med" len="med"/>
          </a:ln>
          <a:effectLst>
            <a:outerShdw dist="35921" dir="2699999" algn="ctr" rotWithShape="0">
              <a:srgbClr val="808080"/>
            </a:outerShdw>
          </a:effectLst>
        </p:spPr>
        <p:txBody>
          <a:bodyPr anchor="ctr" anchorCtr="0"/>
          <a:lstStyle/>
          <a:p>
            <a:pPr algn="ctr" eaLnBrk="0" hangingPunct="0"/>
            <a:r>
              <a:rPr lang="zh-CN" altLang="en-US" sz="4000" b="0" dirty="0">
                <a:solidFill>
                  <a:schemeClr val="bg1"/>
                </a:solidFill>
                <a:latin typeface="Arial" panose="020B0604020202020204" pitchFamily="34" charset="0"/>
                <a:ea typeface="黑体" panose="02010609060101010101" charset="-122"/>
              </a:rPr>
              <a:t>总结</a:t>
            </a:r>
            <a:r>
              <a:rPr lang="en-US" altLang="zh-CN" sz="4000" b="0" baseline="30000" dirty="0">
                <a:solidFill>
                  <a:schemeClr val="bg1"/>
                </a:solidFill>
                <a:latin typeface="Arial" panose="020B0604020202020204" pitchFamily="34" charset="0"/>
                <a:ea typeface="黑体" panose="02010609060101010101" charset="-122"/>
              </a:rPr>
              <a:t>—</a:t>
            </a:r>
            <a:r>
              <a:rPr lang="zh-CN" altLang="en-US" sz="4000" b="0" baseline="30000" dirty="0">
                <a:solidFill>
                  <a:schemeClr val="bg1"/>
                </a:solidFill>
                <a:latin typeface="Arial" panose="020B0604020202020204" pitchFamily="34" charset="0"/>
                <a:ea typeface="黑体" panose="02010609060101010101" charset="-122"/>
              </a:rPr>
              <a:t>线性系统的拉普拉斯变换分析法</a:t>
            </a:r>
            <a:endParaRPr lang="zh-CN" altLang="en-US" sz="4000" b="0" baseline="30000" dirty="0">
              <a:solidFill>
                <a:schemeClr val="bg1"/>
              </a:solidFill>
              <a:latin typeface="Arial" panose="020B0604020202020204" pitchFamily="34" charset="0"/>
              <a:ea typeface="黑体" panose="02010609060101010101" charset="-122"/>
            </a:endParaRPr>
          </a:p>
        </p:txBody>
      </p:sp>
      <p:pic>
        <p:nvPicPr>
          <p:cNvPr id="3" name="音频 1">
            <a:hlinkClick r:id="" action="ppaction://media"/>
          </p:cNvPr>
          <p:cNvPicPr>
            <a:picLocks noChangeAspect="1"/>
          </p:cNvPicPr>
          <p:nvPr>
            <a:audioFile r:link="rId5"/>
            <p:extLst>
              <p:ext uri="{DAA4B4D4-6D71-4841-9C94-3DE7FCFB9230}">
                <p14:media xmlns:p14="http://schemas.microsoft.com/office/powerpoint/2010/main" r:embed="rId6"/>
              </p:ext>
            </p:extLst>
          </p:nvPr>
        </p:nvPicPr>
        <p:blipFill>
          <a:blip r:embed="rId7"/>
          <a:stretch>
            <a:fillRect/>
          </a:stretch>
        </p:blipFill>
        <p:spPr>
          <a:xfrm>
            <a:off x="8623300" y="63373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11084"/>
    </mc:Choice>
    <mc:Fallback>
      <p:transition spd="slow" advTm="11084"/>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5" presetClass="entr" presetSubtype="0" fill="hold" nodeType="afterEffect">
                                  <p:stCondLst>
                                    <p:cond delay="0"/>
                                  </p:stCondLst>
                                  <p:childTnLst>
                                    <p:set>
                                      <p:cBhvr>
                                        <p:cTn id="6" dur="1" fill="hold">
                                          <p:stCondLst>
                                            <p:cond delay="0"/>
                                          </p:stCondLst>
                                        </p:cTn>
                                        <p:tgtEl>
                                          <p:spTgt spid="200708"/>
                                        </p:tgtEl>
                                        <p:attrNameLst>
                                          <p:attrName>style.visibility</p:attrName>
                                        </p:attrNameLst>
                                      </p:cBhvr>
                                      <p:to>
                                        <p:strVal val="visible"/>
                                      </p:to>
                                    </p:set>
                                    <p:anim calcmode="lin" valueType="num">
                                      <p:cBhvr>
                                        <p:cTn id="7" dur="1000" fill="hold"/>
                                        <p:tgtEl>
                                          <p:spTgt spid="200708"/>
                                        </p:tgtEl>
                                        <p:attrNameLst>
                                          <p:attrName>ppt_w</p:attrName>
                                        </p:attrNameLst>
                                      </p:cBhvr>
                                      <p:tavLst>
                                        <p:tav tm="0">
                                          <p:val>
                                            <p:strVal val="#ppt_w*0.70"/>
                                          </p:val>
                                        </p:tav>
                                        <p:tav tm="100000">
                                          <p:val>
                                            <p:strVal val="#ppt_w"/>
                                          </p:val>
                                        </p:tav>
                                      </p:tavLst>
                                    </p:anim>
                                    <p:anim calcmode="lin" valueType="num">
                                      <p:cBhvr>
                                        <p:cTn id="8" dur="1000" fill="hold"/>
                                        <p:tgtEl>
                                          <p:spTgt spid="200708"/>
                                        </p:tgtEl>
                                        <p:attrNameLst>
                                          <p:attrName>ppt_h</p:attrName>
                                        </p:attrNameLst>
                                      </p:cBhvr>
                                      <p:tavLst>
                                        <p:tav tm="0">
                                          <p:val>
                                            <p:strVal val="#ppt_h"/>
                                          </p:val>
                                        </p:tav>
                                        <p:tav tm="100000">
                                          <p:val>
                                            <p:strVal val="#ppt_h"/>
                                          </p:val>
                                        </p:tav>
                                      </p:tavLst>
                                    </p:anim>
                                    <p:animEffect transition="in" filter="fade">
                                      <p:cBhvr>
                                        <p:cTn id="9" dur="1000"/>
                                        <p:tgtEl>
                                          <p:spTgt spid="20070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4689" name="Picture 2"/>
          <p:cNvPicPr>
            <a:picLocks noChangeAspect="1"/>
          </p:cNvPicPr>
          <p:nvPr/>
        </p:nvPicPr>
        <p:blipFill>
          <a:blip r:embed="rId1"/>
          <a:stretch>
            <a:fillRect/>
          </a:stretch>
        </p:blipFill>
        <p:spPr>
          <a:xfrm>
            <a:off x="1042988" y="2236788"/>
            <a:ext cx="2038350" cy="1924050"/>
          </a:xfrm>
          <a:prstGeom prst="rect">
            <a:avLst/>
          </a:prstGeom>
          <a:noFill/>
          <a:ln w="9525">
            <a:noFill/>
          </a:ln>
        </p:spPr>
      </p:pic>
      <p:sp>
        <p:nvSpPr>
          <p:cNvPr id="114690" name="Rectangle 2"/>
          <p:cNvSpPr/>
          <p:nvPr/>
        </p:nvSpPr>
        <p:spPr>
          <a:xfrm>
            <a:off x="2471738" y="2871788"/>
            <a:ext cx="9144000" cy="0"/>
          </a:xfrm>
          <a:prstGeom prst="rect">
            <a:avLst/>
          </a:prstGeom>
          <a:noFill/>
          <a:ln w="9525">
            <a:noFill/>
          </a:ln>
        </p:spPr>
        <p:txBody>
          <a:bodyPr anchor="t" anchorCtr="0">
            <a:spAutoFit/>
          </a:bodyPr>
          <a:lstStyle/>
          <a:p>
            <a:endParaRPr lang="zh-CN" altLang="en-US" dirty="0">
              <a:latin typeface="Arial" panose="020B0604020202020204" pitchFamily="34" charset="0"/>
              <a:ea typeface="宋体" panose="02010600030101010101" pitchFamily="2" charset="-122"/>
            </a:endParaRPr>
          </a:p>
        </p:txBody>
      </p:sp>
      <p:sp>
        <p:nvSpPr>
          <p:cNvPr id="114691" name="Text Box 4"/>
          <p:cNvSpPr txBox="1"/>
          <p:nvPr/>
        </p:nvSpPr>
        <p:spPr>
          <a:xfrm>
            <a:off x="684213" y="1084263"/>
            <a:ext cx="4030662" cy="457200"/>
          </a:xfrm>
          <a:prstGeom prst="rect">
            <a:avLst/>
          </a:prstGeom>
          <a:noFill/>
          <a:ln w="9525">
            <a:noFill/>
          </a:ln>
        </p:spPr>
        <p:txBody>
          <a:bodyPr wrap="none" anchor="t" anchorCtr="0">
            <a:spAutoFit/>
          </a:bodyPr>
          <a:lstStyle/>
          <a:p>
            <a:r>
              <a:rPr lang="zh-CN" altLang="en-US" sz="2400" dirty="0">
                <a:solidFill>
                  <a:srgbClr val="FF0000"/>
                </a:solidFill>
                <a:latin typeface="Arial" panose="020B0604020202020204" pitchFamily="34" charset="0"/>
                <a:ea typeface="宋体" panose="02010600030101010101" pitchFamily="2" charset="-122"/>
              </a:rPr>
              <a:t>电容元件时域与</a:t>
            </a:r>
            <a:r>
              <a:rPr lang="en-US" altLang="zh-CN" sz="2400" dirty="0">
                <a:solidFill>
                  <a:srgbClr val="FF0000"/>
                </a:solidFill>
                <a:latin typeface="Arial" panose="020B0604020202020204" pitchFamily="34" charset="0"/>
                <a:ea typeface="宋体" panose="02010600030101010101" pitchFamily="2" charset="-122"/>
              </a:rPr>
              <a:t>s</a:t>
            </a:r>
            <a:r>
              <a:rPr lang="zh-CN" altLang="en-US" sz="2400" dirty="0">
                <a:solidFill>
                  <a:srgbClr val="FF0000"/>
                </a:solidFill>
                <a:latin typeface="Arial" panose="020B0604020202020204" pitchFamily="34" charset="0"/>
                <a:ea typeface="宋体" panose="02010600030101010101" pitchFamily="2" charset="-122"/>
              </a:rPr>
              <a:t>域电路模型</a:t>
            </a:r>
            <a:endParaRPr lang="zh-CN" altLang="en-US" sz="2400" dirty="0">
              <a:solidFill>
                <a:srgbClr val="FF0000"/>
              </a:solidFill>
              <a:latin typeface="Tahoma" panose="020B0604030504040204" pitchFamily="34" charset="0"/>
              <a:ea typeface="宋体" panose="02010600030101010101" pitchFamily="2" charset="-122"/>
            </a:endParaRPr>
          </a:p>
        </p:txBody>
      </p:sp>
      <p:pic>
        <p:nvPicPr>
          <p:cNvPr id="201733" name="Picture 5"/>
          <p:cNvPicPr>
            <a:picLocks noChangeAspect="1"/>
          </p:cNvPicPr>
          <p:nvPr/>
        </p:nvPicPr>
        <p:blipFill>
          <a:blip r:embed="rId2"/>
          <a:stretch>
            <a:fillRect/>
          </a:stretch>
        </p:blipFill>
        <p:spPr>
          <a:xfrm>
            <a:off x="3563938" y="2381250"/>
            <a:ext cx="2343150" cy="1933575"/>
          </a:xfrm>
          <a:prstGeom prst="rect">
            <a:avLst/>
          </a:prstGeom>
          <a:noFill/>
          <a:ln w="9525">
            <a:noFill/>
          </a:ln>
        </p:spPr>
      </p:pic>
      <p:sp>
        <p:nvSpPr>
          <p:cNvPr id="114693" name="Text Box 4"/>
          <p:cNvSpPr txBox="1"/>
          <p:nvPr/>
        </p:nvSpPr>
        <p:spPr>
          <a:xfrm>
            <a:off x="3360738" y="1787525"/>
            <a:ext cx="2665412" cy="366713"/>
          </a:xfrm>
          <a:prstGeom prst="rect">
            <a:avLst/>
          </a:prstGeom>
          <a:noFill/>
          <a:ln w="9525">
            <a:noFill/>
          </a:ln>
        </p:spPr>
        <p:txBody>
          <a:bodyPr anchor="t" anchorCtr="0">
            <a:spAutoFit/>
          </a:bodyPr>
          <a:lstStyle/>
          <a:p>
            <a:r>
              <a:rPr lang="zh-CN" altLang="en-US" dirty="0">
                <a:solidFill>
                  <a:srgbClr val="161616"/>
                </a:solidFill>
                <a:latin typeface="Arial" panose="020B0604020202020204" pitchFamily="34" charset="0"/>
                <a:ea typeface="宋体" panose="02010600030101010101" pitchFamily="2" charset="-122"/>
              </a:rPr>
              <a:t>（</a:t>
            </a:r>
            <a:r>
              <a:rPr lang="en-US" altLang="zh-CN" dirty="0">
                <a:solidFill>
                  <a:srgbClr val="161616"/>
                </a:solidFill>
                <a:latin typeface="Tahoma" panose="020B0604030504040204" pitchFamily="34" charset="0"/>
                <a:ea typeface="宋体" panose="02010600030101010101" pitchFamily="2" charset="-122"/>
              </a:rPr>
              <a:t>b</a:t>
            </a:r>
            <a:r>
              <a:rPr lang="zh-CN" altLang="en-US" dirty="0">
                <a:solidFill>
                  <a:srgbClr val="161616"/>
                </a:solidFill>
                <a:latin typeface="Arial" panose="020B0604020202020204" pitchFamily="34" charset="0"/>
                <a:ea typeface="宋体" panose="02010600030101010101" pitchFamily="2" charset="-122"/>
              </a:rPr>
              <a:t>）</a:t>
            </a:r>
            <a:r>
              <a:rPr lang="en-US" altLang="zh-CN" dirty="0">
                <a:solidFill>
                  <a:srgbClr val="161616"/>
                </a:solidFill>
                <a:latin typeface="Arial" panose="020B0604020202020204" pitchFamily="34" charset="0"/>
                <a:ea typeface="宋体" panose="02010600030101010101" pitchFamily="2" charset="-122"/>
              </a:rPr>
              <a:t>s</a:t>
            </a:r>
            <a:r>
              <a:rPr lang="zh-CN" altLang="en-US" dirty="0">
                <a:solidFill>
                  <a:srgbClr val="161616"/>
                </a:solidFill>
                <a:latin typeface="Arial" panose="020B0604020202020204" pitchFamily="34" charset="0"/>
                <a:ea typeface="宋体" panose="02010600030101010101" pitchFamily="2" charset="-122"/>
              </a:rPr>
              <a:t>域串联电路模型</a:t>
            </a:r>
            <a:endParaRPr lang="zh-CN" altLang="en-US" dirty="0">
              <a:solidFill>
                <a:srgbClr val="161616"/>
              </a:solidFill>
              <a:latin typeface="Tahoma" panose="020B0604030504040204" pitchFamily="34" charset="0"/>
              <a:ea typeface="宋体" panose="02010600030101010101" pitchFamily="2" charset="-122"/>
            </a:endParaRPr>
          </a:p>
        </p:txBody>
      </p:sp>
      <p:sp>
        <p:nvSpPr>
          <p:cNvPr id="114694" name="Text Box 4"/>
          <p:cNvSpPr txBox="1"/>
          <p:nvPr/>
        </p:nvSpPr>
        <p:spPr>
          <a:xfrm>
            <a:off x="755650" y="1804988"/>
            <a:ext cx="2447925" cy="366712"/>
          </a:xfrm>
          <a:prstGeom prst="rect">
            <a:avLst/>
          </a:prstGeom>
          <a:noFill/>
          <a:ln w="9525">
            <a:noFill/>
          </a:ln>
        </p:spPr>
        <p:txBody>
          <a:bodyPr anchor="t" anchorCtr="0">
            <a:spAutoFit/>
          </a:bodyPr>
          <a:lstStyle/>
          <a:p>
            <a:r>
              <a:rPr lang="zh-CN" altLang="en-US" dirty="0">
                <a:solidFill>
                  <a:srgbClr val="161616"/>
                </a:solidFill>
                <a:latin typeface="Arial" panose="020B0604020202020204" pitchFamily="34" charset="0"/>
                <a:ea typeface="宋体" panose="02010600030101010101" pitchFamily="2" charset="-122"/>
              </a:rPr>
              <a:t>（</a:t>
            </a:r>
            <a:r>
              <a:rPr lang="en-US" altLang="zh-CN" dirty="0">
                <a:solidFill>
                  <a:srgbClr val="161616"/>
                </a:solidFill>
                <a:latin typeface="Tahoma" panose="020B0604030504040204" pitchFamily="34" charset="0"/>
                <a:ea typeface="宋体" panose="02010600030101010101" pitchFamily="2" charset="-122"/>
              </a:rPr>
              <a:t>a</a:t>
            </a:r>
            <a:r>
              <a:rPr lang="zh-CN" altLang="en-US" dirty="0">
                <a:solidFill>
                  <a:srgbClr val="161616"/>
                </a:solidFill>
                <a:latin typeface="Arial" panose="020B0604020202020204" pitchFamily="34" charset="0"/>
                <a:ea typeface="宋体" panose="02010600030101010101" pitchFamily="2" charset="-122"/>
              </a:rPr>
              <a:t>）时域电路模型</a:t>
            </a:r>
            <a:endParaRPr lang="zh-CN" altLang="en-US" dirty="0">
              <a:solidFill>
                <a:srgbClr val="161616"/>
              </a:solidFill>
              <a:latin typeface="Tahoma" panose="020B0604030504040204" pitchFamily="34" charset="0"/>
              <a:ea typeface="宋体" panose="02010600030101010101" pitchFamily="2" charset="-122"/>
            </a:endParaRPr>
          </a:p>
        </p:txBody>
      </p:sp>
      <p:graphicFrame>
        <p:nvGraphicFramePr>
          <p:cNvPr id="114695" name="Object 4"/>
          <p:cNvGraphicFramePr>
            <a:graphicFrameLocks noChangeAspect="1"/>
          </p:cNvGraphicFramePr>
          <p:nvPr/>
        </p:nvGraphicFramePr>
        <p:xfrm>
          <a:off x="4519613" y="4684713"/>
          <a:ext cx="1114425" cy="477837"/>
        </p:xfrm>
        <a:graphic>
          <a:graphicData uri="http://schemas.openxmlformats.org/presentationml/2006/ole">
            <mc:AlternateContent xmlns:mc="http://schemas.openxmlformats.org/markup-compatibility/2006">
              <mc:Choice xmlns:v="urn:schemas-microsoft-com:vml" Requires="v">
                <p:oleObj spid="_x0000_s2" name="" r:id="rId3" imgW="533400" imgH="228600" progId="Equation.3">
                  <p:embed/>
                </p:oleObj>
              </mc:Choice>
              <mc:Fallback>
                <p:oleObj name="" r:id="rId3" imgW="533400" imgH="228600" progId="Equation.3">
                  <p:embed/>
                  <p:pic>
                    <p:nvPicPr>
                      <p:cNvPr id="0" name="Object 4"/>
                      <p:cNvPicPr/>
                      <p:nvPr/>
                    </p:nvPicPr>
                    <p:blipFill>
                      <a:blip r:embed="rId4"/>
                      <a:stretch>
                        <a:fillRect/>
                      </a:stretch>
                    </p:blipFill>
                    <p:spPr>
                      <a:xfrm>
                        <a:off x="4519613" y="4684713"/>
                        <a:ext cx="1114425" cy="477837"/>
                      </a:xfrm>
                      <a:prstGeom prst="rect">
                        <a:avLst/>
                      </a:prstGeom>
                      <a:noFill/>
                      <a:ln w="38100">
                        <a:noFill/>
                        <a:miter/>
                      </a:ln>
                    </p:spPr>
                  </p:pic>
                </p:oleObj>
              </mc:Fallback>
            </mc:AlternateContent>
          </a:graphicData>
        </a:graphic>
      </p:graphicFrame>
      <p:graphicFrame>
        <p:nvGraphicFramePr>
          <p:cNvPr id="430093" name="Object 5"/>
          <p:cNvGraphicFramePr>
            <a:graphicFrameLocks noChangeAspect="1"/>
          </p:cNvGraphicFramePr>
          <p:nvPr/>
        </p:nvGraphicFramePr>
        <p:xfrm>
          <a:off x="5322888" y="4325938"/>
          <a:ext cx="3397250" cy="1122362"/>
        </p:xfrm>
        <a:graphic>
          <a:graphicData uri="http://schemas.openxmlformats.org/presentationml/2006/ole">
            <mc:AlternateContent xmlns:mc="http://schemas.openxmlformats.org/markup-compatibility/2006">
              <mc:Choice xmlns:v="urn:schemas-microsoft-com:vml" Requires="v">
                <p:oleObj spid="_x0000_s3" name="" r:id="rId5" imgW="1269365" imgH="419100" progId="Equation.3">
                  <p:embed/>
                </p:oleObj>
              </mc:Choice>
              <mc:Fallback>
                <p:oleObj name="" r:id="rId5" imgW="1269365" imgH="419100" progId="Equation.3">
                  <p:embed/>
                  <p:pic>
                    <p:nvPicPr>
                      <p:cNvPr id="0" name="Object 5"/>
                      <p:cNvPicPr/>
                      <p:nvPr/>
                    </p:nvPicPr>
                    <p:blipFill>
                      <a:blip r:embed="rId6"/>
                      <a:stretch>
                        <a:fillRect/>
                      </a:stretch>
                    </p:blipFill>
                    <p:spPr>
                      <a:xfrm>
                        <a:off x="5322888" y="4325938"/>
                        <a:ext cx="3397250" cy="1122362"/>
                      </a:xfrm>
                      <a:prstGeom prst="rect">
                        <a:avLst/>
                      </a:prstGeom>
                      <a:noFill/>
                      <a:ln w="38100">
                        <a:noFill/>
                        <a:miter/>
                      </a:ln>
                    </p:spPr>
                  </p:pic>
                </p:oleObj>
              </mc:Fallback>
            </mc:AlternateContent>
          </a:graphicData>
        </a:graphic>
      </p:graphicFrame>
      <p:sp>
        <p:nvSpPr>
          <p:cNvPr id="114697" name="Text Box 4"/>
          <p:cNvSpPr txBox="1"/>
          <p:nvPr/>
        </p:nvSpPr>
        <p:spPr>
          <a:xfrm>
            <a:off x="6173788" y="1792288"/>
            <a:ext cx="2603500" cy="366712"/>
          </a:xfrm>
          <a:prstGeom prst="rect">
            <a:avLst/>
          </a:prstGeom>
          <a:noFill/>
          <a:ln w="9525">
            <a:noFill/>
          </a:ln>
        </p:spPr>
        <p:txBody>
          <a:bodyPr anchor="t" anchorCtr="0">
            <a:spAutoFit/>
          </a:bodyPr>
          <a:lstStyle/>
          <a:p>
            <a:r>
              <a:rPr lang="zh-CN" altLang="en-US" dirty="0">
                <a:solidFill>
                  <a:srgbClr val="161616"/>
                </a:solidFill>
                <a:latin typeface="Arial" panose="020B0604020202020204" pitchFamily="34" charset="0"/>
                <a:ea typeface="宋体" panose="02010600030101010101" pitchFamily="2" charset="-122"/>
              </a:rPr>
              <a:t>（</a:t>
            </a:r>
            <a:r>
              <a:rPr lang="en-US" altLang="zh-CN" dirty="0">
                <a:solidFill>
                  <a:srgbClr val="161616"/>
                </a:solidFill>
                <a:latin typeface="Tahoma" panose="020B0604030504040204" pitchFamily="34" charset="0"/>
                <a:ea typeface="宋体" panose="02010600030101010101" pitchFamily="2" charset="-122"/>
              </a:rPr>
              <a:t>c</a:t>
            </a:r>
            <a:r>
              <a:rPr lang="zh-CN" altLang="en-US" dirty="0">
                <a:solidFill>
                  <a:srgbClr val="161616"/>
                </a:solidFill>
                <a:latin typeface="Arial" panose="020B0604020202020204" pitchFamily="34" charset="0"/>
                <a:ea typeface="宋体" panose="02010600030101010101" pitchFamily="2" charset="-122"/>
              </a:rPr>
              <a:t>）</a:t>
            </a:r>
            <a:r>
              <a:rPr lang="en-US" altLang="zh-CN" dirty="0">
                <a:solidFill>
                  <a:srgbClr val="161616"/>
                </a:solidFill>
                <a:latin typeface="Arial" panose="020B0604020202020204" pitchFamily="34" charset="0"/>
                <a:ea typeface="宋体" panose="02010600030101010101" pitchFamily="2" charset="-122"/>
              </a:rPr>
              <a:t>s</a:t>
            </a:r>
            <a:r>
              <a:rPr lang="zh-CN" altLang="en-US" dirty="0">
                <a:solidFill>
                  <a:srgbClr val="161616"/>
                </a:solidFill>
                <a:latin typeface="Arial" panose="020B0604020202020204" pitchFamily="34" charset="0"/>
                <a:ea typeface="宋体" panose="02010600030101010101" pitchFamily="2" charset="-122"/>
              </a:rPr>
              <a:t>域并联电路模型</a:t>
            </a:r>
            <a:endParaRPr lang="zh-CN" altLang="en-US" dirty="0">
              <a:solidFill>
                <a:srgbClr val="161616"/>
              </a:solidFill>
              <a:latin typeface="Tahoma" panose="020B0604030504040204" pitchFamily="34" charset="0"/>
              <a:ea typeface="宋体" panose="02010600030101010101" pitchFamily="2" charset="-122"/>
            </a:endParaRPr>
          </a:p>
        </p:txBody>
      </p:sp>
      <p:pic>
        <p:nvPicPr>
          <p:cNvPr id="201739" name="Picture 11"/>
          <p:cNvPicPr>
            <a:picLocks noChangeAspect="1"/>
          </p:cNvPicPr>
          <p:nvPr/>
        </p:nvPicPr>
        <p:blipFill>
          <a:blip r:embed="rId7"/>
          <a:stretch>
            <a:fillRect/>
          </a:stretch>
        </p:blipFill>
        <p:spPr>
          <a:xfrm>
            <a:off x="6134100" y="2309813"/>
            <a:ext cx="3009900" cy="1943100"/>
          </a:xfrm>
          <a:prstGeom prst="rect">
            <a:avLst/>
          </a:prstGeom>
          <a:noFill/>
          <a:ln w="9525">
            <a:noFill/>
          </a:ln>
        </p:spPr>
      </p:pic>
      <p:graphicFrame>
        <p:nvGraphicFramePr>
          <p:cNvPr id="114699" name="Object 3"/>
          <p:cNvGraphicFramePr>
            <a:graphicFrameLocks noChangeAspect="1"/>
          </p:cNvGraphicFramePr>
          <p:nvPr/>
        </p:nvGraphicFramePr>
        <p:xfrm>
          <a:off x="4500563" y="5910263"/>
          <a:ext cx="1039812" cy="644525"/>
        </p:xfrm>
        <a:graphic>
          <a:graphicData uri="http://schemas.openxmlformats.org/presentationml/2006/ole">
            <mc:AlternateContent xmlns:mc="http://schemas.openxmlformats.org/markup-compatibility/2006">
              <mc:Choice xmlns:v="urn:schemas-microsoft-com:vml" Requires="v">
                <p:oleObj spid="_x0000_s4" name="" r:id="rId8" imgW="368300" imgH="228600" progId="Equation.3">
                  <p:embed/>
                </p:oleObj>
              </mc:Choice>
              <mc:Fallback>
                <p:oleObj name="" r:id="rId8" imgW="368300" imgH="228600" progId="Equation.3">
                  <p:embed/>
                  <p:pic>
                    <p:nvPicPr>
                      <p:cNvPr id="0" name="Object 3"/>
                      <p:cNvPicPr/>
                      <p:nvPr/>
                    </p:nvPicPr>
                    <p:blipFill>
                      <a:blip r:embed="rId9"/>
                      <a:stretch>
                        <a:fillRect/>
                      </a:stretch>
                    </p:blipFill>
                    <p:spPr>
                      <a:xfrm>
                        <a:off x="4500563" y="5910263"/>
                        <a:ext cx="1039812" cy="644525"/>
                      </a:xfrm>
                      <a:prstGeom prst="rect">
                        <a:avLst/>
                      </a:prstGeom>
                      <a:noFill/>
                      <a:ln w="38100">
                        <a:noFill/>
                        <a:miter/>
                      </a:ln>
                    </p:spPr>
                  </p:pic>
                </p:oleObj>
              </mc:Fallback>
            </mc:AlternateContent>
          </a:graphicData>
        </a:graphic>
      </p:graphicFrame>
      <p:pic>
        <p:nvPicPr>
          <p:cNvPr id="439307" name="Object 13"/>
          <p:cNvPicPr>
            <a:picLocks noChangeAspect="1"/>
          </p:cNvPicPr>
          <p:nvPr/>
        </p:nvPicPr>
        <p:blipFill>
          <a:blip r:embed="rId10"/>
          <a:stretch>
            <a:fillRect/>
          </a:stretch>
        </p:blipFill>
        <p:spPr>
          <a:xfrm>
            <a:off x="5580063" y="5910263"/>
            <a:ext cx="3311525" cy="633412"/>
          </a:xfrm>
          <a:prstGeom prst="rect">
            <a:avLst/>
          </a:prstGeom>
          <a:noFill/>
          <a:ln w="9525">
            <a:noFill/>
          </a:ln>
        </p:spPr>
      </p:pic>
      <p:graphicFrame>
        <p:nvGraphicFramePr>
          <p:cNvPr id="114701" name="Object 2"/>
          <p:cNvGraphicFramePr>
            <a:graphicFrameLocks noChangeAspect="1"/>
          </p:cNvGraphicFramePr>
          <p:nvPr/>
        </p:nvGraphicFramePr>
        <p:xfrm>
          <a:off x="755650" y="4483100"/>
          <a:ext cx="3421063" cy="882650"/>
        </p:xfrm>
        <a:graphic>
          <a:graphicData uri="http://schemas.openxmlformats.org/presentationml/2006/ole">
            <mc:AlternateContent xmlns:mc="http://schemas.openxmlformats.org/markup-compatibility/2006">
              <mc:Choice xmlns:v="urn:schemas-microsoft-com:vml" Requires="v">
                <p:oleObj spid="_x0000_s5" name="" r:id="rId11" imgW="1573530" imgH="405765" progId="Equation.3">
                  <p:embed/>
                </p:oleObj>
              </mc:Choice>
              <mc:Fallback>
                <p:oleObj name="" r:id="rId11" imgW="1573530" imgH="405765" progId="Equation.3">
                  <p:embed/>
                  <p:pic>
                    <p:nvPicPr>
                      <p:cNvPr id="0" name="Object 2"/>
                      <p:cNvPicPr/>
                      <p:nvPr/>
                    </p:nvPicPr>
                    <p:blipFill>
                      <a:blip r:embed="rId12"/>
                      <a:stretch>
                        <a:fillRect/>
                      </a:stretch>
                    </p:blipFill>
                    <p:spPr>
                      <a:xfrm>
                        <a:off x="755650" y="4483100"/>
                        <a:ext cx="3421063" cy="882650"/>
                      </a:xfrm>
                      <a:prstGeom prst="rect">
                        <a:avLst/>
                      </a:prstGeom>
                      <a:solidFill>
                        <a:schemeClr val="tx1"/>
                      </a:solidFill>
                      <a:ln w="9525" cap="flat" cmpd="sng">
                        <a:solidFill>
                          <a:srgbClr val="009900"/>
                        </a:solidFill>
                        <a:prstDash val="solid"/>
                        <a:miter/>
                        <a:headEnd type="none" w="med" len="med"/>
                        <a:tailEnd type="none" w="med" len="med"/>
                      </a:ln>
                      <a:effectLst>
                        <a:outerShdw dist="35921" dir="2699999" algn="ctr" rotWithShape="0">
                          <a:srgbClr val="808080"/>
                        </a:outerShdw>
                      </a:effectLst>
                    </p:spPr>
                  </p:pic>
                </p:oleObj>
              </mc:Fallback>
            </mc:AlternateContent>
          </a:graphicData>
        </a:graphic>
      </p:graphicFrame>
      <p:graphicFrame>
        <p:nvGraphicFramePr>
          <p:cNvPr id="114702" name="Object 15"/>
          <p:cNvGraphicFramePr>
            <a:graphicFrameLocks noChangeAspect="1"/>
          </p:cNvGraphicFramePr>
          <p:nvPr/>
        </p:nvGraphicFramePr>
        <p:xfrm>
          <a:off x="657225" y="5686425"/>
          <a:ext cx="3282950" cy="1082675"/>
        </p:xfrm>
        <a:graphic>
          <a:graphicData uri="http://schemas.openxmlformats.org/presentationml/2006/ole">
            <mc:AlternateContent xmlns:mc="http://schemas.openxmlformats.org/markup-compatibility/2006">
              <mc:Choice xmlns:v="urn:schemas-microsoft-com:vml" Requires="v">
                <p:oleObj spid="_x0000_s6" name="" r:id="rId13" imgW="1230630" imgH="405765" progId="Equation.3">
                  <p:embed/>
                </p:oleObj>
              </mc:Choice>
              <mc:Fallback>
                <p:oleObj name="" r:id="rId13" imgW="1230630" imgH="405765" progId="Equation.3">
                  <p:embed/>
                  <p:pic>
                    <p:nvPicPr>
                      <p:cNvPr id="0" name="Object 15"/>
                      <p:cNvPicPr/>
                      <p:nvPr/>
                    </p:nvPicPr>
                    <p:blipFill>
                      <a:blip r:embed="rId14"/>
                      <a:stretch>
                        <a:fillRect/>
                      </a:stretch>
                    </p:blipFill>
                    <p:spPr>
                      <a:xfrm>
                        <a:off x="657225" y="5686425"/>
                        <a:ext cx="3282950" cy="1082675"/>
                      </a:xfrm>
                      <a:prstGeom prst="rect">
                        <a:avLst/>
                      </a:prstGeom>
                      <a:solidFill>
                        <a:schemeClr val="tx1"/>
                      </a:solidFill>
                      <a:ln w="9525" cap="flat" cmpd="sng">
                        <a:solidFill>
                          <a:srgbClr val="009900"/>
                        </a:solidFill>
                        <a:prstDash val="solid"/>
                        <a:miter/>
                        <a:headEnd type="none" w="med" len="med"/>
                        <a:tailEnd type="none" w="med" len="med"/>
                      </a:ln>
                      <a:effectLst>
                        <a:outerShdw dist="35921" dir="2699999" algn="ctr" rotWithShape="0">
                          <a:schemeClr val="bg2"/>
                        </a:outerShdw>
                      </a:effectLst>
                    </p:spPr>
                  </p:pic>
                </p:oleObj>
              </mc:Fallback>
            </mc:AlternateContent>
          </a:graphicData>
        </a:graphic>
      </p:graphicFrame>
      <p:sp>
        <p:nvSpPr>
          <p:cNvPr id="114703" name="Rectangle 16"/>
          <p:cNvSpPr/>
          <p:nvPr/>
        </p:nvSpPr>
        <p:spPr>
          <a:xfrm>
            <a:off x="1116013" y="188913"/>
            <a:ext cx="7200900" cy="823912"/>
          </a:xfrm>
          <a:prstGeom prst="rect">
            <a:avLst/>
          </a:prstGeom>
          <a:solidFill>
            <a:schemeClr val="tx1"/>
          </a:solidFill>
          <a:ln w="9525" cap="flat" cmpd="sng">
            <a:solidFill>
              <a:srgbClr val="C0C0C0"/>
            </a:solidFill>
            <a:prstDash val="solid"/>
            <a:miter/>
            <a:headEnd type="none" w="med" len="med"/>
            <a:tailEnd type="none" w="med" len="med"/>
          </a:ln>
          <a:effectLst>
            <a:outerShdw dist="35921" dir="2699999" algn="ctr" rotWithShape="0">
              <a:srgbClr val="808080"/>
            </a:outerShdw>
          </a:effectLst>
        </p:spPr>
        <p:txBody>
          <a:bodyPr anchor="ctr" anchorCtr="0"/>
          <a:lstStyle/>
          <a:p>
            <a:pPr algn="ctr" eaLnBrk="0" hangingPunct="0"/>
            <a:r>
              <a:rPr lang="zh-CN" altLang="en-US" sz="4000" b="0" dirty="0">
                <a:solidFill>
                  <a:schemeClr val="bg1"/>
                </a:solidFill>
                <a:latin typeface="Arial" panose="020B0604020202020204" pitchFamily="34" charset="0"/>
                <a:ea typeface="黑体" panose="02010609060101010101" charset="-122"/>
              </a:rPr>
              <a:t>总结</a:t>
            </a:r>
            <a:r>
              <a:rPr lang="en-US" altLang="zh-CN" sz="4000" b="0" baseline="30000" dirty="0">
                <a:solidFill>
                  <a:schemeClr val="bg1"/>
                </a:solidFill>
                <a:latin typeface="Arial" panose="020B0604020202020204" pitchFamily="34" charset="0"/>
                <a:ea typeface="黑体" panose="02010609060101010101" charset="-122"/>
              </a:rPr>
              <a:t>—</a:t>
            </a:r>
            <a:r>
              <a:rPr lang="zh-CN" altLang="en-US" sz="4000" b="0" baseline="30000" dirty="0">
                <a:solidFill>
                  <a:schemeClr val="bg1"/>
                </a:solidFill>
                <a:latin typeface="Arial" panose="020B0604020202020204" pitchFamily="34" charset="0"/>
                <a:ea typeface="黑体" panose="02010609060101010101" charset="-122"/>
              </a:rPr>
              <a:t>线性系统的拉普拉斯变换分析法</a:t>
            </a:r>
            <a:endParaRPr lang="zh-CN" altLang="en-US" sz="4000" b="0" baseline="30000" dirty="0">
              <a:solidFill>
                <a:schemeClr val="bg1"/>
              </a:solidFill>
              <a:latin typeface="Arial" panose="020B0604020202020204" pitchFamily="34" charset="0"/>
              <a:ea typeface="黑体" panose="02010609060101010101" charset="-122"/>
            </a:endParaRPr>
          </a:p>
        </p:txBody>
      </p:sp>
      <p:pic>
        <p:nvPicPr>
          <p:cNvPr id="7" name="音频 1">
            <a:hlinkClick r:id="" action="ppaction://media"/>
          </p:cNvPr>
          <p:cNvPicPr>
            <a:picLocks noChangeAspect="1"/>
          </p:cNvPicPr>
          <p:nvPr>
            <a:audioFile r:link="rId15"/>
            <p:extLst>
              <p:ext uri="{DAA4B4D4-6D71-4841-9C94-3DE7FCFB9230}">
                <p14:media xmlns:p14="http://schemas.microsoft.com/office/powerpoint/2010/main" r:embed="rId16"/>
              </p:ext>
            </p:extLst>
          </p:nvPr>
        </p:nvPicPr>
        <p:blipFill>
          <a:blip r:embed="rId17"/>
          <a:stretch>
            <a:fillRect/>
          </a:stretch>
        </p:blipFill>
        <p:spPr>
          <a:xfrm>
            <a:off x="8623300" y="6337300"/>
            <a:ext cx="304800" cy="304800"/>
          </a:xfrm>
          <a:prstGeom prst="rect">
            <a:avLst/>
          </a:prstGeom>
        </p:spPr>
      </p:pic>
    </p:spTree>
    <p:custDataLst>
      <p:tags r:id="rId18"/>
    </p:custDataLst>
  </p:cSld>
  <p:clrMapOvr>
    <a:masterClrMapping/>
  </p:clrMapOvr>
  <mc:AlternateContent xmlns:mc="http://schemas.openxmlformats.org/markup-compatibility/2006">
    <mc:Choice xmlns:p14="http://schemas.microsoft.com/office/powerpoint/2010/main" Requires="p14">
      <p:transition spd="slow" p14:dur="2000" advTm="3405"/>
    </mc:Choice>
    <mc:Fallback>
      <p:transition spd="slow" advTm="3405"/>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5" presetClass="entr" presetSubtype="0" fill="hold" nodeType="clickEffect">
                                  <p:stCondLst>
                                    <p:cond delay="0"/>
                                  </p:stCondLst>
                                  <p:childTnLst>
                                    <p:set>
                                      <p:cBhvr>
                                        <p:cTn id="6" dur="1" fill="hold">
                                          <p:stCondLst>
                                            <p:cond delay="0"/>
                                          </p:stCondLst>
                                        </p:cTn>
                                        <p:tgtEl>
                                          <p:spTgt spid="430093"/>
                                        </p:tgtEl>
                                        <p:attrNameLst>
                                          <p:attrName>style.visibility</p:attrName>
                                        </p:attrNameLst>
                                      </p:cBhvr>
                                      <p:to>
                                        <p:strVal val="visible"/>
                                      </p:to>
                                    </p:set>
                                    <p:anim calcmode="lin" valueType="num">
                                      <p:cBhvr>
                                        <p:cTn id="7" dur="1000" fill="hold"/>
                                        <p:tgtEl>
                                          <p:spTgt spid="430093"/>
                                        </p:tgtEl>
                                        <p:attrNameLst>
                                          <p:attrName>ppt_w</p:attrName>
                                        </p:attrNameLst>
                                      </p:cBhvr>
                                      <p:tavLst>
                                        <p:tav tm="0">
                                          <p:val>
                                            <p:strVal val="#ppt_w*0.70"/>
                                          </p:val>
                                        </p:tav>
                                        <p:tav tm="100000">
                                          <p:val>
                                            <p:strVal val="#ppt_w"/>
                                          </p:val>
                                        </p:tav>
                                      </p:tavLst>
                                    </p:anim>
                                    <p:anim calcmode="lin" valueType="num">
                                      <p:cBhvr>
                                        <p:cTn id="8" dur="1000" fill="hold"/>
                                        <p:tgtEl>
                                          <p:spTgt spid="430093"/>
                                        </p:tgtEl>
                                        <p:attrNameLst>
                                          <p:attrName>ppt_h</p:attrName>
                                        </p:attrNameLst>
                                      </p:cBhvr>
                                      <p:tavLst>
                                        <p:tav tm="0">
                                          <p:val>
                                            <p:strVal val="#ppt_h"/>
                                          </p:val>
                                        </p:tav>
                                        <p:tav tm="100000">
                                          <p:val>
                                            <p:strVal val="#ppt_h"/>
                                          </p:val>
                                        </p:tav>
                                      </p:tavLst>
                                    </p:anim>
                                    <p:animEffect transition="in" filter="fade">
                                      <p:cBhvr>
                                        <p:cTn id="9" dur="1000"/>
                                        <p:tgtEl>
                                          <p:spTgt spid="430093"/>
                                        </p:tgtEl>
                                      </p:cBhvr>
                                    </p:animEffect>
                                  </p:childTnLst>
                                </p:cTn>
                              </p:par>
                            </p:childTnLst>
                          </p:cTn>
                        </p:par>
                      </p:childTnLst>
                    </p:cTn>
                  </p:par>
                  <p:par>
                    <p:cTn id="10" fill="hold">
                      <p:stCondLst>
                        <p:cond delay="indefinite"/>
                      </p:stCondLst>
                      <p:childTnLst>
                        <p:par>
                          <p:cTn id="11" fill="hold">
                            <p:stCondLst>
                              <p:cond delay="0"/>
                            </p:stCondLst>
                            <p:childTnLst>
                              <p:par>
                                <p:cTn id="12" presetID="55" presetClass="entr" presetSubtype="0" fill="hold" nodeType="clickEffect">
                                  <p:stCondLst>
                                    <p:cond delay="0"/>
                                  </p:stCondLst>
                                  <p:childTnLst>
                                    <p:set>
                                      <p:cBhvr>
                                        <p:cTn id="13" dur="1" fill="hold">
                                          <p:stCondLst>
                                            <p:cond delay="0"/>
                                          </p:stCondLst>
                                        </p:cTn>
                                        <p:tgtEl>
                                          <p:spTgt spid="201733"/>
                                        </p:tgtEl>
                                        <p:attrNameLst>
                                          <p:attrName>style.visibility</p:attrName>
                                        </p:attrNameLst>
                                      </p:cBhvr>
                                      <p:to>
                                        <p:strVal val="visible"/>
                                      </p:to>
                                    </p:set>
                                    <p:anim calcmode="lin" valueType="num">
                                      <p:cBhvr>
                                        <p:cTn id="14" dur="1000" fill="hold"/>
                                        <p:tgtEl>
                                          <p:spTgt spid="201733"/>
                                        </p:tgtEl>
                                        <p:attrNameLst>
                                          <p:attrName>ppt_w</p:attrName>
                                        </p:attrNameLst>
                                      </p:cBhvr>
                                      <p:tavLst>
                                        <p:tav tm="0">
                                          <p:val>
                                            <p:strVal val="#ppt_w*0.70"/>
                                          </p:val>
                                        </p:tav>
                                        <p:tav tm="100000">
                                          <p:val>
                                            <p:strVal val="#ppt_w"/>
                                          </p:val>
                                        </p:tav>
                                      </p:tavLst>
                                    </p:anim>
                                    <p:anim calcmode="lin" valueType="num">
                                      <p:cBhvr>
                                        <p:cTn id="15" dur="1000" fill="hold"/>
                                        <p:tgtEl>
                                          <p:spTgt spid="201733"/>
                                        </p:tgtEl>
                                        <p:attrNameLst>
                                          <p:attrName>ppt_h</p:attrName>
                                        </p:attrNameLst>
                                      </p:cBhvr>
                                      <p:tavLst>
                                        <p:tav tm="0">
                                          <p:val>
                                            <p:strVal val="#ppt_h"/>
                                          </p:val>
                                        </p:tav>
                                        <p:tav tm="100000">
                                          <p:val>
                                            <p:strVal val="#ppt_h"/>
                                          </p:val>
                                        </p:tav>
                                      </p:tavLst>
                                    </p:anim>
                                    <p:animEffect transition="in" filter="fade">
                                      <p:cBhvr>
                                        <p:cTn id="16" dur="1000"/>
                                        <p:tgtEl>
                                          <p:spTgt spid="201733"/>
                                        </p:tgtEl>
                                      </p:cBhvr>
                                    </p:animEffect>
                                  </p:childTnLst>
                                </p:cTn>
                              </p:par>
                            </p:childTnLst>
                          </p:cTn>
                        </p:par>
                      </p:childTnLst>
                    </p:cTn>
                  </p:par>
                  <p:par>
                    <p:cTn id="17" fill="hold">
                      <p:stCondLst>
                        <p:cond delay="indefinite"/>
                      </p:stCondLst>
                      <p:childTnLst>
                        <p:par>
                          <p:cTn id="18" fill="hold">
                            <p:stCondLst>
                              <p:cond delay="0"/>
                            </p:stCondLst>
                            <p:childTnLst>
                              <p:par>
                                <p:cTn id="19" presetID="55" presetClass="entr" presetSubtype="0" fill="hold" nodeType="clickEffect">
                                  <p:stCondLst>
                                    <p:cond delay="0"/>
                                  </p:stCondLst>
                                  <p:childTnLst>
                                    <p:set>
                                      <p:cBhvr>
                                        <p:cTn id="20" dur="1" fill="hold">
                                          <p:stCondLst>
                                            <p:cond delay="0"/>
                                          </p:stCondLst>
                                        </p:cTn>
                                        <p:tgtEl>
                                          <p:spTgt spid="439307"/>
                                        </p:tgtEl>
                                        <p:attrNameLst>
                                          <p:attrName>style.visibility</p:attrName>
                                        </p:attrNameLst>
                                      </p:cBhvr>
                                      <p:to>
                                        <p:strVal val="visible"/>
                                      </p:to>
                                    </p:set>
                                    <p:anim calcmode="lin" valueType="num">
                                      <p:cBhvr>
                                        <p:cTn id="21" dur="1000" fill="hold"/>
                                        <p:tgtEl>
                                          <p:spTgt spid="439307"/>
                                        </p:tgtEl>
                                        <p:attrNameLst>
                                          <p:attrName>ppt_w</p:attrName>
                                        </p:attrNameLst>
                                      </p:cBhvr>
                                      <p:tavLst>
                                        <p:tav tm="0">
                                          <p:val>
                                            <p:strVal val="#ppt_w*0.70"/>
                                          </p:val>
                                        </p:tav>
                                        <p:tav tm="100000">
                                          <p:val>
                                            <p:strVal val="#ppt_w"/>
                                          </p:val>
                                        </p:tav>
                                      </p:tavLst>
                                    </p:anim>
                                    <p:anim calcmode="lin" valueType="num">
                                      <p:cBhvr>
                                        <p:cTn id="22" dur="1000" fill="hold"/>
                                        <p:tgtEl>
                                          <p:spTgt spid="439307"/>
                                        </p:tgtEl>
                                        <p:attrNameLst>
                                          <p:attrName>ppt_h</p:attrName>
                                        </p:attrNameLst>
                                      </p:cBhvr>
                                      <p:tavLst>
                                        <p:tav tm="0">
                                          <p:val>
                                            <p:strVal val="#ppt_h"/>
                                          </p:val>
                                        </p:tav>
                                        <p:tav tm="100000">
                                          <p:val>
                                            <p:strVal val="#ppt_h"/>
                                          </p:val>
                                        </p:tav>
                                      </p:tavLst>
                                    </p:anim>
                                    <p:animEffect transition="in" filter="fade">
                                      <p:cBhvr>
                                        <p:cTn id="23" dur="1000"/>
                                        <p:tgtEl>
                                          <p:spTgt spid="439307"/>
                                        </p:tgtEl>
                                      </p:cBhvr>
                                    </p:animEffect>
                                  </p:childTnLst>
                                </p:cTn>
                              </p:par>
                            </p:childTnLst>
                          </p:cTn>
                        </p:par>
                      </p:childTnLst>
                    </p:cTn>
                  </p:par>
                  <p:par>
                    <p:cTn id="24" fill="hold">
                      <p:stCondLst>
                        <p:cond delay="indefinite"/>
                      </p:stCondLst>
                      <p:childTnLst>
                        <p:par>
                          <p:cTn id="25" fill="hold">
                            <p:stCondLst>
                              <p:cond delay="0"/>
                            </p:stCondLst>
                            <p:childTnLst>
                              <p:par>
                                <p:cTn id="26" presetID="55" presetClass="entr" presetSubtype="0" fill="hold" nodeType="clickEffect">
                                  <p:stCondLst>
                                    <p:cond delay="0"/>
                                  </p:stCondLst>
                                  <p:childTnLst>
                                    <p:set>
                                      <p:cBhvr>
                                        <p:cTn id="27" dur="1" fill="hold">
                                          <p:stCondLst>
                                            <p:cond delay="0"/>
                                          </p:stCondLst>
                                        </p:cTn>
                                        <p:tgtEl>
                                          <p:spTgt spid="201739"/>
                                        </p:tgtEl>
                                        <p:attrNameLst>
                                          <p:attrName>style.visibility</p:attrName>
                                        </p:attrNameLst>
                                      </p:cBhvr>
                                      <p:to>
                                        <p:strVal val="visible"/>
                                      </p:to>
                                    </p:set>
                                    <p:anim calcmode="lin" valueType="num">
                                      <p:cBhvr>
                                        <p:cTn id="28" dur="1000" fill="hold"/>
                                        <p:tgtEl>
                                          <p:spTgt spid="201739"/>
                                        </p:tgtEl>
                                        <p:attrNameLst>
                                          <p:attrName>ppt_w</p:attrName>
                                        </p:attrNameLst>
                                      </p:cBhvr>
                                      <p:tavLst>
                                        <p:tav tm="0">
                                          <p:val>
                                            <p:strVal val="#ppt_w*0.70"/>
                                          </p:val>
                                        </p:tav>
                                        <p:tav tm="100000">
                                          <p:val>
                                            <p:strVal val="#ppt_w"/>
                                          </p:val>
                                        </p:tav>
                                      </p:tavLst>
                                    </p:anim>
                                    <p:anim calcmode="lin" valueType="num">
                                      <p:cBhvr>
                                        <p:cTn id="29" dur="1000" fill="hold"/>
                                        <p:tgtEl>
                                          <p:spTgt spid="201739"/>
                                        </p:tgtEl>
                                        <p:attrNameLst>
                                          <p:attrName>ppt_h</p:attrName>
                                        </p:attrNameLst>
                                      </p:cBhvr>
                                      <p:tavLst>
                                        <p:tav tm="0">
                                          <p:val>
                                            <p:strVal val="#ppt_h"/>
                                          </p:val>
                                        </p:tav>
                                        <p:tav tm="100000">
                                          <p:val>
                                            <p:strVal val="#ppt_h"/>
                                          </p:val>
                                        </p:tav>
                                      </p:tavLst>
                                    </p:anim>
                                    <p:animEffect transition="in" filter="fade">
                                      <p:cBhvr>
                                        <p:cTn id="30" dur="1000"/>
                                        <p:tgtEl>
                                          <p:spTgt spid="2017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5713" name="Picture 2"/>
          <p:cNvPicPr>
            <a:picLocks noChangeAspect="1"/>
          </p:cNvPicPr>
          <p:nvPr/>
        </p:nvPicPr>
        <p:blipFill>
          <a:blip r:embed="rId1"/>
          <a:stretch>
            <a:fillRect/>
          </a:stretch>
        </p:blipFill>
        <p:spPr>
          <a:xfrm>
            <a:off x="1116013" y="2420938"/>
            <a:ext cx="1914525" cy="1466850"/>
          </a:xfrm>
          <a:prstGeom prst="rect">
            <a:avLst/>
          </a:prstGeom>
          <a:noFill/>
          <a:ln w="9525">
            <a:noFill/>
          </a:ln>
        </p:spPr>
      </p:pic>
      <p:sp>
        <p:nvSpPr>
          <p:cNvPr id="446467" name="Rectangle 3"/>
          <p:cNvSpPr>
            <a:spLocks noGrp="1" noChangeArrowheads="1"/>
          </p:cNvSpPr>
          <p:nvPr>
            <p:ph type="body" sz="half" idx="1"/>
          </p:nvPr>
        </p:nvSpPr>
        <p:spPr>
          <a:xfrm>
            <a:off x="684213" y="1079500"/>
            <a:ext cx="3887788" cy="549275"/>
          </a:xfrm>
          <a:solidFill>
            <a:schemeClr val="tx1"/>
          </a:solidFill>
          <a:effectLst>
            <a:outerShdw dist="35921" dir="2700000" algn="ctr" rotWithShape="0">
              <a:srgbClr val="808080"/>
            </a:outerShdw>
          </a:effectLst>
        </p:spPr>
        <p:txBody>
          <a:bodyPr wrap="square" lIns="91440" tIns="45720" rIns="91440" bIns="45720" numCol="1" anchor="t" anchorCtr="0" compatLnSpc="1"/>
          <a:lstStyle/>
          <a:p>
            <a:pPr marL="354330" marR="0" lvl="0" indent="-354330" algn="l" defTabSz="914400" rtl="0" eaLnBrk="0" fontAlgn="base" latinLnBrk="0" hangingPunct="0">
              <a:lnSpc>
                <a:spcPct val="120000"/>
              </a:lnSpc>
              <a:spcBef>
                <a:spcPct val="20000"/>
              </a:spcBef>
              <a:spcAft>
                <a:spcPct val="0"/>
              </a:spcAft>
              <a:buClrTx/>
              <a:buSzTx/>
              <a:buFontTx/>
              <a:buAutoNum type="alphaLcParenR" startAt="3"/>
              <a:defRPr/>
            </a:pPr>
            <a:r>
              <a:rPr kumimoji="0" lang="zh-CN" altLang="en-US" sz="2400" b="0" i="0" u="none" strike="noStrike" kern="0" cap="none" spc="0" normalizeH="0" baseline="0" noProof="0">
                <a:ln>
                  <a:noFill/>
                </a:ln>
                <a:solidFill>
                  <a:srgbClr val="FF0000"/>
                </a:solidFill>
                <a:effectLst>
                  <a:outerShdw blurRad="38100" dist="38100" dir="2700000" algn="tl">
                    <a:srgbClr val="C0C0C0"/>
                  </a:outerShdw>
                </a:effectLst>
                <a:uLnTx/>
                <a:uFillTx/>
                <a:latin typeface="+mn-lt"/>
                <a:ea typeface="+mn-ea"/>
                <a:cs typeface="+mn-cs"/>
              </a:rPr>
              <a:t>电感元件的</a:t>
            </a:r>
            <a:r>
              <a:rPr kumimoji="0" lang="en-US" altLang="zh-CN" sz="2400" b="0" i="0" u="none" strike="noStrike" kern="0" cap="none" spc="0" normalizeH="0" baseline="0" noProof="0">
                <a:ln>
                  <a:noFill/>
                </a:ln>
                <a:solidFill>
                  <a:srgbClr val="FF0000"/>
                </a:solidFill>
                <a:effectLst>
                  <a:outerShdw blurRad="38100" dist="38100" dir="2700000" algn="tl">
                    <a:srgbClr val="C0C0C0"/>
                  </a:outerShdw>
                </a:effectLst>
                <a:uLnTx/>
                <a:uFillTx/>
                <a:latin typeface="+mn-lt"/>
                <a:ea typeface="+mn-ea"/>
                <a:cs typeface="+mn-cs"/>
              </a:rPr>
              <a:t>s</a:t>
            </a:r>
            <a:r>
              <a:rPr kumimoji="0" lang="zh-CN" altLang="en-US" sz="2400" b="0" i="0" u="none" strike="noStrike" kern="0" cap="none" spc="0" normalizeH="0" baseline="0" noProof="0">
                <a:ln>
                  <a:noFill/>
                </a:ln>
                <a:solidFill>
                  <a:srgbClr val="FF0000"/>
                </a:solidFill>
                <a:effectLst>
                  <a:outerShdw blurRad="38100" dist="38100" dir="2700000" algn="tl">
                    <a:srgbClr val="C0C0C0"/>
                  </a:outerShdw>
                </a:effectLst>
                <a:uLnTx/>
                <a:uFillTx/>
                <a:latin typeface="+mn-lt"/>
                <a:ea typeface="+mn-ea"/>
                <a:cs typeface="+mn-cs"/>
              </a:rPr>
              <a:t>域电路模型</a:t>
            </a:r>
            <a:endParaRPr kumimoji="0" lang="zh-CN" altLang="en-US" sz="2400" b="0" i="0" u="none" strike="noStrike" kern="0" cap="none" spc="0" normalizeH="0" baseline="0" noProof="0">
              <a:ln>
                <a:noFill/>
              </a:ln>
              <a:solidFill>
                <a:srgbClr val="FF0000"/>
              </a:solidFill>
              <a:effectLst>
                <a:outerShdw blurRad="38100" dist="38100" dir="2700000" algn="tl">
                  <a:srgbClr val="C0C0C0"/>
                </a:outerShdw>
              </a:effectLst>
              <a:uLnTx/>
              <a:uFillTx/>
              <a:latin typeface="+mn-lt"/>
              <a:ea typeface="+mn-ea"/>
              <a:cs typeface="+mn-cs"/>
            </a:endParaRPr>
          </a:p>
        </p:txBody>
      </p:sp>
      <p:graphicFrame>
        <p:nvGraphicFramePr>
          <p:cNvPr id="115715" name="Object 3"/>
          <p:cNvGraphicFramePr>
            <a:graphicFrameLocks noChangeAspect="1"/>
          </p:cNvGraphicFramePr>
          <p:nvPr/>
        </p:nvGraphicFramePr>
        <p:xfrm>
          <a:off x="4427538" y="4516438"/>
          <a:ext cx="1008062" cy="536575"/>
        </p:xfrm>
        <a:graphic>
          <a:graphicData uri="http://schemas.openxmlformats.org/presentationml/2006/ole">
            <mc:AlternateContent xmlns:mc="http://schemas.openxmlformats.org/markup-compatibility/2006">
              <mc:Choice xmlns:v="urn:schemas-microsoft-com:vml" Requires="v">
                <p:oleObj spid="_x0000_s2" name="" r:id="rId2" imgW="405765" imgH="215900" progId="Equation.3">
                  <p:embed/>
                </p:oleObj>
              </mc:Choice>
              <mc:Fallback>
                <p:oleObj name="" r:id="rId2" imgW="405765" imgH="215900" progId="Equation.3">
                  <p:embed/>
                  <p:pic>
                    <p:nvPicPr>
                      <p:cNvPr id="0" name="Object 3"/>
                      <p:cNvPicPr/>
                      <p:nvPr/>
                    </p:nvPicPr>
                    <p:blipFill>
                      <a:blip r:embed="rId3"/>
                      <a:stretch>
                        <a:fillRect/>
                      </a:stretch>
                    </p:blipFill>
                    <p:spPr>
                      <a:xfrm>
                        <a:off x="4427538" y="4516438"/>
                        <a:ext cx="1008062" cy="536575"/>
                      </a:xfrm>
                      <a:prstGeom prst="rect">
                        <a:avLst/>
                      </a:prstGeom>
                      <a:noFill/>
                      <a:ln w="38100">
                        <a:noFill/>
                        <a:miter/>
                      </a:ln>
                    </p:spPr>
                  </p:pic>
                </p:oleObj>
              </mc:Fallback>
            </mc:AlternateContent>
          </a:graphicData>
        </a:graphic>
      </p:graphicFrame>
      <p:graphicFrame>
        <p:nvGraphicFramePr>
          <p:cNvPr id="446470" name="Object 4"/>
          <p:cNvGraphicFramePr>
            <a:graphicFrameLocks noChangeAspect="1"/>
          </p:cNvGraphicFramePr>
          <p:nvPr/>
        </p:nvGraphicFramePr>
        <p:xfrm>
          <a:off x="5651500" y="4443413"/>
          <a:ext cx="2952750" cy="560387"/>
        </p:xfrm>
        <a:graphic>
          <a:graphicData uri="http://schemas.openxmlformats.org/presentationml/2006/ole">
            <mc:AlternateContent xmlns:mc="http://schemas.openxmlformats.org/markup-compatibility/2006">
              <mc:Choice xmlns:v="urn:schemas-microsoft-com:vml" Requires="v">
                <p:oleObj spid="_x0000_s3" name="" r:id="rId4" imgW="1206500" imgH="228600" progId="Equation.3">
                  <p:embed/>
                </p:oleObj>
              </mc:Choice>
              <mc:Fallback>
                <p:oleObj name="" r:id="rId4" imgW="1206500" imgH="228600" progId="Equation.3">
                  <p:embed/>
                  <p:pic>
                    <p:nvPicPr>
                      <p:cNvPr id="0" name="Object 4"/>
                      <p:cNvPicPr/>
                      <p:nvPr/>
                    </p:nvPicPr>
                    <p:blipFill>
                      <a:blip r:embed="rId5"/>
                      <a:stretch>
                        <a:fillRect/>
                      </a:stretch>
                    </p:blipFill>
                    <p:spPr>
                      <a:xfrm>
                        <a:off x="5651500" y="4443413"/>
                        <a:ext cx="2952750" cy="560387"/>
                      </a:xfrm>
                      <a:prstGeom prst="rect">
                        <a:avLst/>
                      </a:prstGeom>
                      <a:noFill/>
                      <a:ln w="38100">
                        <a:noFill/>
                        <a:miter/>
                      </a:ln>
                    </p:spPr>
                  </p:pic>
                </p:oleObj>
              </mc:Fallback>
            </mc:AlternateContent>
          </a:graphicData>
        </a:graphic>
      </p:graphicFrame>
      <p:sp>
        <p:nvSpPr>
          <p:cNvPr id="115717" name="Text Box 4"/>
          <p:cNvSpPr txBox="1"/>
          <p:nvPr/>
        </p:nvSpPr>
        <p:spPr>
          <a:xfrm>
            <a:off x="827088" y="1844675"/>
            <a:ext cx="2447925" cy="366713"/>
          </a:xfrm>
          <a:prstGeom prst="rect">
            <a:avLst/>
          </a:prstGeom>
          <a:noFill/>
          <a:ln w="9525">
            <a:noFill/>
          </a:ln>
        </p:spPr>
        <p:txBody>
          <a:bodyPr anchor="t" anchorCtr="0">
            <a:spAutoFit/>
          </a:bodyPr>
          <a:lstStyle/>
          <a:p>
            <a:r>
              <a:rPr lang="zh-CN" altLang="en-US" dirty="0">
                <a:solidFill>
                  <a:srgbClr val="161616"/>
                </a:solidFill>
                <a:latin typeface="Arial" panose="020B0604020202020204" pitchFamily="34" charset="0"/>
                <a:ea typeface="宋体" panose="02010600030101010101" pitchFamily="2" charset="-122"/>
              </a:rPr>
              <a:t>（</a:t>
            </a:r>
            <a:r>
              <a:rPr lang="en-US" altLang="zh-CN" dirty="0">
                <a:solidFill>
                  <a:srgbClr val="161616"/>
                </a:solidFill>
                <a:latin typeface="Tahoma" panose="020B0604030504040204" pitchFamily="34" charset="0"/>
                <a:ea typeface="宋体" panose="02010600030101010101" pitchFamily="2" charset="-122"/>
              </a:rPr>
              <a:t>a</a:t>
            </a:r>
            <a:r>
              <a:rPr lang="zh-CN" altLang="en-US" dirty="0">
                <a:solidFill>
                  <a:srgbClr val="161616"/>
                </a:solidFill>
                <a:latin typeface="Arial" panose="020B0604020202020204" pitchFamily="34" charset="0"/>
                <a:ea typeface="宋体" panose="02010600030101010101" pitchFamily="2" charset="-122"/>
              </a:rPr>
              <a:t>）时域电路模型</a:t>
            </a:r>
            <a:endParaRPr lang="zh-CN" altLang="en-US" dirty="0">
              <a:solidFill>
                <a:srgbClr val="161616"/>
              </a:solidFill>
              <a:latin typeface="Tahoma" panose="020B0604030504040204" pitchFamily="34" charset="0"/>
              <a:ea typeface="宋体" panose="02010600030101010101" pitchFamily="2" charset="-122"/>
            </a:endParaRPr>
          </a:p>
        </p:txBody>
      </p:sp>
      <p:pic>
        <p:nvPicPr>
          <p:cNvPr id="202759" name="Picture 7"/>
          <p:cNvPicPr>
            <a:picLocks noChangeAspect="1"/>
          </p:cNvPicPr>
          <p:nvPr/>
        </p:nvPicPr>
        <p:blipFill>
          <a:blip r:embed="rId6"/>
          <a:stretch>
            <a:fillRect/>
          </a:stretch>
        </p:blipFill>
        <p:spPr>
          <a:xfrm>
            <a:off x="3924300" y="2276475"/>
            <a:ext cx="2076450" cy="1800225"/>
          </a:xfrm>
          <a:prstGeom prst="rect">
            <a:avLst/>
          </a:prstGeom>
          <a:noFill/>
          <a:ln w="9525">
            <a:noFill/>
          </a:ln>
        </p:spPr>
      </p:pic>
      <p:sp>
        <p:nvSpPr>
          <p:cNvPr id="115719" name="Text Box 4"/>
          <p:cNvSpPr txBox="1"/>
          <p:nvPr/>
        </p:nvSpPr>
        <p:spPr>
          <a:xfrm>
            <a:off x="3492500" y="1844675"/>
            <a:ext cx="2665413" cy="366713"/>
          </a:xfrm>
          <a:prstGeom prst="rect">
            <a:avLst/>
          </a:prstGeom>
          <a:noFill/>
          <a:ln w="9525">
            <a:noFill/>
          </a:ln>
        </p:spPr>
        <p:txBody>
          <a:bodyPr anchor="t" anchorCtr="0">
            <a:spAutoFit/>
          </a:bodyPr>
          <a:lstStyle/>
          <a:p>
            <a:r>
              <a:rPr lang="zh-CN" altLang="en-US" dirty="0">
                <a:solidFill>
                  <a:srgbClr val="161616"/>
                </a:solidFill>
                <a:latin typeface="Arial" panose="020B0604020202020204" pitchFamily="34" charset="0"/>
                <a:ea typeface="宋体" panose="02010600030101010101" pitchFamily="2" charset="-122"/>
              </a:rPr>
              <a:t>（</a:t>
            </a:r>
            <a:r>
              <a:rPr lang="en-US" altLang="zh-CN" dirty="0">
                <a:solidFill>
                  <a:srgbClr val="161616"/>
                </a:solidFill>
                <a:latin typeface="Tahoma" panose="020B0604030504040204" pitchFamily="34" charset="0"/>
                <a:ea typeface="宋体" panose="02010600030101010101" pitchFamily="2" charset="-122"/>
              </a:rPr>
              <a:t>b</a:t>
            </a:r>
            <a:r>
              <a:rPr lang="zh-CN" altLang="en-US" dirty="0">
                <a:solidFill>
                  <a:srgbClr val="161616"/>
                </a:solidFill>
                <a:latin typeface="Arial" panose="020B0604020202020204" pitchFamily="34" charset="0"/>
                <a:ea typeface="宋体" panose="02010600030101010101" pitchFamily="2" charset="-122"/>
              </a:rPr>
              <a:t>）</a:t>
            </a:r>
            <a:r>
              <a:rPr lang="en-US" altLang="zh-CN" dirty="0">
                <a:solidFill>
                  <a:srgbClr val="161616"/>
                </a:solidFill>
                <a:latin typeface="Arial" panose="020B0604020202020204" pitchFamily="34" charset="0"/>
                <a:ea typeface="宋体" panose="02010600030101010101" pitchFamily="2" charset="-122"/>
              </a:rPr>
              <a:t>s</a:t>
            </a:r>
            <a:r>
              <a:rPr lang="zh-CN" altLang="en-US" dirty="0">
                <a:solidFill>
                  <a:srgbClr val="161616"/>
                </a:solidFill>
                <a:latin typeface="Arial" panose="020B0604020202020204" pitchFamily="34" charset="0"/>
                <a:ea typeface="宋体" panose="02010600030101010101" pitchFamily="2" charset="-122"/>
              </a:rPr>
              <a:t>域串联电路模型</a:t>
            </a:r>
            <a:endParaRPr lang="zh-CN" altLang="en-US" dirty="0">
              <a:solidFill>
                <a:srgbClr val="161616"/>
              </a:solidFill>
              <a:latin typeface="Tahoma" panose="020B0604030504040204" pitchFamily="34" charset="0"/>
              <a:ea typeface="宋体" panose="02010600030101010101" pitchFamily="2" charset="-122"/>
            </a:endParaRPr>
          </a:p>
        </p:txBody>
      </p:sp>
      <p:pic>
        <p:nvPicPr>
          <p:cNvPr id="202761" name="Picture 9"/>
          <p:cNvPicPr>
            <a:picLocks noChangeAspect="1"/>
          </p:cNvPicPr>
          <p:nvPr/>
        </p:nvPicPr>
        <p:blipFill>
          <a:blip r:embed="rId7"/>
          <a:stretch>
            <a:fillRect/>
          </a:stretch>
        </p:blipFill>
        <p:spPr>
          <a:xfrm>
            <a:off x="6524625" y="2347913"/>
            <a:ext cx="2619375" cy="1695450"/>
          </a:xfrm>
          <a:prstGeom prst="rect">
            <a:avLst/>
          </a:prstGeom>
          <a:noFill/>
          <a:ln w="9525">
            <a:noFill/>
          </a:ln>
        </p:spPr>
      </p:pic>
      <p:sp>
        <p:nvSpPr>
          <p:cNvPr id="115721" name="Text Box 4"/>
          <p:cNvSpPr txBox="1"/>
          <p:nvPr/>
        </p:nvSpPr>
        <p:spPr>
          <a:xfrm>
            <a:off x="6300788" y="1844675"/>
            <a:ext cx="2603500" cy="366713"/>
          </a:xfrm>
          <a:prstGeom prst="rect">
            <a:avLst/>
          </a:prstGeom>
          <a:noFill/>
          <a:ln w="9525">
            <a:noFill/>
          </a:ln>
        </p:spPr>
        <p:txBody>
          <a:bodyPr anchor="t" anchorCtr="0">
            <a:spAutoFit/>
          </a:bodyPr>
          <a:lstStyle/>
          <a:p>
            <a:r>
              <a:rPr lang="zh-CN" altLang="en-US" dirty="0">
                <a:solidFill>
                  <a:srgbClr val="161616"/>
                </a:solidFill>
                <a:latin typeface="Arial" panose="020B0604020202020204" pitchFamily="34" charset="0"/>
                <a:ea typeface="宋体" panose="02010600030101010101" pitchFamily="2" charset="-122"/>
              </a:rPr>
              <a:t>（</a:t>
            </a:r>
            <a:r>
              <a:rPr lang="en-US" altLang="zh-CN" dirty="0">
                <a:solidFill>
                  <a:srgbClr val="161616"/>
                </a:solidFill>
                <a:latin typeface="Tahoma" panose="020B0604030504040204" pitchFamily="34" charset="0"/>
                <a:ea typeface="宋体" panose="02010600030101010101" pitchFamily="2" charset="-122"/>
              </a:rPr>
              <a:t>c</a:t>
            </a:r>
            <a:r>
              <a:rPr lang="zh-CN" altLang="en-US" dirty="0">
                <a:solidFill>
                  <a:srgbClr val="161616"/>
                </a:solidFill>
                <a:latin typeface="Arial" panose="020B0604020202020204" pitchFamily="34" charset="0"/>
                <a:ea typeface="宋体" panose="02010600030101010101" pitchFamily="2" charset="-122"/>
              </a:rPr>
              <a:t>）</a:t>
            </a:r>
            <a:r>
              <a:rPr lang="en-US" altLang="zh-CN" dirty="0">
                <a:solidFill>
                  <a:srgbClr val="161616"/>
                </a:solidFill>
                <a:latin typeface="Arial" panose="020B0604020202020204" pitchFamily="34" charset="0"/>
                <a:ea typeface="宋体" panose="02010600030101010101" pitchFamily="2" charset="-122"/>
              </a:rPr>
              <a:t>s</a:t>
            </a:r>
            <a:r>
              <a:rPr lang="zh-CN" altLang="en-US" dirty="0">
                <a:solidFill>
                  <a:srgbClr val="161616"/>
                </a:solidFill>
                <a:latin typeface="Arial" panose="020B0604020202020204" pitchFamily="34" charset="0"/>
                <a:ea typeface="宋体" panose="02010600030101010101" pitchFamily="2" charset="-122"/>
              </a:rPr>
              <a:t>域并联电路模型</a:t>
            </a:r>
            <a:endParaRPr lang="zh-CN" altLang="en-US" dirty="0">
              <a:solidFill>
                <a:srgbClr val="161616"/>
              </a:solidFill>
              <a:latin typeface="Tahoma" panose="020B0604030504040204" pitchFamily="34" charset="0"/>
              <a:ea typeface="宋体" panose="02010600030101010101" pitchFamily="2" charset="-122"/>
            </a:endParaRPr>
          </a:p>
        </p:txBody>
      </p:sp>
      <p:graphicFrame>
        <p:nvGraphicFramePr>
          <p:cNvPr id="115722" name="Object 11"/>
          <p:cNvGraphicFramePr>
            <a:graphicFrameLocks noChangeAspect="1"/>
          </p:cNvGraphicFramePr>
          <p:nvPr/>
        </p:nvGraphicFramePr>
        <p:xfrm>
          <a:off x="4643438" y="5956300"/>
          <a:ext cx="1095375" cy="549275"/>
        </p:xfrm>
        <a:graphic>
          <a:graphicData uri="http://schemas.openxmlformats.org/presentationml/2006/ole">
            <mc:AlternateContent xmlns:mc="http://schemas.openxmlformats.org/markup-compatibility/2006">
              <mc:Choice xmlns:v="urn:schemas-microsoft-com:vml" Requires="v">
                <p:oleObj spid="_x0000_s4" name="" r:id="rId8" imgW="431800" imgH="215900" progId="Equation.3">
                  <p:embed/>
                </p:oleObj>
              </mc:Choice>
              <mc:Fallback>
                <p:oleObj name="" r:id="rId8" imgW="431800" imgH="215900" progId="Equation.3">
                  <p:embed/>
                  <p:pic>
                    <p:nvPicPr>
                      <p:cNvPr id="0" name="Object 11"/>
                      <p:cNvPicPr/>
                      <p:nvPr/>
                    </p:nvPicPr>
                    <p:blipFill>
                      <a:blip r:embed="rId9"/>
                      <a:stretch>
                        <a:fillRect/>
                      </a:stretch>
                    </p:blipFill>
                    <p:spPr>
                      <a:xfrm>
                        <a:off x="4643438" y="5956300"/>
                        <a:ext cx="1095375" cy="549275"/>
                      </a:xfrm>
                      <a:prstGeom prst="rect">
                        <a:avLst/>
                      </a:prstGeom>
                      <a:noFill/>
                      <a:ln w="38100">
                        <a:noFill/>
                        <a:miter/>
                      </a:ln>
                    </p:spPr>
                  </p:pic>
                </p:oleObj>
              </mc:Fallback>
            </mc:AlternateContent>
          </a:graphicData>
        </a:graphic>
      </p:graphicFrame>
      <p:graphicFrame>
        <p:nvGraphicFramePr>
          <p:cNvPr id="464903" name="Object 5"/>
          <p:cNvGraphicFramePr>
            <a:graphicFrameLocks noChangeAspect="1"/>
          </p:cNvGraphicFramePr>
          <p:nvPr/>
        </p:nvGraphicFramePr>
        <p:xfrm>
          <a:off x="5724525" y="5668963"/>
          <a:ext cx="2847975" cy="1068387"/>
        </p:xfrm>
        <a:graphic>
          <a:graphicData uri="http://schemas.openxmlformats.org/presentationml/2006/ole">
            <mc:AlternateContent xmlns:mc="http://schemas.openxmlformats.org/markup-compatibility/2006">
              <mc:Choice xmlns:v="urn:schemas-microsoft-com:vml" Requires="v">
                <p:oleObj spid="_x0000_s5" name="" r:id="rId10" imgW="1117600" imgH="419100" progId="Equation.3">
                  <p:embed/>
                </p:oleObj>
              </mc:Choice>
              <mc:Fallback>
                <p:oleObj name="" r:id="rId10" imgW="1117600" imgH="419100" progId="Equation.3">
                  <p:embed/>
                  <p:pic>
                    <p:nvPicPr>
                      <p:cNvPr id="0" name="Object 5"/>
                      <p:cNvPicPr/>
                      <p:nvPr/>
                    </p:nvPicPr>
                    <p:blipFill>
                      <a:blip r:embed="rId11"/>
                      <a:stretch>
                        <a:fillRect/>
                      </a:stretch>
                    </p:blipFill>
                    <p:spPr>
                      <a:xfrm>
                        <a:off x="5724525" y="5668963"/>
                        <a:ext cx="2847975" cy="1068387"/>
                      </a:xfrm>
                      <a:prstGeom prst="rect">
                        <a:avLst/>
                      </a:prstGeom>
                      <a:noFill/>
                      <a:ln w="38100">
                        <a:noFill/>
                        <a:miter/>
                      </a:ln>
                    </p:spPr>
                  </p:pic>
                </p:oleObj>
              </mc:Fallback>
            </mc:AlternateContent>
          </a:graphicData>
        </a:graphic>
      </p:graphicFrame>
      <p:graphicFrame>
        <p:nvGraphicFramePr>
          <p:cNvPr id="115724" name="Object 2"/>
          <p:cNvGraphicFramePr>
            <a:graphicFrameLocks noChangeAspect="1"/>
          </p:cNvGraphicFramePr>
          <p:nvPr/>
        </p:nvGraphicFramePr>
        <p:xfrm>
          <a:off x="900113" y="4371975"/>
          <a:ext cx="2951162" cy="863600"/>
        </p:xfrm>
        <a:graphic>
          <a:graphicData uri="http://schemas.openxmlformats.org/presentationml/2006/ole">
            <mc:AlternateContent xmlns:mc="http://schemas.openxmlformats.org/markup-compatibility/2006">
              <mc:Choice xmlns:v="urn:schemas-microsoft-com:vml" Requires="v">
                <p:oleObj spid="_x0000_s6" name="" r:id="rId12" imgW="1016000" imgH="393700" progId="Equation.3">
                  <p:embed/>
                </p:oleObj>
              </mc:Choice>
              <mc:Fallback>
                <p:oleObj name="" r:id="rId12" imgW="1016000" imgH="393700" progId="Equation.3">
                  <p:embed/>
                  <p:pic>
                    <p:nvPicPr>
                      <p:cNvPr id="0" name="Object 2"/>
                      <p:cNvPicPr/>
                      <p:nvPr/>
                    </p:nvPicPr>
                    <p:blipFill>
                      <a:blip r:embed="rId13"/>
                      <a:stretch>
                        <a:fillRect/>
                      </a:stretch>
                    </p:blipFill>
                    <p:spPr>
                      <a:xfrm>
                        <a:off x="900113" y="4371975"/>
                        <a:ext cx="2951162" cy="863600"/>
                      </a:xfrm>
                      <a:prstGeom prst="rect">
                        <a:avLst/>
                      </a:prstGeom>
                      <a:solidFill>
                        <a:schemeClr val="tx1"/>
                      </a:solidFill>
                      <a:ln w="28575" cap="flat" cmpd="sng">
                        <a:solidFill>
                          <a:srgbClr val="009900"/>
                        </a:solidFill>
                        <a:prstDash val="solid"/>
                        <a:miter/>
                        <a:headEnd type="none" w="med" len="med"/>
                        <a:tailEnd type="none" w="med" len="med"/>
                      </a:ln>
                      <a:effectLst>
                        <a:outerShdw dist="35921" dir="2699999" algn="ctr" rotWithShape="0">
                          <a:schemeClr val="bg2"/>
                        </a:outerShdw>
                      </a:effectLst>
                    </p:spPr>
                  </p:pic>
                </p:oleObj>
              </mc:Fallback>
            </mc:AlternateContent>
          </a:graphicData>
        </a:graphic>
      </p:graphicFrame>
      <p:graphicFrame>
        <p:nvGraphicFramePr>
          <p:cNvPr id="115725" name="Object 14"/>
          <p:cNvGraphicFramePr>
            <a:graphicFrameLocks noChangeAspect="1"/>
          </p:cNvGraphicFramePr>
          <p:nvPr/>
        </p:nvGraphicFramePr>
        <p:xfrm>
          <a:off x="900113" y="5884863"/>
          <a:ext cx="2952750" cy="857250"/>
        </p:xfrm>
        <a:graphic>
          <a:graphicData uri="http://schemas.openxmlformats.org/presentationml/2006/ole">
            <mc:AlternateContent xmlns:mc="http://schemas.openxmlformats.org/markup-compatibility/2006">
              <mc:Choice xmlns:v="urn:schemas-microsoft-com:vml" Requires="v">
                <p:oleObj spid="_x0000_s7" name="" r:id="rId14" imgW="1358265" imgH="393700" progId="Equation.3">
                  <p:embed/>
                </p:oleObj>
              </mc:Choice>
              <mc:Fallback>
                <p:oleObj name="" r:id="rId14" imgW="1358265" imgH="393700" progId="Equation.3">
                  <p:embed/>
                  <p:pic>
                    <p:nvPicPr>
                      <p:cNvPr id="0" name="Object 14"/>
                      <p:cNvPicPr/>
                      <p:nvPr/>
                    </p:nvPicPr>
                    <p:blipFill>
                      <a:blip r:embed="rId15"/>
                      <a:stretch>
                        <a:fillRect/>
                      </a:stretch>
                    </p:blipFill>
                    <p:spPr>
                      <a:xfrm>
                        <a:off x="900113" y="5884863"/>
                        <a:ext cx="2952750" cy="857250"/>
                      </a:xfrm>
                      <a:prstGeom prst="rect">
                        <a:avLst/>
                      </a:prstGeom>
                      <a:solidFill>
                        <a:schemeClr val="tx1"/>
                      </a:solidFill>
                      <a:ln w="28575" cap="flat" cmpd="sng">
                        <a:solidFill>
                          <a:srgbClr val="009900"/>
                        </a:solidFill>
                        <a:prstDash val="solid"/>
                        <a:miter/>
                        <a:headEnd type="none" w="med" len="med"/>
                        <a:tailEnd type="none" w="med" len="med"/>
                      </a:ln>
                      <a:effectLst>
                        <a:outerShdw dist="35921" dir="2699999" algn="ctr" rotWithShape="0">
                          <a:srgbClr val="808080"/>
                        </a:outerShdw>
                      </a:effectLst>
                    </p:spPr>
                  </p:pic>
                </p:oleObj>
              </mc:Fallback>
            </mc:AlternateContent>
          </a:graphicData>
        </a:graphic>
      </p:graphicFrame>
      <p:sp>
        <p:nvSpPr>
          <p:cNvPr id="115726" name="Rectangle 15"/>
          <p:cNvSpPr/>
          <p:nvPr/>
        </p:nvSpPr>
        <p:spPr>
          <a:xfrm>
            <a:off x="1116013" y="188913"/>
            <a:ext cx="7200900" cy="823912"/>
          </a:xfrm>
          <a:prstGeom prst="rect">
            <a:avLst/>
          </a:prstGeom>
          <a:solidFill>
            <a:schemeClr val="tx1"/>
          </a:solidFill>
          <a:ln w="9525" cap="flat" cmpd="sng">
            <a:solidFill>
              <a:srgbClr val="C0C0C0"/>
            </a:solidFill>
            <a:prstDash val="solid"/>
            <a:miter/>
            <a:headEnd type="none" w="med" len="med"/>
            <a:tailEnd type="none" w="med" len="med"/>
          </a:ln>
          <a:effectLst>
            <a:outerShdw dist="35921" dir="2699999" algn="ctr" rotWithShape="0">
              <a:srgbClr val="808080"/>
            </a:outerShdw>
          </a:effectLst>
        </p:spPr>
        <p:txBody>
          <a:bodyPr anchor="ctr" anchorCtr="0"/>
          <a:lstStyle/>
          <a:p>
            <a:pPr algn="ctr" eaLnBrk="0" hangingPunct="0"/>
            <a:r>
              <a:rPr lang="zh-CN" altLang="en-US" sz="4000" b="0" dirty="0">
                <a:solidFill>
                  <a:schemeClr val="bg1"/>
                </a:solidFill>
                <a:latin typeface="Arial" panose="020B0604020202020204" pitchFamily="34" charset="0"/>
                <a:ea typeface="黑体" panose="02010609060101010101" charset="-122"/>
              </a:rPr>
              <a:t>总结</a:t>
            </a:r>
            <a:r>
              <a:rPr lang="en-US" altLang="zh-CN" sz="4000" b="0" baseline="30000" dirty="0">
                <a:solidFill>
                  <a:schemeClr val="bg1"/>
                </a:solidFill>
                <a:latin typeface="Arial" panose="020B0604020202020204" pitchFamily="34" charset="0"/>
                <a:ea typeface="黑体" panose="02010609060101010101" charset="-122"/>
              </a:rPr>
              <a:t>—</a:t>
            </a:r>
            <a:r>
              <a:rPr lang="zh-CN" altLang="en-US" sz="4000" b="0" baseline="30000" dirty="0">
                <a:solidFill>
                  <a:schemeClr val="bg1"/>
                </a:solidFill>
                <a:latin typeface="Arial" panose="020B0604020202020204" pitchFamily="34" charset="0"/>
                <a:ea typeface="黑体" panose="02010609060101010101" charset="-122"/>
              </a:rPr>
              <a:t>线性系统的拉普拉斯变换分析法</a:t>
            </a:r>
            <a:endParaRPr lang="zh-CN" altLang="en-US" sz="4000" b="0" baseline="30000" dirty="0">
              <a:solidFill>
                <a:schemeClr val="bg1"/>
              </a:solidFill>
              <a:latin typeface="Arial" panose="020B0604020202020204" pitchFamily="34" charset="0"/>
              <a:ea typeface="黑体" panose="02010609060101010101" charset="-122"/>
            </a:endParaRPr>
          </a:p>
        </p:txBody>
      </p:sp>
      <p:pic>
        <p:nvPicPr>
          <p:cNvPr id="8" name="音频 1">
            <a:hlinkClick r:id="" action="ppaction://media"/>
          </p:cNvPr>
          <p:cNvPicPr>
            <a:picLocks noChangeAspect="1"/>
          </p:cNvPicPr>
          <p:nvPr>
            <a:audioFile r:link="rId16"/>
            <p:extLst>
              <p:ext uri="{DAA4B4D4-6D71-4841-9C94-3DE7FCFB9230}">
                <p14:media xmlns:p14="http://schemas.microsoft.com/office/powerpoint/2010/main" r:embed="rId17"/>
              </p:ext>
            </p:extLst>
          </p:nvPr>
        </p:nvPicPr>
        <p:blipFill>
          <a:blip r:embed="rId18"/>
          <a:stretch>
            <a:fillRect/>
          </a:stretch>
        </p:blipFill>
        <p:spPr>
          <a:xfrm>
            <a:off x="8623300" y="6337300"/>
            <a:ext cx="304800" cy="304800"/>
          </a:xfrm>
          <a:prstGeom prst="rect">
            <a:avLst/>
          </a:prstGeom>
        </p:spPr>
      </p:pic>
    </p:spTree>
    <p:custDataLst>
      <p:tags r:id="rId19"/>
    </p:custDataLst>
  </p:cSld>
  <p:clrMapOvr>
    <a:masterClrMapping/>
  </p:clrMapOvr>
  <mc:AlternateContent xmlns:mc="http://schemas.openxmlformats.org/markup-compatibility/2006">
    <mc:Choice xmlns:p14="http://schemas.microsoft.com/office/powerpoint/2010/main" Requires="p14">
      <p:transition spd="slow" p14:dur="2000" advTm="2790"/>
    </mc:Choice>
    <mc:Fallback>
      <p:transition spd="slow" advTm="279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5" presetClass="entr" presetSubtype="0" fill="hold" nodeType="clickEffect">
                                  <p:stCondLst>
                                    <p:cond delay="0"/>
                                  </p:stCondLst>
                                  <p:childTnLst>
                                    <p:set>
                                      <p:cBhvr>
                                        <p:cTn id="6" dur="1" fill="hold">
                                          <p:stCondLst>
                                            <p:cond delay="0"/>
                                          </p:stCondLst>
                                        </p:cTn>
                                        <p:tgtEl>
                                          <p:spTgt spid="446470"/>
                                        </p:tgtEl>
                                        <p:attrNameLst>
                                          <p:attrName>style.visibility</p:attrName>
                                        </p:attrNameLst>
                                      </p:cBhvr>
                                      <p:to>
                                        <p:strVal val="visible"/>
                                      </p:to>
                                    </p:set>
                                    <p:anim calcmode="lin" valueType="num">
                                      <p:cBhvr>
                                        <p:cTn id="7" dur="1000" fill="hold"/>
                                        <p:tgtEl>
                                          <p:spTgt spid="446470"/>
                                        </p:tgtEl>
                                        <p:attrNameLst>
                                          <p:attrName>ppt_w</p:attrName>
                                        </p:attrNameLst>
                                      </p:cBhvr>
                                      <p:tavLst>
                                        <p:tav tm="0">
                                          <p:val>
                                            <p:strVal val="#ppt_w*0.70"/>
                                          </p:val>
                                        </p:tav>
                                        <p:tav tm="100000">
                                          <p:val>
                                            <p:strVal val="#ppt_w"/>
                                          </p:val>
                                        </p:tav>
                                      </p:tavLst>
                                    </p:anim>
                                    <p:anim calcmode="lin" valueType="num">
                                      <p:cBhvr>
                                        <p:cTn id="8" dur="1000" fill="hold"/>
                                        <p:tgtEl>
                                          <p:spTgt spid="446470"/>
                                        </p:tgtEl>
                                        <p:attrNameLst>
                                          <p:attrName>ppt_h</p:attrName>
                                        </p:attrNameLst>
                                      </p:cBhvr>
                                      <p:tavLst>
                                        <p:tav tm="0">
                                          <p:val>
                                            <p:strVal val="#ppt_h"/>
                                          </p:val>
                                        </p:tav>
                                        <p:tav tm="100000">
                                          <p:val>
                                            <p:strVal val="#ppt_h"/>
                                          </p:val>
                                        </p:tav>
                                      </p:tavLst>
                                    </p:anim>
                                    <p:animEffect transition="in" filter="fade">
                                      <p:cBhvr>
                                        <p:cTn id="9" dur="1000"/>
                                        <p:tgtEl>
                                          <p:spTgt spid="446470"/>
                                        </p:tgtEl>
                                      </p:cBhvr>
                                    </p:animEffect>
                                  </p:childTnLst>
                                </p:cTn>
                              </p:par>
                            </p:childTnLst>
                          </p:cTn>
                        </p:par>
                      </p:childTnLst>
                    </p:cTn>
                  </p:par>
                  <p:par>
                    <p:cTn id="10" fill="hold">
                      <p:stCondLst>
                        <p:cond delay="indefinite"/>
                      </p:stCondLst>
                      <p:childTnLst>
                        <p:par>
                          <p:cTn id="11" fill="hold">
                            <p:stCondLst>
                              <p:cond delay="0"/>
                            </p:stCondLst>
                            <p:childTnLst>
                              <p:par>
                                <p:cTn id="12" presetID="55" presetClass="entr" presetSubtype="0" fill="hold" nodeType="clickEffect">
                                  <p:stCondLst>
                                    <p:cond delay="0"/>
                                  </p:stCondLst>
                                  <p:childTnLst>
                                    <p:set>
                                      <p:cBhvr>
                                        <p:cTn id="13" dur="1" fill="hold">
                                          <p:stCondLst>
                                            <p:cond delay="0"/>
                                          </p:stCondLst>
                                        </p:cTn>
                                        <p:tgtEl>
                                          <p:spTgt spid="202759"/>
                                        </p:tgtEl>
                                        <p:attrNameLst>
                                          <p:attrName>style.visibility</p:attrName>
                                        </p:attrNameLst>
                                      </p:cBhvr>
                                      <p:to>
                                        <p:strVal val="visible"/>
                                      </p:to>
                                    </p:set>
                                    <p:anim calcmode="lin" valueType="num">
                                      <p:cBhvr>
                                        <p:cTn id="14" dur="1000" fill="hold"/>
                                        <p:tgtEl>
                                          <p:spTgt spid="202759"/>
                                        </p:tgtEl>
                                        <p:attrNameLst>
                                          <p:attrName>ppt_w</p:attrName>
                                        </p:attrNameLst>
                                      </p:cBhvr>
                                      <p:tavLst>
                                        <p:tav tm="0">
                                          <p:val>
                                            <p:strVal val="#ppt_w*0.70"/>
                                          </p:val>
                                        </p:tav>
                                        <p:tav tm="100000">
                                          <p:val>
                                            <p:strVal val="#ppt_w"/>
                                          </p:val>
                                        </p:tav>
                                      </p:tavLst>
                                    </p:anim>
                                    <p:anim calcmode="lin" valueType="num">
                                      <p:cBhvr>
                                        <p:cTn id="15" dur="1000" fill="hold"/>
                                        <p:tgtEl>
                                          <p:spTgt spid="202759"/>
                                        </p:tgtEl>
                                        <p:attrNameLst>
                                          <p:attrName>ppt_h</p:attrName>
                                        </p:attrNameLst>
                                      </p:cBhvr>
                                      <p:tavLst>
                                        <p:tav tm="0">
                                          <p:val>
                                            <p:strVal val="#ppt_h"/>
                                          </p:val>
                                        </p:tav>
                                        <p:tav tm="100000">
                                          <p:val>
                                            <p:strVal val="#ppt_h"/>
                                          </p:val>
                                        </p:tav>
                                      </p:tavLst>
                                    </p:anim>
                                    <p:animEffect transition="in" filter="fade">
                                      <p:cBhvr>
                                        <p:cTn id="16" dur="1000"/>
                                        <p:tgtEl>
                                          <p:spTgt spid="202759"/>
                                        </p:tgtEl>
                                      </p:cBhvr>
                                    </p:animEffect>
                                  </p:childTnLst>
                                </p:cTn>
                              </p:par>
                            </p:childTnLst>
                          </p:cTn>
                        </p:par>
                      </p:childTnLst>
                    </p:cTn>
                  </p:par>
                  <p:par>
                    <p:cTn id="17" fill="hold">
                      <p:stCondLst>
                        <p:cond delay="indefinite"/>
                      </p:stCondLst>
                      <p:childTnLst>
                        <p:par>
                          <p:cTn id="18" fill="hold">
                            <p:stCondLst>
                              <p:cond delay="0"/>
                            </p:stCondLst>
                            <p:childTnLst>
                              <p:par>
                                <p:cTn id="19" presetID="55" presetClass="entr" presetSubtype="0" fill="hold" nodeType="clickEffect">
                                  <p:stCondLst>
                                    <p:cond delay="0"/>
                                  </p:stCondLst>
                                  <p:childTnLst>
                                    <p:set>
                                      <p:cBhvr>
                                        <p:cTn id="20" dur="1" fill="hold">
                                          <p:stCondLst>
                                            <p:cond delay="0"/>
                                          </p:stCondLst>
                                        </p:cTn>
                                        <p:tgtEl>
                                          <p:spTgt spid="464903"/>
                                        </p:tgtEl>
                                        <p:attrNameLst>
                                          <p:attrName>style.visibility</p:attrName>
                                        </p:attrNameLst>
                                      </p:cBhvr>
                                      <p:to>
                                        <p:strVal val="visible"/>
                                      </p:to>
                                    </p:set>
                                    <p:anim calcmode="lin" valueType="num">
                                      <p:cBhvr>
                                        <p:cTn id="21" dur="1000" fill="hold"/>
                                        <p:tgtEl>
                                          <p:spTgt spid="464903"/>
                                        </p:tgtEl>
                                        <p:attrNameLst>
                                          <p:attrName>ppt_w</p:attrName>
                                        </p:attrNameLst>
                                      </p:cBhvr>
                                      <p:tavLst>
                                        <p:tav tm="0">
                                          <p:val>
                                            <p:strVal val="#ppt_w*0.70"/>
                                          </p:val>
                                        </p:tav>
                                        <p:tav tm="100000">
                                          <p:val>
                                            <p:strVal val="#ppt_w"/>
                                          </p:val>
                                        </p:tav>
                                      </p:tavLst>
                                    </p:anim>
                                    <p:anim calcmode="lin" valueType="num">
                                      <p:cBhvr>
                                        <p:cTn id="22" dur="1000" fill="hold"/>
                                        <p:tgtEl>
                                          <p:spTgt spid="464903"/>
                                        </p:tgtEl>
                                        <p:attrNameLst>
                                          <p:attrName>ppt_h</p:attrName>
                                        </p:attrNameLst>
                                      </p:cBhvr>
                                      <p:tavLst>
                                        <p:tav tm="0">
                                          <p:val>
                                            <p:strVal val="#ppt_h"/>
                                          </p:val>
                                        </p:tav>
                                        <p:tav tm="100000">
                                          <p:val>
                                            <p:strVal val="#ppt_h"/>
                                          </p:val>
                                        </p:tav>
                                      </p:tavLst>
                                    </p:anim>
                                    <p:animEffect transition="in" filter="fade">
                                      <p:cBhvr>
                                        <p:cTn id="23" dur="1000"/>
                                        <p:tgtEl>
                                          <p:spTgt spid="464903"/>
                                        </p:tgtEl>
                                      </p:cBhvr>
                                    </p:animEffect>
                                  </p:childTnLst>
                                </p:cTn>
                              </p:par>
                            </p:childTnLst>
                          </p:cTn>
                        </p:par>
                      </p:childTnLst>
                    </p:cTn>
                  </p:par>
                  <p:par>
                    <p:cTn id="24" fill="hold">
                      <p:stCondLst>
                        <p:cond delay="indefinite"/>
                      </p:stCondLst>
                      <p:childTnLst>
                        <p:par>
                          <p:cTn id="25" fill="hold">
                            <p:stCondLst>
                              <p:cond delay="0"/>
                            </p:stCondLst>
                            <p:childTnLst>
                              <p:par>
                                <p:cTn id="26" presetID="55" presetClass="entr" presetSubtype="0" fill="hold" nodeType="clickEffect">
                                  <p:stCondLst>
                                    <p:cond delay="0"/>
                                  </p:stCondLst>
                                  <p:childTnLst>
                                    <p:set>
                                      <p:cBhvr>
                                        <p:cTn id="27" dur="1" fill="hold">
                                          <p:stCondLst>
                                            <p:cond delay="0"/>
                                          </p:stCondLst>
                                        </p:cTn>
                                        <p:tgtEl>
                                          <p:spTgt spid="202761"/>
                                        </p:tgtEl>
                                        <p:attrNameLst>
                                          <p:attrName>style.visibility</p:attrName>
                                        </p:attrNameLst>
                                      </p:cBhvr>
                                      <p:to>
                                        <p:strVal val="visible"/>
                                      </p:to>
                                    </p:set>
                                    <p:anim calcmode="lin" valueType="num">
                                      <p:cBhvr>
                                        <p:cTn id="28" dur="1000" fill="hold"/>
                                        <p:tgtEl>
                                          <p:spTgt spid="202761"/>
                                        </p:tgtEl>
                                        <p:attrNameLst>
                                          <p:attrName>ppt_w</p:attrName>
                                        </p:attrNameLst>
                                      </p:cBhvr>
                                      <p:tavLst>
                                        <p:tav tm="0">
                                          <p:val>
                                            <p:strVal val="#ppt_w*0.70"/>
                                          </p:val>
                                        </p:tav>
                                        <p:tav tm="100000">
                                          <p:val>
                                            <p:strVal val="#ppt_w"/>
                                          </p:val>
                                        </p:tav>
                                      </p:tavLst>
                                    </p:anim>
                                    <p:anim calcmode="lin" valueType="num">
                                      <p:cBhvr>
                                        <p:cTn id="29" dur="1000" fill="hold"/>
                                        <p:tgtEl>
                                          <p:spTgt spid="202761"/>
                                        </p:tgtEl>
                                        <p:attrNameLst>
                                          <p:attrName>ppt_h</p:attrName>
                                        </p:attrNameLst>
                                      </p:cBhvr>
                                      <p:tavLst>
                                        <p:tav tm="0">
                                          <p:val>
                                            <p:strVal val="#ppt_h"/>
                                          </p:val>
                                        </p:tav>
                                        <p:tav tm="100000">
                                          <p:val>
                                            <p:strVal val="#ppt_h"/>
                                          </p:val>
                                        </p:tav>
                                      </p:tavLst>
                                    </p:anim>
                                    <p:animEffect transition="in" filter="fade">
                                      <p:cBhvr>
                                        <p:cTn id="30" dur="1000"/>
                                        <p:tgtEl>
                                          <p:spTgt spid="20276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4178" name="Rectangle 2"/>
          <p:cNvSpPr>
            <a:spLocks noGrp="1" noChangeArrowheads="1"/>
          </p:cNvSpPr>
          <p:nvPr>
            <p:ph type="title" idx="4294967295"/>
          </p:nvPr>
        </p:nvSpPr>
        <p:spPr>
          <a:xfrm>
            <a:off x="720725" y="2081213"/>
            <a:ext cx="7770813" cy="1143000"/>
          </a:xfrm>
        </p:spPr>
        <p:txBody>
          <a:bodyPr vert="horz" wrap="square" lIns="91440" tIns="45720" rIns="91440" bIns="45720"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6600" b="0" i="0" u="none" strike="noStrike" kern="0" cap="none" spc="0" normalizeH="0" baseline="0" noProof="0">
                <a:ln>
                  <a:noFill/>
                </a:ln>
                <a:solidFill>
                  <a:srgbClr val="FF5050"/>
                </a:solidFill>
                <a:effectLst>
                  <a:outerShdw blurRad="38100" dist="38100" dir="2700000" algn="tl">
                    <a:srgbClr val="C0C0C0"/>
                  </a:outerShdw>
                </a:effectLst>
                <a:uLnTx/>
                <a:uFillTx/>
                <a:latin typeface="+mj-lt"/>
                <a:ea typeface="+mj-ea"/>
                <a:cs typeface="+mj-cs"/>
              </a:rPr>
              <a:t>结束</a:t>
            </a:r>
            <a:endParaRPr kumimoji="0" lang="zh-CN" altLang="en-US" sz="6600" b="0" i="0" u="none" strike="noStrike" kern="0" cap="none" spc="0" normalizeH="0" baseline="0" noProof="0">
              <a:ln>
                <a:noFill/>
              </a:ln>
              <a:solidFill>
                <a:srgbClr val="FF5050"/>
              </a:solidFill>
              <a:effectLst>
                <a:outerShdw blurRad="38100" dist="38100" dir="2700000" algn="tl">
                  <a:srgbClr val="C0C0C0"/>
                </a:outerShdw>
              </a:effectLst>
              <a:uLnTx/>
              <a:uFillTx/>
              <a:latin typeface="+mj-lt"/>
              <a:ea typeface="+mj-ea"/>
              <a:cs typeface="+mj-cs"/>
            </a:endParaRPr>
          </a:p>
        </p:txBody>
      </p:sp>
      <p:sp>
        <p:nvSpPr>
          <p:cNvPr id="119810" name="Rectangle 3"/>
          <p:cNvSpPr/>
          <p:nvPr/>
        </p:nvSpPr>
        <p:spPr>
          <a:xfrm>
            <a:off x="6537325" y="5065713"/>
            <a:ext cx="184150" cy="396875"/>
          </a:xfrm>
          <a:prstGeom prst="rect">
            <a:avLst/>
          </a:prstGeom>
          <a:noFill/>
          <a:ln w="9525">
            <a:noFill/>
          </a:ln>
        </p:spPr>
        <p:txBody>
          <a:bodyPr wrap="none" lIns="91435" tIns="45718" rIns="91435" bIns="45718" anchor="t" anchorCtr="0">
            <a:spAutoFit/>
          </a:bodyPr>
          <a:lstStyle/>
          <a:p>
            <a:pPr>
              <a:spcBef>
                <a:spcPct val="50000"/>
              </a:spcBef>
            </a:pPr>
            <a:endParaRPr lang="zh-CN" altLang="zh-CN" sz="2000" dirty="0">
              <a:latin typeface="Arial" panose="020B0604020202020204" pitchFamily="34" charset="0"/>
              <a:ea typeface="宋体" panose="02010600030101010101" pitchFamily="2" charset="-122"/>
            </a:endParaRPr>
          </a:p>
        </p:txBody>
      </p:sp>
      <p:pic>
        <p:nvPicPr>
          <p:cNvPr id="434180" name="Picture 4" descr="NA00864_"/>
          <p:cNvPicPr>
            <a:picLocks noGrp="1" noChangeAspect="1"/>
          </p:cNvPicPr>
          <p:nvPr>
            <p:ph idx="1"/>
          </p:nvPr>
        </p:nvPicPr>
        <p:blipFill>
          <a:blip r:embed="rId1"/>
          <a:stretch>
            <a:fillRect/>
          </a:stretch>
        </p:blipFill>
        <p:spPr>
          <a:xfrm>
            <a:off x="5854700" y="3846513"/>
            <a:ext cx="3436938" cy="3011487"/>
          </a:xfrm>
        </p:spPr>
      </p:pic>
      <p:pic>
        <p:nvPicPr>
          <p:cNvPr id="2" name="音频 1">
            <a:hlinkClick r:id="" action="ppaction://media"/>
          </p:cNvPr>
          <p:cNvPicPr>
            <a:picLocks noChangeAspect="1"/>
          </p:cNvPicPr>
          <p:nvPr>
            <a:audioFile r:link="rId2"/>
            <p:extLst>
              <p:ext uri="{DAA4B4D4-6D71-4841-9C94-3DE7FCFB9230}">
                <p14:media xmlns:p14="http://schemas.microsoft.com/office/powerpoint/2010/main" r:embed="rId3"/>
              </p:ext>
            </p:extLst>
          </p:nvPr>
        </p:nvPicPr>
        <p:blipFill>
          <a:blip r:embed="rId4"/>
          <a:stretch>
            <a:fillRect/>
          </a:stretch>
        </p:blipFill>
        <p:spPr>
          <a:xfrm>
            <a:off x="8623300" y="6337300"/>
            <a:ext cx="304800" cy="304800"/>
          </a:xfrm>
          <a:prstGeom prst="rect">
            <a:avLst/>
          </a:prstGeom>
        </p:spPr>
      </p:pic>
    </p:spTree>
  </p:cSld>
  <p:clrMapOvr>
    <a:masterClrMapping/>
  </p:clrMapOvr>
  <p:transition spd="med" advTm="11369">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
                                        </p:tgtEl>
                                      </p:cBhvr>
                                    </p:cmd>
                                  </p:childTnLst>
                                </p:cTn>
                              </p:par>
                            </p:childTnLst>
                          </p:cTn>
                        </p:par>
                        <p:par>
                          <p:cTn id="7" fill="hold">
                            <p:stCondLst>
                              <p:cond delay="0"/>
                            </p:stCondLst>
                            <p:childTnLst>
                              <p:par>
                                <p:cTn id="8" presetID="3" presetClass="entr" presetSubtype="5" fill="hold" nodeType="afterEffect">
                                  <p:stCondLst>
                                    <p:cond delay="0"/>
                                  </p:stCondLst>
                                  <p:childTnLst>
                                    <p:set>
                                      <p:cBhvr>
                                        <p:cTn id="9" dur="1" fill="hold">
                                          <p:stCondLst>
                                            <p:cond delay="0"/>
                                          </p:stCondLst>
                                        </p:cTn>
                                        <p:tgtEl>
                                          <p:spTgt spid="434180"/>
                                        </p:tgtEl>
                                        <p:attrNameLst>
                                          <p:attrName>style.visibility</p:attrName>
                                        </p:attrNameLst>
                                      </p:cBhvr>
                                      <p:to>
                                        <p:strVal val="visible"/>
                                      </p:to>
                                    </p:set>
                                    <p:animEffect transition="in" filter="blinds(vertical)">
                                      <p:cBhvr>
                                        <p:cTn id="10" dur="500"/>
                                        <p:tgtEl>
                                          <p:spTgt spid="434180"/>
                                        </p:tgtEl>
                                      </p:cBhvr>
                                    </p:animEffect>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11" fill="hold" display="0">
                  <p:stCondLst>
                    <p:cond delay="indefinite"/>
                  </p:stCondLst>
                  <p:endCondLst>
                    <p:cond evt="onStopAudio" delay="0">
                      <p:tgtEl>
                        <p:sldTgt/>
                      </p:tgtEl>
                    </p:cond>
                  </p:endCondLst>
                </p:cTn>
                <p:tgtEl>
                  <p:spTgt spid="2"/>
                </p:tgtEl>
              </p:cMediaNode>
            </p:audio>
          </p:childTnLst>
        </p:cTn>
      </p:par>
    </p:tnLst>
  </p:timing>
</p:sld>
</file>

<file path=ppt/tags/tag1.xml><?xml version="1.0" encoding="utf-8"?>
<p:tagLst xmlns:p="http://schemas.openxmlformats.org/presentationml/2006/main">
  <p:tag name="TIMING" val="|16.6|25.3"/>
</p:tagLst>
</file>

<file path=ppt/tags/tag2.xml><?xml version="1.0" encoding="utf-8"?>
<p:tagLst xmlns:p="http://schemas.openxmlformats.org/presentationml/2006/main">
  <p:tag name="TIMING" val="|6.6|90.6"/>
</p:tagLst>
</file>

<file path=ppt/tags/tag3.xml><?xml version="1.0" encoding="utf-8"?>
<p:tagLst xmlns:p="http://schemas.openxmlformats.org/presentationml/2006/main">
  <p:tag name="TIMING" val="|3.6|11.9|42.5|22.2"/>
</p:tagLst>
</file>

<file path=ppt/tags/tag4.xml><?xml version="1.0" encoding="utf-8"?>
<p:tagLst xmlns:p="http://schemas.openxmlformats.org/presentationml/2006/main">
  <p:tag name="TIMING" val="|5.6|138.3"/>
</p:tagLst>
</file>

<file path=ppt/tags/tag5.xml><?xml version="1.0" encoding="utf-8"?>
<p:tagLst xmlns:p="http://schemas.openxmlformats.org/presentationml/2006/main">
  <p:tag name="TIMING" val="|46.5|103.8"/>
</p:tagLst>
</file>

<file path=ppt/tags/tag6.xml><?xml version="1.0" encoding="utf-8"?>
<p:tagLst xmlns:p="http://schemas.openxmlformats.org/presentationml/2006/main">
  <p:tag name="TIMING" val="|3|32.5"/>
</p:tagLst>
</file>

<file path=ppt/tags/tag7.xml><?xml version="1.0" encoding="utf-8"?>
<p:tagLst xmlns:p="http://schemas.openxmlformats.org/presentationml/2006/main">
  <p:tag name="TIMING" val="|25.7"/>
</p:tagLst>
</file>

<file path=ppt/tags/tag8.xml><?xml version="1.0" encoding="utf-8"?>
<p:tagLst xmlns:p="http://schemas.openxmlformats.org/presentationml/2006/main">
  <p:tag name="TIMING" val="|208.8|36.5"/>
</p:tagLst>
</file>

<file path=ppt/tags/tag9.xml><?xml version="1.0" encoding="utf-8"?>
<p:tagLst xmlns:p="http://schemas.openxmlformats.org/presentationml/2006/main">
  <p:tag name="TIMING" val="|15.3|46.8|15.8|18.9|32.1|21.8"/>
</p:tagLst>
</file>

<file path=ppt/tags/tag10.xml><?xml version="1.0" encoding="utf-8"?>
<p:tagLst xmlns:p="http://schemas.openxmlformats.org/presentationml/2006/main">
  <p:tag name="TIMING" val="|57.3|18.8"/>
</p:tagLst>
</file>

<file path=ppt/tags/tag11.xml><?xml version="1.0" encoding="utf-8"?>
<p:tagLst xmlns:p="http://schemas.openxmlformats.org/presentationml/2006/main">
  <p:tag name="TIMING" val="|32.3"/>
</p:tagLst>
</file>

<file path=ppt/tags/tag12.xml><?xml version="1.0" encoding="utf-8"?>
<p:tagLst xmlns:p="http://schemas.openxmlformats.org/presentationml/2006/main">
  <p:tag name="TIMING" val="|11.7|21|79.8"/>
</p:tagLst>
</file>

<file path=ppt/tags/tag13.xml><?xml version="1.0" encoding="utf-8"?>
<p:tagLst xmlns:p="http://schemas.openxmlformats.org/presentationml/2006/main">
  <p:tag name="TIMING" val="|178.7"/>
</p:tagLst>
</file>

<file path=ppt/tags/tag14.xml><?xml version="1.0" encoding="utf-8"?>
<p:tagLst xmlns:p="http://schemas.openxmlformats.org/presentationml/2006/main">
  <p:tag name="TIMING" val="|13.8|101.9|65.8"/>
</p:tagLst>
</file>

<file path=ppt/tags/tag15.xml><?xml version="1.0" encoding="utf-8"?>
<p:tagLst xmlns:p="http://schemas.openxmlformats.org/presentationml/2006/main">
  <p:tag name="TIMING" val="|14.5"/>
</p:tagLst>
</file>

<file path=ppt/tags/tag16.xml><?xml version="1.0" encoding="utf-8"?>
<p:tagLst xmlns:p="http://schemas.openxmlformats.org/presentationml/2006/main">
  <p:tag name="TIMING" val="|29.7|42.4|26.8|27.9|35.4"/>
</p:tagLst>
</file>

<file path=ppt/tags/tag17.xml><?xml version="1.0" encoding="utf-8"?>
<p:tagLst xmlns:p="http://schemas.openxmlformats.org/presentationml/2006/main">
  <p:tag name="TIMING" val="|13.8|101.9|65.8"/>
</p:tagLst>
</file>

<file path=ppt/tags/tag18.xml><?xml version="1.0" encoding="utf-8"?>
<p:tagLst xmlns:p="http://schemas.openxmlformats.org/presentationml/2006/main">
  <p:tag name="TIMING" val="|1.4"/>
</p:tagLst>
</file>

<file path=ppt/tags/tag19.xml><?xml version="1.0" encoding="utf-8"?>
<p:tagLst xmlns:p="http://schemas.openxmlformats.org/presentationml/2006/main">
  <p:tag name="TIMING" val="|71.6"/>
</p:tagLst>
</file>

<file path=ppt/tags/tag20.xml><?xml version="1.0" encoding="utf-8"?>
<p:tagLst xmlns:p="http://schemas.openxmlformats.org/presentationml/2006/main">
  <p:tag name="TIMING" val="|9.3|42.8|55.5"/>
</p:tagLst>
</file>

<file path=ppt/tags/tag21.xml><?xml version="1.0" encoding="utf-8"?>
<p:tagLst xmlns:p="http://schemas.openxmlformats.org/presentationml/2006/main">
  <p:tag name="TIMING" val="|2.3|22.4|20.2|10.6|51.1|9.4|8.4"/>
</p:tagLst>
</file>

<file path=ppt/tags/tag22.xml><?xml version="1.0" encoding="utf-8"?>
<p:tagLst xmlns:p="http://schemas.openxmlformats.org/presentationml/2006/main">
  <p:tag name="TIMING" val="|3.1|0.4"/>
</p:tagLst>
</file>

<file path=ppt/tags/tag23.xml><?xml version="1.0" encoding="utf-8"?>
<p:tagLst xmlns:p="http://schemas.openxmlformats.org/presentationml/2006/main">
  <p:tag name="TIMING" val="|0.2|3.4|58.8|258.2|8.9"/>
</p:tagLst>
</file>

<file path=ppt/tags/tag24.xml><?xml version="1.0" encoding="utf-8"?>
<p:tagLst xmlns:p="http://schemas.openxmlformats.org/presentationml/2006/main">
  <p:tag name="TIMING" val="|16.2|2.3"/>
</p:tagLst>
</file>

<file path=ppt/tags/tag25.xml><?xml version="1.0" encoding="utf-8"?>
<p:tagLst xmlns:p="http://schemas.openxmlformats.org/presentationml/2006/main">
  <p:tag name="TIMING" val="|71.5|2.5"/>
</p:tagLst>
</file>

<file path=ppt/tags/tag26.xml><?xml version="1.0" encoding="utf-8"?>
<p:tagLst xmlns:p="http://schemas.openxmlformats.org/presentationml/2006/main">
  <p:tag name="TIMING" val="|191.9"/>
</p:tagLst>
</file>

<file path=ppt/tags/tag27.xml><?xml version="1.0" encoding="utf-8"?>
<p:tagLst xmlns:p="http://schemas.openxmlformats.org/presentationml/2006/main">
  <p:tag name="TIMING" val="|19.1"/>
</p:tagLst>
</file>

<file path=ppt/tags/tag28.xml><?xml version="1.0" encoding="utf-8"?>
<p:tagLst xmlns:p="http://schemas.openxmlformats.org/presentationml/2006/main">
  <p:tag name="TIMING" val="|4.6"/>
</p:tagLst>
</file>

<file path=ppt/tags/tag29.xml><?xml version="1.0" encoding="utf-8"?>
<p:tagLst xmlns:p="http://schemas.openxmlformats.org/presentationml/2006/main">
  <p:tag name="TIMING" val="|23|9.6|59.3|27.5"/>
</p:tagLst>
</file>

<file path=ppt/tags/tag30.xml><?xml version="1.0" encoding="utf-8"?>
<p:tagLst xmlns:p="http://schemas.openxmlformats.org/presentationml/2006/main">
  <p:tag name="TIMING" val="|5|131"/>
</p:tagLst>
</file>

<file path=ppt/tags/tag31.xml><?xml version="1.0" encoding="utf-8"?>
<p:tagLst xmlns:p="http://schemas.openxmlformats.org/presentationml/2006/main">
  <p:tag name="TIMING" val="|26.7|22.1|8.9|3.4|13.4|10.3"/>
</p:tagLst>
</file>

<file path=ppt/tags/tag32.xml><?xml version="1.0" encoding="utf-8"?>
<p:tagLst xmlns:p="http://schemas.openxmlformats.org/presentationml/2006/main">
  <p:tag name="TIMING" val="|3.1|0.4"/>
</p:tagLst>
</file>

<file path=ppt/tags/tag33.xml><?xml version="1.0" encoding="utf-8"?>
<p:tagLst xmlns:p="http://schemas.openxmlformats.org/presentationml/2006/main">
  <p:tag name="TIMING" val="|3.1|0.4"/>
</p:tagLst>
</file>

<file path=ppt/tags/tag34.xml><?xml version="1.0" encoding="utf-8"?>
<p:tagLst xmlns:p="http://schemas.openxmlformats.org/presentationml/2006/main">
  <p:tag name="TIMING" val="|81.3|12.7|24"/>
</p:tagLst>
</file>

<file path=ppt/tags/tag35.xml><?xml version="1.0" encoding="utf-8"?>
<p:tagLst xmlns:p="http://schemas.openxmlformats.org/presentationml/2006/main">
  <p:tag name="TIMING" val="|9.9|27.4|33.2"/>
</p:tagLst>
</file>

<file path=ppt/tags/tag36.xml><?xml version="1.0" encoding="utf-8"?>
<p:tagLst xmlns:p="http://schemas.openxmlformats.org/presentationml/2006/main">
  <p:tag name="TIMING" val="|16|45.8|105.1|18.8|26.7"/>
</p:tagLst>
</file>

<file path=ppt/tags/tag37.xml><?xml version="1.0" encoding="utf-8"?>
<p:tagLst xmlns:p="http://schemas.openxmlformats.org/presentationml/2006/main">
  <p:tag name="TIMING" val="|10.5|31.5|8.6|78.7|18"/>
</p:tagLst>
</file>

<file path=ppt/tags/tag38.xml><?xml version="1.0" encoding="utf-8"?>
<p:tagLst xmlns:p="http://schemas.openxmlformats.org/presentationml/2006/main">
  <p:tag name="TIMING" val="|1|3.4"/>
</p:tagLst>
</file>

<file path=ppt/tags/tag39.xml><?xml version="1.0" encoding="utf-8"?>
<p:tagLst xmlns:p="http://schemas.openxmlformats.org/presentationml/2006/main">
  <p:tag name="TIMING" val="|3.3|10.8|2"/>
</p:tagLst>
</file>

<file path=ppt/tags/tag40.xml><?xml version="1.0" encoding="utf-8"?>
<p:tagLst xmlns:p="http://schemas.openxmlformats.org/presentationml/2006/main">
  <p:tag name="TIMING" val="|9.1|39.9|10.1|27.1"/>
</p:tagLst>
</file>

<file path=ppt/tags/tag41.xml><?xml version="1.0" encoding="utf-8"?>
<p:tagLst xmlns:p="http://schemas.openxmlformats.org/presentationml/2006/main">
  <p:tag name="TIMING" val="|6.3|7.8|89.1"/>
</p:tagLst>
</file>

<file path=ppt/tags/tag42.xml><?xml version="1.0" encoding="utf-8"?>
<p:tagLst xmlns:p="http://schemas.openxmlformats.org/presentationml/2006/main">
  <p:tag name="TIMING" val="|17.4|6.2|7.2|9.5|6.4|3.1|1.8|5.3|1|4|3.2|87.1|6.7"/>
</p:tagLst>
</file>

<file path=ppt/tags/tag43.xml><?xml version="1.0" encoding="utf-8"?>
<p:tagLst xmlns:p="http://schemas.openxmlformats.org/presentationml/2006/main">
  <p:tag name="TIMING" val="|59.4"/>
</p:tagLst>
</file>

<file path=ppt/tags/tag44.xml><?xml version="1.0" encoding="utf-8"?>
<p:tagLst xmlns:p="http://schemas.openxmlformats.org/presentationml/2006/main">
  <p:tag name="TIMING" val="|30.6|19|8.3|10.7|15|17.4"/>
</p:tagLst>
</file>

<file path=ppt/tags/tag45.xml><?xml version="1.0" encoding="utf-8"?>
<p:tagLst xmlns:p="http://schemas.openxmlformats.org/presentationml/2006/main">
  <p:tag name="TIMING" val="|32.3"/>
</p:tagLst>
</file>

<file path=ppt/tags/tag46.xml><?xml version="1.0" encoding="utf-8"?>
<p:tagLst xmlns:p="http://schemas.openxmlformats.org/presentationml/2006/main">
  <p:tag name="TIMING" val="|0.6|0.7|13|0.4"/>
</p:tagLst>
</file>

<file path=ppt/tags/tag47.xml><?xml version="1.0" encoding="utf-8"?>
<p:tagLst xmlns:p="http://schemas.openxmlformats.org/presentationml/2006/main">
  <p:tag name="TIMING" val="|15.4"/>
</p:tagLst>
</file>

<file path=ppt/tags/tag48.xml><?xml version="1.0" encoding="utf-8"?>
<p:tagLst xmlns:p="http://schemas.openxmlformats.org/presentationml/2006/main">
  <p:tag name="TIMING" val="|17.2|76.5"/>
</p:tagLst>
</file>

<file path=ppt/tags/tag49.xml><?xml version="1.0" encoding="utf-8"?>
<p:tagLst xmlns:p="http://schemas.openxmlformats.org/presentationml/2006/main">
  <p:tag name="TIMING" val="|28.6"/>
</p:tagLst>
</file>

<file path=ppt/tags/tag50.xml><?xml version="1.0" encoding="utf-8"?>
<p:tagLst xmlns:p="http://schemas.openxmlformats.org/presentationml/2006/main">
  <p:tag name="TIMING" val="|7.6|25.4|29.5|16.7|31.3"/>
</p:tagLst>
</file>

<file path=ppt/tags/tag51.xml><?xml version="1.0" encoding="utf-8"?>
<p:tagLst xmlns:p="http://schemas.openxmlformats.org/presentationml/2006/main">
  <p:tag name="TIMING" val="|11.2|13.9|16.1|10|17.6"/>
</p:tagLst>
</file>

<file path=ppt/tags/tag52.xml><?xml version="1.0" encoding="utf-8"?>
<p:tagLst xmlns:p="http://schemas.openxmlformats.org/presentationml/2006/main">
  <p:tag name="TIMING" val="|28.4|10.4|8.8|9.2|3|1.4"/>
</p:tagLst>
</file>

<file path=ppt/tags/tag53.xml><?xml version="1.0" encoding="utf-8"?>
<p:tagLst xmlns:p="http://schemas.openxmlformats.org/presentationml/2006/main">
  <p:tag name="TIMING" val="|18.8|38"/>
</p:tagLst>
</file>

<file path=ppt/tags/tag54.xml><?xml version="1.0" encoding="utf-8"?>
<p:tagLst xmlns:p="http://schemas.openxmlformats.org/presentationml/2006/main">
  <p:tag name="TIMING" val="|1.6|10.4|77.2|34.7"/>
</p:tagLst>
</file>

<file path=ppt/tags/tag55.xml><?xml version="1.0" encoding="utf-8"?>
<p:tagLst xmlns:p="http://schemas.openxmlformats.org/presentationml/2006/main">
  <p:tag name="TIMING" val="|1.1|46.4|1.8"/>
</p:tagLst>
</file>

<file path=ppt/tags/tag56.xml><?xml version="1.0" encoding="utf-8"?>
<p:tagLst xmlns:p="http://schemas.openxmlformats.org/presentationml/2006/main">
  <p:tag name="TIMING" val="|93.5"/>
</p:tagLst>
</file>

<file path=ppt/tags/tag57.xml><?xml version="1.0" encoding="utf-8"?>
<p:tagLst xmlns:p="http://schemas.openxmlformats.org/presentationml/2006/main">
  <p:tag name="TIMING" val="|47.7|74|2.6|24.8|14.8|15.9"/>
</p:tagLst>
</file>

<file path=ppt/tags/tag58.xml><?xml version="1.0" encoding="utf-8"?>
<p:tagLst xmlns:p="http://schemas.openxmlformats.org/presentationml/2006/main">
  <p:tag name="TIMING" val="|88.4|5|83.8|25.8|51.8"/>
</p:tagLst>
</file>

<file path=ppt/tags/tag59.xml><?xml version="1.0" encoding="utf-8"?>
<p:tagLst xmlns:p="http://schemas.openxmlformats.org/presentationml/2006/main">
  <p:tag name="TIMING" val="|45.3|41.1|1.9|0.7"/>
</p:tagLst>
</file>

<file path=ppt/tags/tag60.xml><?xml version="1.0" encoding="utf-8"?>
<p:tagLst xmlns:p="http://schemas.openxmlformats.org/presentationml/2006/main">
  <p:tag name="TIMING" val="|10.5|19.7|24.2|27.6"/>
</p:tagLst>
</file>

<file path=ppt/tags/tag61.xml><?xml version="1.0" encoding="utf-8"?>
<p:tagLst xmlns:p="http://schemas.openxmlformats.org/presentationml/2006/main">
  <p:tag name="TIMING" val="|10.6|15|29.4|14.5|23.3|18.4|34.9"/>
</p:tagLst>
</file>

<file path=ppt/tags/tag62.xml><?xml version="1.0" encoding="utf-8"?>
<p:tagLst xmlns:p="http://schemas.openxmlformats.org/presentationml/2006/main">
  <p:tag name="TIMING" val="|28.1|1.2|1.7|0.6"/>
</p:tagLst>
</file>

<file path=ppt/tags/tag63.xml><?xml version="1.0" encoding="utf-8"?>
<p:tagLst xmlns:p="http://schemas.openxmlformats.org/presentationml/2006/main">
  <p:tag name="TIMING" val="|3.5|22.1|7.5|31.2|24.7|84.6"/>
</p:tagLst>
</file>

<file path=ppt/tags/tag64.xml><?xml version="1.0" encoding="utf-8"?>
<p:tagLst xmlns:p="http://schemas.openxmlformats.org/presentationml/2006/main">
  <p:tag name="TIMING" val="|1|12.6|37.7|7.5|33.5"/>
</p:tagLst>
</file>

<file path=ppt/tags/tag65.xml><?xml version="1.0" encoding="utf-8"?>
<p:tagLst xmlns:p="http://schemas.openxmlformats.org/presentationml/2006/main">
  <p:tag name="TIMING" val="|157.8|3.2|4|25.2|9.3|15"/>
</p:tagLst>
</file>

<file path=ppt/tags/tag66.xml><?xml version="1.0" encoding="utf-8"?>
<p:tagLst xmlns:p="http://schemas.openxmlformats.org/presentationml/2006/main">
  <p:tag name="TIMING" val="|226.4"/>
</p:tagLst>
</file>

<file path=ppt/tags/tag67.xml><?xml version="1.0" encoding="utf-8"?>
<p:tagLst xmlns:p="http://schemas.openxmlformats.org/presentationml/2006/main">
  <p:tag name="KSO_WM_DIAGRAM_VIRTUALLY_FRAME" val="{&quot;height&quot;:106.45,&quot;left&quot;:-56.155263660224406,&quot;top&quot;:141.60003937007872,&quot;width&quot;:686.5552636602245}"/>
</p:tagLst>
</file>

<file path=ppt/tags/tag68.xml><?xml version="1.0" encoding="utf-8"?>
<p:tagLst xmlns:p="http://schemas.openxmlformats.org/presentationml/2006/main">
  <p:tag name="KSO_WM_DIAGRAM_VIRTUALLY_FRAME" val="{&quot;height&quot;:106.45,&quot;left&quot;:-56.155263660224406,&quot;top&quot;:141.60003937007872,&quot;width&quot;:686.5552636602245}"/>
</p:tagLst>
</file>

<file path=ppt/tags/tag69.xml><?xml version="1.0" encoding="utf-8"?>
<p:tagLst xmlns:p="http://schemas.openxmlformats.org/presentationml/2006/main">
  <p:tag name="KSO_WM_DIAGRAM_VIRTUALLY_FRAME" val="{&quot;height&quot;:106.45,&quot;left&quot;:-56.155263660224406,&quot;top&quot;:141.60003937007872,&quot;width&quot;:686.5552636602245}"/>
</p:tagLst>
</file>

<file path=ppt/tags/tag70.xml><?xml version="1.0" encoding="utf-8"?>
<p:tagLst xmlns:p="http://schemas.openxmlformats.org/presentationml/2006/main">
  <p:tag name="KSO_WM_DIAGRAM_VIRTUALLY_FRAME" val="{&quot;height&quot;:159.55,&quot;left&quot;:87.87503937007874,&quot;top&quot;:162.22503937007872,&quot;width&quot;:391.6499606299213}"/>
</p:tagLst>
</file>

<file path=ppt/tags/tag71.xml><?xml version="1.0" encoding="utf-8"?>
<p:tagLst xmlns:p="http://schemas.openxmlformats.org/presentationml/2006/main">
  <p:tag name="KSO_WM_DIAGRAM_VIRTUALLY_FRAME" val="{&quot;height&quot;:159.55,&quot;left&quot;:87.87503937007874,&quot;top&quot;:162.22503937007872,&quot;width&quot;:391.6499606299213}"/>
</p:tagLst>
</file>

<file path=ppt/tags/tag72.xml><?xml version="1.0" encoding="utf-8"?>
<p:tagLst xmlns:p="http://schemas.openxmlformats.org/presentationml/2006/main">
  <p:tag name="KSO_WM_DIAGRAM_VIRTUALLY_FRAME" val="{&quot;height&quot;:159.55,&quot;left&quot;:87.87503937007874,&quot;top&quot;:162.22503937007872,&quot;width&quot;:391.6499606299213}"/>
</p:tagLst>
</file>

<file path=ppt/tags/tag73.xml><?xml version="1.0" encoding="utf-8"?>
<p:tagLst xmlns:p="http://schemas.openxmlformats.org/presentationml/2006/main">
  <p:tag name="TIMING" val="|111.7|189.6|114.3|38"/>
</p:tagLst>
</file>

<file path=ppt/tags/tag74.xml><?xml version="1.0" encoding="utf-8"?>
<p:tagLst xmlns:p="http://schemas.openxmlformats.org/presentationml/2006/main">
  <p:tag name="TIMING" val="|8|38.3|5.8|2.7"/>
</p:tagLst>
</file>

<file path=ppt/tags/tag75.xml><?xml version="1.0" encoding="utf-8"?>
<p:tagLst xmlns:p="http://schemas.openxmlformats.org/presentationml/2006/main">
  <p:tag name="TIMING" val="|34.7|4.7|13.6|30.2|64.1"/>
</p:tagLst>
</file>

<file path=ppt/tags/tag76.xml><?xml version="1.0" encoding="utf-8"?>
<p:tagLst xmlns:p="http://schemas.openxmlformats.org/presentationml/2006/main">
  <p:tag name="TIMING" val="|106.9|30.6"/>
</p:tagLst>
</file>

<file path=ppt/tags/tag77.xml><?xml version="1.0" encoding="utf-8"?>
<p:tagLst xmlns:p="http://schemas.openxmlformats.org/presentationml/2006/main">
  <p:tag name="TIMING" val="|0.8|0.2|0.3|0.3|0.4"/>
</p:tagLst>
</file>

<file path=ppt/tags/tag78.xml><?xml version="1.0" encoding="utf-8"?>
<p:tagLst xmlns:p="http://schemas.openxmlformats.org/presentationml/2006/main">
  <p:tag name="TIMING" val="|79.4|17.8|64.5"/>
</p:tagLst>
</file>

<file path=ppt/tags/tag79.xml><?xml version="1.0" encoding="utf-8"?>
<p:tagLst xmlns:p="http://schemas.openxmlformats.org/presentationml/2006/main">
  <p:tag name="TIMING" val="|59.1|0.7|0.2|0.1|0.1"/>
</p:tagLst>
</file>

<file path=ppt/tags/tag80.xml><?xml version="1.0" encoding="utf-8"?>
<p:tagLst xmlns:p="http://schemas.openxmlformats.org/presentationml/2006/main">
  <p:tag name="TIMING" val="|103.7|0.7|0.2"/>
</p:tagLst>
</file>

<file path=ppt/tags/tag81.xml><?xml version="1.0" encoding="utf-8"?>
<p:tagLst xmlns:p="http://schemas.openxmlformats.org/presentationml/2006/main">
  <p:tag name="TIMING" val="|12.1|12.4|62.5|3.4|6.3"/>
</p:tagLst>
</file>

<file path=ppt/tags/tag82.xml><?xml version="1.0" encoding="utf-8"?>
<p:tagLst xmlns:p="http://schemas.openxmlformats.org/presentationml/2006/main">
  <p:tag name="TIMING" val="|157.8|3.2|4|25.2|9.3|15"/>
</p:tagLst>
</file>

<file path=ppt/tags/tag83.xml><?xml version="1.0" encoding="utf-8"?>
<p:tagLst xmlns:p="http://schemas.openxmlformats.org/presentationml/2006/main">
  <p:tag name="TIMING" val="|0.8|0.2|0.3|0.3|0.4"/>
</p:tagLst>
</file>

<file path=ppt/tags/tag84.xml><?xml version="1.0" encoding="utf-8"?>
<p:tagLst xmlns:p="http://schemas.openxmlformats.org/presentationml/2006/main">
  <p:tag name="TIMING" val="|95.1"/>
</p:tagLst>
</file>

<file path=ppt/tags/tag85.xml><?xml version="1.0" encoding="utf-8"?>
<p:tagLst xmlns:p="http://schemas.openxmlformats.org/presentationml/2006/main">
  <p:tag name="TIMING" val="|15.2|64.7|64.3|46.9"/>
</p:tagLst>
</file>

<file path=ppt/tags/tag86.xml><?xml version="1.0" encoding="utf-8"?>
<p:tagLst xmlns:p="http://schemas.openxmlformats.org/presentationml/2006/main">
  <p:tag name="TIMING" val="|36.3|5|44.7|86.6"/>
</p:tagLst>
</file>

<file path=ppt/tags/tag87.xml><?xml version="1.0" encoding="utf-8"?>
<p:tagLst xmlns:p="http://schemas.openxmlformats.org/presentationml/2006/main">
  <p:tag name="TIMING" val="|8.2|28.4|25.3"/>
</p:tagLst>
</file>

<file path=ppt/tags/tag88.xml><?xml version="1.0" encoding="utf-8"?>
<p:tagLst xmlns:p="http://schemas.openxmlformats.org/presentationml/2006/main">
  <p:tag name="TIMING" val="|43.1|106.5|4.7|11.1|23.2|10.7|129.7"/>
</p:tagLst>
</file>

<file path=ppt/tags/tag89.xml><?xml version="1.0" encoding="utf-8"?>
<p:tagLst xmlns:p="http://schemas.openxmlformats.org/presentationml/2006/main">
  <p:tag name="TIMING" val="|89.3|19.1|12.3|28.8"/>
</p:tagLst>
</file>

<file path=ppt/tags/tag90.xml><?xml version="1.0" encoding="utf-8"?>
<p:tagLst xmlns:p="http://schemas.openxmlformats.org/presentationml/2006/main">
  <p:tag name="TIMING" val="|25.2|10.8|0.4|41|4.5"/>
</p:tagLst>
</file>

<file path=ppt/tags/tag91.xml><?xml version="1.0" encoding="utf-8"?>
<p:tagLst xmlns:p="http://schemas.openxmlformats.org/presentationml/2006/main">
  <p:tag name="TIMING" val="|28.6|10.8"/>
</p:tagLst>
</file>

<file path=ppt/tags/tag92.xml><?xml version="1.0" encoding="utf-8"?>
<p:tagLst xmlns:p="http://schemas.openxmlformats.org/presentationml/2006/main">
  <p:tag name="TIMING" val="|11.6|22.5|57.9"/>
</p:tagLst>
</file>

<file path=ppt/tags/tag93.xml><?xml version="1.0" encoding="utf-8"?>
<p:tagLst xmlns:p="http://schemas.openxmlformats.org/presentationml/2006/main">
  <p:tag name="TIMING" val="|13.4|19.3"/>
</p:tagLst>
</file>

<file path=ppt/tags/tag94.xml><?xml version="1.0" encoding="utf-8"?>
<p:tagLst xmlns:p="http://schemas.openxmlformats.org/presentationml/2006/main">
  <p:tag name="TIMING" val="|19.5|22.7"/>
</p:tagLst>
</file>

<file path=ppt/tags/tag95.xml><?xml version="1.0" encoding="utf-8"?>
<p:tagLst xmlns:p="http://schemas.openxmlformats.org/presentationml/2006/main">
  <p:tag name="TIMING" val="|42.6|35.9|81.7|2.4"/>
</p:tagLst>
</file>

<file path=ppt/tags/tag96.xml><?xml version="1.0" encoding="utf-8"?>
<p:tagLst xmlns:p="http://schemas.openxmlformats.org/presentationml/2006/main">
  <p:tag name="TIMING" val="|19.6"/>
</p:tagLst>
</file>

<file path=ppt/tags/tag97.xml><?xml version="1.0" encoding="utf-8"?>
<p:tagLst xmlns:p="http://schemas.openxmlformats.org/presentationml/2006/main">
  <p:tag name="TIMING" val="|25.5"/>
</p:tagLst>
</file>

<file path=ppt/tags/tag98.xml><?xml version="1.0" encoding="utf-8"?>
<p:tagLst xmlns:p="http://schemas.openxmlformats.org/presentationml/2006/main">
  <p:tag name="TIMING" val="|66.1|2.8|21.3|143.7|12.7|12.7"/>
</p:tagLst>
</file>

<file path=ppt/tags/tag99.xml><?xml version="1.0" encoding="utf-8"?>
<p:tagLst xmlns:p="http://schemas.openxmlformats.org/presentationml/2006/main">
  <p:tag name="TIMING" val="|43|3.9|92.1|22.5"/>
</p:tagLst>
</file>

<file path=ppt/tags/tag100.xml><?xml version="1.0" encoding="utf-8"?>
<p:tagLst xmlns:p="http://schemas.openxmlformats.org/presentationml/2006/main">
  <p:tag name="TIMING" val="|15.1|82.3|19"/>
</p:tagLst>
</file>

<file path=ppt/tags/tag101.xml><?xml version="1.0" encoding="utf-8"?>
<p:tagLst xmlns:p="http://schemas.openxmlformats.org/presentationml/2006/main">
  <p:tag name="TIMING" val="|47.6"/>
</p:tagLst>
</file>

<file path=ppt/tags/tag102.xml><?xml version="1.0" encoding="utf-8"?>
<p:tagLst xmlns:p="http://schemas.openxmlformats.org/presentationml/2006/main">
  <p:tag name="TIMING" val="|27.4|1.6|27.8|21.8|22.2|186.8|219.6"/>
</p:tagLst>
</file>

<file path=ppt/tags/tag103.xml><?xml version="1.0" encoding="utf-8"?>
<p:tagLst xmlns:p="http://schemas.openxmlformats.org/presentationml/2006/main">
  <p:tag name="TIMING" val="|1.2"/>
</p:tagLst>
</file>

<file path=ppt/tags/tag104.xml><?xml version="1.0" encoding="utf-8"?>
<p:tagLst xmlns:p="http://schemas.openxmlformats.org/presentationml/2006/main">
  <p:tag name="TIMING" val="|0.6|0.8|0.6|0.6"/>
</p:tagLst>
</file>

<file path=ppt/tags/tag105.xml><?xml version="1.0" encoding="utf-8"?>
<p:tagLst xmlns:p="http://schemas.openxmlformats.org/presentationml/2006/main">
  <p:tag name="TIMING" val="|13.7"/>
</p:tagLst>
</file>

<file path=ppt/tags/tag106.xml><?xml version="1.0" encoding="utf-8"?>
<p:tagLst xmlns:p="http://schemas.openxmlformats.org/presentationml/2006/main">
  <p:tag name="TIMING" val="|1.5|7.6|10.5"/>
</p:tagLst>
</file>

<file path=ppt/tags/tag107.xml><?xml version="1.0" encoding="utf-8"?>
<p:tagLst xmlns:p="http://schemas.openxmlformats.org/presentationml/2006/main">
  <p:tag name="TIMING" val="|151.8|64.7|11.2"/>
</p:tagLst>
</file>

<file path=ppt/tags/tag108.xml><?xml version="1.0" encoding="utf-8"?>
<p:tagLst xmlns:p="http://schemas.openxmlformats.org/presentationml/2006/main">
  <p:tag name="TIMING" val="|8.3|52.6|3.8|18.7"/>
</p:tagLst>
</file>

<file path=ppt/tags/tag109.xml><?xml version="1.0" encoding="utf-8"?>
<p:tagLst xmlns:p="http://schemas.openxmlformats.org/presentationml/2006/main">
  <p:tag name="TIMING" val="|1.6|9.2|4.2|2.9|15.6|9.7|11.3|1.8"/>
</p:tagLst>
</file>

<file path=ppt/tags/tag110.xml><?xml version="1.0" encoding="utf-8"?>
<p:tagLst xmlns:p="http://schemas.openxmlformats.org/presentationml/2006/main">
  <p:tag name="TIMING" val="|1.6|4.2|40.2|12|4.8|9|5.3"/>
</p:tagLst>
</file>

<file path=ppt/tags/tag111.xml><?xml version="1.0" encoding="utf-8"?>
<p:tagLst xmlns:p="http://schemas.openxmlformats.org/presentationml/2006/main">
  <p:tag name="TIMING" val="|1.9|1.7|1.2|20.4|11.2|2|6.4|20.6|4.9"/>
</p:tagLst>
</file>

<file path=ppt/tags/tag112.xml><?xml version="1.0" encoding="utf-8"?>
<p:tagLst xmlns:p="http://schemas.openxmlformats.org/presentationml/2006/main">
  <p:tag name="TIMING" val="|142|14.2|6.7|10.5|3|9.6|7.2"/>
</p:tagLst>
</file>

<file path=ppt/tags/tag113.xml><?xml version="1.0" encoding="utf-8"?>
<p:tagLst xmlns:p="http://schemas.openxmlformats.org/presentationml/2006/main">
  <p:tag name="TIMING" val="|12.2|12|10.3|5.9|13.9|9.5|4.8|2|13.9|6.9|15.5|12.4|8.7|2.7"/>
</p:tagLst>
</file>

<file path=ppt/tags/tag114.xml><?xml version="1.0" encoding="utf-8"?>
<p:tagLst xmlns:p="http://schemas.openxmlformats.org/presentationml/2006/main">
  <p:tag name="TIMING" val="|0.4|0.2"/>
</p:tagLst>
</file>

<file path=ppt/tags/tag115.xml><?xml version="1.0" encoding="utf-8"?>
<p:tagLst xmlns:p="http://schemas.openxmlformats.org/presentationml/2006/main">
  <p:tag name="TIMING" val="|3.6|0.9|0.7|0.7|0.7"/>
</p:tagLst>
</file>

<file path=ppt/tags/tag116.xml><?xml version="1.0" encoding="utf-8"?>
<p:tagLst xmlns:p="http://schemas.openxmlformats.org/presentationml/2006/main">
  <p:tag name="TIMING" val="|22.5|7.2"/>
</p:tagLst>
</file>

<file path=ppt/tags/tag117.xml><?xml version="1.0" encoding="utf-8"?>
<p:tagLst xmlns:p="http://schemas.openxmlformats.org/presentationml/2006/main">
  <p:tag name="TIMING" val="|15.8|17.6|58.2|3.4|6.8"/>
</p:tagLst>
</file>

<file path=ppt/tags/tag118.xml><?xml version="1.0" encoding="utf-8"?>
<p:tagLst xmlns:p="http://schemas.openxmlformats.org/presentationml/2006/main">
  <p:tag name="TIMING" val="|0.9"/>
</p:tagLst>
</file>

<file path=ppt/tags/tag119.xml><?xml version="1.0" encoding="utf-8"?>
<p:tagLst xmlns:p="http://schemas.openxmlformats.org/presentationml/2006/main">
  <p:tag name="TIMING" val="|3.4|1.9|37"/>
</p:tagLst>
</file>

<file path=ppt/tags/tag120.xml><?xml version="1.0" encoding="utf-8"?>
<p:tagLst xmlns:p="http://schemas.openxmlformats.org/presentationml/2006/main">
  <p:tag name="TIMING" val="|7.1|2.6|7.1"/>
</p:tagLst>
</file>

<file path=ppt/tags/tag121.xml><?xml version="1.0" encoding="utf-8"?>
<p:tagLst xmlns:p="http://schemas.openxmlformats.org/presentationml/2006/main">
  <p:tag name="TIMING" val="|31.7"/>
</p:tagLst>
</file>

<file path=ppt/tags/tag122.xml><?xml version="1.0" encoding="utf-8"?>
<p:tagLst xmlns:p="http://schemas.openxmlformats.org/presentationml/2006/main">
  <p:tag name="TIMING" val="|1.8|1.6|1|0.8|0.6|0.6"/>
</p:tagLst>
</file>

<file path=ppt/tags/tag123.xml><?xml version="1.0" encoding="utf-8"?>
<p:tagLst xmlns:p="http://schemas.openxmlformats.org/presentationml/2006/main">
  <p:tag name="TIMING" val="|3.3|7|17.7|4.6"/>
</p:tagLst>
</file>

<file path=ppt/tags/tag124.xml><?xml version="1.0" encoding="utf-8"?>
<p:tagLst xmlns:p="http://schemas.openxmlformats.org/presentationml/2006/main">
  <p:tag name="TIMING" val="|2.8|16.7"/>
</p:tagLst>
</file>

<file path=ppt/tags/tag125.xml><?xml version="1.0" encoding="utf-8"?>
<p:tagLst xmlns:p="http://schemas.openxmlformats.org/presentationml/2006/main">
  <p:tag name="TIMING" val="|1.3|1.2|1.3|1.3"/>
</p:tagLst>
</file>

<file path=ppt/tags/tag126.xml><?xml version="1.0" encoding="utf-8"?>
<p:tagLst xmlns:p="http://schemas.openxmlformats.org/presentationml/2006/main">
  <p:tag name="TIMING" val="|12.7|8.5|2.4"/>
</p:tagLst>
</file>

<file path=ppt/tags/tag127.xml><?xml version="1.0" encoding="utf-8"?>
<p:tagLst xmlns:p="http://schemas.openxmlformats.org/presentationml/2006/main">
  <p:tag name="TIMING" val="|0.9|0.5|0.4|0.4"/>
</p:tagLst>
</file>

<file path=ppt/tags/tag128.xml><?xml version="1.0" encoding="utf-8"?>
<p:tagLst xmlns:p="http://schemas.openxmlformats.org/presentationml/2006/main">
  <p:tag name="TIMING" val="|0.4|0.4|0.3|0.4"/>
</p:tagLst>
</file>

<file path=ppt/theme/theme1.xml><?xml version="1.0" encoding="utf-8"?>
<a:theme xmlns:a="http://schemas.openxmlformats.org/drawingml/2006/main" name="夜幕降临设计模板">
  <a:themeElements>
    <a:clrScheme name="夜幕降临设计模板 12">
      <a:dk1>
        <a:srgbClr val="003366"/>
      </a:dk1>
      <a:lt1>
        <a:srgbClr val="FFFFFF"/>
      </a:lt1>
      <a:dk2>
        <a:srgbClr val="0000FF"/>
      </a:dk2>
      <a:lt2>
        <a:srgbClr val="CCECFF"/>
      </a:lt2>
      <a:accent1>
        <a:srgbClr val="3366CC"/>
      </a:accent1>
      <a:accent2>
        <a:srgbClr val="004570"/>
      </a:accent2>
      <a:accent3>
        <a:srgbClr val="AAAAFF"/>
      </a:accent3>
      <a:accent4>
        <a:srgbClr val="DADADA"/>
      </a:accent4>
      <a:accent5>
        <a:srgbClr val="ADB8E2"/>
      </a:accent5>
      <a:accent6>
        <a:srgbClr val="003E65"/>
      </a:accent6>
      <a:hlink>
        <a:srgbClr val="99CCFF"/>
      </a:hlink>
      <a:folHlink>
        <a:srgbClr val="FFE701"/>
      </a:folHlink>
    </a:clrScheme>
    <a:fontScheme name="夜幕降临设计模板">
      <a:majorFont>
        <a:latin typeface="Arial"/>
        <a:ea typeface="黑体"/>
        <a:cs typeface=""/>
      </a:majorFont>
      <a:minorFont>
        <a:latin typeface="Arial"/>
        <a:ea typeface="华文中宋"/>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spPr>
      <a:bodyPr vert="horz" wrap="non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spPr>
      <a:bodyPr vert="horz" wrap="non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夜幕降临设计模板 1">
        <a:dk1>
          <a:srgbClr val="336699"/>
        </a:dk1>
        <a:lt1>
          <a:srgbClr val="FFFFFF"/>
        </a:lt1>
        <a:dk2>
          <a:srgbClr val="969696"/>
        </a:dk2>
        <a:lt2>
          <a:srgbClr val="E3EBF1"/>
        </a:lt2>
        <a:accent1>
          <a:srgbClr val="003399"/>
        </a:accent1>
        <a:accent2>
          <a:srgbClr val="59A7E1"/>
        </a:accent2>
        <a:accent3>
          <a:srgbClr val="C9C9C9"/>
        </a:accent3>
        <a:accent4>
          <a:srgbClr val="DADADA"/>
        </a:accent4>
        <a:accent5>
          <a:srgbClr val="AAADCA"/>
        </a:accent5>
        <a:accent6>
          <a:srgbClr val="5097CC"/>
        </a:accent6>
        <a:hlink>
          <a:srgbClr val="66CCFF"/>
        </a:hlink>
        <a:folHlink>
          <a:srgbClr val="F8F8F8"/>
        </a:folHlink>
      </a:clrScheme>
      <a:clrMap bg1="dk2" tx1="lt1" bg2="dk1" tx2="lt2" accent1="accent1" accent2="accent2" accent3="accent3" accent4="accent4" accent5="accent5" accent6="accent6" hlink="hlink" folHlink="folHlink"/>
    </a:extraClrScheme>
    <a:extraClrScheme>
      <a:clrScheme name="夜幕降临设计模板 2">
        <a:dk1>
          <a:srgbClr val="2D2015"/>
        </a:dk1>
        <a:lt1>
          <a:srgbClr val="FFFFFF"/>
        </a:lt1>
        <a:dk2>
          <a:srgbClr val="A17A4B"/>
        </a:dk2>
        <a:lt2>
          <a:srgbClr val="DFC08D"/>
        </a:lt2>
        <a:accent1>
          <a:srgbClr val="8C7B70"/>
        </a:accent1>
        <a:accent2>
          <a:srgbClr val="354FBB"/>
        </a:accent2>
        <a:accent3>
          <a:srgbClr val="CDBEB1"/>
        </a:accent3>
        <a:accent4>
          <a:srgbClr val="DADADA"/>
        </a:accent4>
        <a:accent5>
          <a:srgbClr val="C5BFBB"/>
        </a:accent5>
        <a:accent6>
          <a:srgbClr val="2F47A9"/>
        </a:accent6>
        <a:hlink>
          <a:srgbClr val="CCB400"/>
        </a:hlink>
        <a:folHlink>
          <a:srgbClr val="BEC9CA"/>
        </a:folHlink>
      </a:clrScheme>
      <a:clrMap bg1="dk2" tx1="lt1" bg2="dk1" tx2="lt2" accent1="accent1" accent2="accent2" accent3="accent3" accent4="accent4" accent5="accent5" accent6="accent6" hlink="hlink" folHlink="folHlink"/>
    </a:extraClrScheme>
    <a:extraClrScheme>
      <a:clrScheme name="夜幕降临设计模板 3">
        <a:dk1>
          <a:srgbClr val="777777"/>
        </a:dk1>
        <a:lt1>
          <a:srgbClr val="FFFFFF"/>
        </a:lt1>
        <a:dk2>
          <a:srgbClr val="A1A496"/>
        </a:dk2>
        <a:lt2>
          <a:srgbClr val="D1D1CB"/>
        </a:lt2>
        <a:accent1>
          <a:srgbClr val="909082"/>
        </a:accent1>
        <a:accent2>
          <a:srgbClr val="6484C4"/>
        </a:accent2>
        <a:accent3>
          <a:srgbClr val="CDCFC9"/>
        </a:accent3>
        <a:accent4>
          <a:srgbClr val="DADADA"/>
        </a:accent4>
        <a:accent5>
          <a:srgbClr val="C6C6C1"/>
        </a:accent5>
        <a:accent6>
          <a:srgbClr val="5A77B1"/>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夜幕降临设计模板 4">
        <a:dk1>
          <a:srgbClr val="3E3E5C"/>
        </a:dk1>
        <a:lt1>
          <a:srgbClr val="FFFFFF"/>
        </a:lt1>
        <a:dk2>
          <a:srgbClr val="819DC5"/>
        </a:dk2>
        <a:lt2>
          <a:srgbClr val="FFFFFF"/>
        </a:lt2>
        <a:accent1>
          <a:srgbClr val="60597B"/>
        </a:accent1>
        <a:accent2>
          <a:srgbClr val="6666FF"/>
        </a:accent2>
        <a:accent3>
          <a:srgbClr val="C1CCDF"/>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夜幕降临设计模板 5">
        <a:dk1>
          <a:srgbClr val="005A58"/>
        </a:dk1>
        <a:lt1>
          <a:srgbClr val="99CCFF"/>
        </a:lt1>
        <a:dk2>
          <a:srgbClr val="0099CC"/>
        </a:dk2>
        <a:lt2>
          <a:srgbClr val="CCECFF"/>
        </a:lt2>
        <a:accent1>
          <a:srgbClr val="256487"/>
        </a:accent1>
        <a:accent2>
          <a:srgbClr val="6D6FC7"/>
        </a:accent2>
        <a:accent3>
          <a:srgbClr val="AACAE2"/>
        </a:accent3>
        <a:accent4>
          <a:srgbClr val="82AEDA"/>
        </a:accent4>
        <a:accent5>
          <a:srgbClr val="ACB8C3"/>
        </a:accent5>
        <a:accent6>
          <a:srgbClr val="6264B4"/>
        </a:accent6>
        <a:hlink>
          <a:srgbClr val="85A8FF"/>
        </a:hlink>
        <a:folHlink>
          <a:srgbClr val="FFFFFF"/>
        </a:folHlink>
      </a:clrScheme>
      <a:clrMap bg1="dk2" tx1="lt1" bg2="dk1" tx2="lt2" accent1="accent1" accent2="accent2" accent3="accent3" accent4="accent4" accent5="accent5" accent6="accent6" hlink="hlink" folHlink="folHlink"/>
    </a:extraClrScheme>
    <a:extraClrScheme>
      <a:clrScheme name="夜幕降临设计模板 6">
        <a:dk1>
          <a:srgbClr val="B2B2B2"/>
        </a:dk1>
        <a:lt1>
          <a:srgbClr val="DEF6F1"/>
        </a:lt1>
        <a:dk2>
          <a:srgbClr val="FFFFFF"/>
        </a:dk2>
        <a:lt2>
          <a:srgbClr val="969696"/>
        </a:lt2>
        <a:accent1>
          <a:srgbClr val="FFFFFF"/>
        </a:accent1>
        <a:accent2>
          <a:srgbClr val="8DC6FF"/>
        </a:accent2>
        <a:accent3>
          <a:srgbClr val="ECFAF7"/>
        </a:accent3>
        <a:accent4>
          <a:srgbClr val="979797"/>
        </a:accent4>
        <a:accent5>
          <a:srgbClr val="FFFFFF"/>
        </a:accent5>
        <a:accent6>
          <a:srgbClr val="7FB3E7"/>
        </a:accent6>
        <a:hlink>
          <a:srgbClr val="0066CC"/>
        </a:hlink>
        <a:folHlink>
          <a:srgbClr val="C80000"/>
        </a:folHlink>
      </a:clrScheme>
      <a:clrMap bg1="lt1" tx1="dk1" bg2="lt2" tx2="dk2" accent1="accent1" accent2="accent2" accent3="accent3" accent4="accent4" accent5="accent5" accent6="accent6" hlink="hlink" folHlink="folHlink"/>
    </a:extraClrScheme>
    <a:extraClrScheme>
      <a:clrScheme name="夜幕降临设计模板 7">
        <a:dk1>
          <a:srgbClr val="777777"/>
        </a:dk1>
        <a:lt1>
          <a:srgbClr val="CCFFFF"/>
        </a:lt1>
        <a:dk2>
          <a:srgbClr val="CCECFF"/>
        </a:dk2>
        <a:lt2>
          <a:srgbClr val="99CCFF"/>
        </a:lt2>
        <a:accent1>
          <a:srgbClr val="99CCFF"/>
        </a:accent1>
        <a:accent2>
          <a:srgbClr val="003399"/>
        </a:accent2>
        <a:accent3>
          <a:srgbClr val="E2F4FF"/>
        </a:accent3>
        <a:accent4>
          <a:srgbClr val="AEDADA"/>
        </a:accent4>
        <a:accent5>
          <a:srgbClr val="CAE2FF"/>
        </a:accent5>
        <a:accent6>
          <a:srgbClr val="002D8A"/>
        </a:accent6>
        <a:hlink>
          <a:srgbClr val="FF5050"/>
        </a:hlink>
        <a:folHlink>
          <a:srgbClr val="003399"/>
        </a:folHlink>
      </a:clrScheme>
      <a:clrMap bg1="dk2" tx1="lt1" bg2="dk1" tx2="lt2" accent1="accent1" accent2="accent2" accent3="accent3" accent4="accent4" accent5="accent5" accent6="accent6" hlink="hlink" folHlink="folHlink"/>
    </a:extraClrScheme>
    <a:extraClrScheme>
      <a:clrScheme name="夜幕降临设计模板 8">
        <a:dk1>
          <a:srgbClr val="F8F8F8"/>
        </a:dk1>
        <a:lt1>
          <a:srgbClr val="FFFFFF"/>
        </a:lt1>
        <a:dk2>
          <a:srgbClr val="DDDDDD"/>
        </a:dk2>
        <a:lt2>
          <a:srgbClr val="333333"/>
        </a:lt2>
        <a:accent1>
          <a:srgbClr val="C0C0C0"/>
        </a:accent1>
        <a:accent2>
          <a:srgbClr val="808080"/>
        </a:accent2>
        <a:accent3>
          <a:srgbClr val="FFFFFF"/>
        </a:accent3>
        <a:accent4>
          <a:srgbClr val="D4D4D4"/>
        </a:accent4>
        <a:accent5>
          <a:srgbClr val="DCDCDC"/>
        </a:accent5>
        <a:accent6>
          <a:srgbClr val="737373"/>
        </a:accent6>
        <a:hlink>
          <a:srgbClr val="4D4D4D"/>
        </a:hlink>
        <a:folHlink>
          <a:srgbClr val="FFFFFF"/>
        </a:folHlink>
      </a:clrScheme>
      <a:clrMap bg1="lt1" tx1="dk1" bg2="lt2" tx2="dk2" accent1="accent1" accent2="accent2" accent3="accent3" accent4="accent4" accent5="accent5" accent6="accent6" hlink="hlink" folHlink="folHlink"/>
    </a:extraClrScheme>
    <a:extraClrScheme>
      <a:clrScheme name="夜幕降临设计模板 9">
        <a:dk1>
          <a:srgbClr val="5C1F00"/>
        </a:dk1>
        <a:lt1>
          <a:srgbClr val="FFF8EB"/>
        </a:lt1>
        <a:dk2>
          <a:srgbClr val="FFEBD7"/>
        </a:dk2>
        <a:lt2>
          <a:srgbClr val="FFFFF7"/>
        </a:lt2>
        <a:accent1>
          <a:srgbClr val="CC3300"/>
        </a:accent1>
        <a:accent2>
          <a:srgbClr val="BE7960"/>
        </a:accent2>
        <a:accent3>
          <a:srgbClr val="FFF3E8"/>
        </a:accent3>
        <a:accent4>
          <a:srgbClr val="DAD4C9"/>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夜幕降临设计模板 10">
        <a:dk1>
          <a:srgbClr val="969696"/>
        </a:dk1>
        <a:lt1>
          <a:srgbClr val="F8F8F8"/>
        </a:lt1>
        <a:dk2>
          <a:srgbClr val="DDDDDD"/>
        </a:dk2>
        <a:lt2>
          <a:srgbClr val="CC9900"/>
        </a:lt2>
        <a:accent1>
          <a:srgbClr val="DFBB05"/>
        </a:accent1>
        <a:accent2>
          <a:srgbClr val="FF9966"/>
        </a:accent2>
        <a:accent3>
          <a:srgbClr val="EBEBEB"/>
        </a:accent3>
        <a:accent4>
          <a:srgbClr val="D4D4D4"/>
        </a:accent4>
        <a:accent5>
          <a:srgbClr val="ECDAAA"/>
        </a:accent5>
        <a:accent6>
          <a:srgbClr val="E78A5C"/>
        </a:accent6>
        <a:hlink>
          <a:srgbClr val="CC3300"/>
        </a:hlink>
        <a:folHlink>
          <a:srgbClr val="003399"/>
        </a:folHlink>
      </a:clrScheme>
      <a:clrMap bg1="dk2" tx1="lt1" bg2="dk1" tx2="lt2" accent1="accent1" accent2="accent2" accent3="accent3" accent4="accent4" accent5="accent5" accent6="accent6" hlink="hlink" folHlink="folHlink"/>
    </a:extraClrScheme>
    <a:extraClrScheme>
      <a:clrScheme name="夜幕降临设计模板 11">
        <a:dk1>
          <a:srgbClr val="808080"/>
        </a:dk1>
        <a:lt1>
          <a:srgbClr val="F8F8F8"/>
        </a:lt1>
        <a:dk2>
          <a:srgbClr val="EAEAEA"/>
        </a:dk2>
        <a:lt2>
          <a:srgbClr val="FFFFFF"/>
        </a:lt2>
        <a:accent1>
          <a:srgbClr val="99CCFF"/>
        </a:accent1>
        <a:accent2>
          <a:srgbClr val="9999FF"/>
        </a:accent2>
        <a:accent3>
          <a:srgbClr val="F3F3F3"/>
        </a:accent3>
        <a:accent4>
          <a:srgbClr val="D4D4D4"/>
        </a:accent4>
        <a:accent5>
          <a:srgbClr val="CAE2FF"/>
        </a:accent5>
        <a:accent6>
          <a:srgbClr val="8A8AE7"/>
        </a:accent6>
        <a:hlink>
          <a:srgbClr val="3333CC"/>
        </a:hlink>
        <a:folHlink>
          <a:srgbClr val="8927FF"/>
        </a:folHlink>
      </a:clrScheme>
      <a:clrMap bg1="dk2" tx1="lt1" bg2="dk1" tx2="lt2" accent1="accent1" accent2="accent2" accent3="accent3" accent4="accent4" accent5="accent5" accent6="accent6" hlink="hlink" folHlink="folHlink"/>
    </a:extraClrScheme>
    <a:extraClrScheme>
      <a:clrScheme name="夜幕降临设计模板 12">
        <a:dk1>
          <a:srgbClr val="003366"/>
        </a:dk1>
        <a:lt1>
          <a:srgbClr val="FFFFFF"/>
        </a:lt1>
        <a:dk2>
          <a:srgbClr val="0000FF"/>
        </a:dk2>
        <a:lt2>
          <a:srgbClr val="CCECFF"/>
        </a:lt2>
        <a:accent1>
          <a:srgbClr val="3366CC"/>
        </a:accent1>
        <a:accent2>
          <a:srgbClr val="004570"/>
        </a:accent2>
        <a:accent3>
          <a:srgbClr val="AAAAFF"/>
        </a:accent3>
        <a:accent4>
          <a:srgbClr val="DADADA"/>
        </a:accent4>
        <a:accent5>
          <a:srgbClr val="ADB8E2"/>
        </a:accent5>
        <a:accent6>
          <a:srgbClr val="003E65"/>
        </a:accent6>
        <a:hlink>
          <a:srgbClr val="99CCFF"/>
        </a:hlink>
        <a:folHlink>
          <a:srgbClr val="FFE701"/>
        </a:folHlink>
      </a:clrScheme>
      <a:clrMap bg1="dk2" tx1="lt1" bg2="dk1" tx2="lt2" accent1="accent1" accent2="accent2" accent3="accent3" accent4="accent4" accent5="accent5" accent6="accent6" hlink="hlink" folHlink="folHlink"/>
    </a:extraClrScheme>
    <a:extraClrScheme>
      <a:clrScheme name="夜幕降临设计模板 13">
        <a:dk1>
          <a:srgbClr val="808080"/>
        </a:dk1>
        <a:lt1>
          <a:srgbClr val="FFFFFF"/>
        </a:lt1>
        <a:dk2>
          <a:srgbClr val="CCCCFF"/>
        </a:dk2>
        <a:lt2>
          <a:srgbClr val="F8F8F8"/>
        </a:lt2>
        <a:accent1>
          <a:srgbClr val="85ADDD"/>
        </a:accent1>
        <a:accent2>
          <a:srgbClr val="333399"/>
        </a:accent2>
        <a:accent3>
          <a:srgbClr val="E2E2FF"/>
        </a:accent3>
        <a:accent4>
          <a:srgbClr val="DADADA"/>
        </a:accent4>
        <a:accent5>
          <a:srgbClr val="C2D3EB"/>
        </a:accent5>
        <a:accent6>
          <a:srgbClr val="2D2D8A"/>
        </a:accent6>
        <a:hlink>
          <a:srgbClr val="0250C2"/>
        </a:hlink>
        <a:folHlink>
          <a:srgbClr val="FFCC0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办公室">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办公室">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夜幕降临设计模板</Template>
  <TotalTime>0</TotalTime>
  <Words>13689</Words>
  <Application>WPS 演示</Application>
  <PresentationFormat>全屏显示(4:3)</PresentationFormat>
  <Paragraphs>1694</Paragraphs>
  <Slides>151</Slides>
  <Notes>1</Notes>
  <HiddenSlides>0</HiddenSlides>
  <MMClips>15</MMClips>
  <ScaleCrop>false</ScaleCrop>
  <HeadingPairs>
    <vt:vector size="8" baseType="variant">
      <vt:variant>
        <vt:lpstr>已用的字体</vt:lpstr>
      </vt:variant>
      <vt:variant>
        <vt:i4>26</vt:i4>
      </vt:variant>
      <vt:variant>
        <vt:lpstr>主题</vt:lpstr>
      </vt:variant>
      <vt:variant>
        <vt:i4>1</vt:i4>
      </vt:variant>
      <vt:variant>
        <vt:lpstr>嵌入 OLE 服务器</vt:lpstr>
      </vt:variant>
      <vt:variant>
        <vt:i4>617</vt:i4>
      </vt:variant>
      <vt:variant>
        <vt:lpstr>幻灯片标题</vt:lpstr>
      </vt:variant>
      <vt:variant>
        <vt:i4>151</vt:i4>
      </vt:variant>
    </vt:vector>
  </HeadingPairs>
  <TitlesOfParts>
    <vt:vector size="795" baseType="lpstr">
      <vt:lpstr>Arial</vt:lpstr>
      <vt:lpstr>宋体</vt:lpstr>
      <vt:lpstr>Wingdings</vt:lpstr>
      <vt:lpstr>华文行楷</vt:lpstr>
      <vt:lpstr>黑体</vt:lpstr>
      <vt:lpstr>华文中宋</vt:lpstr>
      <vt:lpstr>Calibri</vt:lpstr>
      <vt:lpstr>Times New Roman</vt:lpstr>
      <vt:lpstr>Symbol</vt:lpstr>
      <vt:lpstr>微软雅黑</vt:lpstr>
      <vt:lpstr>Arial Unicode MS</vt:lpstr>
      <vt:lpstr>楷体_GB2312</vt:lpstr>
      <vt:lpstr>新宋体</vt:lpstr>
      <vt:lpstr>Cambria Math</vt:lpstr>
      <vt:lpstr>Tahoma</vt:lpstr>
      <vt:lpstr>Verdana</vt:lpstr>
      <vt:lpstr>MS Mincho</vt:lpstr>
      <vt:lpstr>Arial Unicode MS</vt:lpstr>
      <vt:lpstr>Monotype Sorts</vt:lpstr>
      <vt:lpstr>Wingdings</vt:lpstr>
      <vt:lpstr>Adobe Myungjo Std M</vt:lpstr>
      <vt:lpstr>MS Mincho</vt:lpstr>
      <vt:lpstr>AMGDT</vt:lpstr>
      <vt:lpstr>Monotype Sorts</vt:lpstr>
      <vt:lpstr>Symbol</vt:lpstr>
      <vt:lpstr>楷体_GB2312</vt:lpstr>
      <vt:lpstr>夜幕降临设计模板</vt:lpstr>
      <vt:lpstr>MS_ClipArt_Gallery.2</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Equation.KSEE3</vt:lpstr>
      <vt:lpstr>Equation.KSEE3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Equation.DSMT4</vt:lpstr>
      <vt:lpstr>Equation.DSMT4</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Paint.Picture</vt:lpstr>
      <vt:lpstr>Paint.Picture</vt:lpstr>
      <vt:lpstr>Equation.3</vt:lpstr>
      <vt:lpstr>Equation.3</vt:lpstr>
      <vt:lpstr>Equation.3</vt:lpstr>
      <vt:lpstr>Paint.Picture</vt:lpstr>
      <vt:lpstr>Paint.Picture</vt:lpstr>
      <vt:lpstr>Equation.3</vt:lpstr>
      <vt:lpstr>Equation.3</vt:lpstr>
      <vt:lpstr>Equation.3</vt:lpstr>
      <vt:lpstr>Equation.3</vt:lpstr>
      <vt:lpstr>Equation.3</vt:lpstr>
      <vt:lpstr>Equation.3</vt:lpstr>
      <vt:lpstr>Equation.3</vt:lpstr>
      <vt:lpstr>Equation.3</vt:lpstr>
      <vt:lpstr>Equation.DSMT4</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Word.Document.8</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Paint.Picture</vt:lpstr>
      <vt:lpstr>Paint.Picture</vt:lpstr>
      <vt:lpstr>Paint.Picture</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Word.Document.8</vt:lpstr>
      <vt:lpstr>Word.Document.8</vt:lpstr>
      <vt:lpstr>Word.Document.8</vt:lpstr>
      <vt:lpstr>Equation.3</vt:lpstr>
      <vt:lpstr>Equation.3</vt:lpstr>
      <vt:lpstr>Equation.3</vt:lpstr>
      <vt:lpstr>Paint.Picture</vt:lpstr>
      <vt:lpstr>Paint.Picture</vt:lpstr>
      <vt:lpstr>Paint.Picture</vt:lpstr>
      <vt:lpstr>Paint.Picture</vt:lpstr>
      <vt:lpstr>Paint.Picture</vt:lpstr>
      <vt:lpstr>Paint.Picture</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Equation.KSEE3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Paint.Picture</vt:lpstr>
      <vt:lpstr>Paint.Picture</vt:lpstr>
      <vt:lpstr>Equation.3</vt:lpstr>
      <vt:lpstr>Equation.3</vt:lpstr>
      <vt:lpstr>Equation.3</vt:lpstr>
      <vt:lpstr>Equation.3</vt:lpstr>
      <vt:lpstr>Equation.3</vt:lpstr>
      <vt:lpstr>Visio.Drawing.11</vt:lpstr>
      <vt:lpstr>Equation.3</vt:lpstr>
      <vt:lpstr>Equation.3</vt:lpstr>
      <vt:lpstr>Visio.Drawing.11</vt:lpstr>
      <vt:lpstr>Visio.Drawing.11</vt:lpstr>
      <vt:lpstr>Equation.3</vt:lpstr>
      <vt:lpstr>Visio.Drawing.6</vt:lpstr>
      <vt:lpstr>Equation.3</vt:lpstr>
      <vt:lpstr>Equation.3</vt:lpstr>
      <vt:lpstr>Equation.3</vt:lpstr>
      <vt:lpstr>Equation.3</vt:lpstr>
      <vt:lpstr>Equation.3</vt:lpstr>
      <vt:lpstr>Paint.Picture</vt:lpstr>
      <vt:lpstr>Paint.Picture</vt:lpstr>
      <vt:lpstr>Equation.3</vt:lpstr>
      <vt:lpstr>Equation.3</vt:lpstr>
      <vt:lpstr>Paint.Picture</vt:lpstr>
      <vt:lpstr>Equation.3</vt:lpstr>
      <vt:lpstr>Paint.Picture</vt:lpstr>
      <vt:lpstr>Word.Document.8</vt:lpstr>
      <vt:lpstr>Equation.3</vt:lpstr>
      <vt:lpstr>Equation.3</vt:lpstr>
      <vt:lpstr>Paint.Picture</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Paint.Picture</vt:lpstr>
      <vt:lpstr>Equation.3</vt:lpstr>
      <vt:lpstr>Equation.3</vt:lpstr>
      <vt:lpstr>Equation.3</vt:lpstr>
      <vt:lpstr>Equation.3</vt:lpstr>
      <vt:lpstr>Equation.3</vt:lpstr>
      <vt:lpstr>Equation.3</vt:lpstr>
      <vt:lpstr>Equation.3</vt:lpstr>
      <vt:lpstr>Equation.3</vt:lpstr>
      <vt:lpstr>Paint.Picture</vt:lpstr>
      <vt:lpstr>Equation.3</vt:lpstr>
      <vt:lpstr>Equation.3</vt:lpstr>
      <vt:lpstr>Equation.3</vt:lpstr>
      <vt:lpstr>Equation.3</vt:lpstr>
      <vt:lpstr>Equation.3</vt:lpstr>
      <vt:lpstr>Equation.3</vt:lpstr>
      <vt:lpstr>Equation.3</vt:lpstr>
      <vt:lpstr>Equation.3</vt:lpstr>
      <vt:lpstr>Equation.KSEE3</vt:lpstr>
      <vt:lpstr>Equation.KSEE3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Visio.Drawing.11</vt:lpstr>
      <vt:lpstr>Visio.Drawing.11</vt:lpstr>
      <vt:lpstr>Equation.3</vt:lpstr>
      <vt:lpstr>Equation.3</vt:lpstr>
      <vt:lpstr>Equation.3</vt:lpstr>
      <vt:lpstr>Equation.3</vt:lpstr>
      <vt:lpstr>Equation.3</vt:lpstr>
      <vt:lpstr>Equation.3</vt:lpstr>
      <vt:lpstr>Equation.3</vt:lpstr>
      <vt:lpstr>Equation.3</vt:lpstr>
      <vt:lpstr>Equation.3</vt:lpstr>
      <vt:lpstr>Equation.3</vt:lpstr>
      <vt:lpstr>Visio.Drawing.11</vt:lpstr>
      <vt:lpstr>Equation.3</vt:lpstr>
      <vt:lpstr>Equation.3</vt:lpstr>
      <vt:lpstr>Equation.3</vt:lpstr>
      <vt:lpstr>Equation.3</vt:lpstr>
      <vt:lpstr>Equation.3</vt:lpstr>
      <vt:lpstr>Equation.3</vt:lpstr>
      <vt:lpstr>Equation.3</vt:lpstr>
      <vt:lpstr>Equation.3</vt:lpstr>
      <vt:lpstr>Equation.3</vt:lpstr>
      <vt:lpstr>Equation.3</vt:lpstr>
      <vt:lpstr>Visio.Drawing.11</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PowerPoint 演示文稿</vt:lpstr>
      <vt:lpstr>PowerPoint 演示文稿</vt:lpstr>
      <vt:lpstr>PowerPoint 演示文稿</vt:lpstr>
      <vt:lpstr>PowerPoint 演示文稿</vt:lpstr>
      <vt:lpstr>5.1 引言</vt:lpstr>
      <vt:lpstr>PowerPoint 演示文稿</vt:lpstr>
      <vt:lpstr>PowerPoint 演示文稿</vt:lpstr>
      <vt:lpstr>本章内容概要</vt:lpstr>
      <vt:lpstr>PowerPoint 演示文稿</vt:lpstr>
      <vt:lpstr>5.2  拉普拉斯变换定义</vt:lpstr>
      <vt:lpstr>5.2  拉普拉斯变换定义</vt:lpstr>
      <vt:lpstr>PowerPoint 演示文稿</vt:lpstr>
      <vt:lpstr>PowerPoint 演示文稿</vt:lpstr>
      <vt:lpstr>§5.2 拉普拉斯变换</vt:lpstr>
      <vt:lpstr>§5.2 拉普拉斯变换</vt:lpstr>
      <vt:lpstr>PowerPoint 演示文稿</vt:lpstr>
      <vt:lpstr>PowerPoint 演示文稿</vt:lpstr>
      <vt:lpstr>PowerPoint 演示文稿</vt:lpstr>
      <vt:lpstr>PowerPoint 演示文稿</vt:lpstr>
      <vt:lpstr>PowerPoint 演示文稿</vt:lpstr>
      <vt:lpstr>§5.3 拉普拉斯变换的收敛域</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5.4  常用函数的拉普拉斯变换</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§5.5 拉普拉斯反变换</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补充例题  </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§5.6 拉普拉斯变换的基本性质</vt:lpstr>
      <vt:lpstr>2、尺度变换性：</vt:lpstr>
      <vt:lpstr>PowerPoint 演示文稿</vt:lpstr>
      <vt:lpstr>PowerPoint 演示文稿</vt:lpstr>
      <vt:lpstr>例3:  求周期矩形脉冲信号的拉氏变换。</vt:lpstr>
      <vt:lpstr>PowerPoint 演示文稿</vt:lpstr>
      <vt:lpstr>PowerPoint 演示文稿</vt:lpstr>
      <vt:lpstr>PowerPoint 演示文稿</vt:lpstr>
      <vt:lpstr>  4、频移性：</vt:lpstr>
      <vt:lpstr>5、时域微分性：</vt:lpstr>
      <vt:lpstr>PowerPoint 演示文稿</vt:lpstr>
      <vt:lpstr>PowerPoint 演示文稿</vt:lpstr>
      <vt:lpstr>PowerPoint 演示文稿</vt:lpstr>
      <vt:lpstr>  9、时域卷积定理：</vt:lpstr>
      <vt:lpstr>11、初值定理：</vt:lpstr>
      <vt:lpstr>PowerPoint 演示文稿</vt:lpstr>
      <vt:lpstr>PowerPoint 演示文稿</vt:lpstr>
      <vt:lpstr>PowerPoint 演示文稿</vt:lpstr>
      <vt:lpstr>2、尺度变换性</vt:lpstr>
      <vt:lpstr>PowerPoint 演示文稿</vt:lpstr>
      <vt:lpstr>11、初值定理：</vt:lpstr>
      <vt:lpstr>§5.7 线性系统的拉普拉斯变换分析方法</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例3： 线性时不变系统的模型如下，且已知：f(t)=ε(t)， y(o-)=2， y’(o-)=1。求系统零输入响应、零状态响应以及全响应y(t)。</vt:lpstr>
      <vt:lpstr>PowerPoint 演示文稿</vt:lpstr>
      <vt:lpstr>§5.7 线性系统的拉普拉斯变换分析方法</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补充例题：</vt:lpstr>
      <vt:lpstr>PowerPoint 演示文稿</vt:lpstr>
      <vt:lpstr>PowerPoint 演示文稿</vt:lpstr>
      <vt:lpstr>一、针对微分方程求响应     </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本章要点：</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5、时域微分性：</vt:lpstr>
      <vt:lpstr>PowerPoint 演示文稿</vt:lpstr>
      <vt:lpstr>  9、时域卷积定理：</vt:lpstr>
      <vt:lpstr>11、初值定理：</vt:lpstr>
      <vt:lpstr>PowerPoint 演示文稿</vt:lpstr>
      <vt:lpstr>1）由方程求响应 f(t)=ε(t)， y(o-)=2， y’(o-)=1。</vt:lpstr>
      <vt:lpstr>2)由电路求响应</vt:lpstr>
      <vt:lpstr>PowerPoint 演示文稿</vt:lpstr>
      <vt:lpstr>PowerPoint 演示文稿</vt:lpstr>
      <vt:lpstr>结束</vt:lpstr>
    </vt:vector>
  </TitlesOfParts>
  <Company>MC SYSTEM</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第五章连续系统LT分析</dc:title>
  <dc:creator>翟正军</dc:creator>
  <cp:lastModifiedBy>缘聚（正军）</cp:lastModifiedBy>
  <cp:revision>388</cp:revision>
  <dcterms:created xsi:type="dcterms:W3CDTF">2005-08-10T09:06:00Z</dcterms:created>
  <dcterms:modified xsi:type="dcterms:W3CDTF">2026-04-14T15:01:05Z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2052-12.1.0.25225</vt:lpwstr>
  </property>
  <property fmtid="{D5CDD505-2E9C-101B-9397-08002B2CF9AE}" pid="3" name="ICV">
    <vt:lpwstr>037922E2015F46A9BC6ED21A656136C3</vt:lpwstr>
  </property>
</Properties>
</file>